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9.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question" id="{21641e1d-d931-bf33-818e-415a10c3bf34}">
          <p14:sldIdLst>
            <p14:sldId id="256"/>
            <p14:sldId id="257"/>
            <p14:sldId id="258"/>
          </p14:sldIdLst>
        </p14:section>
        <p14:section name="Batch 1: what we did and found" id="{fca12981-93e7-68ba-c200-d332fccfb21b}">
          <p14:sldIdLst>
            <p14:sldId id="259"/>
            <p14:sldId id="260"/>
            <p14:sldId id="261"/>
            <p14:sldId id="262"/>
            <p14:sldId id="263"/>
          </p14:sldIdLst>
        </p14:section>
        <p14:section name="Batch 2 and beyond" id="{cb1d25ea-f13c-2a81-4c80-e2f36f89972e}">
          <p14:sldIdLst>
            <p14:sldId id="264"/>
            <p14:sldId id="265"/>
          </p14:sldIdLst>
        </p14:section>
        <p14:section name="Appendix" id="{84a316f3-4b4f-e136-3e77-306fab1f1ece}">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Mode-1 shape</c:v>
                </c:pt>
              </c:strCache>
            </c:strRef>
          </c:tx>
          <c:spPr>
            <a:solidFill>
              <a:srgbClr val="E8743B"/>
            </a:solidFill>
            <a:ln w="31750" cap="flat">
              <a:solidFill>
                <a:srgbClr val="E874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8743B"/>
              </a:solidFill>
              <a:ln w="9525" cap="flat">
                <a:solidFill>
                  <a:srgbClr val="E8743B"/>
                </a:solidFill>
                <a:prstDash val="solid"/>
                <a:round/>
              </a:ln>
              <a:effectLst/>
            </c:spPr>
          </c:marker>
          <c:cat>
            <c:multiLvlStrRef>
              <c:f>Sheet1!$A$2:$A$62</c:f>
              <c:multiLvlStrCache>
                <c:ptCount val="6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lvl>
              </c:multiLvlStrCache>
            </c:multiLvlStrRef>
          </c:cat>
          <c:val>
            <c:numRef>
              <c:f>Sheet1!$B$2:$B$62</c:f>
              <c:numCache>
                <c:formatCode>General</c:formatCode>
                <c:ptCount val="61"/>
                <c:pt idx="0">
                  <c:v>0</c:v>
                </c:pt>
                <c:pt idx="1">
                  <c:v>-0.0038</c:v>
                </c:pt>
                <c:pt idx="2">
                  <c:v>-0.0148</c:v>
                </c:pt>
                <c:pt idx="3">
                  <c:v>-0.0325</c:v>
                </c:pt>
                <c:pt idx="4">
                  <c:v>-0.0561</c:v>
                </c:pt>
                <c:pt idx="5">
                  <c:v>-0.0852</c:v>
                </c:pt>
                <c:pt idx="6">
                  <c:v>-0.1191</c:v>
                </c:pt>
                <c:pt idx="7">
                  <c:v>-0.1571</c:v>
                </c:pt>
                <c:pt idx="8">
                  <c:v>-0.1988</c:v>
                </c:pt>
                <c:pt idx="9">
                  <c:v>-0.2435</c:v>
                </c:pt>
                <c:pt idx="10">
                  <c:v>-0.2907</c:v>
                </c:pt>
                <c:pt idx="11">
                  <c:v>-0.3397</c:v>
                </c:pt>
                <c:pt idx="12">
                  <c:v>-0.39</c:v>
                </c:pt>
                <c:pt idx="13">
                  <c:v>-0.4411</c:v>
                </c:pt>
                <c:pt idx="14">
                  <c:v>-0.4924</c:v>
                </c:pt>
                <c:pt idx="15">
                  <c:v>-0.5435</c:v>
                </c:pt>
                <c:pt idx="16">
                  <c:v>-0.5938</c:v>
                </c:pt>
                <c:pt idx="17">
                  <c:v>-0.6428</c:v>
                </c:pt>
                <c:pt idx="18">
                  <c:v>-0.6901</c:v>
                </c:pt>
                <c:pt idx="19">
                  <c:v>-0.7353</c:v>
                </c:pt>
                <c:pt idx="20">
                  <c:v>-0.778</c:v>
                </c:pt>
                <c:pt idx="21">
                  <c:v>-0.8178</c:v>
                </c:pt>
                <c:pt idx="22">
                  <c:v>-0.8543</c:v>
                </c:pt>
                <c:pt idx="23">
                  <c:v>-0.8873</c:v>
                </c:pt>
                <c:pt idx="24">
                  <c:v>-0.9164</c:v>
                </c:pt>
                <c:pt idx="25">
                  <c:v>-0.9415</c:v>
                </c:pt>
                <c:pt idx="26">
                  <c:v>-0.9624</c:v>
                </c:pt>
                <c:pt idx="27">
                  <c:v>-0.9787</c:v>
                </c:pt>
                <c:pt idx="28">
                  <c:v>-0.9905</c:v>
                </c:pt>
                <c:pt idx="29">
                  <c:v>-0.9976</c:v>
                </c:pt>
                <c:pt idx="30">
                  <c:v>-1</c:v>
                </c:pt>
                <c:pt idx="31">
                  <c:v>-0.9976</c:v>
                </c:pt>
                <c:pt idx="32">
                  <c:v>-0.9905</c:v>
                </c:pt>
                <c:pt idx="33">
                  <c:v>-0.9787</c:v>
                </c:pt>
                <c:pt idx="34">
                  <c:v>-0.9624</c:v>
                </c:pt>
                <c:pt idx="35">
                  <c:v>-0.9415</c:v>
                </c:pt>
                <c:pt idx="36">
                  <c:v>-0.9164</c:v>
                </c:pt>
                <c:pt idx="37">
                  <c:v>-0.8873</c:v>
                </c:pt>
                <c:pt idx="38">
                  <c:v>-0.8543</c:v>
                </c:pt>
                <c:pt idx="39">
                  <c:v>-0.8178</c:v>
                </c:pt>
                <c:pt idx="40">
                  <c:v>-0.778</c:v>
                </c:pt>
                <c:pt idx="41">
                  <c:v>-0.7353</c:v>
                </c:pt>
                <c:pt idx="42">
                  <c:v>-0.6901</c:v>
                </c:pt>
                <c:pt idx="43">
                  <c:v>-0.6428</c:v>
                </c:pt>
                <c:pt idx="44">
                  <c:v>-0.5938</c:v>
                </c:pt>
                <c:pt idx="45">
                  <c:v>-0.5435</c:v>
                </c:pt>
                <c:pt idx="46">
                  <c:v>-0.4924</c:v>
                </c:pt>
                <c:pt idx="47">
                  <c:v>-0.4411</c:v>
                </c:pt>
                <c:pt idx="48">
                  <c:v>-0.39</c:v>
                </c:pt>
                <c:pt idx="49">
                  <c:v>-0.3397</c:v>
                </c:pt>
                <c:pt idx="50">
                  <c:v>-0.2907</c:v>
                </c:pt>
                <c:pt idx="51">
                  <c:v>-0.2435</c:v>
                </c:pt>
                <c:pt idx="52">
                  <c:v>-0.1988</c:v>
                </c:pt>
                <c:pt idx="53">
                  <c:v>-0.1571</c:v>
                </c:pt>
                <c:pt idx="54">
                  <c:v>-0.1191</c:v>
                </c:pt>
                <c:pt idx="55">
                  <c:v>-0.0852</c:v>
                </c:pt>
                <c:pt idx="56">
                  <c:v>-0.0561</c:v>
                </c:pt>
                <c:pt idx="57">
                  <c:v>-0.0325</c:v>
                </c:pt>
                <c:pt idx="58">
                  <c:v>-0.0148</c:v>
                </c:pt>
                <c:pt idx="59">
                  <c:v>-0.0038</c:v>
                </c:pt>
                <c:pt idx="60">
                  <c:v>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
          <c:min val="-1.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Exact solution</c:v>
                </c:pt>
              </c:strCache>
            </c:strRef>
          </c:tx>
          <c:spPr>
            <a:solidFill>
              <a:srgbClr val="AEB8C0"/>
            </a:solidFill>
            <a:ln w="19050" cap="flat">
              <a:solidFill>
                <a:srgbClr val="AEB8C0"/>
              </a:solidFill>
              <a:prstDash val="solid"/>
              <a:round/>
            </a:ln>
            <a:effectLst/>
          </c:spPr>
          <c:marker>
            <c:symbol val="none"/>
            <c:size val="6"/>
            <c:spPr>
              <a:solidFill>
                <a:srgbClr val="AEB8C0"/>
              </a:solidFill>
              <a:ln w="9525" cap="flat">
                <a:solidFill>
                  <a:srgbClr val="AEB8C0"/>
                </a:solidFill>
                <a:prstDash val="solid"/>
                <a:round/>
              </a:ln>
              <a:effectLst/>
            </c:spPr>
          </c:marker>
          <c:xVal>
            <c:numRef>
              <c:f>Sheet1!$A$2:$A$2002</c:f>
              <c:numCache>
                <c:formatCode>General</c:formatCode>
                <c:ptCount val="2001"/>
                <c:pt idx="0">
                  <c:v>0</c:v>
                </c:pt>
                <c:pt idx="1">
                  <c:v>0.0005</c:v>
                </c:pt>
                <c:pt idx="2">
                  <c:v>0.001</c:v>
                </c:pt>
                <c:pt idx="3">
                  <c:v>0.0015</c:v>
                </c:pt>
                <c:pt idx="4">
                  <c:v>0.002</c:v>
                </c:pt>
                <c:pt idx="5">
                  <c:v>0.0025</c:v>
                </c:pt>
                <c:pt idx="6">
                  <c:v>0.003</c:v>
                </c:pt>
                <c:pt idx="7">
                  <c:v>0.0035</c:v>
                </c:pt>
                <c:pt idx="8">
                  <c:v>0.004</c:v>
                </c:pt>
                <c:pt idx="9">
                  <c:v>0.0045</c:v>
                </c:pt>
                <c:pt idx="10">
                  <c:v>0.005</c:v>
                </c:pt>
                <c:pt idx="11">
                  <c:v>0.0055</c:v>
                </c:pt>
                <c:pt idx="12">
                  <c:v>0.006</c:v>
                </c:pt>
                <c:pt idx="13">
                  <c:v>0.0065</c:v>
                </c:pt>
                <c:pt idx="14">
                  <c:v>0.007</c:v>
                </c:pt>
                <c:pt idx="15">
                  <c:v>0.0075</c:v>
                </c:pt>
                <c:pt idx="16">
                  <c:v>0.008</c:v>
                </c:pt>
                <c:pt idx="17">
                  <c:v>0.0085</c:v>
                </c:pt>
                <c:pt idx="18">
                  <c:v>0.009</c:v>
                </c:pt>
                <c:pt idx="19">
                  <c:v>0.0095</c:v>
                </c:pt>
                <c:pt idx="20">
                  <c:v>0.01</c:v>
                </c:pt>
                <c:pt idx="21">
                  <c:v>0.0105</c:v>
                </c:pt>
                <c:pt idx="22">
                  <c:v>0.011</c:v>
                </c:pt>
                <c:pt idx="23">
                  <c:v>0.0115</c:v>
                </c:pt>
                <c:pt idx="24">
                  <c:v>0.012</c:v>
                </c:pt>
                <c:pt idx="25">
                  <c:v>0.0125</c:v>
                </c:pt>
                <c:pt idx="26">
                  <c:v>0.013</c:v>
                </c:pt>
                <c:pt idx="27">
                  <c:v>0.0135</c:v>
                </c:pt>
                <c:pt idx="28">
                  <c:v>0.014</c:v>
                </c:pt>
                <c:pt idx="29">
                  <c:v>0.0145</c:v>
                </c:pt>
                <c:pt idx="30">
                  <c:v>0.015</c:v>
                </c:pt>
                <c:pt idx="31">
                  <c:v>0.0155</c:v>
                </c:pt>
                <c:pt idx="32">
                  <c:v>0.016</c:v>
                </c:pt>
                <c:pt idx="33">
                  <c:v>0.0165</c:v>
                </c:pt>
                <c:pt idx="34">
                  <c:v>0.017</c:v>
                </c:pt>
                <c:pt idx="35">
                  <c:v>0.0175</c:v>
                </c:pt>
                <c:pt idx="36">
                  <c:v>0.018</c:v>
                </c:pt>
                <c:pt idx="37">
                  <c:v>0.0185</c:v>
                </c:pt>
                <c:pt idx="38">
                  <c:v>0.019</c:v>
                </c:pt>
                <c:pt idx="39">
                  <c:v>0.0195</c:v>
                </c:pt>
                <c:pt idx="40">
                  <c:v>0.02</c:v>
                </c:pt>
                <c:pt idx="41">
                  <c:v>0.0205</c:v>
                </c:pt>
                <c:pt idx="42">
                  <c:v>0.021</c:v>
                </c:pt>
                <c:pt idx="43">
                  <c:v>0.0215</c:v>
                </c:pt>
                <c:pt idx="44">
                  <c:v>0.022</c:v>
                </c:pt>
                <c:pt idx="45">
                  <c:v>0.0225</c:v>
                </c:pt>
                <c:pt idx="46">
                  <c:v>0.023</c:v>
                </c:pt>
                <c:pt idx="47">
                  <c:v>0.0235</c:v>
                </c:pt>
                <c:pt idx="48">
                  <c:v>0.024</c:v>
                </c:pt>
                <c:pt idx="49">
                  <c:v>0.0245</c:v>
                </c:pt>
                <c:pt idx="50">
                  <c:v>0.025</c:v>
                </c:pt>
                <c:pt idx="51">
                  <c:v>0.0255</c:v>
                </c:pt>
                <c:pt idx="52">
                  <c:v>0.026</c:v>
                </c:pt>
                <c:pt idx="53">
                  <c:v>0.0265</c:v>
                </c:pt>
                <c:pt idx="54">
                  <c:v>0.027</c:v>
                </c:pt>
                <c:pt idx="55">
                  <c:v>0.0275</c:v>
                </c:pt>
                <c:pt idx="56">
                  <c:v>0.028</c:v>
                </c:pt>
                <c:pt idx="57">
                  <c:v>0.0285</c:v>
                </c:pt>
                <c:pt idx="58">
                  <c:v>0.029</c:v>
                </c:pt>
                <c:pt idx="59">
                  <c:v>0.0295</c:v>
                </c:pt>
                <c:pt idx="60">
                  <c:v>0.03</c:v>
                </c:pt>
                <c:pt idx="61">
                  <c:v>0.0305</c:v>
                </c:pt>
                <c:pt idx="62">
                  <c:v>0.031</c:v>
                </c:pt>
                <c:pt idx="63">
                  <c:v>0.0315</c:v>
                </c:pt>
                <c:pt idx="64">
                  <c:v>0.032</c:v>
                </c:pt>
                <c:pt idx="65">
                  <c:v>0.0325</c:v>
                </c:pt>
                <c:pt idx="66">
                  <c:v>0.033</c:v>
                </c:pt>
                <c:pt idx="67">
                  <c:v>0.0335</c:v>
                </c:pt>
                <c:pt idx="68">
                  <c:v>0.034</c:v>
                </c:pt>
                <c:pt idx="69">
                  <c:v>0.0345</c:v>
                </c:pt>
                <c:pt idx="70">
                  <c:v>0.035</c:v>
                </c:pt>
                <c:pt idx="71">
                  <c:v>0.0355</c:v>
                </c:pt>
                <c:pt idx="72">
                  <c:v>0.036</c:v>
                </c:pt>
                <c:pt idx="73">
                  <c:v>0.0365</c:v>
                </c:pt>
                <c:pt idx="74">
                  <c:v>0.037</c:v>
                </c:pt>
                <c:pt idx="75">
                  <c:v>0.0375</c:v>
                </c:pt>
                <c:pt idx="76">
                  <c:v>0.038</c:v>
                </c:pt>
                <c:pt idx="77">
                  <c:v>0.0385</c:v>
                </c:pt>
                <c:pt idx="78">
                  <c:v>0.039</c:v>
                </c:pt>
                <c:pt idx="79">
                  <c:v>0.0395</c:v>
                </c:pt>
                <c:pt idx="80">
                  <c:v>0.04</c:v>
                </c:pt>
                <c:pt idx="81">
                  <c:v>0.0405</c:v>
                </c:pt>
                <c:pt idx="82">
                  <c:v>0.041</c:v>
                </c:pt>
                <c:pt idx="83">
                  <c:v>0.0415</c:v>
                </c:pt>
                <c:pt idx="84">
                  <c:v>0.042</c:v>
                </c:pt>
                <c:pt idx="85">
                  <c:v>0.0425</c:v>
                </c:pt>
                <c:pt idx="86">
                  <c:v>0.043</c:v>
                </c:pt>
                <c:pt idx="87">
                  <c:v>0.0435</c:v>
                </c:pt>
                <c:pt idx="88">
                  <c:v>0.044</c:v>
                </c:pt>
                <c:pt idx="89">
                  <c:v>0.0445</c:v>
                </c:pt>
                <c:pt idx="90">
                  <c:v>0.045</c:v>
                </c:pt>
                <c:pt idx="91">
                  <c:v>0.0455</c:v>
                </c:pt>
                <c:pt idx="92">
                  <c:v>0.046</c:v>
                </c:pt>
                <c:pt idx="93">
                  <c:v>0.0465</c:v>
                </c:pt>
                <c:pt idx="94">
                  <c:v>0.047</c:v>
                </c:pt>
                <c:pt idx="95">
                  <c:v>0.0475</c:v>
                </c:pt>
                <c:pt idx="96">
                  <c:v>0.048</c:v>
                </c:pt>
                <c:pt idx="97">
                  <c:v>0.0485</c:v>
                </c:pt>
                <c:pt idx="98">
                  <c:v>0.049</c:v>
                </c:pt>
                <c:pt idx="99">
                  <c:v>0.0495</c:v>
                </c:pt>
                <c:pt idx="100">
                  <c:v>0.05</c:v>
                </c:pt>
                <c:pt idx="101">
                  <c:v>0.0505</c:v>
                </c:pt>
                <c:pt idx="102">
                  <c:v>0.051</c:v>
                </c:pt>
                <c:pt idx="103">
                  <c:v>0.0515</c:v>
                </c:pt>
                <c:pt idx="104">
                  <c:v>0.052</c:v>
                </c:pt>
                <c:pt idx="105">
                  <c:v>0.0525</c:v>
                </c:pt>
                <c:pt idx="106">
                  <c:v>0.053</c:v>
                </c:pt>
                <c:pt idx="107">
                  <c:v>0.0535</c:v>
                </c:pt>
                <c:pt idx="108">
                  <c:v>0.054</c:v>
                </c:pt>
                <c:pt idx="109">
                  <c:v>0.0545</c:v>
                </c:pt>
                <c:pt idx="110">
                  <c:v>0.055</c:v>
                </c:pt>
                <c:pt idx="111">
                  <c:v>0.0555</c:v>
                </c:pt>
                <c:pt idx="112">
                  <c:v>0.056</c:v>
                </c:pt>
                <c:pt idx="113">
                  <c:v>0.0565</c:v>
                </c:pt>
                <c:pt idx="114">
                  <c:v>0.057</c:v>
                </c:pt>
                <c:pt idx="115">
                  <c:v>0.0575</c:v>
                </c:pt>
                <c:pt idx="116">
                  <c:v>0.058</c:v>
                </c:pt>
                <c:pt idx="117">
                  <c:v>0.0585</c:v>
                </c:pt>
                <c:pt idx="118">
                  <c:v>0.059</c:v>
                </c:pt>
                <c:pt idx="119">
                  <c:v>0.0595</c:v>
                </c:pt>
                <c:pt idx="120">
                  <c:v>0.06</c:v>
                </c:pt>
                <c:pt idx="121">
                  <c:v>0.0605</c:v>
                </c:pt>
                <c:pt idx="122">
                  <c:v>0.061</c:v>
                </c:pt>
                <c:pt idx="123">
                  <c:v>0.0615</c:v>
                </c:pt>
                <c:pt idx="124">
                  <c:v>0.062</c:v>
                </c:pt>
                <c:pt idx="125">
                  <c:v>0.0625</c:v>
                </c:pt>
                <c:pt idx="126">
                  <c:v>0.063</c:v>
                </c:pt>
                <c:pt idx="127">
                  <c:v>0.0635</c:v>
                </c:pt>
                <c:pt idx="128">
                  <c:v>0.064</c:v>
                </c:pt>
                <c:pt idx="129">
                  <c:v>0.0645</c:v>
                </c:pt>
                <c:pt idx="130">
                  <c:v>0.065</c:v>
                </c:pt>
                <c:pt idx="131">
                  <c:v>0.0655</c:v>
                </c:pt>
                <c:pt idx="132">
                  <c:v>0.066</c:v>
                </c:pt>
                <c:pt idx="133">
                  <c:v>0.0665</c:v>
                </c:pt>
                <c:pt idx="134">
                  <c:v>0.067</c:v>
                </c:pt>
                <c:pt idx="135">
                  <c:v>0.0675</c:v>
                </c:pt>
                <c:pt idx="136">
                  <c:v>0.068</c:v>
                </c:pt>
                <c:pt idx="137">
                  <c:v>0.0685</c:v>
                </c:pt>
                <c:pt idx="138">
                  <c:v>0.069</c:v>
                </c:pt>
                <c:pt idx="139">
                  <c:v>0.0695</c:v>
                </c:pt>
                <c:pt idx="140">
                  <c:v>0.07</c:v>
                </c:pt>
                <c:pt idx="141">
                  <c:v>0.0705</c:v>
                </c:pt>
                <c:pt idx="142">
                  <c:v>0.071</c:v>
                </c:pt>
                <c:pt idx="143">
                  <c:v>0.0715</c:v>
                </c:pt>
                <c:pt idx="144">
                  <c:v>0.072</c:v>
                </c:pt>
                <c:pt idx="145">
                  <c:v>0.0725</c:v>
                </c:pt>
                <c:pt idx="146">
                  <c:v>0.073</c:v>
                </c:pt>
                <c:pt idx="147">
                  <c:v>0.0735</c:v>
                </c:pt>
                <c:pt idx="148">
                  <c:v>0.074</c:v>
                </c:pt>
                <c:pt idx="149">
                  <c:v>0.0745</c:v>
                </c:pt>
                <c:pt idx="150">
                  <c:v>0.075</c:v>
                </c:pt>
                <c:pt idx="151">
                  <c:v>0.0755</c:v>
                </c:pt>
                <c:pt idx="152">
                  <c:v>0.076</c:v>
                </c:pt>
                <c:pt idx="153">
                  <c:v>0.0765</c:v>
                </c:pt>
                <c:pt idx="154">
                  <c:v>0.077</c:v>
                </c:pt>
                <c:pt idx="155">
                  <c:v>0.0775</c:v>
                </c:pt>
                <c:pt idx="156">
                  <c:v>0.078</c:v>
                </c:pt>
                <c:pt idx="157">
                  <c:v>0.0785</c:v>
                </c:pt>
                <c:pt idx="158">
                  <c:v>0.079</c:v>
                </c:pt>
                <c:pt idx="159">
                  <c:v>0.0795</c:v>
                </c:pt>
                <c:pt idx="160">
                  <c:v>0.08</c:v>
                </c:pt>
                <c:pt idx="161">
                  <c:v>0.0805</c:v>
                </c:pt>
                <c:pt idx="162">
                  <c:v>0.081</c:v>
                </c:pt>
                <c:pt idx="163">
                  <c:v>0.0815</c:v>
                </c:pt>
                <c:pt idx="164">
                  <c:v>0.082</c:v>
                </c:pt>
                <c:pt idx="165">
                  <c:v>0.0825</c:v>
                </c:pt>
                <c:pt idx="166">
                  <c:v>0.083</c:v>
                </c:pt>
                <c:pt idx="167">
                  <c:v>0.0835</c:v>
                </c:pt>
                <c:pt idx="168">
                  <c:v>0.084</c:v>
                </c:pt>
                <c:pt idx="169">
                  <c:v>0.0845</c:v>
                </c:pt>
                <c:pt idx="170">
                  <c:v>0.085</c:v>
                </c:pt>
                <c:pt idx="171">
                  <c:v>0.0855</c:v>
                </c:pt>
                <c:pt idx="172">
                  <c:v>0.086</c:v>
                </c:pt>
                <c:pt idx="173">
                  <c:v>0.0865</c:v>
                </c:pt>
                <c:pt idx="174">
                  <c:v>0.087</c:v>
                </c:pt>
                <c:pt idx="175">
                  <c:v>0.0875</c:v>
                </c:pt>
                <c:pt idx="176">
                  <c:v>0.088</c:v>
                </c:pt>
                <c:pt idx="177">
                  <c:v>0.0885</c:v>
                </c:pt>
                <c:pt idx="178">
                  <c:v>0.089</c:v>
                </c:pt>
                <c:pt idx="179">
                  <c:v>0.0895</c:v>
                </c:pt>
                <c:pt idx="180">
                  <c:v>0.09</c:v>
                </c:pt>
                <c:pt idx="181">
                  <c:v>0.0905</c:v>
                </c:pt>
                <c:pt idx="182">
                  <c:v>0.091</c:v>
                </c:pt>
                <c:pt idx="183">
                  <c:v>0.0915</c:v>
                </c:pt>
                <c:pt idx="184">
                  <c:v>0.092</c:v>
                </c:pt>
                <c:pt idx="185">
                  <c:v>0.0925</c:v>
                </c:pt>
                <c:pt idx="186">
                  <c:v>0.093</c:v>
                </c:pt>
                <c:pt idx="187">
                  <c:v>0.0935</c:v>
                </c:pt>
                <c:pt idx="188">
                  <c:v>0.094</c:v>
                </c:pt>
                <c:pt idx="189">
                  <c:v>0.0945</c:v>
                </c:pt>
                <c:pt idx="190">
                  <c:v>0.095</c:v>
                </c:pt>
                <c:pt idx="191">
                  <c:v>0.0955</c:v>
                </c:pt>
                <c:pt idx="192">
                  <c:v>0.096</c:v>
                </c:pt>
                <c:pt idx="193">
                  <c:v>0.0965</c:v>
                </c:pt>
                <c:pt idx="194">
                  <c:v>0.097</c:v>
                </c:pt>
                <c:pt idx="195">
                  <c:v>0.0975</c:v>
                </c:pt>
                <c:pt idx="196">
                  <c:v>0.098</c:v>
                </c:pt>
                <c:pt idx="197">
                  <c:v>0.0985</c:v>
                </c:pt>
                <c:pt idx="198">
                  <c:v>0.099</c:v>
                </c:pt>
                <c:pt idx="199">
                  <c:v>0.0995</c:v>
                </c:pt>
                <c:pt idx="200">
                  <c:v>0.1</c:v>
                </c:pt>
                <c:pt idx="201">
                  <c:v>0.1005</c:v>
                </c:pt>
                <c:pt idx="202">
                  <c:v>0.101</c:v>
                </c:pt>
                <c:pt idx="203">
                  <c:v>0.1015</c:v>
                </c:pt>
                <c:pt idx="204">
                  <c:v>0.102</c:v>
                </c:pt>
                <c:pt idx="205">
                  <c:v>0.1025</c:v>
                </c:pt>
                <c:pt idx="206">
                  <c:v>0.103</c:v>
                </c:pt>
                <c:pt idx="207">
                  <c:v>0.1035</c:v>
                </c:pt>
                <c:pt idx="208">
                  <c:v>0.104</c:v>
                </c:pt>
                <c:pt idx="209">
                  <c:v>0.1045</c:v>
                </c:pt>
                <c:pt idx="210">
                  <c:v>0.105</c:v>
                </c:pt>
                <c:pt idx="211">
                  <c:v>0.1055</c:v>
                </c:pt>
                <c:pt idx="212">
                  <c:v>0.106</c:v>
                </c:pt>
                <c:pt idx="213">
                  <c:v>0.1065</c:v>
                </c:pt>
                <c:pt idx="214">
                  <c:v>0.107</c:v>
                </c:pt>
                <c:pt idx="215">
                  <c:v>0.1075</c:v>
                </c:pt>
                <c:pt idx="216">
                  <c:v>0.108</c:v>
                </c:pt>
                <c:pt idx="217">
                  <c:v>0.1085</c:v>
                </c:pt>
                <c:pt idx="218">
                  <c:v>0.109</c:v>
                </c:pt>
                <c:pt idx="219">
                  <c:v>0.1095</c:v>
                </c:pt>
                <c:pt idx="220">
                  <c:v>0.11</c:v>
                </c:pt>
                <c:pt idx="221">
                  <c:v>0.1105</c:v>
                </c:pt>
                <c:pt idx="222">
                  <c:v>0.111</c:v>
                </c:pt>
                <c:pt idx="223">
                  <c:v>0.1115</c:v>
                </c:pt>
                <c:pt idx="224">
                  <c:v>0.112</c:v>
                </c:pt>
                <c:pt idx="225">
                  <c:v>0.1125</c:v>
                </c:pt>
                <c:pt idx="226">
                  <c:v>0.113</c:v>
                </c:pt>
                <c:pt idx="227">
                  <c:v>0.1135</c:v>
                </c:pt>
                <c:pt idx="228">
                  <c:v>0.114</c:v>
                </c:pt>
                <c:pt idx="229">
                  <c:v>0.1145</c:v>
                </c:pt>
                <c:pt idx="230">
                  <c:v>0.115</c:v>
                </c:pt>
                <c:pt idx="231">
                  <c:v>0.1155</c:v>
                </c:pt>
                <c:pt idx="232">
                  <c:v>0.116</c:v>
                </c:pt>
                <c:pt idx="233">
                  <c:v>0.1165</c:v>
                </c:pt>
                <c:pt idx="234">
                  <c:v>0.117</c:v>
                </c:pt>
                <c:pt idx="235">
                  <c:v>0.1175</c:v>
                </c:pt>
                <c:pt idx="236">
                  <c:v>0.118</c:v>
                </c:pt>
                <c:pt idx="237">
                  <c:v>0.1185</c:v>
                </c:pt>
                <c:pt idx="238">
                  <c:v>0.119</c:v>
                </c:pt>
                <c:pt idx="239">
                  <c:v>0.1195</c:v>
                </c:pt>
                <c:pt idx="240">
                  <c:v>0.12</c:v>
                </c:pt>
                <c:pt idx="241">
                  <c:v>0.1205</c:v>
                </c:pt>
                <c:pt idx="242">
                  <c:v>0.121</c:v>
                </c:pt>
                <c:pt idx="243">
                  <c:v>0.1215</c:v>
                </c:pt>
                <c:pt idx="244">
                  <c:v>0.122</c:v>
                </c:pt>
                <c:pt idx="245">
                  <c:v>0.1225</c:v>
                </c:pt>
                <c:pt idx="246">
                  <c:v>0.123</c:v>
                </c:pt>
                <c:pt idx="247">
                  <c:v>0.1235</c:v>
                </c:pt>
                <c:pt idx="248">
                  <c:v>0.124</c:v>
                </c:pt>
                <c:pt idx="249">
                  <c:v>0.1245</c:v>
                </c:pt>
                <c:pt idx="250">
                  <c:v>0.125</c:v>
                </c:pt>
                <c:pt idx="251">
                  <c:v>0.1255</c:v>
                </c:pt>
                <c:pt idx="252">
                  <c:v>0.126</c:v>
                </c:pt>
                <c:pt idx="253">
                  <c:v>0.1265</c:v>
                </c:pt>
                <c:pt idx="254">
                  <c:v>0.127</c:v>
                </c:pt>
                <c:pt idx="255">
                  <c:v>0.1275</c:v>
                </c:pt>
                <c:pt idx="256">
                  <c:v>0.128</c:v>
                </c:pt>
                <c:pt idx="257">
                  <c:v>0.1285</c:v>
                </c:pt>
                <c:pt idx="258">
                  <c:v>0.129</c:v>
                </c:pt>
                <c:pt idx="259">
                  <c:v>0.1295</c:v>
                </c:pt>
                <c:pt idx="260">
                  <c:v>0.13</c:v>
                </c:pt>
                <c:pt idx="261">
                  <c:v>0.1305</c:v>
                </c:pt>
                <c:pt idx="262">
                  <c:v>0.131</c:v>
                </c:pt>
                <c:pt idx="263">
                  <c:v>0.1315</c:v>
                </c:pt>
                <c:pt idx="264">
                  <c:v>0.132</c:v>
                </c:pt>
                <c:pt idx="265">
                  <c:v>0.1325</c:v>
                </c:pt>
                <c:pt idx="266">
                  <c:v>0.133</c:v>
                </c:pt>
                <c:pt idx="267">
                  <c:v>0.1335</c:v>
                </c:pt>
                <c:pt idx="268">
                  <c:v>0.134</c:v>
                </c:pt>
                <c:pt idx="269">
                  <c:v>0.1345</c:v>
                </c:pt>
                <c:pt idx="270">
                  <c:v>0.135</c:v>
                </c:pt>
                <c:pt idx="271">
                  <c:v>0.1355</c:v>
                </c:pt>
                <c:pt idx="272">
                  <c:v>0.136</c:v>
                </c:pt>
                <c:pt idx="273">
                  <c:v>0.1365</c:v>
                </c:pt>
                <c:pt idx="274">
                  <c:v>0.137</c:v>
                </c:pt>
                <c:pt idx="275">
                  <c:v>0.1375</c:v>
                </c:pt>
                <c:pt idx="276">
                  <c:v>0.138</c:v>
                </c:pt>
                <c:pt idx="277">
                  <c:v>0.1385</c:v>
                </c:pt>
                <c:pt idx="278">
                  <c:v>0.139</c:v>
                </c:pt>
                <c:pt idx="279">
                  <c:v>0.1395</c:v>
                </c:pt>
                <c:pt idx="280">
                  <c:v>0.14</c:v>
                </c:pt>
                <c:pt idx="281">
                  <c:v>0.1405</c:v>
                </c:pt>
                <c:pt idx="282">
                  <c:v>0.141</c:v>
                </c:pt>
                <c:pt idx="283">
                  <c:v>0.1415</c:v>
                </c:pt>
                <c:pt idx="284">
                  <c:v>0.142</c:v>
                </c:pt>
                <c:pt idx="285">
                  <c:v>0.1425</c:v>
                </c:pt>
                <c:pt idx="286">
                  <c:v>0.143</c:v>
                </c:pt>
                <c:pt idx="287">
                  <c:v>0.1435</c:v>
                </c:pt>
                <c:pt idx="288">
                  <c:v>0.144</c:v>
                </c:pt>
                <c:pt idx="289">
                  <c:v>0.1445</c:v>
                </c:pt>
                <c:pt idx="290">
                  <c:v>0.145</c:v>
                </c:pt>
                <c:pt idx="291">
                  <c:v>0.1455</c:v>
                </c:pt>
                <c:pt idx="292">
                  <c:v>0.146</c:v>
                </c:pt>
                <c:pt idx="293">
                  <c:v>0.1465</c:v>
                </c:pt>
                <c:pt idx="294">
                  <c:v>0.147</c:v>
                </c:pt>
                <c:pt idx="295">
                  <c:v>0.1475</c:v>
                </c:pt>
                <c:pt idx="296">
                  <c:v>0.148</c:v>
                </c:pt>
                <c:pt idx="297">
                  <c:v>0.1485</c:v>
                </c:pt>
                <c:pt idx="298">
                  <c:v>0.149</c:v>
                </c:pt>
                <c:pt idx="299">
                  <c:v>0.1495</c:v>
                </c:pt>
                <c:pt idx="300">
                  <c:v>0.15</c:v>
                </c:pt>
                <c:pt idx="301">
                  <c:v>0.1505</c:v>
                </c:pt>
                <c:pt idx="302">
                  <c:v>0.151</c:v>
                </c:pt>
                <c:pt idx="303">
                  <c:v>0.1515</c:v>
                </c:pt>
                <c:pt idx="304">
                  <c:v>0.152</c:v>
                </c:pt>
                <c:pt idx="305">
                  <c:v>0.1525</c:v>
                </c:pt>
                <c:pt idx="306">
                  <c:v>0.153</c:v>
                </c:pt>
                <c:pt idx="307">
                  <c:v>0.1535</c:v>
                </c:pt>
                <c:pt idx="308">
                  <c:v>0.154</c:v>
                </c:pt>
                <c:pt idx="309">
                  <c:v>0.1545</c:v>
                </c:pt>
                <c:pt idx="310">
                  <c:v>0.155</c:v>
                </c:pt>
                <c:pt idx="311">
                  <c:v>0.1555</c:v>
                </c:pt>
                <c:pt idx="312">
                  <c:v>0.156</c:v>
                </c:pt>
                <c:pt idx="313">
                  <c:v>0.1565</c:v>
                </c:pt>
                <c:pt idx="314">
                  <c:v>0.157</c:v>
                </c:pt>
                <c:pt idx="315">
                  <c:v>0.1575</c:v>
                </c:pt>
                <c:pt idx="316">
                  <c:v>0.158</c:v>
                </c:pt>
                <c:pt idx="317">
                  <c:v>0.1585</c:v>
                </c:pt>
                <c:pt idx="318">
                  <c:v>0.159</c:v>
                </c:pt>
                <c:pt idx="319">
                  <c:v>0.1595</c:v>
                </c:pt>
                <c:pt idx="320">
                  <c:v>0.16</c:v>
                </c:pt>
                <c:pt idx="321">
                  <c:v>0.1605</c:v>
                </c:pt>
                <c:pt idx="322">
                  <c:v>0.161</c:v>
                </c:pt>
                <c:pt idx="323">
                  <c:v>0.1615</c:v>
                </c:pt>
                <c:pt idx="324">
                  <c:v>0.162</c:v>
                </c:pt>
                <c:pt idx="325">
                  <c:v>0.1625</c:v>
                </c:pt>
                <c:pt idx="326">
                  <c:v>0.163</c:v>
                </c:pt>
                <c:pt idx="327">
                  <c:v>0.1635</c:v>
                </c:pt>
                <c:pt idx="328">
                  <c:v>0.164</c:v>
                </c:pt>
                <c:pt idx="329">
                  <c:v>0.1645</c:v>
                </c:pt>
                <c:pt idx="330">
                  <c:v>0.165</c:v>
                </c:pt>
                <c:pt idx="331">
                  <c:v>0.1655</c:v>
                </c:pt>
                <c:pt idx="332">
                  <c:v>0.166</c:v>
                </c:pt>
                <c:pt idx="333">
                  <c:v>0.1665</c:v>
                </c:pt>
                <c:pt idx="334">
                  <c:v>0.167</c:v>
                </c:pt>
                <c:pt idx="335">
                  <c:v>0.1675</c:v>
                </c:pt>
                <c:pt idx="336">
                  <c:v>0.168</c:v>
                </c:pt>
                <c:pt idx="337">
                  <c:v>0.1685</c:v>
                </c:pt>
                <c:pt idx="338">
                  <c:v>0.169</c:v>
                </c:pt>
                <c:pt idx="339">
                  <c:v>0.1695</c:v>
                </c:pt>
                <c:pt idx="340">
                  <c:v>0.17</c:v>
                </c:pt>
                <c:pt idx="341">
                  <c:v>0.1705</c:v>
                </c:pt>
                <c:pt idx="342">
                  <c:v>0.171</c:v>
                </c:pt>
                <c:pt idx="343">
                  <c:v>0.1715</c:v>
                </c:pt>
                <c:pt idx="344">
                  <c:v>0.172</c:v>
                </c:pt>
                <c:pt idx="345">
                  <c:v>0.1725</c:v>
                </c:pt>
                <c:pt idx="346">
                  <c:v>0.173</c:v>
                </c:pt>
                <c:pt idx="347">
                  <c:v>0.1735</c:v>
                </c:pt>
                <c:pt idx="348">
                  <c:v>0.174</c:v>
                </c:pt>
                <c:pt idx="349">
                  <c:v>0.1745</c:v>
                </c:pt>
                <c:pt idx="350">
                  <c:v>0.175</c:v>
                </c:pt>
                <c:pt idx="351">
                  <c:v>0.1755</c:v>
                </c:pt>
                <c:pt idx="352">
                  <c:v>0.176</c:v>
                </c:pt>
                <c:pt idx="353">
                  <c:v>0.1765</c:v>
                </c:pt>
                <c:pt idx="354">
                  <c:v>0.177</c:v>
                </c:pt>
                <c:pt idx="355">
                  <c:v>0.1775</c:v>
                </c:pt>
                <c:pt idx="356">
                  <c:v>0.178</c:v>
                </c:pt>
                <c:pt idx="357">
                  <c:v>0.1785</c:v>
                </c:pt>
                <c:pt idx="358">
                  <c:v>0.179</c:v>
                </c:pt>
                <c:pt idx="359">
                  <c:v>0.1795</c:v>
                </c:pt>
                <c:pt idx="360">
                  <c:v>0.18</c:v>
                </c:pt>
                <c:pt idx="361">
                  <c:v>0.1805</c:v>
                </c:pt>
                <c:pt idx="362">
                  <c:v>0.181</c:v>
                </c:pt>
                <c:pt idx="363">
                  <c:v>0.1815</c:v>
                </c:pt>
                <c:pt idx="364">
                  <c:v>0.182</c:v>
                </c:pt>
                <c:pt idx="365">
                  <c:v>0.1825</c:v>
                </c:pt>
                <c:pt idx="366">
                  <c:v>0.183</c:v>
                </c:pt>
                <c:pt idx="367">
                  <c:v>0.1835</c:v>
                </c:pt>
                <c:pt idx="368">
                  <c:v>0.184</c:v>
                </c:pt>
                <c:pt idx="369">
                  <c:v>0.1845</c:v>
                </c:pt>
                <c:pt idx="370">
                  <c:v>0.185</c:v>
                </c:pt>
                <c:pt idx="371">
                  <c:v>0.1855</c:v>
                </c:pt>
                <c:pt idx="372">
                  <c:v>0.186</c:v>
                </c:pt>
                <c:pt idx="373">
                  <c:v>0.1865</c:v>
                </c:pt>
                <c:pt idx="374">
                  <c:v>0.187</c:v>
                </c:pt>
                <c:pt idx="375">
                  <c:v>0.1875</c:v>
                </c:pt>
                <c:pt idx="376">
                  <c:v>0.188</c:v>
                </c:pt>
                <c:pt idx="377">
                  <c:v>0.1885</c:v>
                </c:pt>
                <c:pt idx="378">
                  <c:v>0.189</c:v>
                </c:pt>
                <c:pt idx="379">
                  <c:v>0.1895</c:v>
                </c:pt>
                <c:pt idx="380">
                  <c:v>0.19</c:v>
                </c:pt>
                <c:pt idx="381">
                  <c:v>0.1905</c:v>
                </c:pt>
                <c:pt idx="382">
                  <c:v>0.191</c:v>
                </c:pt>
                <c:pt idx="383">
                  <c:v>0.1915</c:v>
                </c:pt>
                <c:pt idx="384">
                  <c:v>0.192</c:v>
                </c:pt>
                <c:pt idx="385">
                  <c:v>0.1925</c:v>
                </c:pt>
                <c:pt idx="386">
                  <c:v>0.193</c:v>
                </c:pt>
                <c:pt idx="387">
                  <c:v>0.1935</c:v>
                </c:pt>
                <c:pt idx="388">
                  <c:v>0.194</c:v>
                </c:pt>
                <c:pt idx="389">
                  <c:v>0.1945</c:v>
                </c:pt>
                <c:pt idx="390">
                  <c:v>0.195</c:v>
                </c:pt>
                <c:pt idx="391">
                  <c:v>0.1955</c:v>
                </c:pt>
                <c:pt idx="392">
                  <c:v>0.196</c:v>
                </c:pt>
                <c:pt idx="393">
                  <c:v>0.1965</c:v>
                </c:pt>
                <c:pt idx="394">
                  <c:v>0.197</c:v>
                </c:pt>
                <c:pt idx="395">
                  <c:v>0.1975</c:v>
                </c:pt>
                <c:pt idx="396">
                  <c:v>0.198</c:v>
                </c:pt>
                <c:pt idx="397">
                  <c:v>0.1985</c:v>
                </c:pt>
                <c:pt idx="398">
                  <c:v>0.199</c:v>
                </c:pt>
                <c:pt idx="399">
                  <c:v>0.1995</c:v>
                </c:pt>
                <c:pt idx="400">
                  <c:v>0.2</c:v>
                </c:pt>
                <c:pt idx="401">
                  <c:v>0.2005</c:v>
                </c:pt>
                <c:pt idx="402">
                  <c:v>0.201</c:v>
                </c:pt>
                <c:pt idx="403">
                  <c:v>0.2015</c:v>
                </c:pt>
                <c:pt idx="404">
                  <c:v>0.202</c:v>
                </c:pt>
                <c:pt idx="405">
                  <c:v>0.2025</c:v>
                </c:pt>
                <c:pt idx="406">
                  <c:v>0.203</c:v>
                </c:pt>
                <c:pt idx="407">
                  <c:v>0.2035</c:v>
                </c:pt>
                <c:pt idx="408">
                  <c:v>0.204</c:v>
                </c:pt>
                <c:pt idx="409">
                  <c:v>0.2045</c:v>
                </c:pt>
                <c:pt idx="410">
                  <c:v>0.205</c:v>
                </c:pt>
                <c:pt idx="411">
                  <c:v>0.2055</c:v>
                </c:pt>
                <c:pt idx="412">
                  <c:v>0.206</c:v>
                </c:pt>
                <c:pt idx="413">
                  <c:v>0.2065</c:v>
                </c:pt>
                <c:pt idx="414">
                  <c:v>0.207</c:v>
                </c:pt>
                <c:pt idx="415">
                  <c:v>0.2075</c:v>
                </c:pt>
                <c:pt idx="416">
                  <c:v>0.208</c:v>
                </c:pt>
                <c:pt idx="417">
                  <c:v>0.2085</c:v>
                </c:pt>
                <c:pt idx="418">
                  <c:v>0.209</c:v>
                </c:pt>
                <c:pt idx="419">
                  <c:v>0.2095</c:v>
                </c:pt>
                <c:pt idx="420">
                  <c:v>0.21</c:v>
                </c:pt>
                <c:pt idx="421">
                  <c:v>0.2105</c:v>
                </c:pt>
                <c:pt idx="422">
                  <c:v>0.211</c:v>
                </c:pt>
                <c:pt idx="423">
                  <c:v>0.2115</c:v>
                </c:pt>
                <c:pt idx="424">
                  <c:v>0.212</c:v>
                </c:pt>
                <c:pt idx="425">
                  <c:v>0.2125</c:v>
                </c:pt>
                <c:pt idx="426">
                  <c:v>0.213</c:v>
                </c:pt>
                <c:pt idx="427">
                  <c:v>0.2135</c:v>
                </c:pt>
                <c:pt idx="428">
                  <c:v>0.214</c:v>
                </c:pt>
                <c:pt idx="429">
                  <c:v>0.2145</c:v>
                </c:pt>
                <c:pt idx="430">
                  <c:v>0.215</c:v>
                </c:pt>
                <c:pt idx="431">
                  <c:v>0.2155</c:v>
                </c:pt>
                <c:pt idx="432">
                  <c:v>0.216</c:v>
                </c:pt>
                <c:pt idx="433">
                  <c:v>0.2165</c:v>
                </c:pt>
                <c:pt idx="434">
                  <c:v>0.217</c:v>
                </c:pt>
                <c:pt idx="435">
                  <c:v>0.2175</c:v>
                </c:pt>
                <c:pt idx="436">
                  <c:v>0.218</c:v>
                </c:pt>
                <c:pt idx="437">
                  <c:v>0.2185</c:v>
                </c:pt>
                <c:pt idx="438">
                  <c:v>0.219</c:v>
                </c:pt>
                <c:pt idx="439">
                  <c:v>0.2195</c:v>
                </c:pt>
                <c:pt idx="440">
                  <c:v>0.22</c:v>
                </c:pt>
                <c:pt idx="441">
                  <c:v>0.2205</c:v>
                </c:pt>
                <c:pt idx="442">
                  <c:v>0.221</c:v>
                </c:pt>
                <c:pt idx="443">
                  <c:v>0.2215</c:v>
                </c:pt>
                <c:pt idx="444">
                  <c:v>0.222</c:v>
                </c:pt>
                <c:pt idx="445">
                  <c:v>0.2225</c:v>
                </c:pt>
                <c:pt idx="446">
                  <c:v>0.223</c:v>
                </c:pt>
                <c:pt idx="447">
                  <c:v>0.2235</c:v>
                </c:pt>
                <c:pt idx="448">
                  <c:v>0.224</c:v>
                </c:pt>
                <c:pt idx="449">
                  <c:v>0.2245</c:v>
                </c:pt>
                <c:pt idx="450">
                  <c:v>0.225</c:v>
                </c:pt>
                <c:pt idx="451">
                  <c:v>0.2255</c:v>
                </c:pt>
                <c:pt idx="452">
                  <c:v>0.226</c:v>
                </c:pt>
                <c:pt idx="453">
                  <c:v>0.2265</c:v>
                </c:pt>
                <c:pt idx="454">
                  <c:v>0.227</c:v>
                </c:pt>
                <c:pt idx="455">
                  <c:v>0.2275</c:v>
                </c:pt>
                <c:pt idx="456">
                  <c:v>0.228</c:v>
                </c:pt>
                <c:pt idx="457">
                  <c:v>0.2285</c:v>
                </c:pt>
                <c:pt idx="458">
                  <c:v>0.229</c:v>
                </c:pt>
                <c:pt idx="459">
                  <c:v>0.2295</c:v>
                </c:pt>
                <c:pt idx="460">
                  <c:v>0.23</c:v>
                </c:pt>
                <c:pt idx="461">
                  <c:v>0.2305</c:v>
                </c:pt>
                <c:pt idx="462">
                  <c:v>0.231</c:v>
                </c:pt>
                <c:pt idx="463">
                  <c:v>0.2315</c:v>
                </c:pt>
                <c:pt idx="464">
                  <c:v>0.232</c:v>
                </c:pt>
                <c:pt idx="465">
                  <c:v>0.2325</c:v>
                </c:pt>
                <c:pt idx="466">
                  <c:v>0.233</c:v>
                </c:pt>
                <c:pt idx="467">
                  <c:v>0.2335</c:v>
                </c:pt>
                <c:pt idx="468">
                  <c:v>0.234</c:v>
                </c:pt>
                <c:pt idx="469">
                  <c:v>0.2345</c:v>
                </c:pt>
                <c:pt idx="470">
                  <c:v>0.235</c:v>
                </c:pt>
                <c:pt idx="471">
                  <c:v>0.2355</c:v>
                </c:pt>
                <c:pt idx="472">
                  <c:v>0.236</c:v>
                </c:pt>
                <c:pt idx="473">
                  <c:v>0.2365</c:v>
                </c:pt>
                <c:pt idx="474">
                  <c:v>0.237</c:v>
                </c:pt>
                <c:pt idx="475">
                  <c:v>0.2375</c:v>
                </c:pt>
                <c:pt idx="476">
                  <c:v>0.238</c:v>
                </c:pt>
                <c:pt idx="477">
                  <c:v>0.2385</c:v>
                </c:pt>
                <c:pt idx="478">
                  <c:v>0.239</c:v>
                </c:pt>
                <c:pt idx="479">
                  <c:v>0.2395</c:v>
                </c:pt>
                <c:pt idx="480">
                  <c:v>0.24</c:v>
                </c:pt>
                <c:pt idx="481">
                  <c:v>0.2405</c:v>
                </c:pt>
                <c:pt idx="482">
                  <c:v>0.241</c:v>
                </c:pt>
                <c:pt idx="483">
                  <c:v>0.2415</c:v>
                </c:pt>
                <c:pt idx="484">
                  <c:v>0.242</c:v>
                </c:pt>
                <c:pt idx="485">
                  <c:v>0.2425</c:v>
                </c:pt>
                <c:pt idx="486">
                  <c:v>0.243</c:v>
                </c:pt>
                <c:pt idx="487">
                  <c:v>0.2435</c:v>
                </c:pt>
                <c:pt idx="488">
                  <c:v>0.244</c:v>
                </c:pt>
                <c:pt idx="489">
                  <c:v>0.2445</c:v>
                </c:pt>
                <c:pt idx="490">
                  <c:v>0.245</c:v>
                </c:pt>
                <c:pt idx="491">
                  <c:v>0.2455</c:v>
                </c:pt>
                <c:pt idx="492">
                  <c:v>0.246</c:v>
                </c:pt>
                <c:pt idx="493">
                  <c:v>0.2465</c:v>
                </c:pt>
                <c:pt idx="494">
                  <c:v>0.247</c:v>
                </c:pt>
                <c:pt idx="495">
                  <c:v>0.2475</c:v>
                </c:pt>
                <c:pt idx="496">
                  <c:v>0.248</c:v>
                </c:pt>
                <c:pt idx="497">
                  <c:v>0.2485</c:v>
                </c:pt>
                <c:pt idx="498">
                  <c:v>0.249</c:v>
                </c:pt>
                <c:pt idx="499">
                  <c:v>0.2495</c:v>
                </c:pt>
                <c:pt idx="500">
                  <c:v>0.25</c:v>
                </c:pt>
                <c:pt idx="501">
                  <c:v>0.2505</c:v>
                </c:pt>
                <c:pt idx="502">
                  <c:v>0.251</c:v>
                </c:pt>
                <c:pt idx="503">
                  <c:v>0.2515</c:v>
                </c:pt>
                <c:pt idx="504">
                  <c:v>0.252</c:v>
                </c:pt>
                <c:pt idx="505">
                  <c:v>0.2525</c:v>
                </c:pt>
                <c:pt idx="506">
                  <c:v>0.253</c:v>
                </c:pt>
                <c:pt idx="507">
                  <c:v>0.2535</c:v>
                </c:pt>
                <c:pt idx="508">
                  <c:v>0.254</c:v>
                </c:pt>
                <c:pt idx="509">
                  <c:v>0.2545</c:v>
                </c:pt>
                <c:pt idx="510">
                  <c:v>0.255</c:v>
                </c:pt>
                <c:pt idx="511">
                  <c:v>0.2555</c:v>
                </c:pt>
                <c:pt idx="512">
                  <c:v>0.256</c:v>
                </c:pt>
                <c:pt idx="513">
                  <c:v>0.2565</c:v>
                </c:pt>
                <c:pt idx="514">
                  <c:v>0.257</c:v>
                </c:pt>
                <c:pt idx="515">
                  <c:v>0.2575</c:v>
                </c:pt>
                <c:pt idx="516">
                  <c:v>0.258</c:v>
                </c:pt>
                <c:pt idx="517">
                  <c:v>0.2585</c:v>
                </c:pt>
                <c:pt idx="518">
                  <c:v>0.259</c:v>
                </c:pt>
                <c:pt idx="519">
                  <c:v>0.2595</c:v>
                </c:pt>
                <c:pt idx="520">
                  <c:v>0.26</c:v>
                </c:pt>
                <c:pt idx="521">
                  <c:v>0.2605</c:v>
                </c:pt>
                <c:pt idx="522">
                  <c:v>0.261</c:v>
                </c:pt>
                <c:pt idx="523">
                  <c:v>0.2615</c:v>
                </c:pt>
                <c:pt idx="524">
                  <c:v>0.262</c:v>
                </c:pt>
                <c:pt idx="525">
                  <c:v>0.2625</c:v>
                </c:pt>
                <c:pt idx="526">
                  <c:v>0.263</c:v>
                </c:pt>
                <c:pt idx="527">
                  <c:v>0.2635</c:v>
                </c:pt>
                <c:pt idx="528">
                  <c:v>0.264</c:v>
                </c:pt>
                <c:pt idx="529">
                  <c:v>0.2645</c:v>
                </c:pt>
                <c:pt idx="530">
                  <c:v>0.265</c:v>
                </c:pt>
                <c:pt idx="531">
                  <c:v>0.2655</c:v>
                </c:pt>
                <c:pt idx="532">
                  <c:v>0.266</c:v>
                </c:pt>
                <c:pt idx="533">
                  <c:v>0.2665</c:v>
                </c:pt>
                <c:pt idx="534">
                  <c:v>0.267</c:v>
                </c:pt>
                <c:pt idx="535">
                  <c:v>0.2675</c:v>
                </c:pt>
                <c:pt idx="536">
                  <c:v>0.268</c:v>
                </c:pt>
                <c:pt idx="537">
                  <c:v>0.2685</c:v>
                </c:pt>
                <c:pt idx="538">
                  <c:v>0.269</c:v>
                </c:pt>
                <c:pt idx="539">
                  <c:v>0.2695</c:v>
                </c:pt>
                <c:pt idx="540">
                  <c:v>0.27</c:v>
                </c:pt>
                <c:pt idx="541">
                  <c:v>0.2705</c:v>
                </c:pt>
                <c:pt idx="542">
                  <c:v>0.271</c:v>
                </c:pt>
                <c:pt idx="543">
                  <c:v>0.2715</c:v>
                </c:pt>
                <c:pt idx="544">
                  <c:v>0.272</c:v>
                </c:pt>
                <c:pt idx="545">
                  <c:v>0.2725</c:v>
                </c:pt>
                <c:pt idx="546">
                  <c:v>0.273</c:v>
                </c:pt>
                <c:pt idx="547">
                  <c:v>0.2735</c:v>
                </c:pt>
                <c:pt idx="548">
                  <c:v>0.274</c:v>
                </c:pt>
                <c:pt idx="549">
                  <c:v>0.2745</c:v>
                </c:pt>
                <c:pt idx="550">
                  <c:v>0.275</c:v>
                </c:pt>
                <c:pt idx="551">
                  <c:v>0.2755</c:v>
                </c:pt>
                <c:pt idx="552">
                  <c:v>0.276</c:v>
                </c:pt>
                <c:pt idx="553">
                  <c:v>0.2765</c:v>
                </c:pt>
                <c:pt idx="554">
                  <c:v>0.277</c:v>
                </c:pt>
                <c:pt idx="555">
                  <c:v>0.2775</c:v>
                </c:pt>
                <c:pt idx="556">
                  <c:v>0.278</c:v>
                </c:pt>
                <c:pt idx="557">
                  <c:v>0.2785</c:v>
                </c:pt>
                <c:pt idx="558">
                  <c:v>0.279</c:v>
                </c:pt>
                <c:pt idx="559">
                  <c:v>0.2795</c:v>
                </c:pt>
                <c:pt idx="560">
                  <c:v>0.28</c:v>
                </c:pt>
                <c:pt idx="561">
                  <c:v>0.2805</c:v>
                </c:pt>
                <c:pt idx="562">
                  <c:v>0.281</c:v>
                </c:pt>
                <c:pt idx="563">
                  <c:v>0.2815</c:v>
                </c:pt>
                <c:pt idx="564">
                  <c:v>0.282</c:v>
                </c:pt>
                <c:pt idx="565">
                  <c:v>0.2825</c:v>
                </c:pt>
                <c:pt idx="566">
                  <c:v>0.283</c:v>
                </c:pt>
                <c:pt idx="567">
                  <c:v>0.2835</c:v>
                </c:pt>
                <c:pt idx="568">
                  <c:v>0.284</c:v>
                </c:pt>
                <c:pt idx="569">
                  <c:v>0.2845</c:v>
                </c:pt>
                <c:pt idx="570">
                  <c:v>0.285</c:v>
                </c:pt>
                <c:pt idx="571">
                  <c:v>0.2855</c:v>
                </c:pt>
                <c:pt idx="572">
                  <c:v>0.286</c:v>
                </c:pt>
                <c:pt idx="573">
                  <c:v>0.2865</c:v>
                </c:pt>
                <c:pt idx="574">
                  <c:v>0.287</c:v>
                </c:pt>
                <c:pt idx="575">
                  <c:v>0.2875</c:v>
                </c:pt>
                <c:pt idx="576">
                  <c:v>0.288</c:v>
                </c:pt>
                <c:pt idx="577">
                  <c:v>0.2885</c:v>
                </c:pt>
                <c:pt idx="578">
                  <c:v>0.289</c:v>
                </c:pt>
                <c:pt idx="579">
                  <c:v>0.2895</c:v>
                </c:pt>
                <c:pt idx="580">
                  <c:v>0.29</c:v>
                </c:pt>
                <c:pt idx="581">
                  <c:v>0.2905</c:v>
                </c:pt>
                <c:pt idx="582">
                  <c:v>0.291</c:v>
                </c:pt>
                <c:pt idx="583">
                  <c:v>0.2915</c:v>
                </c:pt>
                <c:pt idx="584">
                  <c:v>0.292</c:v>
                </c:pt>
                <c:pt idx="585">
                  <c:v>0.2925</c:v>
                </c:pt>
                <c:pt idx="586">
                  <c:v>0.293</c:v>
                </c:pt>
                <c:pt idx="587">
                  <c:v>0.2935</c:v>
                </c:pt>
                <c:pt idx="588">
                  <c:v>0.294</c:v>
                </c:pt>
                <c:pt idx="589">
                  <c:v>0.2945</c:v>
                </c:pt>
                <c:pt idx="590">
                  <c:v>0.295</c:v>
                </c:pt>
                <c:pt idx="591">
                  <c:v>0.2955</c:v>
                </c:pt>
                <c:pt idx="592">
                  <c:v>0.296</c:v>
                </c:pt>
                <c:pt idx="593">
                  <c:v>0.2965</c:v>
                </c:pt>
                <c:pt idx="594">
                  <c:v>0.297</c:v>
                </c:pt>
                <c:pt idx="595">
                  <c:v>0.2975</c:v>
                </c:pt>
                <c:pt idx="596">
                  <c:v>0.298</c:v>
                </c:pt>
                <c:pt idx="597">
                  <c:v>0.2985</c:v>
                </c:pt>
                <c:pt idx="598">
                  <c:v>0.299</c:v>
                </c:pt>
                <c:pt idx="599">
                  <c:v>0.2995</c:v>
                </c:pt>
                <c:pt idx="600">
                  <c:v>0.3</c:v>
                </c:pt>
                <c:pt idx="601">
                  <c:v>0.3005</c:v>
                </c:pt>
                <c:pt idx="602">
                  <c:v>0.301</c:v>
                </c:pt>
                <c:pt idx="603">
                  <c:v>0.3015</c:v>
                </c:pt>
                <c:pt idx="604">
                  <c:v>0.302</c:v>
                </c:pt>
                <c:pt idx="605">
                  <c:v>0.3025</c:v>
                </c:pt>
                <c:pt idx="606">
                  <c:v>0.303</c:v>
                </c:pt>
                <c:pt idx="607">
                  <c:v>0.3035</c:v>
                </c:pt>
                <c:pt idx="608">
                  <c:v>0.304</c:v>
                </c:pt>
                <c:pt idx="609">
                  <c:v>0.3045</c:v>
                </c:pt>
                <c:pt idx="610">
                  <c:v>0.305</c:v>
                </c:pt>
                <c:pt idx="611">
                  <c:v>0.3055</c:v>
                </c:pt>
                <c:pt idx="612">
                  <c:v>0.306</c:v>
                </c:pt>
                <c:pt idx="613">
                  <c:v>0.3065</c:v>
                </c:pt>
                <c:pt idx="614">
                  <c:v>0.307</c:v>
                </c:pt>
                <c:pt idx="615">
                  <c:v>0.3075</c:v>
                </c:pt>
                <c:pt idx="616">
                  <c:v>0.308</c:v>
                </c:pt>
                <c:pt idx="617">
                  <c:v>0.3085</c:v>
                </c:pt>
                <c:pt idx="618">
                  <c:v>0.309</c:v>
                </c:pt>
                <c:pt idx="619">
                  <c:v>0.3095</c:v>
                </c:pt>
                <c:pt idx="620">
                  <c:v>0.31</c:v>
                </c:pt>
                <c:pt idx="621">
                  <c:v>0.3105</c:v>
                </c:pt>
                <c:pt idx="622">
                  <c:v>0.311</c:v>
                </c:pt>
                <c:pt idx="623">
                  <c:v>0.3115</c:v>
                </c:pt>
                <c:pt idx="624">
                  <c:v>0.312</c:v>
                </c:pt>
                <c:pt idx="625">
                  <c:v>0.3125</c:v>
                </c:pt>
                <c:pt idx="626">
                  <c:v>0.313</c:v>
                </c:pt>
                <c:pt idx="627">
                  <c:v>0.3135</c:v>
                </c:pt>
                <c:pt idx="628">
                  <c:v>0.314</c:v>
                </c:pt>
                <c:pt idx="629">
                  <c:v>0.3145</c:v>
                </c:pt>
                <c:pt idx="630">
                  <c:v>0.315</c:v>
                </c:pt>
                <c:pt idx="631">
                  <c:v>0.3155</c:v>
                </c:pt>
                <c:pt idx="632">
                  <c:v>0.316</c:v>
                </c:pt>
                <c:pt idx="633">
                  <c:v>0.3165</c:v>
                </c:pt>
                <c:pt idx="634">
                  <c:v>0.317</c:v>
                </c:pt>
                <c:pt idx="635">
                  <c:v>0.3175</c:v>
                </c:pt>
                <c:pt idx="636">
                  <c:v>0.318</c:v>
                </c:pt>
                <c:pt idx="637">
                  <c:v>0.3185</c:v>
                </c:pt>
                <c:pt idx="638">
                  <c:v>0.319</c:v>
                </c:pt>
                <c:pt idx="639">
                  <c:v>0.3195</c:v>
                </c:pt>
                <c:pt idx="640">
                  <c:v>0.32</c:v>
                </c:pt>
                <c:pt idx="641">
                  <c:v>0.3205</c:v>
                </c:pt>
                <c:pt idx="642">
                  <c:v>0.321</c:v>
                </c:pt>
                <c:pt idx="643">
                  <c:v>0.3215</c:v>
                </c:pt>
                <c:pt idx="644">
                  <c:v>0.322</c:v>
                </c:pt>
                <c:pt idx="645">
                  <c:v>0.3225</c:v>
                </c:pt>
                <c:pt idx="646">
                  <c:v>0.323</c:v>
                </c:pt>
                <c:pt idx="647">
                  <c:v>0.3235</c:v>
                </c:pt>
                <c:pt idx="648">
                  <c:v>0.324</c:v>
                </c:pt>
                <c:pt idx="649">
                  <c:v>0.3245</c:v>
                </c:pt>
                <c:pt idx="650">
                  <c:v>0.325</c:v>
                </c:pt>
                <c:pt idx="651">
                  <c:v>0.3255</c:v>
                </c:pt>
                <c:pt idx="652">
                  <c:v>0.326</c:v>
                </c:pt>
                <c:pt idx="653">
                  <c:v>0.3265</c:v>
                </c:pt>
                <c:pt idx="654">
                  <c:v>0.327</c:v>
                </c:pt>
                <c:pt idx="655">
                  <c:v>0.3275</c:v>
                </c:pt>
                <c:pt idx="656">
                  <c:v>0.328</c:v>
                </c:pt>
                <c:pt idx="657">
                  <c:v>0.3285</c:v>
                </c:pt>
                <c:pt idx="658">
                  <c:v>0.329</c:v>
                </c:pt>
                <c:pt idx="659">
                  <c:v>0.3295</c:v>
                </c:pt>
                <c:pt idx="660">
                  <c:v>0.33</c:v>
                </c:pt>
                <c:pt idx="661">
                  <c:v>0.3305</c:v>
                </c:pt>
                <c:pt idx="662">
                  <c:v>0.331</c:v>
                </c:pt>
                <c:pt idx="663">
                  <c:v>0.3315</c:v>
                </c:pt>
                <c:pt idx="664">
                  <c:v>0.332</c:v>
                </c:pt>
                <c:pt idx="665">
                  <c:v>0.3325</c:v>
                </c:pt>
                <c:pt idx="666">
                  <c:v>0.333</c:v>
                </c:pt>
                <c:pt idx="667">
                  <c:v>0.3335</c:v>
                </c:pt>
                <c:pt idx="668">
                  <c:v>0.334</c:v>
                </c:pt>
                <c:pt idx="669">
                  <c:v>0.3345</c:v>
                </c:pt>
                <c:pt idx="670">
                  <c:v>0.335</c:v>
                </c:pt>
                <c:pt idx="671">
                  <c:v>0.3355</c:v>
                </c:pt>
                <c:pt idx="672">
                  <c:v>0.336</c:v>
                </c:pt>
                <c:pt idx="673">
                  <c:v>0.3365</c:v>
                </c:pt>
                <c:pt idx="674">
                  <c:v>0.337</c:v>
                </c:pt>
                <c:pt idx="675">
                  <c:v>0.3375</c:v>
                </c:pt>
                <c:pt idx="676">
                  <c:v>0.338</c:v>
                </c:pt>
                <c:pt idx="677">
                  <c:v>0.3385</c:v>
                </c:pt>
                <c:pt idx="678">
                  <c:v>0.339</c:v>
                </c:pt>
                <c:pt idx="679">
                  <c:v>0.3395</c:v>
                </c:pt>
                <c:pt idx="680">
                  <c:v>0.34</c:v>
                </c:pt>
                <c:pt idx="681">
                  <c:v>0.3405</c:v>
                </c:pt>
                <c:pt idx="682">
                  <c:v>0.341</c:v>
                </c:pt>
                <c:pt idx="683">
                  <c:v>0.3415</c:v>
                </c:pt>
                <c:pt idx="684">
                  <c:v>0.342</c:v>
                </c:pt>
                <c:pt idx="685">
                  <c:v>0.3425</c:v>
                </c:pt>
                <c:pt idx="686">
                  <c:v>0.343</c:v>
                </c:pt>
                <c:pt idx="687">
                  <c:v>0.3435</c:v>
                </c:pt>
                <c:pt idx="688">
                  <c:v>0.344</c:v>
                </c:pt>
                <c:pt idx="689">
                  <c:v>0.3445</c:v>
                </c:pt>
                <c:pt idx="690">
                  <c:v>0.345</c:v>
                </c:pt>
                <c:pt idx="691">
                  <c:v>0.3455</c:v>
                </c:pt>
                <c:pt idx="692">
                  <c:v>0.346</c:v>
                </c:pt>
                <c:pt idx="693">
                  <c:v>0.3465</c:v>
                </c:pt>
                <c:pt idx="694">
                  <c:v>0.347</c:v>
                </c:pt>
                <c:pt idx="695">
                  <c:v>0.3475</c:v>
                </c:pt>
                <c:pt idx="696">
                  <c:v>0.348</c:v>
                </c:pt>
                <c:pt idx="697">
                  <c:v>0.3485</c:v>
                </c:pt>
                <c:pt idx="698">
                  <c:v>0.349</c:v>
                </c:pt>
                <c:pt idx="699">
                  <c:v>0.3495</c:v>
                </c:pt>
                <c:pt idx="700">
                  <c:v>0.35</c:v>
                </c:pt>
                <c:pt idx="701">
                  <c:v>0.3505</c:v>
                </c:pt>
                <c:pt idx="702">
                  <c:v>0.351</c:v>
                </c:pt>
                <c:pt idx="703">
                  <c:v>0.3515</c:v>
                </c:pt>
                <c:pt idx="704">
                  <c:v>0.352</c:v>
                </c:pt>
                <c:pt idx="705">
                  <c:v>0.3525</c:v>
                </c:pt>
                <c:pt idx="706">
                  <c:v>0.353</c:v>
                </c:pt>
                <c:pt idx="707">
                  <c:v>0.3535</c:v>
                </c:pt>
                <c:pt idx="708">
                  <c:v>0.354</c:v>
                </c:pt>
                <c:pt idx="709">
                  <c:v>0.3545</c:v>
                </c:pt>
                <c:pt idx="710">
                  <c:v>0.355</c:v>
                </c:pt>
                <c:pt idx="711">
                  <c:v>0.3555</c:v>
                </c:pt>
                <c:pt idx="712">
                  <c:v>0.356</c:v>
                </c:pt>
                <c:pt idx="713">
                  <c:v>0.3565</c:v>
                </c:pt>
                <c:pt idx="714">
                  <c:v>0.357</c:v>
                </c:pt>
                <c:pt idx="715">
                  <c:v>0.3575</c:v>
                </c:pt>
                <c:pt idx="716">
                  <c:v>0.358</c:v>
                </c:pt>
                <c:pt idx="717">
                  <c:v>0.3585</c:v>
                </c:pt>
                <c:pt idx="718">
                  <c:v>0.359</c:v>
                </c:pt>
                <c:pt idx="719">
                  <c:v>0.3595</c:v>
                </c:pt>
                <c:pt idx="720">
                  <c:v>0.36</c:v>
                </c:pt>
                <c:pt idx="721">
                  <c:v>0.3605</c:v>
                </c:pt>
                <c:pt idx="722">
                  <c:v>0.361</c:v>
                </c:pt>
                <c:pt idx="723">
                  <c:v>0.3615</c:v>
                </c:pt>
                <c:pt idx="724">
                  <c:v>0.362</c:v>
                </c:pt>
                <c:pt idx="725">
                  <c:v>0.3625</c:v>
                </c:pt>
                <c:pt idx="726">
                  <c:v>0.363</c:v>
                </c:pt>
                <c:pt idx="727">
                  <c:v>0.3635</c:v>
                </c:pt>
                <c:pt idx="728">
                  <c:v>0.364</c:v>
                </c:pt>
                <c:pt idx="729">
                  <c:v>0.3645</c:v>
                </c:pt>
                <c:pt idx="730">
                  <c:v>0.365</c:v>
                </c:pt>
                <c:pt idx="731">
                  <c:v>0.3655</c:v>
                </c:pt>
                <c:pt idx="732">
                  <c:v>0.366</c:v>
                </c:pt>
                <c:pt idx="733">
                  <c:v>0.3665</c:v>
                </c:pt>
                <c:pt idx="734">
                  <c:v>0.367</c:v>
                </c:pt>
                <c:pt idx="735">
                  <c:v>0.3675</c:v>
                </c:pt>
                <c:pt idx="736">
                  <c:v>0.368</c:v>
                </c:pt>
                <c:pt idx="737">
                  <c:v>0.3685</c:v>
                </c:pt>
                <c:pt idx="738">
                  <c:v>0.369</c:v>
                </c:pt>
                <c:pt idx="739">
                  <c:v>0.3695</c:v>
                </c:pt>
                <c:pt idx="740">
                  <c:v>0.37</c:v>
                </c:pt>
                <c:pt idx="741">
                  <c:v>0.3705</c:v>
                </c:pt>
                <c:pt idx="742">
                  <c:v>0.371</c:v>
                </c:pt>
                <c:pt idx="743">
                  <c:v>0.3715</c:v>
                </c:pt>
                <c:pt idx="744">
                  <c:v>0.372</c:v>
                </c:pt>
                <c:pt idx="745">
                  <c:v>0.3725</c:v>
                </c:pt>
                <c:pt idx="746">
                  <c:v>0.373</c:v>
                </c:pt>
                <c:pt idx="747">
                  <c:v>0.3735</c:v>
                </c:pt>
                <c:pt idx="748">
                  <c:v>0.374</c:v>
                </c:pt>
                <c:pt idx="749">
                  <c:v>0.3745</c:v>
                </c:pt>
                <c:pt idx="750">
                  <c:v>0.375</c:v>
                </c:pt>
                <c:pt idx="751">
                  <c:v>0.3755</c:v>
                </c:pt>
                <c:pt idx="752">
                  <c:v>0.376</c:v>
                </c:pt>
                <c:pt idx="753">
                  <c:v>0.3765</c:v>
                </c:pt>
                <c:pt idx="754">
                  <c:v>0.377</c:v>
                </c:pt>
                <c:pt idx="755">
                  <c:v>0.3775</c:v>
                </c:pt>
                <c:pt idx="756">
                  <c:v>0.378</c:v>
                </c:pt>
                <c:pt idx="757">
                  <c:v>0.3785</c:v>
                </c:pt>
                <c:pt idx="758">
                  <c:v>0.379</c:v>
                </c:pt>
                <c:pt idx="759">
                  <c:v>0.3795</c:v>
                </c:pt>
                <c:pt idx="760">
                  <c:v>0.38</c:v>
                </c:pt>
                <c:pt idx="761">
                  <c:v>0.3805</c:v>
                </c:pt>
                <c:pt idx="762">
                  <c:v>0.381</c:v>
                </c:pt>
                <c:pt idx="763">
                  <c:v>0.3815</c:v>
                </c:pt>
                <c:pt idx="764">
                  <c:v>0.382</c:v>
                </c:pt>
                <c:pt idx="765">
                  <c:v>0.3825</c:v>
                </c:pt>
                <c:pt idx="766">
                  <c:v>0.383</c:v>
                </c:pt>
                <c:pt idx="767">
                  <c:v>0.3835</c:v>
                </c:pt>
                <c:pt idx="768">
                  <c:v>0.384</c:v>
                </c:pt>
                <c:pt idx="769">
                  <c:v>0.3845</c:v>
                </c:pt>
                <c:pt idx="770">
                  <c:v>0.385</c:v>
                </c:pt>
                <c:pt idx="771">
                  <c:v>0.3855</c:v>
                </c:pt>
                <c:pt idx="772">
                  <c:v>0.386</c:v>
                </c:pt>
                <c:pt idx="773">
                  <c:v>0.3865</c:v>
                </c:pt>
                <c:pt idx="774">
                  <c:v>0.387</c:v>
                </c:pt>
                <c:pt idx="775">
                  <c:v>0.3875</c:v>
                </c:pt>
                <c:pt idx="776">
                  <c:v>0.388</c:v>
                </c:pt>
                <c:pt idx="777">
                  <c:v>0.3885</c:v>
                </c:pt>
                <c:pt idx="778">
                  <c:v>0.389</c:v>
                </c:pt>
                <c:pt idx="779">
                  <c:v>0.3895</c:v>
                </c:pt>
                <c:pt idx="780">
                  <c:v>0.39</c:v>
                </c:pt>
                <c:pt idx="781">
                  <c:v>0.3905</c:v>
                </c:pt>
                <c:pt idx="782">
                  <c:v>0.391</c:v>
                </c:pt>
                <c:pt idx="783">
                  <c:v>0.3915</c:v>
                </c:pt>
                <c:pt idx="784">
                  <c:v>0.392</c:v>
                </c:pt>
                <c:pt idx="785">
                  <c:v>0.3925</c:v>
                </c:pt>
                <c:pt idx="786">
                  <c:v>0.393</c:v>
                </c:pt>
                <c:pt idx="787">
                  <c:v>0.3935</c:v>
                </c:pt>
                <c:pt idx="788">
                  <c:v>0.394</c:v>
                </c:pt>
                <c:pt idx="789">
                  <c:v>0.3945</c:v>
                </c:pt>
                <c:pt idx="790">
                  <c:v>0.395</c:v>
                </c:pt>
                <c:pt idx="791">
                  <c:v>0.3955</c:v>
                </c:pt>
                <c:pt idx="792">
                  <c:v>0.396</c:v>
                </c:pt>
                <c:pt idx="793">
                  <c:v>0.3965</c:v>
                </c:pt>
                <c:pt idx="794">
                  <c:v>0.397</c:v>
                </c:pt>
                <c:pt idx="795">
                  <c:v>0.3975</c:v>
                </c:pt>
                <c:pt idx="796">
                  <c:v>0.398</c:v>
                </c:pt>
                <c:pt idx="797">
                  <c:v>0.3985</c:v>
                </c:pt>
                <c:pt idx="798">
                  <c:v>0.399</c:v>
                </c:pt>
                <c:pt idx="799">
                  <c:v>0.3995</c:v>
                </c:pt>
                <c:pt idx="800">
                  <c:v>0.4</c:v>
                </c:pt>
                <c:pt idx="801">
                  <c:v>0.4005</c:v>
                </c:pt>
                <c:pt idx="802">
                  <c:v>0.401</c:v>
                </c:pt>
                <c:pt idx="803">
                  <c:v>0.4015</c:v>
                </c:pt>
                <c:pt idx="804">
                  <c:v>0.402</c:v>
                </c:pt>
                <c:pt idx="805">
                  <c:v>0.4025</c:v>
                </c:pt>
                <c:pt idx="806">
                  <c:v>0.403</c:v>
                </c:pt>
                <c:pt idx="807">
                  <c:v>0.4035</c:v>
                </c:pt>
                <c:pt idx="808">
                  <c:v>0.404</c:v>
                </c:pt>
                <c:pt idx="809">
                  <c:v>0.4045</c:v>
                </c:pt>
                <c:pt idx="810">
                  <c:v>0.405</c:v>
                </c:pt>
                <c:pt idx="811">
                  <c:v>0.4055</c:v>
                </c:pt>
                <c:pt idx="812">
                  <c:v>0.406</c:v>
                </c:pt>
                <c:pt idx="813">
                  <c:v>0.4065</c:v>
                </c:pt>
                <c:pt idx="814">
                  <c:v>0.407</c:v>
                </c:pt>
                <c:pt idx="815">
                  <c:v>0.4075</c:v>
                </c:pt>
                <c:pt idx="816">
                  <c:v>0.408</c:v>
                </c:pt>
                <c:pt idx="817">
                  <c:v>0.4085</c:v>
                </c:pt>
                <c:pt idx="818">
                  <c:v>0.409</c:v>
                </c:pt>
                <c:pt idx="819">
                  <c:v>0.4095</c:v>
                </c:pt>
                <c:pt idx="820">
                  <c:v>0.41</c:v>
                </c:pt>
                <c:pt idx="821">
                  <c:v>0.4105</c:v>
                </c:pt>
                <c:pt idx="822">
                  <c:v>0.411</c:v>
                </c:pt>
                <c:pt idx="823">
                  <c:v>0.4115</c:v>
                </c:pt>
                <c:pt idx="824">
                  <c:v>0.412</c:v>
                </c:pt>
                <c:pt idx="825">
                  <c:v>0.4125</c:v>
                </c:pt>
                <c:pt idx="826">
                  <c:v>0.413</c:v>
                </c:pt>
                <c:pt idx="827">
                  <c:v>0.4135</c:v>
                </c:pt>
                <c:pt idx="828">
                  <c:v>0.414</c:v>
                </c:pt>
                <c:pt idx="829">
                  <c:v>0.4145</c:v>
                </c:pt>
                <c:pt idx="830">
                  <c:v>0.415</c:v>
                </c:pt>
                <c:pt idx="831">
                  <c:v>0.4155</c:v>
                </c:pt>
                <c:pt idx="832">
                  <c:v>0.416</c:v>
                </c:pt>
                <c:pt idx="833">
                  <c:v>0.4165</c:v>
                </c:pt>
                <c:pt idx="834">
                  <c:v>0.417</c:v>
                </c:pt>
                <c:pt idx="835">
                  <c:v>0.4175</c:v>
                </c:pt>
                <c:pt idx="836">
                  <c:v>0.418</c:v>
                </c:pt>
                <c:pt idx="837">
                  <c:v>0.4185</c:v>
                </c:pt>
                <c:pt idx="838">
                  <c:v>0.419</c:v>
                </c:pt>
                <c:pt idx="839">
                  <c:v>0.4195</c:v>
                </c:pt>
                <c:pt idx="840">
                  <c:v>0.42</c:v>
                </c:pt>
                <c:pt idx="841">
                  <c:v>0.4205</c:v>
                </c:pt>
                <c:pt idx="842">
                  <c:v>0.421</c:v>
                </c:pt>
                <c:pt idx="843">
                  <c:v>0.4215</c:v>
                </c:pt>
                <c:pt idx="844">
                  <c:v>0.422</c:v>
                </c:pt>
                <c:pt idx="845">
                  <c:v>0.4225</c:v>
                </c:pt>
                <c:pt idx="846">
                  <c:v>0.423</c:v>
                </c:pt>
                <c:pt idx="847">
                  <c:v>0.4235</c:v>
                </c:pt>
                <c:pt idx="848">
                  <c:v>0.424</c:v>
                </c:pt>
                <c:pt idx="849">
                  <c:v>0.4245</c:v>
                </c:pt>
                <c:pt idx="850">
                  <c:v>0.425</c:v>
                </c:pt>
                <c:pt idx="851">
                  <c:v>0.4255</c:v>
                </c:pt>
                <c:pt idx="852">
                  <c:v>0.426</c:v>
                </c:pt>
                <c:pt idx="853">
                  <c:v>0.4265</c:v>
                </c:pt>
                <c:pt idx="854">
                  <c:v>0.427</c:v>
                </c:pt>
                <c:pt idx="855">
                  <c:v>0.4275</c:v>
                </c:pt>
                <c:pt idx="856">
                  <c:v>0.428</c:v>
                </c:pt>
                <c:pt idx="857">
                  <c:v>0.4285</c:v>
                </c:pt>
                <c:pt idx="858">
                  <c:v>0.429</c:v>
                </c:pt>
                <c:pt idx="859">
                  <c:v>0.4295</c:v>
                </c:pt>
                <c:pt idx="860">
                  <c:v>0.43</c:v>
                </c:pt>
                <c:pt idx="861">
                  <c:v>0.4305</c:v>
                </c:pt>
                <c:pt idx="862">
                  <c:v>0.431</c:v>
                </c:pt>
                <c:pt idx="863">
                  <c:v>0.4315</c:v>
                </c:pt>
                <c:pt idx="864">
                  <c:v>0.432</c:v>
                </c:pt>
                <c:pt idx="865">
                  <c:v>0.4325</c:v>
                </c:pt>
                <c:pt idx="866">
                  <c:v>0.433</c:v>
                </c:pt>
                <c:pt idx="867">
                  <c:v>0.4335</c:v>
                </c:pt>
                <c:pt idx="868">
                  <c:v>0.434</c:v>
                </c:pt>
                <c:pt idx="869">
                  <c:v>0.4345</c:v>
                </c:pt>
                <c:pt idx="870">
                  <c:v>0.435</c:v>
                </c:pt>
                <c:pt idx="871">
                  <c:v>0.4355</c:v>
                </c:pt>
                <c:pt idx="872">
                  <c:v>0.436</c:v>
                </c:pt>
                <c:pt idx="873">
                  <c:v>0.4365</c:v>
                </c:pt>
                <c:pt idx="874">
                  <c:v>0.437</c:v>
                </c:pt>
                <c:pt idx="875">
                  <c:v>0.4375</c:v>
                </c:pt>
                <c:pt idx="876">
                  <c:v>0.438</c:v>
                </c:pt>
                <c:pt idx="877">
                  <c:v>0.4385</c:v>
                </c:pt>
                <c:pt idx="878">
                  <c:v>0.439</c:v>
                </c:pt>
                <c:pt idx="879">
                  <c:v>0.4395</c:v>
                </c:pt>
                <c:pt idx="880">
                  <c:v>0.44</c:v>
                </c:pt>
                <c:pt idx="881">
                  <c:v>0.4405</c:v>
                </c:pt>
                <c:pt idx="882">
                  <c:v>0.441</c:v>
                </c:pt>
                <c:pt idx="883">
                  <c:v>0.4415</c:v>
                </c:pt>
                <c:pt idx="884">
                  <c:v>0.442</c:v>
                </c:pt>
                <c:pt idx="885">
                  <c:v>0.4425</c:v>
                </c:pt>
                <c:pt idx="886">
                  <c:v>0.443</c:v>
                </c:pt>
                <c:pt idx="887">
                  <c:v>0.4435</c:v>
                </c:pt>
                <c:pt idx="888">
                  <c:v>0.444</c:v>
                </c:pt>
                <c:pt idx="889">
                  <c:v>0.4445</c:v>
                </c:pt>
                <c:pt idx="890">
                  <c:v>0.445</c:v>
                </c:pt>
                <c:pt idx="891">
                  <c:v>0.4455</c:v>
                </c:pt>
                <c:pt idx="892">
                  <c:v>0.446</c:v>
                </c:pt>
                <c:pt idx="893">
                  <c:v>0.4465</c:v>
                </c:pt>
                <c:pt idx="894">
                  <c:v>0.447</c:v>
                </c:pt>
                <c:pt idx="895">
                  <c:v>0.4475</c:v>
                </c:pt>
                <c:pt idx="896">
                  <c:v>0.448</c:v>
                </c:pt>
                <c:pt idx="897">
                  <c:v>0.4485</c:v>
                </c:pt>
                <c:pt idx="898">
                  <c:v>0.449</c:v>
                </c:pt>
                <c:pt idx="899">
                  <c:v>0.4495</c:v>
                </c:pt>
                <c:pt idx="900">
                  <c:v>0.45</c:v>
                </c:pt>
                <c:pt idx="901">
                  <c:v>0.4505</c:v>
                </c:pt>
                <c:pt idx="902">
                  <c:v>0.451</c:v>
                </c:pt>
                <c:pt idx="903">
                  <c:v>0.4515</c:v>
                </c:pt>
                <c:pt idx="904">
                  <c:v>0.452</c:v>
                </c:pt>
                <c:pt idx="905">
                  <c:v>0.4525</c:v>
                </c:pt>
                <c:pt idx="906">
                  <c:v>0.453</c:v>
                </c:pt>
                <c:pt idx="907">
                  <c:v>0.4535</c:v>
                </c:pt>
                <c:pt idx="908">
                  <c:v>0.454</c:v>
                </c:pt>
                <c:pt idx="909">
                  <c:v>0.4545</c:v>
                </c:pt>
                <c:pt idx="910">
                  <c:v>0.455</c:v>
                </c:pt>
                <c:pt idx="911">
                  <c:v>0.4555</c:v>
                </c:pt>
                <c:pt idx="912">
                  <c:v>0.456</c:v>
                </c:pt>
                <c:pt idx="913">
                  <c:v>0.4565</c:v>
                </c:pt>
                <c:pt idx="914">
                  <c:v>0.457</c:v>
                </c:pt>
                <c:pt idx="915">
                  <c:v>0.4575</c:v>
                </c:pt>
                <c:pt idx="916">
                  <c:v>0.458</c:v>
                </c:pt>
                <c:pt idx="917">
                  <c:v>0.4585</c:v>
                </c:pt>
                <c:pt idx="918">
                  <c:v>0.459</c:v>
                </c:pt>
                <c:pt idx="919">
                  <c:v>0.4595</c:v>
                </c:pt>
                <c:pt idx="920">
                  <c:v>0.46</c:v>
                </c:pt>
                <c:pt idx="921">
                  <c:v>0.4605</c:v>
                </c:pt>
                <c:pt idx="922">
                  <c:v>0.461</c:v>
                </c:pt>
                <c:pt idx="923">
                  <c:v>0.4615</c:v>
                </c:pt>
                <c:pt idx="924">
                  <c:v>0.462</c:v>
                </c:pt>
                <c:pt idx="925">
                  <c:v>0.4625</c:v>
                </c:pt>
                <c:pt idx="926">
                  <c:v>0.463</c:v>
                </c:pt>
                <c:pt idx="927">
                  <c:v>0.4635</c:v>
                </c:pt>
                <c:pt idx="928">
                  <c:v>0.464</c:v>
                </c:pt>
                <c:pt idx="929">
                  <c:v>0.4645</c:v>
                </c:pt>
                <c:pt idx="930">
                  <c:v>0.465</c:v>
                </c:pt>
                <c:pt idx="931">
                  <c:v>0.4655</c:v>
                </c:pt>
                <c:pt idx="932">
                  <c:v>0.466</c:v>
                </c:pt>
                <c:pt idx="933">
                  <c:v>0.4665</c:v>
                </c:pt>
                <c:pt idx="934">
                  <c:v>0.467</c:v>
                </c:pt>
                <c:pt idx="935">
                  <c:v>0.4675</c:v>
                </c:pt>
                <c:pt idx="936">
                  <c:v>0.468</c:v>
                </c:pt>
                <c:pt idx="937">
                  <c:v>0.4685</c:v>
                </c:pt>
                <c:pt idx="938">
                  <c:v>0.469</c:v>
                </c:pt>
                <c:pt idx="939">
                  <c:v>0.4695</c:v>
                </c:pt>
                <c:pt idx="940">
                  <c:v>0.47</c:v>
                </c:pt>
                <c:pt idx="941">
                  <c:v>0.4705</c:v>
                </c:pt>
                <c:pt idx="942">
                  <c:v>0.471</c:v>
                </c:pt>
                <c:pt idx="943">
                  <c:v>0.4715</c:v>
                </c:pt>
                <c:pt idx="944">
                  <c:v>0.472</c:v>
                </c:pt>
                <c:pt idx="945">
                  <c:v>0.4725</c:v>
                </c:pt>
                <c:pt idx="946">
                  <c:v>0.473</c:v>
                </c:pt>
                <c:pt idx="947">
                  <c:v>0.4735</c:v>
                </c:pt>
                <c:pt idx="948">
                  <c:v>0.474</c:v>
                </c:pt>
                <c:pt idx="949">
                  <c:v>0.4745</c:v>
                </c:pt>
                <c:pt idx="950">
                  <c:v>0.475</c:v>
                </c:pt>
                <c:pt idx="951">
                  <c:v>0.4755</c:v>
                </c:pt>
                <c:pt idx="952">
                  <c:v>0.476</c:v>
                </c:pt>
                <c:pt idx="953">
                  <c:v>0.4765</c:v>
                </c:pt>
                <c:pt idx="954">
                  <c:v>0.477</c:v>
                </c:pt>
                <c:pt idx="955">
                  <c:v>0.4775</c:v>
                </c:pt>
                <c:pt idx="956">
                  <c:v>0.478</c:v>
                </c:pt>
                <c:pt idx="957">
                  <c:v>0.4785</c:v>
                </c:pt>
                <c:pt idx="958">
                  <c:v>0.479</c:v>
                </c:pt>
                <c:pt idx="959">
                  <c:v>0.4795</c:v>
                </c:pt>
                <c:pt idx="960">
                  <c:v>0.48</c:v>
                </c:pt>
                <c:pt idx="961">
                  <c:v>0.4805</c:v>
                </c:pt>
                <c:pt idx="962">
                  <c:v>0.481</c:v>
                </c:pt>
                <c:pt idx="963">
                  <c:v>0.4815</c:v>
                </c:pt>
                <c:pt idx="964">
                  <c:v>0.482</c:v>
                </c:pt>
                <c:pt idx="965">
                  <c:v>0.4825</c:v>
                </c:pt>
                <c:pt idx="966">
                  <c:v>0.483</c:v>
                </c:pt>
                <c:pt idx="967">
                  <c:v>0.4835</c:v>
                </c:pt>
                <c:pt idx="968">
                  <c:v>0.484</c:v>
                </c:pt>
                <c:pt idx="969">
                  <c:v>0.4845</c:v>
                </c:pt>
                <c:pt idx="970">
                  <c:v>0.485</c:v>
                </c:pt>
                <c:pt idx="971">
                  <c:v>0.4855</c:v>
                </c:pt>
                <c:pt idx="972">
                  <c:v>0.486</c:v>
                </c:pt>
                <c:pt idx="973">
                  <c:v>0.4865</c:v>
                </c:pt>
                <c:pt idx="974">
                  <c:v>0.487</c:v>
                </c:pt>
                <c:pt idx="975">
                  <c:v>0.4875</c:v>
                </c:pt>
                <c:pt idx="976">
                  <c:v>0.488</c:v>
                </c:pt>
                <c:pt idx="977">
                  <c:v>0.4885</c:v>
                </c:pt>
                <c:pt idx="978">
                  <c:v>0.489</c:v>
                </c:pt>
                <c:pt idx="979">
                  <c:v>0.4895</c:v>
                </c:pt>
                <c:pt idx="980">
                  <c:v>0.49</c:v>
                </c:pt>
                <c:pt idx="981">
                  <c:v>0.4905</c:v>
                </c:pt>
                <c:pt idx="982">
                  <c:v>0.491</c:v>
                </c:pt>
                <c:pt idx="983">
                  <c:v>0.4915</c:v>
                </c:pt>
                <c:pt idx="984">
                  <c:v>0.492</c:v>
                </c:pt>
                <c:pt idx="985">
                  <c:v>0.4925</c:v>
                </c:pt>
                <c:pt idx="986">
                  <c:v>0.493</c:v>
                </c:pt>
                <c:pt idx="987">
                  <c:v>0.4935</c:v>
                </c:pt>
                <c:pt idx="988">
                  <c:v>0.494</c:v>
                </c:pt>
                <c:pt idx="989">
                  <c:v>0.4945</c:v>
                </c:pt>
                <c:pt idx="990">
                  <c:v>0.495</c:v>
                </c:pt>
                <c:pt idx="991">
                  <c:v>0.4955</c:v>
                </c:pt>
                <c:pt idx="992">
                  <c:v>0.496</c:v>
                </c:pt>
                <c:pt idx="993">
                  <c:v>0.4965</c:v>
                </c:pt>
                <c:pt idx="994">
                  <c:v>0.497</c:v>
                </c:pt>
                <c:pt idx="995">
                  <c:v>0.4975</c:v>
                </c:pt>
                <c:pt idx="996">
                  <c:v>0.498</c:v>
                </c:pt>
                <c:pt idx="997">
                  <c:v>0.4985</c:v>
                </c:pt>
                <c:pt idx="998">
                  <c:v>0.499</c:v>
                </c:pt>
                <c:pt idx="999">
                  <c:v>0.4995</c:v>
                </c:pt>
                <c:pt idx="1000">
                  <c:v>0.5</c:v>
                </c:pt>
                <c:pt idx="1001">
                  <c:v>0.5005</c:v>
                </c:pt>
                <c:pt idx="1002">
                  <c:v>0.501</c:v>
                </c:pt>
                <c:pt idx="1003">
                  <c:v>0.5015</c:v>
                </c:pt>
                <c:pt idx="1004">
                  <c:v>0.502</c:v>
                </c:pt>
                <c:pt idx="1005">
                  <c:v>0.5025</c:v>
                </c:pt>
                <c:pt idx="1006">
                  <c:v>0.503</c:v>
                </c:pt>
                <c:pt idx="1007">
                  <c:v>0.5035</c:v>
                </c:pt>
                <c:pt idx="1008">
                  <c:v>0.504</c:v>
                </c:pt>
                <c:pt idx="1009">
                  <c:v>0.5045</c:v>
                </c:pt>
                <c:pt idx="1010">
                  <c:v>0.505</c:v>
                </c:pt>
                <c:pt idx="1011">
                  <c:v>0.5055</c:v>
                </c:pt>
                <c:pt idx="1012">
                  <c:v>0.506</c:v>
                </c:pt>
                <c:pt idx="1013">
                  <c:v>0.5065</c:v>
                </c:pt>
                <c:pt idx="1014">
                  <c:v>0.507</c:v>
                </c:pt>
                <c:pt idx="1015">
                  <c:v>0.5075</c:v>
                </c:pt>
                <c:pt idx="1016">
                  <c:v>0.508</c:v>
                </c:pt>
                <c:pt idx="1017">
                  <c:v>0.5085</c:v>
                </c:pt>
                <c:pt idx="1018">
                  <c:v>0.509</c:v>
                </c:pt>
                <c:pt idx="1019">
                  <c:v>0.5095</c:v>
                </c:pt>
                <c:pt idx="1020">
                  <c:v>0.51</c:v>
                </c:pt>
                <c:pt idx="1021">
                  <c:v>0.5105</c:v>
                </c:pt>
                <c:pt idx="1022">
                  <c:v>0.511</c:v>
                </c:pt>
                <c:pt idx="1023">
                  <c:v>0.5115</c:v>
                </c:pt>
                <c:pt idx="1024">
                  <c:v>0.512</c:v>
                </c:pt>
                <c:pt idx="1025">
                  <c:v>0.5125</c:v>
                </c:pt>
                <c:pt idx="1026">
                  <c:v>0.513</c:v>
                </c:pt>
                <c:pt idx="1027">
                  <c:v>0.5135</c:v>
                </c:pt>
                <c:pt idx="1028">
                  <c:v>0.514</c:v>
                </c:pt>
                <c:pt idx="1029">
                  <c:v>0.5145</c:v>
                </c:pt>
                <c:pt idx="1030">
                  <c:v>0.515</c:v>
                </c:pt>
                <c:pt idx="1031">
                  <c:v>0.5155</c:v>
                </c:pt>
                <c:pt idx="1032">
                  <c:v>0.516</c:v>
                </c:pt>
                <c:pt idx="1033">
                  <c:v>0.5165</c:v>
                </c:pt>
                <c:pt idx="1034">
                  <c:v>0.517</c:v>
                </c:pt>
                <c:pt idx="1035">
                  <c:v>0.5175</c:v>
                </c:pt>
                <c:pt idx="1036">
                  <c:v>0.518</c:v>
                </c:pt>
                <c:pt idx="1037">
                  <c:v>0.5185</c:v>
                </c:pt>
                <c:pt idx="1038">
                  <c:v>0.519</c:v>
                </c:pt>
                <c:pt idx="1039">
                  <c:v>0.5195</c:v>
                </c:pt>
                <c:pt idx="1040">
                  <c:v>0.52</c:v>
                </c:pt>
                <c:pt idx="1041">
                  <c:v>0.5205</c:v>
                </c:pt>
                <c:pt idx="1042">
                  <c:v>0.521</c:v>
                </c:pt>
                <c:pt idx="1043">
                  <c:v>0.5215</c:v>
                </c:pt>
                <c:pt idx="1044">
                  <c:v>0.522</c:v>
                </c:pt>
                <c:pt idx="1045">
                  <c:v>0.5225</c:v>
                </c:pt>
                <c:pt idx="1046">
                  <c:v>0.523</c:v>
                </c:pt>
                <c:pt idx="1047">
                  <c:v>0.5235</c:v>
                </c:pt>
                <c:pt idx="1048">
                  <c:v>0.524</c:v>
                </c:pt>
                <c:pt idx="1049">
                  <c:v>0.5245</c:v>
                </c:pt>
                <c:pt idx="1050">
                  <c:v>0.525</c:v>
                </c:pt>
                <c:pt idx="1051">
                  <c:v>0.5255</c:v>
                </c:pt>
                <c:pt idx="1052">
                  <c:v>0.526</c:v>
                </c:pt>
                <c:pt idx="1053">
                  <c:v>0.5265</c:v>
                </c:pt>
                <c:pt idx="1054">
                  <c:v>0.527</c:v>
                </c:pt>
                <c:pt idx="1055">
                  <c:v>0.5275</c:v>
                </c:pt>
                <c:pt idx="1056">
                  <c:v>0.528</c:v>
                </c:pt>
                <c:pt idx="1057">
                  <c:v>0.5285</c:v>
                </c:pt>
                <c:pt idx="1058">
                  <c:v>0.529</c:v>
                </c:pt>
                <c:pt idx="1059">
                  <c:v>0.5295</c:v>
                </c:pt>
                <c:pt idx="1060">
                  <c:v>0.53</c:v>
                </c:pt>
                <c:pt idx="1061">
                  <c:v>0.5305</c:v>
                </c:pt>
                <c:pt idx="1062">
                  <c:v>0.531</c:v>
                </c:pt>
                <c:pt idx="1063">
                  <c:v>0.5315</c:v>
                </c:pt>
                <c:pt idx="1064">
                  <c:v>0.532</c:v>
                </c:pt>
                <c:pt idx="1065">
                  <c:v>0.5325</c:v>
                </c:pt>
                <c:pt idx="1066">
                  <c:v>0.533</c:v>
                </c:pt>
                <c:pt idx="1067">
                  <c:v>0.5335</c:v>
                </c:pt>
                <c:pt idx="1068">
                  <c:v>0.534</c:v>
                </c:pt>
                <c:pt idx="1069">
                  <c:v>0.5345</c:v>
                </c:pt>
                <c:pt idx="1070">
                  <c:v>0.535</c:v>
                </c:pt>
                <c:pt idx="1071">
                  <c:v>0.5355</c:v>
                </c:pt>
                <c:pt idx="1072">
                  <c:v>0.536</c:v>
                </c:pt>
                <c:pt idx="1073">
                  <c:v>0.5365</c:v>
                </c:pt>
                <c:pt idx="1074">
                  <c:v>0.537</c:v>
                </c:pt>
                <c:pt idx="1075">
                  <c:v>0.5375</c:v>
                </c:pt>
                <c:pt idx="1076">
                  <c:v>0.538</c:v>
                </c:pt>
                <c:pt idx="1077">
                  <c:v>0.5385</c:v>
                </c:pt>
                <c:pt idx="1078">
                  <c:v>0.539</c:v>
                </c:pt>
                <c:pt idx="1079">
                  <c:v>0.5395</c:v>
                </c:pt>
                <c:pt idx="1080">
                  <c:v>0.54</c:v>
                </c:pt>
                <c:pt idx="1081">
                  <c:v>0.5405</c:v>
                </c:pt>
                <c:pt idx="1082">
                  <c:v>0.541</c:v>
                </c:pt>
                <c:pt idx="1083">
                  <c:v>0.5415</c:v>
                </c:pt>
                <c:pt idx="1084">
                  <c:v>0.542</c:v>
                </c:pt>
                <c:pt idx="1085">
                  <c:v>0.5425</c:v>
                </c:pt>
                <c:pt idx="1086">
                  <c:v>0.543</c:v>
                </c:pt>
                <c:pt idx="1087">
                  <c:v>0.5435</c:v>
                </c:pt>
                <c:pt idx="1088">
                  <c:v>0.544</c:v>
                </c:pt>
                <c:pt idx="1089">
                  <c:v>0.5445</c:v>
                </c:pt>
                <c:pt idx="1090">
                  <c:v>0.545</c:v>
                </c:pt>
                <c:pt idx="1091">
                  <c:v>0.5455</c:v>
                </c:pt>
                <c:pt idx="1092">
                  <c:v>0.546</c:v>
                </c:pt>
                <c:pt idx="1093">
                  <c:v>0.5465</c:v>
                </c:pt>
                <c:pt idx="1094">
                  <c:v>0.547</c:v>
                </c:pt>
                <c:pt idx="1095">
                  <c:v>0.5475</c:v>
                </c:pt>
                <c:pt idx="1096">
                  <c:v>0.548</c:v>
                </c:pt>
                <c:pt idx="1097">
                  <c:v>0.5485</c:v>
                </c:pt>
                <c:pt idx="1098">
                  <c:v>0.549</c:v>
                </c:pt>
                <c:pt idx="1099">
                  <c:v>0.5495</c:v>
                </c:pt>
                <c:pt idx="1100">
                  <c:v>0.55</c:v>
                </c:pt>
                <c:pt idx="1101">
                  <c:v>0.5505</c:v>
                </c:pt>
                <c:pt idx="1102">
                  <c:v>0.551</c:v>
                </c:pt>
                <c:pt idx="1103">
                  <c:v>0.5515</c:v>
                </c:pt>
                <c:pt idx="1104">
                  <c:v>0.552</c:v>
                </c:pt>
                <c:pt idx="1105">
                  <c:v>0.5525</c:v>
                </c:pt>
                <c:pt idx="1106">
                  <c:v>0.553</c:v>
                </c:pt>
                <c:pt idx="1107">
                  <c:v>0.5535</c:v>
                </c:pt>
                <c:pt idx="1108">
                  <c:v>0.554</c:v>
                </c:pt>
                <c:pt idx="1109">
                  <c:v>0.5545</c:v>
                </c:pt>
                <c:pt idx="1110">
                  <c:v>0.555</c:v>
                </c:pt>
                <c:pt idx="1111">
                  <c:v>0.5555</c:v>
                </c:pt>
                <c:pt idx="1112">
                  <c:v>0.556</c:v>
                </c:pt>
                <c:pt idx="1113">
                  <c:v>0.5565</c:v>
                </c:pt>
                <c:pt idx="1114">
                  <c:v>0.557</c:v>
                </c:pt>
                <c:pt idx="1115">
                  <c:v>0.5575</c:v>
                </c:pt>
                <c:pt idx="1116">
                  <c:v>0.558</c:v>
                </c:pt>
                <c:pt idx="1117">
                  <c:v>0.5585</c:v>
                </c:pt>
                <c:pt idx="1118">
                  <c:v>0.559</c:v>
                </c:pt>
                <c:pt idx="1119">
                  <c:v>0.5595</c:v>
                </c:pt>
                <c:pt idx="1120">
                  <c:v>0.56</c:v>
                </c:pt>
                <c:pt idx="1121">
                  <c:v>0.5605</c:v>
                </c:pt>
                <c:pt idx="1122">
                  <c:v>0.561</c:v>
                </c:pt>
                <c:pt idx="1123">
                  <c:v>0.5615</c:v>
                </c:pt>
                <c:pt idx="1124">
                  <c:v>0.562</c:v>
                </c:pt>
                <c:pt idx="1125">
                  <c:v>0.5625</c:v>
                </c:pt>
                <c:pt idx="1126">
                  <c:v>0.563</c:v>
                </c:pt>
                <c:pt idx="1127">
                  <c:v>0.5635</c:v>
                </c:pt>
                <c:pt idx="1128">
                  <c:v>0.564</c:v>
                </c:pt>
                <c:pt idx="1129">
                  <c:v>0.5645</c:v>
                </c:pt>
                <c:pt idx="1130">
                  <c:v>0.565</c:v>
                </c:pt>
                <c:pt idx="1131">
                  <c:v>0.5655</c:v>
                </c:pt>
                <c:pt idx="1132">
                  <c:v>0.566</c:v>
                </c:pt>
                <c:pt idx="1133">
                  <c:v>0.5665</c:v>
                </c:pt>
                <c:pt idx="1134">
                  <c:v>0.567</c:v>
                </c:pt>
                <c:pt idx="1135">
                  <c:v>0.5675</c:v>
                </c:pt>
                <c:pt idx="1136">
                  <c:v>0.568</c:v>
                </c:pt>
                <c:pt idx="1137">
                  <c:v>0.5685</c:v>
                </c:pt>
                <c:pt idx="1138">
                  <c:v>0.569</c:v>
                </c:pt>
                <c:pt idx="1139">
                  <c:v>0.5695</c:v>
                </c:pt>
                <c:pt idx="1140">
                  <c:v>0.57</c:v>
                </c:pt>
                <c:pt idx="1141">
                  <c:v>0.5705</c:v>
                </c:pt>
                <c:pt idx="1142">
                  <c:v>0.571</c:v>
                </c:pt>
                <c:pt idx="1143">
                  <c:v>0.5715</c:v>
                </c:pt>
                <c:pt idx="1144">
                  <c:v>0.572</c:v>
                </c:pt>
                <c:pt idx="1145">
                  <c:v>0.5725</c:v>
                </c:pt>
                <c:pt idx="1146">
                  <c:v>0.573</c:v>
                </c:pt>
                <c:pt idx="1147">
                  <c:v>0.5735</c:v>
                </c:pt>
                <c:pt idx="1148">
                  <c:v>0.574</c:v>
                </c:pt>
                <c:pt idx="1149">
                  <c:v>0.5745</c:v>
                </c:pt>
                <c:pt idx="1150">
                  <c:v>0.575</c:v>
                </c:pt>
                <c:pt idx="1151">
                  <c:v>0.5755</c:v>
                </c:pt>
                <c:pt idx="1152">
                  <c:v>0.576</c:v>
                </c:pt>
                <c:pt idx="1153">
                  <c:v>0.5765</c:v>
                </c:pt>
                <c:pt idx="1154">
                  <c:v>0.577</c:v>
                </c:pt>
                <c:pt idx="1155">
                  <c:v>0.5775</c:v>
                </c:pt>
                <c:pt idx="1156">
                  <c:v>0.578</c:v>
                </c:pt>
                <c:pt idx="1157">
                  <c:v>0.5785</c:v>
                </c:pt>
                <c:pt idx="1158">
                  <c:v>0.579</c:v>
                </c:pt>
                <c:pt idx="1159">
                  <c:v>0.5795</c:v>
                </c:pt>
                <c:pt idx="1160">
                  <c:v>0.58</c:v>
                </c:pt>
                <c:pt idx="1161">
                  <c:v>0.5805</c:v>
                </c:pt>
                <c:pt idx="1162">
                  <c:v>0.581</c:v>
                </c:pt>
                <c:pt idx="1163">
                  <c:v>0.5815</c:v>
                </c:pt>
                <c:pt idx="1164">
                  <c:v>0.582</c:v>
                </c:pt>
                <c:pt idx="1165">
                  <c:v>0.5825</c:v>
                </c:pt>
                <c:pt idx="1166">
                  <c:v>0.583</c:v>
                </c:pt>
                <c:pt idx="1167">
                  <c:v>0.5835</c:v>
                </c:pt>
                <c:pt idx="1168">
                  <c:v>0.584</c:v>
                </c:pt>
                <c:pt idx="1169">
                  <c:v>0.5845</c:v>
                </c:pt>
                <c:pt idx="1170">
                  <c:v>0.585</c:v>
                </c:pt>
                <c:pt idx="1171">
                  <c:v>0.5855</c:v>
                </c:pt>
                <c:pt idx="1172">
                  <c:v>0.586</c:v>
                </c:pt>
                <c:pt idx="1173">
                  <c:v>0.5865</c:v>
                </c:pt>
                <c:pt idx="1174">
                  <c:v>0.587</c:v>
                </c:pt>
                <c:pt idx="1175">
                  <c:v>0.5875</c:v>
                </c:pt>
                <c:pt idx="1176">
                  <c:v>0.588</c:v>
                </c:pt>
                <c:pt idx="1177">
                  <c:v>0.5885</c:v>
                </c:pt>
                <c:pt idx="1178">
                  <c:v>0.589</c:v>
                </c:pt>
                <c:pt idx="1179">
                  <c:v>0.5895</c:v>
                </c:pt>
                <c:pt idx="1180">
                  <c:v>0.59</c:v>
                </c:pt>
                <c:pt idx="1181">
                  <c:v>0.5905</c:v>
                </c:pt>
                <c:pt idx="1182">
                  <c:v>0.591</c:v>
                </c:pt>
                <c:pt idx="1183">
                  <c:v>0.5915</c:v>
                </c:pt>
                <c:pt idx="1184">
                  <c:v>0.592</c:v>
                </c:pt>
                <c:pt idx="1185">
                  <c:v>0.5925</c:v>
                </c:pt>
                <c:pt idx="1186">
                  <c:v>0.593</c:v>
                </c:pt>
                <c:pt idx="1187">
                  <c:v>0.5935</c:v>
                </c:pt>
                <c:pt idx="1188">
                  <c:v>0.594</c:v>
                </c:pt>
                <c:pt idx="1189">
                  <c:v>0.5945</c:v>
                </c:pt>
                <c:pt idx="1190">
                  <c:v>0.595</c:v>
                </c:pt>
                <c:pt idx="1191">
                  <c:v>0.5955</c:v>
                </c:pt>
                <c:pt idx="1192">
                  <c:v>0.596</c:v>
                </c:pt>
                <c:pt idx="1193">
                  <c:v>0.5965</c:v>
                </c:pt>
                <c:pt idx="1194">
                  <c:v>0.597</c:v>
                </c:pt>
                <c:pt idx="1195">
                  <c:v>0.5975</c:v>
                </c:pt>
                <c:pt idx="1196">
                  <c:v>0.598</c:v>
                </c:pt>
                <c:pt idx="1197">
                  <c:v>0.5985</c:v>
                </c:pt>
                <c:pt idx="1198">
                  <c:v>0.599</c:v>
                </c:pt>
                <c:pt idx="1199">
                  <c:v>0.5995</c:v>
                </c:pt>
                <c:pt idx="1200">
                  <c:v>0.6</c:v>
                </c:pt>
                <c:pt idx="1201">
                  <c:v>0.6005</c:v>
                </c:pt>
                <c:pt idx="1202">
                  <c:v>0.601</c:v>
                </c:pt>
                <c:pt idx="1203">
                  <c:v>0.6015</c:v>
                </c:pt>
                <c:pt idx="1204">
                  <c:v>0.602</c:v>
                </c:pt>
                <c:pt idx="1205">
                  <c:v>0.6025</c:v>
                </c:pt>
                <c:pt idx="1206">
                  <c:v>0.603</c:v>
                </c:pt>
                <c:pt idx="1207">
                  <c:v>0.6035</c:v>
                </c:pt>
                <c:pt idx="1208">
                  <c:v>0.604</c:v>
                </c:pt>
                <c:pt idx="1209">
                  <c:v>0.6045</c:v>
                </c:pt>
                <c:pt idx="1210">
                  <c:v>0.605</c:v>
                </c:pt>
                <c:pt idx="1211">
                  <c:v>0.6055</c:v>
                </c:pt>
                <c:pt idx="1212">
                  <c:v>0.606</c:v>
                </c:pt>
                <c:pt idx="1213">
                  <c:v>0.6065</c:v>
                </c:pt>
                <c:pt idx="1214">
                  <c:v>0.607</c:v>
                </c:pt>
                <c:pt idx="1215">
                  <c:v>0.6075</c:v>
                </c:pt>
                <c:pt idx="1216">
                  <c:v>0.608</c:v>
                </c:pt>
                <c:pt idx="1217">
                  <c:v>0.6085</c:v>
                </c:pt>
                <c:pt idx="1218">
                  <c:v>0.609</c:v>
                </c:pt>
                <c:pt idx="1219">
                  <c:v>0.6095</c:v>
                </c:pt>
                <c:pt idx="1220">
                  <c:v>0.61</c:v>
                </c:pt>
                <c:pt idx="1221">
                  <c:v>0.6105</c:v>
                </c:pt>
                <c:pt idx="1222">
                  <c:v>0.611</c:v>
                </c:pt>
                <c:pt idx="1223">
                  <c:v>0.6115</c:v>
                </c:pt>
                <c:pt idx="1224">
                  <c:v>0.612</c:v>
                </c:pt>
                <c:pt idx="1225">
                  <c:v>0.6125</c:v>
                </c:pt>
                <c:pt idx="1226">
                  <c:v>0.613</c:v>
                </c:pt>
                <c:pt idx="1227">
                  <c:v>0.6135</c:v>
                </c:pt>
                <c:pt idx="1228">
                  <c:v>0.614</c:v>
                </c:pt>
                <c:pt idx="1229">
                  <c:v>0.6145</c:v>
                </c:pt>
                <c:pt idx="1230">
                  <c:v>0.615</c:v>
                </c:pt>
                <c:pt idx="1231">
                  <c:v>0.6155</c:v>
                </c:pt>
                <c:pt idx="1232">
                  <c:v>0.616</c:v>
                </c:pt>
                <c:pt idx="1233">
                  <c:v>0.6165</c:v>
                </c:pt>
                <c:pt idx="1234">
                  <c:v>0.617</c:v>
                </c:pt>
                <c:pt idx="1235">
                  <c:v>0.6175</c:v>
                </c:pt>
                <c:pt idx="1236">
                  <c:v>0.618</c:v>
                </c:pt>
                <c:pt idx="1237">
                  <c:v>0.6185</c:v>
                </c:pt>
                <c:pt idx="1238">
                  <c:v>0.619</c:v>
                </c:pt>
                <c:pt idx="1239">
                  <c:v>0.6195</c:v>
                </c:pt>
                <c:pt idx="1240">
                  <c:v>0.62</c:v>
                </c:pt>
                <c:pt idx="1241">
                  <c:v>0.6205</c:v>
                </c:pt>
                <c:pt idx="1242">
                  <c:v>0.621</c:v>
                </c:pt>
                <c:pt idx="1243">
                  <c:v>0.6215</c:v>
                </c:pt>
                <c:pt idx="1244">
                  <c:v>0.622</c:v>
                </c:pt>
                <c:pt idx="1245">
                  <c:v>0.6225</c:v>
                </c:pt>
                <c:pt idx="1246">
                  <c:v>0.623</c:v>
                </c:pt>
                <c:pt idx="1247">
                  <c:v>0.6235</c:v>
                </c:pt>
                <c:pt idx="1248">
                  <c:v>0.624</c:v>
                </c:pt>
                <c:pt idx="1249">
                  <c:v>0.6245</c:v>
                </c:pt>
                <c:pt idx="1250">
                  <c:v>0.625</c:v>
                </c:pt>
                <c:pt idx="1251">
                  <c:v>0.6255</c:v>
                </c:pt>
                <c:pt idx="1252">
                  <c:v>0.626</c:v>
                </c:pt>
                <c:pt idx="1253">
                  <c:v>0.6265</c:v>
                </c:pt>
                <c:pt idx="1254">
                  <c:v>0.627</c:v>
                </c:pt>
                <c:pt idx="1255">
                  <c:v>0.6275</c:v>
                </c:pt>
                <c:pt idx="1256">
                  <c:v>0.628</c:v>
                </c:pt>
                <c:pt idx="1257">
                  <c:v>0.6285</c:v>
                </c:pt>
                <c:pt idx="1258">
                  <c:v>0.629</c:v>
                </c:pt>
                <c:pt idx="1259">
                  <c:v>0.6295</c:v>
                </c:pt>
                <c:pt idx="1260">
                  <c:v>0.63</c:v>
                </c:pt>
                <c:pt idx="1261">
                  <c:v>0.6305</c:v>
                </c:pt>
                <c:pt idx="1262">
                  <c:v>0.631</c:v>
                </c:pt>
                <c:pt idx="1263">
                  <c:v>0.6315</c:v>
                </c:pt>
                <c:pt idx="1264">
                  <c:v>0.632</c:v>
                </c:pt>
                <c:pt idx="1265">
                  <c:v>0.6325</c:v>
                </c:pt>
                <c:pt idx="1266">
                  <c:v>0.633</c:v>
                </c:pt>
                <c:pt idx="1267">
                  <c:v>0.6335</c:v>
                </c:pt>
                <c:pt idx="1268">
                  <c:v>0.634</c:v>
                </c:pt>
                <c:pt idx="1269">
                  <c:v>0.6345</c:v>
                </c:pt>
                <c:pt idx="1270">
                  <c:v>0.635</c:v>
                </c:pt>
                <c:pt idx="1271">
                  <c:v>0.6355</c:v>
                </c:pt>
                <c:pt idx="1272">
                  <c:v>0.636</c:v>
                </c:pt>
                <c:pt idx="1273">
                  <c:v>0.6365</c:v>
                </c:pt>
                <c:pt idx="1274">
                  <c:v>0.637</c:v>
                </c:pt>
                <c:pt idx="1275">
                  <c:v>0.6375</c:v>
                </c:pt>
                <c:pt idx="1276">
                  <c:v>0.638</c:v>
                </c:pt>
                <c:pt idx="1277">
                  <c:v>0.6385</c:v>
                </c:pt>
                <c:pt idx="1278">
                  <c:v>0.639</c:v>
                </c:pt>
                <c:pt idx="1279">
                  <c:v>0.6395</c:v>
                </c:pt>
                <c:pt idx="1280">
                  <c:v>0.64</c:v>
                </c:pt>
                <c:pt idx="1281">
                  <c:v>0.6405</c:v>
                </c:pt>
                <c:pt idx="1282">
                  <c:v>0.641</c:v>
                </c:pt>
                <c:pt idx="1283">
                  <c:v>0.6415</c:v>
                </c:pt>
                <c:pt idx="1284">
                  <c:v>0.642</c:v>
                </c:pt>
                <c:pt idx="1285">
                  <c:v>0.6425</c:v>
                </c:pt>
                <c:pt idx="1286">
                  <c:v>0.643</c:v>
                </c:pt>
                <c:pt idx="1287">
                  <c:v>0.6435</c:v>
                </c:pt>
                <c:pt idx="1288">
                  <c:v>0.644</c:v>
                </c:pt>
                <c:pt idx="1289">
                  <c:v>0.6445</c:v>
                </c:pt>
                <c:pt idx="1290">
                  <c:v>0.645</c:v>
                </c:pt>
                <c:pt idx="1291">
                  <c:v>0.6455</c:v>
                </c:pt>
                <c:pt idx="1292">
                  <c:v>0.646</c:v>
                </c:pt>
                <c:pt idx="1293">
                  <c:v>0.6465</c:v>
                </c:pt>
                <c:pt idx="1294">
                  <c:v>0.647</c:v>
                </c:pt>
                <c:pt idx="1295">
                  <c:v>0.6475</c:v>
                </c:pt>
                <c:pt idx="1296">
                  <c:v>0.648</c:v>
                </c:pt>
                <c:pt idx="1297">
                  <c:v>0.6485</c:v>
                </c:pt>
                <c:pt idx="1298">
                  <c:v>0.649</c:v>
                </c:pt>
                <c:pt idx="1299">
                  <c:v>0.6495</c:v>
                </c:pt>
                <c:pt idx="1300">
                  <c:v>0.65</c:v>
                </c:pt>
                <c:pt idx="1301">
                  <c:v>0.6505</c:v>
                </c:pt>
                <c:pt idx="1302">
                  <c:v>0.651</c:v>
                </c:pt>
                <c:pt idx="1303">
                  <c:v>0.6515</c:v>
                </c:pt>
                <c:pt idx="1304">
                  <c:v>0.652</c:v>
                </c:pt>
                <c:pt idx="1305">
                  <c:v>0.6525</c:v>
                </c:pt>
                <c:pt idx="1306">
                  <c:v>0.653</c:v>
                </c:pt>
                <c:pt idx="1307">
                  <c:v>0.6535</c:v>
                </c:pt>
                <c:pt idx="1308">
                  <c:v>0.654</c:v>
                </c:pt>
                <c:pt idx="1309">
                  <c:v>0.6545</c:v>
                </c:pt>
                <c:pt idx="1310">
                  <c:v>0.655</c:v>
                </c:pt>
                <c:pt idx="1311">
                  <c:v>0.6555</c:v>
                </c:pt>
                <c:pt idx="1312">
                  <c:v>0.656</c:v>
                </c:pt>
                <c:pt idx="1313">
                  <c:v>0.6565</c:v>
                </c:pt>
                <c:pt idx="1314">
                  <c:v>0.657</c:v>
                </c:pt>
                <c:pt idx="1315">
                  <c:v>0.6575</c:v>
                </c:pt>
                <c:pt idx="1316">
                  <c:v>0.658</c:v>
                </c:pt>
                <c:pt idx="1317">
                  <c:v>0.6585</c:v>
                </c:pt>
                <c:pt idx="1318">
                  <c:v>0.659</c:v>
                </c:pt>
                <c:pt idx="1319">
                  <c:v>0.6595</c:v>
                </c:pt>
                <c:pt idx="1320">
                  <c:v>0.66</c:v>
                </c:pt>
                <c:pt idx="1321">
                  <c:v>0.6605</c:v>
                </c:pt>
                <c:pt idx="1322">
                  <c:v>0.661</c:v>
                </c:pt>
                <c:pt idx="1323">
                  <c:v>0.6615</c:v>
                </c:pt>
                <c:pt idx="1324">
                  <c:v>0.662</c:v>
                </c:pt>
                <c:pt idx="1325">
                  <c:v>0.6625</c:v>
                </c:pt>
                <c:pt idx="1326">
                  <c:v>0.663</c:v>
                </c:pt>
                <c:pt idx="1327">
                  <c:v>0.6635</c:v>
                </c:pt>
                <c:pt idx="1328">
                  <c:v>0.664</c:v>
                </c:pt>
                <c:pt idx="1329">
                  <c:v>0.6645</c:v>
                </c:pt>
                <c:pt idx="1330">
                  <c:v>0.665</c:v>
                </c:pt>
                <c:pt idx="1331">
                  <c:v>0.6655</c:v>
                </c:pt>
                <c:pt idx="1332">
                  <c:v>0.666</c:v>
                </c:pt>
                <c:pt idx="1333">
                  <c:v>0.6665</c:v>
                </c:pt>
                <c:pt idx="1334">
                  <c:v>0.667</c:v>
                </c:pt>
                <c:pt idx="1335">
                  <c:v>0.6675</c:v>
                </c:pt>
                <c:pt idx="1336">
                  <c:v>0.668</c:v>
                </c:pt>
                <c:pt idx="1337">
                  <c:v>0.6685</c:v>
                </c:pt>
                <c:pt idx="1338">
                  <c:v>0.669</c:v>
                </c:pt>
                <c:pt idx="1339">
                  <c:v>0.6695</c:v>
                </c:pt>
                <c:pt idx="1340">
                  <c:v>0.67</c:v>
                </c:pt>
                <c:pt idx="1341">
                  <c:v>0.6705</c:v>
                </c:pt>
                <c:pt idx="1342">
                  <c:v>0.671</c:v>
                </c:pt>
                <c:pt idx="1343">
                  <c:v>0.6715</c:v>
                </c:pt>
                <c:pt idx="1344">
                  <c:v>0.672</c:v>
                </c:pt>
                <c:pt idx="1345">
                  <c:v>0.6725</c:v>
                </c:pt>
                <c:pt idx="1346">
                  <c:v>0.673</c:v>
                </c:pt>
                <c:pt idx="1347">
                  <c:v>0.6735</c:v>
                </c:pt>
                <c:pt idx="1348">
                  <c:v>0.674</c:v>
                </c:pt>
                <c:pt idx="1349">
                  <c:v>0.6745</c:v>
                </c:pt>
                <c:pt idx="1350">
                  <c:v>0.675</c:v>
                </c:pt>
                <c:pt idx="1351">
                  <c:v>0.6755</c:v>
                </c:pt>
                <c:pt idx="1352">
                  <c:v>0.676</c:v>
                </c:pt>
                <c:pt idx="1353">
                  <c:v>0.6765</c:v>
                </c:pt>
                <c:pt idx="1354">
                  <c:v>0.677</c:v>
                </c:pt>
                <c:pt idx="1355">
                  <c:v>0.6775</c:v>
                </c:pt>
                <c:pt idx="1356">
                  <c:v>0.678</c:v>
                </c:pt>
                <c:pt idx="1357">
                  <c:v>0.6785</c:v>
                </c:pt>
                <c:pt idx="1358">
                  <c:v>0.679</c:v>
                </c:pt>
                <c:pt idx="1359">
                  <c:v>0.6795</c:v>
                </c:pt>
                <c:pt idx="1360">
                  <c:v>0.68</c:v>
                </c:pt>
                <c:pt idx="1361">
                  <c:v>0.6805</c:v>
                </c:pt>
                <c:pt idx="1362">
                  <c:v>0.681</c:v>
                </c:pt>
                <c:pt idx="1363">
                  <c:v>0.6815</c:v>
                </c:pt>
                <c:pt idx="1364">
                  <c:v>0.682</c:v>
                </c:pt>
                <c:pt idx="1365">
                  <c:v>0.6825</c:v>
                </c:pt>
                <c:pt idx="1366">
                  <c:v>0.683</c:v>
                </c:pt>
                <c:pt idx="1367">
                  <c:v>0.6835</c:v>
                </c:pt>
                <c:pt idx="1368">
                  <c:v>0.684</c:v>
                </c:pt>
                <c:pt idx="1369">
                  <c:v>0.6845</c:v>
                </c:pt>
                <c:pt idx="1370">
                  <c:v>0.685</c:v>
                </c:pt>
                <c:pt idx="1371">
                  <c:v>0.6855</c:v>
                </c:pt>
                <c:pt idx="1372">
                  <c:v>0.686</c:v>
                </c:pt>
                <c:pt idx="1373">
                  <c:v>0.6865</c:v>
                </c:pt>
                <c:pt idx="1374">
                  <c:v>0.687</c:v>
                </c:pt>
                <c:pt idx="1375">
                  <c:v>0.6875</c:v>
                </c:pt>
                <c:pt idx="1376">
                  <c:v>0.688</c:v>
                </c:pt>
                <c:pt idx="1377">
                  <c:v>0.6885</c:v>
                </c:pt>
                <c:pt idx="1378">
                  <c:v>0.689</c:v>
                </c:pt>
                <c:pt idx="1379">
                  <c:v>0.6895</c:v>
                </c:pt>
                <c:pt idx="1380">
                  <c:v>0.69</c:v>
                </c:pt>
                <c:pt idx="1381">
                  <c:v>0.6905</c:v>
                </c:pt>
                <c:pt idx="1382">
                  <c:v>0.691</c:v>
                </c:pt>
                <c:pt idx="1383">
                  <c:v>0.6915</c:v>
                </c:pt>
                <c:pt idx="1384">
                  <c:v>0.692</c:v>
                </c:pt>
                <c:pt idx="1385">
                  <c:v>0.6925</c:v>
                </c:pt>
                <c:pt idx="1386">
                  <c:v>0.693</c:v>
                </c:pt>
                <c:pt idx="1387">
                  <c:v>0.6935</c:v>
                </c:pt>
                <c:pt idx="1388">
                  <c:v>0.694</c:v>
                </c:pt>
                <c:pt idx="1389">
                  <c:v>0.6945</c:v>
                </c:pt>
                <c:pt idx="1390">
                  <c:v>0.695</c:v>
                </c:pt>
                <c:pt idx="1391">
                  <c:v>0.6955</c:v>
                </c:pt>
                <c:pt idx="1392">
                  <c:v>0.696</c:v>
                </c:pt>
                <c:pt idx="1393">
                  <c:v>0.6965</c:v>
                </c:pt>
                <c:pt idx="1394">
                  <c:v>0.697</c:v>
                </c:pt>
                <c:pt idx="1395">
                  <c:v>0.6975</c:v>
                </c:pt>
                <c:pt idx="1396">
                  <c:v>0.698</c:v>
                </c:pt>
                <c:pt idx="1397">
                  <c:v>0.6985</c:v>
                </c:pt>
                <c:pt idx="1398">
                  <c:v>0.699</c:v>
                </c:pt>
                <c:pt idx="1399">
                  <c:v>0.6995</c:v>
                </c:pt>
                <c:pt idx="1400">
                  <c:v>0.7</c:v>
                </c:pt>
                <c:pt idx="1401">
                  <c:v>0.7005</c:v>
                </c:pt>
                <c:pt idx="1402">
                  <c:v>0.701</c:v>
                </c:pt>
                <c:pt idx="1403">
                  <c:v>0.7015</c:v>
                </c:pt>
                <c:pt idx="1404">
                  <c:v>0.702</c:v>
                </c:pt>
                <c:pt idx="1405">
                  <c:v>0.7025</c:v>
                </c:pt>
                <c:pt idx="1406">
                  <c:v>0.703</c:v>
                </c:pt>
                <c:pt idx="1407">
                  <c:v>0.7035</c:v>
                </c:pt>
                <c:pt idx="1408">
                  <c:v>0.704</c:v>
                </c:pt>
                <c:pt idx="1409">
                  <c:v>0.7045</c:v>
                </c:pt>
                <c:pt idx="1410">
                  <c:v>0.705</c:v>
                </c:pt>
                <c:pt idx="1411">
                  <c:v>0.7055</c:v>
                </c:pt>
                <c:pt idx="1412">
                  <c:v>0.706</c:v>
                </c:pt>
                <c:pt idx="1413">
                  <c:v>0.7065</c:v>
                </c:pt>
                <c:pt idx="1414">
                  <c:v>0.707</c:v>
                </c:pt>
                <c:pt idx="1415">
                  <c:v>0.7075</c:v>
                </c:pt>
                <c:pt idx="1416">
                  <c:v>0.708</c:v>
                </c:pt>
                <c:pt idx="1417">
                  <c:v>0.7085</c:v>
                </c:pt>
                <c:pt idx="1418">
                  <c:v>0.709</c:v>
                </c:pt>
                <c:pt idx="1419">
                  <c:v>0.7095</c:v>
                </c:pt>
                <c:pt idx="1420">
                  <c:v>0.71</c:v>
                </c:pt>
                <c:pt idx="1421">
                  <c:v>0.7105</c:v>
                </c:pt>
                <c:pt idx="1422">
                  <c:v>0.711</c:v>
                </c:pt>
                <c:pt idx="1423">
                  <c:v>0.7115</c:v>
                </c:pt>
                <c:pt idx="1424">
                  <c:v>0.712</c:v>
                </c:pt>
                <c:pt idx="1425">
                  <c:v>0.7125</c:v>
                </c:pt>
                <c:pt idx="1426">
                  <c:v>0.713</c:v>
                </c:pt>
                <c:pt idx="1427">
                  <c:v>0.7135</c:v>
                </c:pt>
                <c:pt idx="1428">
                  <c:v>0.714</c:v>
                </c:pt>
                <c:pt idx="1429">
                  <c:v>0.7145</c:v>
                </c:pt>
                <c:pt idx="1430">
                  <c:v>0.715</c:v>
                </c:pt>
                <c:pt idx="1431">
                  <c:v>0.7155</c:v>
                </c:pt>
                <c:pt idx="1432">
                  <c:v>0.716</c:v>
                </c:pt>
                <c:pt idx="1433">
                  <c:v>0.7165</c:v>
                </c:pt>
                <c:pt idx="1434">
                  <c:v>0.717</c:v>
                </c:pt>
                <c:pt idx="1435">
                  <c:v>0.7175</c:v>
                </c:pt>
                <c:pt idx="1436">
                  <c:v>0.718</c:v>
                </c:pt>
                <c:pt idx="1437">
                  <c:v>0.7185</c:v>
                </c:pt>
                <c:pt idx="1438">
                  <c:v>0.719</c:v>
                </c:pt>
                <c:pt idx="1439">
                  <c:v>0.7195</c:v>
                </c:pt>
                <c:pt idx="1440">
                  <c:v>0.72</c:v>
                </c:pt>
                <c:pt idx="1441">
                  <c:v>0.7205</c:v>
                </c:pt>
                <c:pt idx="1442">
                  <c:v>0.721</c:v>
                </c:pt>
                <c:pt idx="1443">
                  <c:v>0.7215</c:v>
                </c:pt>
                <c:pt idx="1444">
                  <c:v>0.722</c:v>
                </c:pt>
                <c:pt idx="1445">
                  <c:v>0.7225</c:v>
                </c:pt>
                <c:pt idx="1446">
                  <c:v>0.723</c:v>
                </c:pt>
                <c:pt idx="1447">
                  <c:v>0.7235</c:v>
                </c:pt>
                <c:pt idx="1448">
                  <c:v>0.724</c:v>
                </c:pt>
                <c:pt idx="1449">
                  <c:v>0.7245</c:v>
                </c:pt>
                <c:pt idx="1450">
                  <c:v>0.725</c:v>
                </c:pt>
                <c:pt idx="1451">
                  <c:v>0.7255</c:v>
                </c:pt>
                <c:pt idx="1452">
                  <c:v>0.726</c:v>
                </c:pt>
                <c:pt idx="1453">
                  <c:v>0.7265</c:v>
                </c:pt>
                <c:pt idx="1454">
                  <c:v>0.727</c:v>
                </c:pt>
                <c:pt idx="1455">
                  <c:v>0.7275</c:v>
                </c:pt>
                <c:pt idx="1456">
                  <c:v>0.728</c:v>
                </c:pt>
                <c:pt idx="1457">
                  <c:v>0.7285</c:v>
                </c:pt>
                <c:pt idx="1458">
                  <c:v>0.729</c:v>
                </c:pt>
                <c:pt idx="1459">
                  <c:v>0.7295</c:v>
                </c:pt>
                <c:pt idx="1460">
                  <c:v>0.73</c:v>
                </c:pt>
                <c:pt idx="1461">
                  <c:v>0.7305</c:v>
                </c:pt>
                <c:pt idx="1462">
                  <c:v>0.731</c:v>
                </c:pt>
                <c:pt idx="1463">
                  <c:v>0.7315</c:v>
                </c:pt>
                <c:pt idx="1464">
                  <c:v>0.732</c:v>
                </c:pt>
                <c:pt idx="1465">
                  <c:v>0.7325</c:v>
                </c:pt>
                <c:pt idx="1466">
                  <c:v>0.733</c:v>
                </c:pt>
                <c:pt idx="1467">
                  <c:v>0.7335</c:v>
                </c:pt>
                <c:pt idx="1468">
                  <c:v>0.734</c:v>
                </c:pt>
                <c:pt idx="1469">
                  <c:v>0.7345</c:v>
                </c:pt>
                <c:pt idx="1470">
                  <c:v>0.735</c:v>
                </c:pt>
                <c:pt idx="1471">
                  <c:v>0.7355</c:v>
                </c:pt>
                <c:pt idx="1472">
                  <c:v>0.736</c:v>
                </c:pt>
                <c:pt idx="1473">
                  <c:v>0.7365</c:v>
                </c:pt>
                <c:pt idx="1474">
                  <c:v>0.737</c:v>
                </c:pt>
                <c:pt idx="1475">
                  <c:v>0.7375</c:v>
                </c:pt>
                <c:pt idx="1476">
                  <c:v>0.738</c:v>
                </c:pt>
                <c:pt idx="1477">
                  <c:v>0.7385</c:v>
                </c:pt>
                <c:pt idx="1478">
                  <c:v>0.739</c:v>
                </c:pt>
                <c:pt idx="1479">
                  <c:v>0.7395</c:v>
                </c:pt>
                <c:pt idx="1480">
                  <c:v>0.74</c:v>
                </c:pt>
                <c:pt idx="1481">
                  <c:v>0.7405</c:v>
                </c:pt>
                <c:pt idx="1482">
                  <c:v>0.741</c:v>
                </c:pt>
                <c:pt idx="1483">
                  <c:v>0.7415</c:v>
                </c:pt>
                <c:pt idx="1484">
                  <c:v>0.742</c:v>
                </c:pt>
                <c:pt idx="1485">
                  <c:v>0.7425</c:v>
                </c:pt>
                <c:pt idx="1486">
                  <c:v>0.743</c:v>
                </c:pt>
                <c:pt idx="1487">
                  <c:v>0.7435</c:v>
                </c:pt>
                <c:pt idx="1488">
                  <c:v>0.744</c:v>
                </c:pt>
                <c:pt idx="1489">
                  <c:v>0.7445</c:v>
                </c:pt>
                <c:pt idx="1490">
                  <c:v>0.745</c:v>
                </c:pt>
                <c:pt idx="1491">
                  <c:v>0.7455</c:v>
                </c:pt>
                <c:pt idx="1492">
                  <c:v>0.746</c:v>
                </c:pt>
                <c:pt idx="1493">
                  <c:v>0.7465</c:v>
                </c:pt>
                <c:pt idx="1494">
                  <c:v>0.747</c:v>
                </c:pt>
                <c:pt idx="1495">
                  <c:v>0.7475</c:v>
                </c:pt>
                <c:pt idx="1496">
                  <c:v>0.748</c:v>
                </c:pt>
                <c:pt idx="1497">
                  <c:v>0.7485</c:v>
                </c:pt>
                <c:pt idx="1498">
                  <c:v>0.749</c:v>
                </c:pt>
                <c:pt idx="1499">
                  <c:v>0.7495</c:v>
                </c:pt>
                <c:pt idx="1500">
                  <c:v>0.75</c:v>
                </c:pt>
                <c:pt idx="1501">
                  <c:v>0.7505</c:v>
                </c:pt>
                <c:pt idx="1502">
                  <c:v>0.751</c:v>
                </c:pt>
                <c:pt idx="1503">
                  <c:v>0.7515</c:v>
                </c:pt>
                <c:pt idx="1504">
                  <c:v>0.752</c:v>
                </c:pt>
                <c:pt idx="1505">
                  <c:v>0.7525</c:v>
                </c:pt>
                <c:pt idx="1506">
                  <c:v>0.753</c:v>
                </c:pt>
                <c:pt idx="1507">
                  <c:v>0.7535</c:v>
                </c:pt>
                <c:pt idx="1508">
                  <c:v>0.754</c:v>
                </c:pt>
                <c:pt idx="1509">
                  <c:v>0.7545</c:v>
                </c:pt>
                <c:pt idx="1510">
                  <c:v>0.755</c:v>
                </c:pt>
                <c:pt idx="1511">
                  <c:v>0.7555</c:v>
                </c:pt>
                <c:pt idx="1512">
                  <c:v>0.756</c:v>
                </c:pt>
                <c:pt idx="1513">
                  <c:v>0.7565</c:v>
                </c:pt>
                <c:pt idx="1514">
                  <c:v>0.757</c:v>
                </c:pt>
                <c:pt idx="1515">
                  <c:v>0.7575</c:v>
                </c:pt>
                <c:pt idx="1516">
                  <c:v>0.758</c:v>
                </c:pt>
                <c:pt idx="1517">
                  <c:v>0.7585</c:v>
                </c:pt>
                <c:pt idx="1518">
                  <c:v>0.759</c:v>
                </c:pt>
                <c:pt idx="1519">
                  <c:v>0.7595</c:v>
                </c:pt>
                <c:pt idx="1520">
                  <c:v>0.76</c:v>
                </c:pt>
                <c:pt idx="1521">
                  <c:v>0.7605</c:v>
                </c:pt>
                <c:pt idx="1522">
                  <c:v>0.761</c:v>
                </c:pt>
                <c:pt idx="1523">
                  <c:v>0.7615</c:v>
                </c:pt>
                <c:pt idx="1524">
                  <c:v>0.762</c:v>
                </c:pt>
                <c:pt idx="1525">
                  <c:v>0.7625</c:v>
                </c:pt>
                <c:pt idx="1526">
                  <c:v>0.763</c:v>
                </c:pt>
                <c:pt idx="1527">
                  <c:v>0.7635</c:v>
                </c:pt>
                <c:pt idx="1528">
                  <c:v>0.764</c:v>
                </c:pt>
                <c:pt idx="1529">
                  <c:v>0.7645</c:v>
                </c:pt>
                <c:pt idx="1530">
                  <c:v>0.765</c:v>
                </c:pt>
                <c:pt idx="1531">
                  <c:v>0.7655</c:v>
                </c:pt>
                <c:pt idx="1532">
                  <c:v>0.766</c:v>
                </c:pt>
                <c:pt idx="1533">
                  <c:v>0.7665</c:v>
                </c:pt>
                <c:pt idx="1534">
                  <c:v>0.767</c:v>
                </c:pt>
                <c:pt idx="1535">
                  <c:v>0.7675</c:v>
                </c:pt>
                <c:pt idx="1536">
                  <c:v>0.768</c:v>
                </c:pt>
                <c:pt idx="1537">
                  <c:v>0.7685</c:v>
                </c:pt>
                <c:pt idx="1538">
                  <c:v>0.769</c:v>
                </c:pt>
                <c:pt idx="1539">
                  <c:v>0.7695</c:v>
                </c:pt>
                <c:pt idx="1540">
                  <c:v>0.77</c:v>
                </c:pt>
                <c:pt idx="1541">
                  <c:v>0.7705</c:v>
                </c:pt>
                <c:pt idx="1542">
                  <c:v>0.771</c:v>
                </c:pt>
                <c:pt idx="1543">
                  <c:v>0.7715</c:v>
                </c:pt>
                <c:pt idx="1544">
                  <c:v>0.772</c:v>
                </c:pt>
                <c:pt idx="1545">
                  <c:v>0.7725</c:v>
                </c:pt>
                <c:pt idx="1546">
                  <c:v>0.773</c:v>
                </c:pt>
                <c:pt idx="1547">
                  <c:v>0.7735</c:v>
                </c:pt>
                <c:pt idx="1548">
                  <c:v>0.774</c:v>
                </c:pt>
                <c:pt idx="1549">
                  <c:v>0.7745</c:v>
                </c:pt>
                <c:pt idx="1550">
                  <c:v>0.775</c:v>
                </c:pt>
                <c:pt idx="1551">
                  <c:v>0.7755</c:v>
                </c:pt>
                <c:pt idx="1552">
                  <c:v>0.776</c:v>
                </c:pt>
                <c:pt idx="1553">
                  <c:v>0.7765</c:v>
                </c:pt>
                <c:pt idx="1554">
                  <c:v>0.777</c:v>
                </c:pt>
                <c:pt idx="1555">
                  <c:v>0.7775</c:v>
                </c:pt>
                <c:pt idx="1556">
                  <c:v>0.778</c:v>
                </c:pt>
                <c:pt idx="1557">
                  <c:v>0.7785</c:v>
                </c:pt>
                <c:pt idx="1558">
                  <c:v>0.779</c:v>
                </c:pt>
                <c:pt idx="1559">
                  <c:v>0.7795</c:v>
                </c:pt>
                <c:pt idx="1560">
                  <c:v>0.78</c:v>
                </c:pt>
                <c:pt idx="1561">
                  <c:v>0.7805</c:v>
                </c:pt>
                <c:pt idx="1562">
                  <c:v>0.781</c:v>
                </c:pt>
                <c:pt idx="1563">
                  <c:v>0.7815</c:v>
                </c:pt>
                <c:pt idx="1564">
                  <c:v>0.782</c:v>
                </c:pt>
                <c:pt idx="1565">
                  <c:v>0.7825</c:v>
                </c:pt>
                <c:pt idx="1566">
                  <c:v>0.783</c:v>
                </c:pt>
                <c:pt idx="1567">
                  <c:v>0.7835</c:v>
                </c:pt>
                <c:pt idx="1568">
                  <c:v>0.784</c:v>
                </c:pt>
                <c:pt idx="1569">
                  <c:v>0.7845</c:v>
                </c:pt>
                <c:pt idx="1570">
                  <c:v>0.785</c:v>
                </c:pt>
                <c:pt idx="1571">
                  <c:v>0.7855</c:v>
                </c:pt>
                <c:pt idx="1572">
                  <c:v>0.786</c:v>
                </c:pt>
                <c:pt idx="1573">
                  <c:v>0.7865</c:v>
                </c:pt>
                <c:pt idx="1574">
                  <c:v>0.787</c:v>
                </c:pt>
                <c:pt idx="1575">
                  <c:v>0.7875</c:v>
                </c:pt>
                <c:pt idx="1576">
                  <c:v>0.788</c:v>
                </c:pt>
                <c:pt idx="1577">
                  <c:v>0.7885</c:v>
                </c:pt>
                <c:pt idx="1578">
                  <c:v>0.789</c:v>
                </c:pt>
                <c:pt idx="1579">
                  <c:v>0.7895</c:v>
                </c:pt>
                <c:pt idx="1580">
                  <c:v>0.79</c:v>
                </c:pt>
                <c:pt idx="1581">
                  <c:v>0.7905</c:v>
                </c:pt>
                <c:pt idx="1582">
                  <c:v>0.791</c:v>
                </c:pt>
                <c:pt idx="1583">
                  <c:v>0.7915</c:v>
                </c:pt>
                <c:pt idx="1584">
                  <c:v>0.792</c:v>
                </c:pt>
                <c:pt idx="1585">
                  <c:v>0.7925</c:v>
                </c:pt>
                <c:pt idx="1586">
                  <c:v>0.793</c:v>
                </c:pt>
                <c:pt idx="1587">
                  <c:v>0.7935</c:v>
                </c:pt>
                <c:pt idx="1588">
                  <c:v>0.794</c:v>
                </c:pt>
                <c:pt idx="1589">
                  <c:v>0.7945</c:v>
                </c:pt>
                <c:pt idx="1590">
                  <c:v>0.795</c:v>
                </c:pt>
                <c:pt idx="1591">
                  <c:v>0.7955</c:v>
                </c:pt>
                <c:pt idx="1592">
                  <c:v>0.796</c:v>
                </c:pt>
                <c:pt idx="1593">
                  <c:v>0.7965</c:v>
                </c:pt>
                <c:pt idx="1594">
                  <c:v>0.797</c:v>
                </c:pt>
                <c:pt idx="1595">
                  <c:v>0.7975</c:v>
                </c:pt>
                <c:pt idx="1596">
                  <c:v>0.798</c:v>
                </c:pt>
                <c:pt idx="1597">
                  <c:v>0.7985</c:v>
                </c:pt>
                <c:pt idx="1598">
                  <c:v>0.799</c:v>
                </c:pt>
                <c:pt idx="1599">
                  <c:v>0.7995</c:v>
                </c:pt>
                <c:pt idx="1600">
                  <c:v>0.8</c:v>
                </c:pt>
                <c:pt idx="1601">
                  <c:v>0.8005</c:v>
                </c:pt>
                <c:pt idx="1602">
                  <c:v>0.801</c:v>
                </c:pt>
                <c:pt idx="1603">
                  <c:v>0.8015</c:v>
                </c:pt>
                <c:pt idx="1604">
                  <c:v>0.802</c:v>
                </c:pt>
                <c:pt idx="1605">
                  <c:v>0.8025</c:v>
                </c:pt>
                <c:pt idx="1606">
                  <c:v>0.803</c:v>
                </c:pt>
                <c:pt idx="1607">
                  <c:v>0.8035</c:v>
                </c:pt>
                <c:pt idx="1608">
                  <c:v>0.804</c:v>
                </c:pt>
                <c:pt idx="1609">
                  <c:v>0.8045</c:v>
                </c:pt>
                <c:pt idx="1610">
                  <c:v>0.805</c:v>
                </c:pt>
                <c:pt idx="1611">
                  <c:v>0.8055</c:v>
                </c:pt>
                <c:pt idx="1612">
                  <c:v>0.806</c:v>
                </c:pt>
                <c:pt idx="1613">
                  <c:v>0.8065</c:v>
                </c:pt>
                <c:pt idx="1614">
                  <c:v>0.807</c:v>
                </c:pt>
                <c:pt idx="1615">
                  <c:v>0.8075</c:v>
                </c:pt>
                <c:pt idx="1616">
                  <c:v>0.808</c:v>
                </c:pt>
                <c:pt idx="1617">
                  <c:v>0.8085</c:v>
                </c:pt>
                <c:pt idx="1618">
                  <c:v>0.809</c:v>
                </c:pt>
                <c:pt idx="1619">
                  <c:v>0.8095</c:v>
                </c:pt>
                <c:pt idx="1620">
                  <c:v>0.81</c:v>
                </c:pt>
                <c:pt idx="1621">
                  <c:v>0.8105</c:v>
                </c:pt>
                <c:pt idx="1622">
                  <c:v>0.811</c:v>
                </c:pt>
                <c:pt idx="1623">
                  <c:v>0.8115</c:v>
                </c:pt>
                <c:pt idx="1624">
                  <c:v>0.812</c:v>
                </c:pt>
                <c:pt idx="1625">
                  <c:v>0.8125</c:v>
                </c:pt>
                <c:pt idx="1626">
                  <c:v>0.813</c:v>
                </c:pt>
                <c:pt idx="1627">
                  <c:v>0.8135</c:v>
                </c:pt>
                <c:pt idx="1628">
                  <c:v>0.814</c:v>
                </c:pt>
                <c:pt idx="1629">
                  <c:v>0.8145</c:v>
                </c:pt>
                <c:pt idx="1630">
                  <c:v>0.815</c:v>
                </c:pt>
                <c:pt idx="1631">
                  <c:v>0.8155</c:v>
                </c:pt>
                <c:pt idx="1632">
                  <c:v>0.816</c:v>
                </c:pt>
                <c:pt idx="1633">
                  <c:v>0.8165</c:v>
                </c:pt>
                <c:pt idx="1634">
                  <c:v>0.817</c:v>
                </c:pt>
                <c:pt idx="1635">
                  <c:v>0.8175</c:v>
                </c:pt>
                <c:pt idx="1636">
                  <c:v>0.818</c:v>
                </c:pt>
                <c:pt idx="1637">
                  <c:v>0.8185</c:v>
                </c:pt>
                <c:pt idx="1638">
                  <c:v>0.819</c:v>
                </c:pt>
                <c:pt idx="1639">
                  <c:v>0.8195</c:v>
                </c:pt>
                <c:pt idx="1640">
                  <c:v>0.82</c:v>
                </c:pt>
                <c:pt idx="1641">
                  <c:v>0.8205</c:v>
                </c:pt>
                <c:pt idx="1642">
                  <c:v>0.821</c:v>
                </c:pt>
                <c:pt idx="1643">
                  <c:v>0.8215</c:v>
                </c:pt>
                <c:pt idx="1644">
                  <c:v>0.822</c:v>
                </c:pt>
                <c:pt idx="1645">
                  <c:v>0.8225</c:v>
                </c:pt>
                <c:pt idx="1646">
                  <c:v>0.823</c:v>
                </c:pt>
                <c:pt idx="1647">
                  <c:v>0.8235</c:v>
                </c:pt>
                <c:pt idx="1648">
                  <c:v>0.824</c:v>
                </c:pt>
                <c:pt idx="1649">
                  <c:v>0.8245</c:v>
                </c:pt>
                <c:pt idx="1650">
                  <c:v>0.825</c:v>
                </c:pt>
                <c:pt idx="1651">
                  <c:v>0.8255</c:v>
                </c:pt>
                <c:pt idx="1652">
                  <c:v>0.826</c:v>
                </c:pt>
                <c:pt idx="1653">
                  <c:v>0.8265</c:v>
                </c:pt>
                <c:pt idx="1654">
                  <c:v>0.827</c:v>
                </c:pt>
                <c:pt idx="1655">
                  <c:v>0.8275</c:v>
                </c:pt>
                <c:pt idx="1656">
                  <c:v>0.828</c:v>
                </c:pt>
                <c:pt idx="1657">
                  <c:v>0.8285</c:v>
                </c:pt>
                <c:pt idx="1658">
                  <c:v>0.829</c:v>
                </c:pt>
                <c:pt idx="1659">
                  <c:v>0.8295</c:v>
                </c:pt>
                <c:pt idx="1660">
                  <c:v>0.83</c:v>
                </c:pt>
                <c:pt idx="1661">
                  <c:v>0.8305</c:v>
                </c:pt>
                <c:pt idx="1662">
                  <c:v>0.831</c:v>
                </c:pt>
                <c:pt idx="1663">
                  <c:v>0.8315</c:v>
                </c:pt>
                <c:pt idx="1664">
                  <c:v>0.832</c:v>
                </c:pt>
                <c:pt idx="1665">
                  <c:v>0.8325</c:v>
                </c:pt>
                <c:pt idx="1666">
                  <c:v>0.833</c:v>
                </c:pt>
                <c:pt idx="1667">
                  <c:v>0.8335</c:v>
                </c:pt>
                <c:pt idx="1668">
                  <c:v>0.834</c:v>
                </c:pt>
                <c:pt idx="1669">
                  <c:v>0.8345</c:v>
                </c:pt>
                <c:pt idx="1670">
                  <c:v>0.835</c:v>
                </c:pt>
                <c:pt idx="1671">
                  <c:v>0.8355</c:v>
                </c:pt>
                <c:pt idx="1672">
                  <c:v>0.836</c:v>
                </c:pt>
                <c:pt idx="1673">
                  <c:v>0.8365</c:v>
                </c:pt>
                <c:pt idx="1674">
                  <c:v>0.837</c:v>
                </c:pt>
                <c:pt idx="1675">
                  <c:v>0.8375</c:v>
                </c:pt>
                <c:pt idx="1676">
                  <c:v>0.838</c:v>
                </c:pt>
                <c:pt idx="1677">
                  <c:v>0.8385</c:v>
                </c:pt>
                <c:pt idx="1678">
                  <c:v>0.839</c:v>
                </c:pt>
                <c:pt idx="1679">
                  <c:v>0.8395</c:v>
                </c:pt>
                <c:pt idx="1680">
                  <c:v>0.84</c:v>
                </c:pt>
                <c:pt idx="1681">
                  <c:v>0.8405</c:v>
                </c:pt>
                <c:pt idx="1682">
                  <c:v>0.841</c:v>
                </c:pt>
                <c:pt idx="1683">
                  <c:v>0.8415</c:v>
                </c:pt>
                <c:pt idx="1684">
                  <c:v>0.842</c:v>
                </c:pt>
                <c:pt idx="1685">
                  <c:v>0.8425</c:v>
                </c:pt>
                <c:pt idx="1686">
                  <c:v>0.843</c:v>
                </c:pt>
                <c:pt idx="1687">
                  <c:v>0.8435</c:v>
                </c:pt>
                <c:pt idx="1688">
                  <c:v>0.844</c:v>
                </c:pt>
                <c:pt idx="1689">
                  <c:v>0.8445</c:v>
                </c:pt>
                <c:pt idx="1690">
                  <c:v>0.845</c:v>
                </c:pt>
                <c:pt idx="1691">
                  <c:v>0.8455</c:v>
                </c:pt>
                <c:pt idx="1692">
                  <c:v>0.846</c:v>
                </c:pt>
                <c:pt idx="1693">
                  <c:v>0.8465</c:v>
                </c:pt>
                <c:pt idx="1694">
                  <c:v>0.847</c:v>
                </c:pt>
                <c:pt idx="1695">
                  <c:v>0.8475</c:v>
                </c:pt>
                <c:pt idx="1696">
                  <c:v>0.848</c:v>
                </c:pt>
                <c:pt idx="1697">
                  <c:v>0.8485</c:v>
                </c:pt>
                <c:pt idx="1698">
                  <c:v>0.849</c:v>
                </c:pt>
                <c:pt idx="1699">
                  <c:v>0.8495</c:v>
                </c:pt>
                <c:pt idx="1700">
                  <c:v>0.85</c:v>
                </c:pt>
                <c:pt idx="1701">
                  <c:v>0.8505</c:v>
                </c:pt>
                <c:pt idx="1702">
                  <c:v>0.851</c:v>
                </c:pt>
                <c:pt idx="1703">
                  <c:v>0.8515</c:v>
                </c:pt>
                <c:pt idx="1704">
                  <c:v>0.852</c:v>
                </c:pt>
                <c:pt idx="1705">
                  <c:v>0.8525</c:v>
                </c:pt>
                <c:pt idx="1706">
                  <c:v>0.853</c:v>
                </c:pt>
                <c:pt idx="1707">
                  <c:v>0.8535</c:v>
                </c:pt>
                <c:pt idx="1708">
                  <c:v>0.854</c:v>
                </c:pt>
                <c:pt idx="1709">
                  <c:v>0.8545</c:v>
                </c:pt>
                <c:pt idx="1710">
                  <c:v>0.855</c:v>
                </c:pt>
                <c:pt idx="1711">
                  <c:v>0.8555</c:v>
                </c:pt>
                <c:pt idx="1712">
                  <c:v>0.856</c:v>
                </c:pt>
                <c:pt idx="1713">
                  <c:v>0.8565</c:v>
                </c:pt>
                <c:pt idx="1714">
                  <c:v>0.857</c:v>
                </c:pt>
                <c:pt idx="1715">
                  <c:v>0.8575</c:v>
                </c:pt>
                <c:pt idx="1716">
                  <c:v>0.858</c:v>
                </c:pt>
                <c:pt idx="1717">
                  <c:v>0.8585</c:v>
                </c:pt>
                <c:pt idx="1718">
                  <c:v>0.859</c:v>
                </c:pt>
                <c:pt idx="1719">
                  <c:v>0.8595</c:v>
                </c:pt>
                <c:pt idx="1720">
                  <c:v>0.86</c:v>
                </c:pt>
                <c:pt idx="1721">
                  <c:v>0.8605</c:v>
                </c:pt>
                <c:pt idx="1722">
                  <c:v>0.861</c:v>
                </c:pt>
                <c:pt idx="1723">
                  <c:v>0.8615</c:v>
                </c:pt>
                <c:pt idx="1724">
                  <c:v>0.862</c:v>
                </c:pt>
                <c:pt idx="1725">
                  <c:v>0.8625</c:v>
                </c:pt>
                <c:pt idx="1726">
                  <c:v>0.863</c:v>
                </c:pt>
                <c:pt idx="1727">
                  <c:v>0.8635</c:v>
                </c:pt>
                <c:pt idx="1728">
                  <c:v>0.864</c:v>
                </c:pt>
                <c:pt idx="1729">
                  <c:v>0.8645</c:v>
                </c:pt>
                <c:pt idx="1730">
                  <c:v>0.865</c:v>
                </c:pt>
                <c:pt idx="1731">
                  <c:v>0.8655</c:v>
                </c:pt>
                <c:pt idx="1732">
                  <c:v>0.866</c:v>
                </c:pt>
                <c:pt idx="1733">
                  <c:v>0.8665</c:v>
                </c:pt>
                <c:pt idx="1734">
                  <c:v>0.867</c:v>
                </c:pt>
                <c:pt idx="1735">
                  <c:v>0.8675</c:v>
                </c:pt>
                <c:pt idx="1736">
                  <c:v>0.868</c:v>
                </c:pt>
                <c:pt idx="1737">
                  <c:v>0.8685</c:v>
                </c:pt>
                <c:pt idx="1738">
                  <c:v>0.869</c:v>
                </c:pt>
                <c:pt idx="1739">
                  <c:v>0.8695</c:v>
                </c:pt>
                <c:pt idx="1740">
                  <c:v>0.87</c:v>
                </c:pt>
                <c:pt idx="1741">
                  <c:v>0.8705</c:v>
                </c:pt>
                <c:pt idx="1742">
                  <c:v>0.871</c:v>
                </c:pt>
                <c:pt idx="1743">
                  <c:v>0.8715</c:v>
                </c:pt>
                <c:pt idx="1744">
                  <c:v>0.872</c:v>
                </c:pt>
                <c:pt idx="1745">
                  <c:v>0.8725</c:v>
                </c:pt>
                <c:pt idx="1746">
                  <c:v>0.873</c:v>
                </c:pt>
                <c:pt idx="1747">
                  <c:v>0.8735</c:v>
                </c:pt>
                <c:pt idx="1748">
                  <c:v>0.874</c:v>
                </c:pt>
                <c:pt idx="1749">
                  <c:v>0.8745</c:v>
                </c:pt>
                <c:pt idx="1750">
                  <c:v>0.875</c:v>
                </c:pt>
                <c:pt idx="1751">
                  <c:v>0.8755</c:v>
                </c:pt>
                <c:pt idx="1752">
                  <c:v>0.876</c:v>
                </c:pt>
                <c:pt idx="1753">
                  <c:v>0.8765</c:v>
                </c:pt>
                <c:pt idx="1754">
                  <c:v>0.877</c:v>
                </c:pt>
                <c:pt idx="1755">
                  <c:v>0.8775</c:v>
                </c:pt>
                <c:pt idx="1756">
                  <c:v>0.878</c:v>
                </c:pt>
                <c:pt idx="1757">
                  <c:v>0.8785</c:v>
                </c:pt>
                <c:pt idx="1758">
                  <c:v>0.879</c:v>
                </c:pt>
                <c:pt idx="1759">
                  <c:v>0.8795</c:v>
                </c:pt>
                <c:pt idx="1760">
                  <c:v>0.88</c:v>
                </c:pt>
                <c:pt idx="1761">
                  <c:v>0.8805</c:v>
                </c:pt>
                <c:pt idx="1762">
                  <c:v>0.881</c:v>
                </c:pt>
                <c:pt idx="1763">
                  <c:v>0.8815</c:v>
                </c:pt>
                <c:pt idx="1764">
                  <c:v>0.882</c:v>
                </c:pt>
                <c:pt idx="1765">
                  <c:v>0.8825</c:v>
                </c:pt>
                <c:pt idx="1766">
                  <c:v>0.883</c:v>
                </c:pt>
                <c:pt idx="1767">
                  <c:v>0.8835</c:v>
                </c:pt>
                <c:pt idx="1768">
                  <c:v>0.884</c:v>
                </c:pt>
                <c:pt idx="1769">
                  <c:v>0.8845</c:v>
                </c:pt>
                <c:pt idx="1770">
                  <c:v>0.885</c:v>
                </c:pt>
                <c:pt idx="1771">
                  <c:v>0.8855</c:v>
                </c:pt>
                <c:pt idx="1772">
                  <c:v>0.886</c:v>
                </c:pt>
                <c:pt idx="1773">
                  <c:v>0.8865</c:v>
                </c:pt>
                <c:pt idx="1774">
                  <c:v>0.887</c:v>
                </c:pt>
                <c:pt idx="1775">
                  <c:v>0.8875</c:v>
                </c:pt>
                <c:pt idx="1776">
                  <c:v>0.888</c:v>
                </c:pt>
                <c:pt idx="1777">
                  <c:v>0.8885</c:v>
                </c:pt>
                <c:pt idx="1778">
                  <c:v>0.889</c:v>
                </c:pt>
                <c:pt idx="1779">
                  <c:v>0.8895</c:v>
                </c:pt>
                <c:pt idx="1780">
                  <c:v>0.89</c:v>
                </c:pt>
                <c:pt idx="1781">
                  <c:v>0.8905</c:v>
                </c:pt>
                <c:pt idx="1782">
                  <c:v>0.891</c:v>
                </c:pt>
                <c:pt idx="1783">
                  <c:v>0.8915</c:v>
                </c:pt>
                <c:pt idx="1784">
                  <c:v>0.892</c:v>
                </c:pt>
                <c:pt idx="1785">
                  <c:v>0.8925</c:v>
                </c:pt>
                <c:pt idx="1786">
                  <c:v>0.893</c:v>
                </c:pt>
                <c:pt idx="1787">
                  <c:v>0.8935</c:v>
                </c:pt>
                <c:pt idx="1788">
                  <c:v>0.894</c:v>
                </c:pt>
                <c:pt idx="1789">
                  <c:v>0.8945</c:v>
                </c:pt>
                <c:pt idx="1790">
                  <c:v>0.895</c:v>
                </c:pt>
                <c:pt idx="1791">
                  <c:v>0.8955</c:v>
                </c:pt>
                <c:pt idx="1792">
                  <c:v>0.896</c:v>
                </c:pt>
                <c:pt idx="1793">
                  <c:v>0.8965</c:v>
                </c:pt>
                <c:pt idx="1794">
                  <c:v>0.897</c:v>
                </c:pt>
                <c:pt idx="1795">
                  <c:v>0.8975</c:v>
                </c:pt>
                <c:pt idx="1796">
                  <c:v>0.898</c:v>
                </c:pt>
                <c:pt idx="1797">
                  <c:v>0.8985</c:v>
                </c:pt>
                <c:pt idx="1798">
                  <c:v>0.899</c:v>
                </c:pt>
                <c:pt idx="1799">
                  <c:v>0.8995</c:v>
                </c:pt>
                <c:pt idx="1800">
                  <c:v>0.9</c:v>
                </c:pt>
                <c:pt idx="1801">
                  <c:v>0.9005</c:v>
                </c:pt>
                <c:pt idx="1802">
                  <c:v>0.901</c:v>
                </c:pt>
                <c:pt idx="1803">
                  <c:v>0.9015</c:v>
                </c:pt>
                <c:pt idx="1804">
                  <c:v>0.902</c:v>
                </c:pt>
                <c:pt idx="1805">
                  <c:v>0.9025</c:v>
                </c:pt>
                <c:pt idx="1806">
                  <c:v>0.903</c:v>
                </c:pt>
                <c:pt idx="1807">
                  <c:v>0.9035</c:v>
                </c:pt>
                <c:pt idx="1808">
                  <c:v>0.904</c:v>
                </c:pt>
                <c:pt idx="1809">
                  <c:v>0.9045</c:v>
                </c:pt>
                <c:pt idx="1810">
                  <c:v>0.905</c:v>
                </c:pt>
                <c:pt idx="1811">
                  <c:v>0.9055</c:v>
                </c:pt>
                <c:pt idx="1812">
                  <c:v>0.906</c:v>
                </c:pt>
                <c:pt idx="1813">
                  <c:v>0.9065</c:v>
                </c:pt>
                <c:pt idx="1814">
                  <c:v>0.907</c:v>
                </c:pt>
                <c:pt idx="1815">
                  <c:v>0.9075</c:v>
                </c:pt>
                <c:pt idx="1816">
                  <c:v>0.908</c:v>
                </c:pt>
                <c:pt idx="1817">
                  <c:v>0.9085</c:v>
                </c:pt>
                <c:pt idx="1818">
                  <c:v>0.909</c:v>
                </c:pt>
                <c:pt idx="1819">
                  <c:v>0.9095</c:v>
                </c:pt>
                <c:pt idx="1820">
                  <c:v>0.91</c:v>
                </c:pt>
                <c:pt idx="1821">
                  <c:v>0.9105</c:v>
                </c:pt>
                <c:pt idx="1822">
                  <c:v>0.911</c:v>
                </c:pt>
                <c:pt idx="1823">
                  <c:v>0.9115</c:v>
                </c:pt>
                <c:pt idx="1824">
                  <c:v>0.912</c:v>
                </c:pt>
                <c:pt idx="1825">
                  <c:v>0.9125</c:v>
                </c:pt>
                <c:pt idx="1826">
                  <c:v>0.913</c:v>
                </c:pt>
                <c:pt idx="1827">
                  <c:v>0.9135</c:v>
                </c:pt>
                <c:pt idx="1828">
                  <c:v>0.914</c:v>
                </c:pt>
                <c:pt idx="1829">
                  <c:v>0.9145</c:v>
                </c:pt>
                <c:pt idx="1830">
                  <c:v>0.915</c:v>
                </c:pt>
                <c:pt idx="1831">
                  <c:v>0.9155</c:v>
                </c:pt>
                <c:pt idx="1832">
                  <c:v>0.916</c:v>
                </c:pt>
                <c:pt idx="1833">
                  <c:v>0.9165</c:v>
                </c:pt>
                <c:pt idx="1834">
                  <c:v>0.917</c:v>
                </c:pt>
                <c:pt idx="1835">
                  <c:v>0.9175</c:v>
                </c:pt>
                <c:pt idx="1836">
                  <c:v>0.918</c:v>
                </c:pt>
                <c:pt idx="1837">
                  <c:v>0.9185</c:v>
                </c:pt>
                <c:pt idx="1838">
                  <c:v>0.919</c:v>
                </c:pt>
                <c:pt idx="1839">
                  <c:v>0.9195</c:v>
                </c:pt>
                <c:pt idx="1840">
                  <c:v>0.92</c:v>
                </c:pt>
                <c:pt idx="1841">
                  <c:v>0.9205</c:v>
                </c:pt>
                <c:pt idx="1842">
                  <c:v>0.921</c:v>
                </c:pt>
                <c:pt idx="1843">
                  <c:v>0.9215</c:v>
                </c:pt>
                <c:pt idx="1844">
                  <c:v>0.922</c:v>
                </c:pt>
                <c:pt idx="1845">
                  <c:v>0.9225</c:v>
                </c:pt>
                <c:pt idx="1846">
                  <c:v>0.923</c:v>
                </c:pt>
                <c:pt idx="1847">
                  <c:v>0.9235</c:v>
                </c:pt>
                <c:pt idx="1848">
                  <c:v>0.924</c:v>
                </c:pt>
                <c:pt idx="1849">
                  <c:v>0.9245</c:v>
                </c:pt>
                <c:pt idx="1850">
                  <c:v>0.925</c:v>
                </c:pt>
                <c:pt idx="1851">
                  <c:v>0.9255</c:v>
                </c:pt>
                <c:pt idx="1852">
                  <c:v>0.926</c:v>
                </c:pt>
                <c:pt idx="1853">
                  <c:v>0.9265</c:v>
                </c:pt>
                <c:pt idx="1854">
                  <c:v>0.927</c:v>
                </c:pt>
                <c:pt idx="1855">
                  <c:v>0.9275</c:v>
                </c:pt>
                <c:pt idx="1856">
                  <c:v>0.928</c:v>
                </c:pt>
                <c:pt idx="1857">
                  <c:v>0.9285</c:v>
                </c:pt>
                <c:pt idx="1858">
                  <c:v>0.929</c:v>
                </c:pt>
                <c:pt idx="1859">
                  <c:v>0.9295</c:v>
                </c:pt>
                <c:pt idx="1860">
                  <c:v>0.93</c:v>
                </c:pt>
                <c:pt idx="1861">
                  <c:v>0.9305</c:v>
                </c:pt>
                <c:pt idx="1862">
                  <c:v>0.931</c:v>
                </c:pt>
                <c:pt idx="1863">
                  <c:v>0.9315</c:v>
                </c:pt>
                <c:pt idx="1864">
                  <c:v>0.932</c:v>
                </c:pt>
                <c:pt idx="1865">
                  <c:v>0.9325</c:v>
                </c:pt>
                <c:pt idx="1866">
                  <c:v>0.933</c:v>
                </c:pt>
                <c:pt idx="1867">
                  <c:v>0.9335</c:v>
                </c:pt>
                <c:pt idx="1868">
                  <c:v>0.934</c:v>
                </c:pt>
                <c:pt idx="1869">
                  <c:v>0.9345</c:v>
                </c:pt>
                <c:pt idx="1870">
                  <c:v>0.935</c:v>
                </c:pt>
                <c:pt idx="1871">
                  <c:v>0.9355</c:v>
                </c:pt>
                <c:pt idx="1872">
                  <c:v>0.936</c:v>
                </c:pt>
                <c:pt idx="1873">
                  <c:v>0.9365</c:v>
                </c:pt>
                <c:pt idx="1874">
                  <c:v>0.937</c:v>
                </c:pt>
                <c:pt idx="1875">
                  <c:v>0.9375</c:v>
                </c:pt>
                <c:pt idx="1876">
                  <c:v>0.938</c:v>
                </c:pt>
                <c:pt idx="1877">
                  <c:v>0.9385</c:v>
                </c:pt>
                <c:pt idx="1878">
                  <c:v>0.939</c:v>
                </c:pt>
                <c:pt idx="1879">
                  <c:v>0.9395</c:v>
                </c:pt>
                <c:pt idx="1880">
                  <c:v>0.94</c:v>
                </c:pt>
                <c:pt idx="1881">
                  <c:v>0.9405</c:v>
                </c:pt>
                <c:pt idx="1882">
                  <c:v>0.941</c:v>
                </c:pt>
                <c:pt idx="1883">
                  <c:v>0.9415</c:v>
                </c:pt>
                <c:pt idx="1884">
                  <c:v>0.942</c:v>
                </c:pt>
                <c:pt idx="1885">
                  <c:v>0.9425</c:v>
                </c:pt>
                <c:pt idx="1886">
                  <c:v>0.943</c:v>
                </c:pt>
                <c:pt idx="1887">
                  <c:v>0.9435</c:v>
                </c:pt>
                <c:pt idx="1888">
                  <c:v>0.944</c:v>
                </c:pt>
                <c:pt idx="1889">
                  <c:v>0.9445</c:v>
                </c:pt>
                <c:pt idx="1890">
                  <c:v>0.945</c:v>
                </c:pt>
                <c:pt idx="1891">
                  <c:v>0.9455</c:v>
                </c:pt>
                <c:pt idx="1892">
                  <c:v>0.946</c:v>
                </c:pt>
                <c:pt idx="1893">
                  <c:v>0.9465</c:v>
                </c:pt>
                <c:pt idx="1894">
                  <c:v>0.947</c:v>
                </c:pt>
                <c:pt idx="1895">
                  <c:v>0.9475</c:v>
                </c:pt>
                <c:pt idx="1896">
                  <c:v>0.948</c:v>
                </c:pt>
                <c:pt idx="1897">
                  <c:v>0.9485</c:v>
                </c:pt>
                <c:pt idx="1898">
                  <c:v>0.949</c:v>
                </c:pt>
                <c:pt idx="1899">
                  <c:v>0.9495</c:v>
                </c:pt>
                <c:pt idx="1900">
                  <c:v>0.95</c:v>
                </c:pt>
                <c:pt idx="1901">
                  <c:v>0.9505</c:v>
                </c:pt>
                <c:pt idx="1902">
                  <c:v>0.951</c:v>
                </c:pt>
                <c:pt idx="1903">
                  <c:v>0.9515</c:v>
                </c:pt>
                <c:pt idx="1904">
                  <c:v>0.952</c:v>
                </c:pt>
                <c:pt idx="1905">
                  <c:v>0.9525</c:v>
                </c:pt>
                <c:pt idx="1906">
                  <c:v>0.953</c:v>
                </c:pt>
                <c:pt idx="1907">
                  <c:v>0.9535</c:v>
                </c:pt>
                <c:pt idx="1908">
                  <c:v>0.954</c:v>
                </c:pt>
                <c:pt idx="1909">
                  <c:v>0.9545</c:v>
                </c:pt>
                <c:pt idx="1910">
                  <c:v>0.955</c:v>
                </c:pt>
                <c:pt idx="1911">
                  <c:v>0.9555</c:v>
                </c:pt>
                <c:pt idx="1912">
                  <c:v>0.956</c:v>
                </c:pt>
                <c:pt idx="1913">
                  <c:v>0.9565</c:v>
                </c:pt>
                <c:pt idx="1914">
                  <c:v>0.957</c:v>
                </c:pt>
                <c:pt idx="1915">
                  <c:v>0.9575</c:v>
                </c:pt>
                <c:pt idx="1916">
                  <c:v>0.958</c:v>
                </c:pt>
                <c:pt idx="1917">
                  <c:v>0.9585</c:v>
                </c:pt>
                <c:pt idx="1918">
                  <c:v>0.959</c:v>
                </c:pt>
                <c:pt idx="1919">
                  <c:v>0.9595</c:v>
                </c:pt>
                <c:pt idx="1920">
                  <c:v>0.96</c:v>
                </c:pt>
                <c:pt idx="1921">
                  <c:v>0.9605</c:v>
                </c:pt>
                <c:pt idx="1922">
                  <c:v>0.961</c:v>
                </c:pt>
                <c:pt idx="1923">
                  <c:v>0.9615</c:v>
                </c:pt>
                <c:pt idx="1924">
                  <c:v>0.962</c:v>
                </c:pt>
                <c:pt idx="1925">
                  <c:v>0.9625</c:v>
                </c:pt>
                <c:pt idx="1926">
                  <c:v>0.963</c:v>
                </c:pt>
                <c:pt idx="1927">
                  <c:v>0.9635</c:v>
                </c:pt>
                <c:pt idx="1928">
                  <c:v>0.964</c:v>
                </c:pt>
                <c:pt idx="1929">
                  <c:v>0.9645</c:v>
                </c:pt>
                <c:pt idx="1930">
                  <c:v>0.965</c:v>
                </c:pt>
                <c:pt idx="1931">
                  <c:v>0.9655</c:v>
                </c:pt>
                <c:pt idx="1932">
                  <c:v>0.966</c:v>
                </c:pt>
                <c:pt idx="1933">
                  <c:v>0.9665</c:v>
                </c:pt>
                <c:pt idx="1934">
                  <c:v>0.967</c:v>
                </c:pt>
                <c:pt idx="1935">
                  <c:v>0.9675</c:v>
                </c:pt>
                <c:pt idx="1936">
                  <c:v>0.968</c:v>
                </c:pt>
                <c:pt idx="1937">
                  <c:v>0.9685</c:v>
                </c:pt>
                <c:pt idx="1938">
                  <c:v>0.969</c:v>
                </c:pt>
                <c:pt idx="1939">
                  <c:v>0.9695</c:v>
                </c:pt>
                <c:pt idx="1940">
                  <c:v>0.97</c:v>
                </c:pt>
                <c:pt idx="1941">
                  <c:v>0.9705</c:v>
                </c:pt>
                <c:pt idx="1942">
                  <c:v>0.971</c:v>
                </c:pt>
                <c:pt idx="1943">
                  <c:v>0.9715</c:v>
                </c:pt>
                <c:pt idx="1944">
                  <c:v>0.972</c:v>
                </c:pt>
                <c:pt idx="1945">
                  <c:v>0.9725</c:v>
                </c:pt>
                <c:pt idx="1946">
                  <c:v>0.973</c:v>
                </c:pt>
                <c:pt idx="1947">
                  <c:v>0.9735</c:v>
                </c:pt>
                <c:pt idx="1948">
                  <c:v>0.974</c:v>
                </c:pt>
                <c:pt idx="1949">
                  <c:v>0.9745</c:v>
                </c:pt>
                <c:pt idx="1950">
                  <c:v>0.975</c:v>
                </c:pt>
                <c:pt idx="1951">
                  <c:v>0.9755</c:v>
                </c:pt>
                <c:pt idx="1952">
                  <c:v>0.976</c:v>
                </c:pt>
                <c:pt idx="1953">
                  <c:v>0.9765</c:v>
                </c:pt>
                <c:pt idx="1954">
                  <c:v>0.977</c:v>
                </c:pt>
                <c:pt idx="1955">
                  <c:v>0.9775</c:v>
                </c:pt>
                <c:pt idx="1956">
                  <c:v>0.978</c:v>
                </c:pt>
                <c:pt idx="1957">
                  <c:v>0.9785</c:v>
                </c:pt>
                <c:pt idx="1958">
                  <c:v>0.979</c:v>
                </c:pt>
                <c:pt idx="1959">
                  <c:v>0.9795</c:v>
                </c:pt>
                <c:pt idx="1960">
                  <c:v>0.98</c:v>
                </c:pt>
                <c:pt idx="1961">
                  <c:v>0.9805</c:v>
                </c:pt>
                <c:pt idx="1962">
                  <c:v>0.981</c:v>
                </c:pt>
                <c:pt idx="1963">
                  <c:v>0.9815</c:v>
                </c:pt>
                <c:pt idx="1964">
                  <c:v>0.982</c:v>
                </c:pt>
                <c:pt idx="1965">
                  <c:v>0.9825</c:v>
                </c:pt>
                <c:pt idx="1966">
                  <c:v>0.983</c:v>
                </c:pt>
                <c:pt idx="1967">
                  <c:v>0.9835</c:v>
                </c:pt>
                <c:pt idx="1968">
                  <c:v>0.984</c:v>
                </c:pt>
                <c:pt idx="1969">
                  <c:v>0.9845</c:v>
                </c:pt>
                <c:pt idx="1970">
                  <c:v>0.985</c:v>
                </c:pt>
                <c:pt idx="1971">
                  <c:v>0.9855</c:v>
                </c:pt>
                <c:pt idx="1972">
                  <c:v>0.986</c:v>
                </c:pt>
                <c:pt idx="1973">
                  <c:v>0.9865</c:v>
                </c:pt>
                <c:pt idx="1974">
                  <c:v>0.987</c:v>
                </c:pt>
                <c:pt idx="1975">
                  <c:v>0.9875</c:v>
                </c:pt>
                <c:pt idx="1976">
                  <c:v>0.988</c:v>
                </c:pt>
                <c:pt idx="1977">
                  <c:v>0.9885</c:v>
                </c:pt>
                <c:pt idx="1978">
                  <c:v>0.989</c:v>
                </c:pt>
                <c:pt idx="1979">
                  <c:v>0.9895</c:v>
                </c:pt>
                <c:pt idx="1980">
                  <c:v>0.99</c:v>
                </c:pt>
                <c:pt idx="1981">
                  <c:v>0.9905</c:v>
                </c:pt>
                <c:pt idx="1982">
                  <c:v>0.991</c:v>
                </c:pt>
                <c:pt idx="1983">
                  <c:v>0.9915</c:v>
                </c:pt>
                <c:pt idx="1984">
                  <c:v>0.992</c:v>
                </c:pt>
                <c:pt idx="1985">
                  <c:v>0.9925</c:v>
                </c:pt>
                <c:pt idx="1986">
                  <c:v>0.993</c:v>
                </c:pt>
                <c:pt idx="1987">
                  <c:v>0.9935</c:v>
                </c:pt>
                <c:pt idx="1988">
                  <c:v>0.994</c:v>
                </c:pt>
                <c:pt idx="1989">
                  <c:v>0.9945</c:v>
                </c:pt>
                <c:pt idx="1990">
                  <c:v>0.995</c:v>
                </c:pt>
                <c:pt idx="1991">
                  <c:v>0.9955</c:v>
                </c:pt>
                <c:pt idx="1992">
                  <c:v>0.996</c:v>
                </c:pt>
                <c:pt idx="1993">
                  <c:v>0.9965</c:v>
                </c:pt>
                <c:pt idx="1994">
                  <c:v>0.997</c:v>
                </c:pt>
                <c:pt idx="1995">
                  <c:v>0.9975</c:v>
                </c:pt>
                <c:pt idx="1996">
                  <c:v>0.998</c:v>
                </c:pt>
                <c:pt idx="1997">
                  <c:v>0.9985</c:v>
                </c:pt>
                <c:pt idx="1998">
                  <c:v>0.999</c:v>
                </c:pt>
                <c:pt idx="1999">
                  <c:v>0.9995</c:v>
                </c:pt>
                <c:pt idx="2000">
                  <c:v>1</c:v>
                </c:pt>
              </c:numCache>
            </c:numRef>
          </c:xVal>
          <c:yVal>
            <c:numRef>
              <c:f>Sheet1!$B$2:$B$2002</c:f>
              <c:numCache>
                <c:formatCode>General</c:formatCode>
                <c:ptCount val="2001"/>
                <c:pt idx="0">
                  <c:v>80</c:v>
                </c:pt>
                <c:pt idx="1">
                  <c:v>79.833</c:v>
                </c:pt>
                <c:pt idx="2">
                  <c:v>79.333</c:v>
                </c:pt>
                <c:pt idx="3">
                  <c:v>78.504</c:v>
                </c:pt>
                <c:pt idx="4">
                  <c:v>77.349</c:v>
                </c:pt>
                <c:pt idx="5">
                  <c:v>75.876</c:v>
                </c:pt>
                <c:pt idx="6">
                  <c:v>74.092</c:v>
                </c:pt>
                <c:pt idx="7">
                  <c:v>72.004</c:v>
                </c:pt>
                <c:pt idx="8">
                  <c:v>69.623</c:v>
                </c:pt>
                <c:pt idx="9">
                  <c:v>66.959</c:v>
                </c:pt>
                <c:pt idx="10">
                  <c:v>64.026</c:v>
                </c:pt>
                <c:pt idx="11">
                  <c:v>60.835</c:v>
                </c:pt>
                <c:pt idx="12">
                  <c:v>57.402</c:v>
                </c:pt>
                <c:pt idx="13">
                  <c:v>53.741</c:v>
                </c:pt>
                <c:pt idx="14">
                  <c:v>49.869</c:v>
                </c:pt>
                <c:pt idx="15">
                  <c:v>45.802</c:v>
                </c:pt>
                <c:pt idx="16">
                  <c:v>41.559</c:v>
                </c:pt>
                <c:pt idx="17">
                  <c:v>37.156</c:v>
                </c:pt>
                <c:pt idx="18">
                  <c:v>32.615</c:v>
                </c:pt>
                <c:pt idx="19">
                  <c:v>27.953</c:v>
                </c:pt>
                <c:pt idx="20">
                  <c:v>23.19</c:v>
                </c:pt>
                <c:pt idx="21">
                  <c:v>18.348</c:v>
                </c:pt>
                <c:pt idx="22">
                  <c:v>13.447</c:v>
                </c:pt>
                <c:pt idx="23">
                  <c:v>8.506</c:v>
                </c:pt>
                <c:pt idx="24">
                  <c:v>3.547</c:v>
                </c:pt>
                <c:pt idx="25">
                  <c:v>-1.408</c:v>
                </c:pt>
                <c:pt idx="26">
                  <c:v>-6.341</c:v>
                </c:pt>
                <c:pt idx="27">
                  <c:v>-11.229</c:v>
                </c:pt>
                <c:pt idx="28">
                  <c:v>-16.054</c:v>
                </c:pt>
                <c:pt idx="29">
                  <c:v>-20.794</c:v>
                </c:pt>
                <c:pt idx="30">
                  <c:v>-25.431</c:v>
                </c:pt>
                <c:pt idx="31">
                  <c:v>-29.945</c:v>
                </c:pt>
                <c:pt idx="32">
                  <c:v>-34.318</c:v>
                </c:pt>
                <c:pt idx="33">
                  <c:v>-38.533</c:v>
                </c:pt>
                <c:pt idx="34">
                  <c:v>-42.571</c:v>
                </c:pt>
                <c:pt idx="35">
                  <c:v>-46.418</c:v>
                </c:pt>
                <c:pt idx="36">
                  <c:v>-50.057</c:v>
                </c:pt>
                <c:pt idx="37">
                  <c:v>-53.474</c:v>
                </c:pt>
                <c:pt idx="38">
                  <c:v>-56.656</c:v>
                </c:pt>
                <c:pt idx="39">
                  <c:v>-59.591</c:v>
                </c:pt>
                <c:pt idx="40">
                  <c:v>-62.265</c:v>
                </c:pt>
                <c:pt idx="41">
                  <c:v>-64.671</c:v>
                </c:pt>
                <c:pt idx="42">
                  <c:v>-66.798</c:v>
                </c:pt>
                <c:pt idx="43">
                  <c:v>-68.639</c:v>
                </c:pt>
                <c:pt idx="44">
                  <c:v>-70.186</c:v>
                </c:pt>
                <c:pt idx="45">
                  <c:v>-71.435</c:v>
                </c:pt>
                <c:pt idx="46">
                  <c:v>-72.381</c:v>
                </c:pt>
                <c:pt idx="47">
                  <c:v>-73.022</c:v>
                </c:pt>
                <c:pt idx="48">
                  <c:v>-73.355</c:v>
                </c:pt>
                <c:pt idx="49">
                  <c:v>-73.381</c:v>
                </c:pt>
                <c:pt idx="50">
                  <c:v>-73.101</c:v>
                </c:pt>
                <c:pt idx="51">
                  <c:v>-72.516</c:v>
                </c:pt>
                <c:pt idx="52">
                  <c:v>-71.631</c:v>
                </c:pt>
                <c:pt idx="53">
                  <c:v>-70.449</c:v>
                </c:pt>
                <c:pt idx="54">
                  <c:v>-68.978</c:v>
                </c:pt>
                <c:pt idx="55">
                  <c:v>-67.224</c:v>
                </c:pt>
                <c:pt idx="56">
                  <c:v>-65.195</c:v>
                </c:pt>
                <c:pt idx="57">
                  <c:v>-62.901</c:v>
                </c:pt>
                <c:pt idx="58">
                  <c:v>-60.353</c:v>
                </c:pt>
                <c:pt idx="59">
                  <c:v>-57.562</c:v>
                </c:pt>
                <c:pt idx="60">
                  <c:v>-54.54</c:v>
                </c:pt>
                <c:pt idx="61">
                  <c:v>-51.301</c:v>
                </c:pt>
                <c:pt idx="62">
                  <c:v>-47.86</c:v>
                </c:pt>
                <c:pt idx="63">
                  <c:v>-44.23</c:v>
                </c:pt>
                <c:pt idx="64">
                  <c:v>-40.429</c:v>
                </c:pt>
                <c:pt idx="65">
                  <c:v>-36.473</c:v>
                </c:pt>
                <c:pt idx="66">
                  <c:v>-32.378</c:v>
                </c:pt>
                <c:pt idx="67">
                  <c:v>-28.162</c:v>
                </c:pt>
                <c:pt idx="68">
                  <c:v>-23.844</c:v>
                </c:pt>
                <c:pt idx="69">
                  <c:v>-19.442</c:v>
                </c:pt>
                <c:pt idx="70">
                  <c:v>-14.974</c:v>
                </c:pt>
                <c:pt idx="71">
                  <c:v>-10.459</c:v>
                </c:pt>
                <c:pt idx="72">
                  <c:v>-5.916</c:v>
                </c:pt>
                <c:pt idx="73">
                  <c:v>-1.365</c:v>
                </c:pt>
                <c:pt idx="74">
                  <c:v>3.176</c:v>
                </c:pt>
                <c:pt idx="75">
                  <c:v>7.688</c:v>
                </c:pt>
                <c:pt idx="76">
                  <c:v>12.151</c:v>
                </c:pt>
                <c:pt idx="77">
                  <c:v>16.548</c:v>
                </c:pt>
                <c:pt idx="78">
                  <c:v>20.861</c:v>
                </c:pt>
                <c:pt idx="79">
                  <c:v>25.071</c:v>
                </c:pt>
                <c:pt idx="80">
                  <c:v>29.161</c:v>
                </c:pt>
                <c:pt idx="81">
                  <c:v>33.115</c:v>
                </c:pt>
                <c:pt idx="82">
                  <c:v>36.917</c:v>
                </c:pt>
                <c:pt idx="83">
                  <c:v>40.552</c:v>
                </c:pt>
                <c:pt idx="84">
                  <c:v>44.004</c:v>
                </c:pt>
                <c:pt idx="85">
                  <c:v>47.26</c:v>
                </c:pt>
                <c:pt idx="86">
                  <c:v>50.308</c:v>
                </c:pt>
                <c:pt idx="87">
                  <c:v>53.134</c:v>
                </c:pt>
                <c:pt idx="88">
                  <c:v>55.729</c:v>
                </c:pt>
                <c:pt idx="89">
                  <c:v>58.082</c:v>
                </c:pt>
                <c:pt idx="90">
                  <c:v>60.184</c:v>
                </c:pt>
                <c:pt idx="91">
                  <c:v>62.028</c:v>
                </c:pt>
                <c:pt idx="92">
                  <c:v>63.606</c:v>
                </c:pt>
                <c:pt idx="93">
                  <c:v>64.912</c:v>
                </c:pt>
                <c:pt idx="94">
                  <c:v>65.943</c:v>
                </c:pt>
                <c:pt idx="95">
                  <c:v>66.695</c:v>
                </c:pt>
                <c:pt idx="96">
                  <c:v>67.166</c:v>
                </c:pt>
                <c:pt idx="97">
                  <c:v>67.355</c:v>
                </c:pt>
                <c:pt idx="98">
                  <c:v>67.262</c:v>
                </c:pt>
                <c:pt idx="99">
                  <c:v>66.888</c:v>
                </c:pt>
                <c:pt idx="100">
                  <c:v>66.237</c:v>
                </c:pt>
                <c:pt idx="101">
                  <c:v>65.311</c:v>
                </c:pt>
                <c:pt idx="102">
                  <c:v>64.115</c:v>
                </c:pt>
                <c:pt idx="103">
                  <c:v>62.657</c:v>
                </c:pt>
                <c:pt idx="104">
                  <c:v>60.941</c:v>
                </c:pt>
                <c:pt idx="105">
                  <c:v>58.978</c:v>
                </c:pt>
                <c:pt idx="106">
                  <c:v>56.775</c:v>
                </c:pt>
                <c:pt idx="107">
                  <c:v>54.342</c:v>
                </c:pt>
                <c:pt idx="108">
                  <c:v>51.692</c:v>
                </c:pt>
                <c:pt idx="109">
                  <c:v>48.835</c:v>
                </c:pt>
                <c:pt idx="110">
                  <c:v>45.784</c:v>
                </c:pt>
                <c:pt idx="111">
                  <c:v>42.553</c:v>
                </c:pt>
                <c:pt idx="112">
                  <c:v>39.155</c:v>
                </c:pt>
                <c:pt idx="113">
                  <c:v>35.606</c:v>
                </c:pt>
                <c:pt idx="114">
                  <c:v>31.921</c:v>
                </c:pt>
                <c:pt idx="115">
                  <c:v>28.116</c:v>
                </c:pt>
                <c:pt idx="116">
                  <c:v>24.206</c:v>
                </c:pt>
                <c:pt idx="117">
                  <c:v>20.21</c:v>
                </c:pt>
                <c:pt idx="118">
                  <c:v>16.143</c:v>
                </c:pt>
                <c:pt idx="119">
                  <c:v>12.023</c:v>
                </c:pt>
                <c:pt idx="120">
                  <c:v>7.867</c:v>
                </c:pt>
                <c:pt idx="121">
                  <c:v>3.694</c:v>
                </c:pt>
                <c:pt idx="122">
                  <c:v>-0.481</c:v>
                </c:pt>
                <c:pt idx="123">
                  <c:v>-4.638</c:v>
                </c:pt>
                <c:pt idx="124">
                  <c:v>-8.762</c:v>
                </c:pt>
                <c:pt idx="125">
                  <c:v>-12.834</c:v>
                </c:pt>
                <c:pt idx="126">
                  <c:v>-16.839</c:v>
                </c:pt>
                <c:pt idx="127">
                  <c:v>-20.759</c:v>
                </c:pt>
                <c:pt idx="128">
                  <c:v>-24.578</c:v>
                </c:pt>
                <c:pt idx="129">
                  <c:v>-28.281</c:v>
                </c:pt>
                <c:pt idx="130">
                  <c:v>-31.854</c:v>
                </c:pt>
                <c:pt idx="131">
                  <c:v>-35.28</c:v>
                </c:pt>
                <c:pt idx="132">
                  <c:v>-38.547</c:v>
                </c:pt>
                <c:pt idx="133">
                  <c:v>-41.642</c:v>
                </c:pt>
                <c:pt idx="134">
                  <c:v>-44.552</c:v>
                </c:pt>
                <c:pt idx="135">
                  <c:v>-47.265</c:v>
                </c:pt>
                <c:pt idx="136">
                  <c:v>-49.772</c:v>
                </c:pt>
                <c:pt idx="137">
                  <c:v>-52.061</c:v>
                </c:pt>
                <c:pt idx="138">
                  <c:v>-54.126</c:v>
                </c:pt>
                <c:pt idx="139">
                  <c:v>-55.957</c:v>
                </c:pt>
                <c:pt idx="140">
                  <c:v>-57.548</c:v>
                </c:pt>
                <c:pt idx="141">
                  <c:v>-58.893</c:v>
                </c:pt>
                <c:pt idx="142">
                  <c:v>-59.987</c:v>
                </c:pt>
                <c:pt idx="143">
                  <c:v>-60.827</c:v>
                </c:pt>
                <c:pt idx="144">
                  <c:v>-61.41</c:v>
                </c:pt>
                <c:pt idx="145">
                  <c:v>-61.735</c:v>
                </c:pt>
                <c:pt idx="146">
                  <c:v>-61.801</c:v>
                </c:pt>
                <c:pt idx="147">
                  <c:v>-61.608</c:v>
                </c:pt>
                <c:pt idx="148">
                  <c:v>-61.159</c:v>
                </c:pt>
                <c:pt idx="149">
                  <c:v>-60.456</c:v>
                </c:pt>
                <c:pt idx="150">
                  <c:v>-59.503</c:v>
                </c:pt>
                <c:pt idx="151">
                  <c:v>-58.305</c:v>
                </c:pt>
                <c:pt idx="152">
                  <c:v>-56.868</c:v>
                </c:pt>
                <c:pt idx="153">
                  <c:v>-55.198</c:v>
                </c:pt>
                <c:pt idx="154">
                  <c:v>-53.304</c:v>
                </c:pt>
                <c:pt idx="155">
                  <c:v>-51.194</c:v>
                </c:pt>
                <c:pt idx="156">
                  <c:v>-48.878</c:v>
                </c:pt>
                <c:pt idx="157">
                  <c:v>-46.366</c:v>
                </c:pt>
                <c:pt idx="158">
                  <c:v>-43.669</c:v>
                </c:pt>
                <c:pt idx="159">
                  <c:v>-40.799</c:v>
                </c:pt>
                <c:pt idx="160">
                  <c:v>-37.769</c:v>
                </c:pt>
                <c:pt idx="161">
                  <c:v>-34.592</c:v>
                </c:pt>
                <c:pt idx="162">
                  <c:v>-31.282</c:v>
                </c:pt>
                <c:pt idx="163">
                  <c:v>-27.853</c:v>
                </c:pt>
                <c:pt idx="164">
                  <c:v>-24.32</c:v>
                </c:pt>
                <c:pt idx="165">
                  <c:v>-20.697</c:v>
                </c:pt>
                <c:pt idx="166">
                  <c:v>-17.001</c:v>
                </c:pt>
                <c:pt idx="167">
                  <c:v>-13.247</c:v>
                </c:pt>
                <c:pt idx="168">
                  <c:v>-9.451</c:v>
                </c:pt>
                <c:pt idx="169">
                  <c:v>-5.629</c:v>
                </c:pt>
                <c:pt idx="170">
                  <c:v>-1.797</c:v>
                </c:pt>
                <c:pt idx="171">
                  <c:v>2.029</c:v>
                </c:pt>
                <c:pt idx="172">
                  <c:v>5.833</c:v>
                </c:pt>
                <c:pt idx="173">
                  <c:v>9.599</c:v>
                </c:pt>
                <c:pt idx="174">
                  <c:v>13.312</c:v>
                </c:pt>
                <c:pt idx="175">
                  <c:v>16.956</c:v>
                </c:pt>
                <c:pt idx="176">
                  <c:v>20.516</c:v>
                </c:pt>
                <c:pt idx="177">
                  <c:v>23.978</c:v>
                </c:pt>
                <c:pt idx="178">
                  <c:v>27.328</c:v>
                </c:pt>
                <c:pt idx="179">
                  <c:v>30.552</c:v>
                </c:pt>
                <c:pt idx="180">
                  <c:v>33.637</c:v>
                </c:pt>
                <c:pt idx="181">
                  <c:v>36.57</c:v>
                </c:pt>
                <c:pt idx="182">
                  <c:v>39.341</c:v>
                </c:pt>
                <c:pt idx="183">
                  <c:v>41.937</c:v>
                </c:pt>
                <c:pt idx="184">
                  <c:v>44.349</c:v>
                </c:pt>
                <c:pt idx="185">
                  <c:v>46.568</c:v>
                </c:pt>
                <c:pt idx="186">
                  <c:v>48.584</c:v>
                </c:pt>
                <c:pt idx="187">
                  <c:v>50.39</c:v>
                </c:pt>
                <c:pt idx="188">
                  <c:v>51.979</c:v>
                </c:pt>
                <c:pt idx="189">
                  <c:v>53.346</c:v>
                </c:pt>
                <c:pt idx="190">
                  <c:v>54.485</c:v>
                </c:pt>
                <c:pt idx="191">
                  <c:v>55.393</c:v>
                </c:pt>
                <c:pt idx="192">
                  <c:v>56.066</c:v>
                </c:pt>
                <c:pt idx="193">
                  <c:v>56.503</c:v>
                </c:pt>
                <c:pt idx="194">
                  <c:v>56.702</c:v>
                </c:pt>
                <c:pt idx="195">
                  <c:v>56.664</c:v>
                </c:pt>
                <c:pt idx="196">
                  <c:v>56.389</c:v>
                </c:pt>
                <c:pt idx="197">
                  <c:v>55.88</c:v>
                </c:pt>
                <c:pt idx="198">
                  <c:v>55.139</c:v>
                </c:pt>
                <c:pt idx="199">
                  <c:v>54.17</c:v>
                </c:pt>
                <c:pt idx="200">
                  <c:v>52.979</c:v>
                </c:pt>
                <c:pt idx="201">
                  <c:v>51.571</c:v>
                </c:pt>
                <c:pt idx="202">
                  <c:v>49.953</c:v>
                </c:pt>
                <c:pt idx="203">
                  <c:v>48.131</c:v>
                </c:pt>
                <c:pt idx="204">
                  <c:v>46.115</c:v>
                </c:pt>
                <c:pt idx="205">
                  <c:v>43.914</c:v>
                </c:pt>
                <c:pt idx="206">
                  <c:v>41.537</c:v>
                </c:pt>
                <c:pt idx="207">
                  <c:v>38.995</c:v>
                </c:pt>
                <c:pt idx="208">
                  <c:v>36.299</c:v>
                </c:pt>
                <c:pt idx="209">
                  <c:v>33.462</c:v>
                </c:pt>
                <c:pt idx="210">
                  <c:v>30.494</c:v>
                </c:pt>
                <c:pt idx="211">
                  <c:v>27.41</c:v>
                </c:pt>
                <c:pt idx="212">
                  <c:v>24.222</c:v>
                </c:pt>
                <c:pt idx="213">
                  <c:v>20.944</c:v>
                </c:pt>
                <c:pt idx="214">
                  <c:v>17.59</c:v>
                </c:pt>
                <c:pt idx="215">
                  <c:v>14.175</c:v>
                </c:pt>
                <c:pt idx="216">
                  <c:v>10.713</c:v>
                </c:pt>
                <c:pt idx="217">
                  <c:v>7.218</c:v>
                </c:pt>
                <c:pt idx="218">
                  <c:v>3.705</c:v>
                </c:pt>
                <c:pt idx="219">
                  <c:v>0.189</c:v>
                </c:pt>
                <c:pt idx="220">
                  <c:v>-3.315</c:v>
                </c:pt>
                <c:pt idx="221">
                  <c:v>-6.793</c:v>
                </c:pt>
                <c:pt idx="222">
                  <c:v>-10.23</c:v>
                </c:pt>
                <c:pt idx="223">
                  <c:v>-13.612</c:v>
                </c:pt>
                <c:pt idx="224">
                  <c:v>-16.926</c:v>
                </c:pt>
                <c:pt idx="225">
                  <c:v>-20.157</c:v>
                </c:pt>
                <c:pt idx="226">
                  <c:v>-23.292</c:v>
                </c:pt>
                <c:pt idx="227">
                  <c:v>-26.32</c:v>
                </c:pt>
                <c:pt idx="228">
                  <c:v>-29.226</c:v>
                </c:pt>
                <c:pt idx="229">
                  <c:v>-32.001</c:v>
                </c:pt>
                <c:pt idx="230">
                  <c:v>-34.632</c:v>
                </c:pt>
                <c:pt idx="231">
                  <c:v>-37.109</c:v>
                </c:pt>
                <c:pt idx="232">
                  <c:v>-39.422</c:v>
                </c:pt>
                <c:pt idx="233">
                  <c:v>-41.563</c:v>
                </c:pt>
                <c:pt idx="234">
                  <c:v>-43.522</c:v>
                </c:pt>
                <c:pt idx="235">
                  <c:v>-45.293</c:v>
                </c:pt>
                <c:pt idx="236">
                  <c:v>-46.868</c:v>
                </c:pt>
                <c:pt idx="237">
                  <c:v>-48.242</c:v>
                </c:pt>
                <c:pt idx="238">
                  <c:v>-49.41</c:v>
                </c:pt>
                <c:pt idx="239">
                  <c:v>-50.368</c:v>
                </c:pt>
                <c:pt idx="240">
                  <c:v>-51.111</c:v>
                </c:pt>
                <c:pt idx="241">
                  <c:v>-51.639</c:v>
                </c:pt>
                <c:pt idx="242">
                  <c:v>-51.949</c:v>
                </c:pt>
                <c:pt idx="243">
                  <c:v>-52.041</c:v>
                </c:pt>
                <c:pt idx="244">
                  <c:v>-51.916</c:v>
                </c:pt>
                <c:pt idx="245">
                  <c:v>-51.574</c:v>
                </c:pt>
                <c:pt idx="246">
                  <c:v>-51.018</c:v>
                </c:pt>
                <c:pt idx="247">
                  <c:v>-50.251</c:v>
                </c:pt>
                <c:pt idx="248">
                  <c:v>-49.277</c:v>
                </c:pt>
                <c:pt idx="249">
                  <c:v>-48.101</c:v>
                </c:pt>
                <c:pt idx="250">
                  <c:v>-46.728</c:v>
                </c:pt>
                <c:pt idx="251">
                  <c:v>-45.164</c:v>
                </c:pt>
                <c:pt idx="252">
                  <c:v>-43.418</c:v>
                </c:pt>
                <c:pt idx="253">
                  <c:v>-41.497</c:v>
                </c:pt>
                <c:pt idx="254">
                  <c:v>-39.409</c:v>
                </c:pt>
                <c:pt idx="255">
                  <c:v>-37.163</c:v>
                </c:pt>
                <c:pt idx="256">
                  <c:v>-34.771</c:v>
                </c:pt>
                <c:pt idx="257">
                  <c:v>-32.242</c:v>
                </c:pt>
                <c:pt idx="258">
                  <c:v>-29.587</c:v>
                </c:pt>
                <c:pt idx="259">
                  <c:v>-26.818</c:v>
                </c:pt>
                <c:pt idx="260">
                  <c:v>-23.947</c:v>
                </c:pt>
                <c:pt idx="261">
                  <c:v>-20.986</c:v>
                </c:pt>
                <c:pt idx="262">
                  <c:v>-17.948</c:v>
                </c:pt>
                <c:pt idx="263">
                  <c:v>-14.845</c:v>
                </c:pt>
                <c:pt idx="264">
                  <c:v>-11.692</c:v>
                </c:pt>
                <c:pt idx="265">
                  <c:v>-8.501</c:v>
                </c:pt>
                <c:pt idx="266">
                  <c:v>-5.285</c:v>
                </c:pt>
                <c:pt idx="267">
                  <c:v>-2.059</c:v>
                </c:pt>
                <c:pt idx="268">
                  <c:v>1.164</c:v>
                </c:pt>
                <c:pt idx="269">
                  <c:v>4.371</c:v>
                </c:pt>
                <c:pt idx="270">
                  <c:v>7.548</c:v>
                </c:pt>
                <c:pt idx="271">
                  <c:v>10.683</c:v>
                </c:pt>
                <c:pt idx="272">
                  <c:v>13.762</c:v>
                </c:pt>
                <c:pt idx="273">
                  <c:v>16.772</c:v>
                </c:pt>
                <c:pt idx="274">
                  <c:v>19.702</c:v>
                </c:pt>
                <c:pt idx="275">
                  <c:v>22.54</c:v>
                </c:pt>
                <c:pt idx="276">
                  <c:v>25.273</c:v>
                </c:pt>
                <c:pt idx="277">
                  <c:v>27.891</c:v>
                </c:pt>
                <c:pt idx="278">
                  <c:v>30.383</c:v>
                </c:pt>
                <c:pt idx="279">
                  <c:v>32.74</c:v>
                </c:pt>
                <c:pt idx="280">
                  <c:v>34.951</c:v>
                </c:pt>
                <c:pt idx="281">
                  <c:v>37.009</c:v>
                </c:pt>
                <c:pt idx="282">
                  <c:v>38.905</c:v>
                </c:pt>
                <c:pt idx="283">
                  <c:v>40.632</c:v>
                </c:pt>
                <c:pt idx="284">
                  <c:v>42.183</c:v>
                </c:pt>
                <c:pt idx="285">
                  <c:v>43.553</c:v>
                </c:pt>
                <c:pt idx="286">
                  <c:v>44.736</c:v>
                </c:pt>
                <c:pt idx="287">
                  <c:v>45.727</c:v>
                </c:pt>
                <c:pt idx="288">
                  <c:v>46.525</c:v>
                </c:pt>
                <c:pt idx="289">
                  <c:v>47.125</c:v>
                </c:pt>
                <c:pt idx="290">
                  <c:v>47.526</c:v>
                </c:pt>
                <c:pt idx="291">
                  <c:v>47.728</c:v>
                </c:pt>
                <c:pt idx="292">
                  <c:v>47.73</c:v>
                </c:pt>
                <c:pt idx="293">
                  <c:v>47.532</c:v>
                </c:pt>
                <c:pt idx="294">
                  <c:v>47.136</c:v>
                </c:pt>
                <c:pt idx="295">
                  <c:v>46.545</c:v>
                </c:pt>
                <c:pt idx="296">
                  <c:v>45.762</c:v>
                </c:pt>
                <c:pt idx="297">
                  <c:v>44.791</c:v>
                </c:pt>
                <c:pt idx="298">
                  <c:v>43.636</c:v>
                </c:pt>
                <c:pt idx="299">
                  <c:v>42.302</c:v>
                </c:pt>
                <c:pt idx="300">
                  <c:v>40.797</c:v>
                </c:pt>
                <c:pt idx="301">
                  <c:v>39.127</c:v>
                </c:pt>
                <c:pt idx="302">
                  <c:v>37.299</c:v>
                </c:pt>
                <c:pt idx="303">
                  <c:v>35.322</c:v>
                </c:pt>
                <c:pt idx="304">
                  <c:v>33.205</c:v>
                </c:pt>
                <c:pt idx="305">
                  <c:v>30.956</c:v>
                </c:pt>
                <c:pt idx="306">
                  <c:v>28.587</c:v>
                </c:pt>
                <c:pt idx="307">
                  <c:v>26.106</c:v>
                </c:pt>
                <c:pt idx="308">
                  <c:v>23.524</c:v>
                </c:pt>
                <c:pt idx="309">
                  <c:v>20.854</c:v>
                </c:pt>
                <c:pt idx="310">
                  <c:v>18.106</c:v>
                </c:pt>
                <c:pt idx="311">
                  <c:v>15.293</c:v>
                </c:pt>
                <c:pt idx="312">
                  <c:v>12.425</c:v>
                </c:pt>
                <c:pt idx="313">
                  <c:v>9.515</c:v>
                </c:pt>
                <c:pt idx="314">
                  <c:v>6.577</c:v>
                </c:pt>
                <c:pt idx="315">
                  <c:v>3.621</c:v>
                </c:pt>
                <c:pt idx="316">
                  <c:v>0.66</c:v>
                </c:pt>
                <c:pt idx="317">
                  <c:v>-2.293</c:v>
                </c:pt>
                <c:pt idx="318">
                  <c:v>-5.226</c:v>
                </c:pt>
                <c:pt idx="319">
                  <c:v>-8.127</c:v>
                </c:pt>
                <c:pt idx="320">
                  <c:v>-10.983</c:v>
                </c:pt>
                <c:pt idx="321">
                  <c:v>-13.784</c:v>
                </c:pt>
                <c:pt idx="322">
                  <c:v>-16.517</c:v>
                </c:pt>
                <c:pt idx="323">
                  <c:v>-19.171</c:v>
                </c:pt>
                <c:pt idx="324">
                  <c:v>-21.736</c:v>
                </c:pt>
                <c:pt idx="325">
                  <c:v>-24.202</c:v>
                </c:pt>
                <c:pt idx="326">
                  <c:v>-26.557</c:v>
                </c:pt>
                <c:pt idx="327">
                  <c:v>-28.793</c:v>
                </c:pt>
                <c:pt idx="328">
                  <c:v>-30.902</c:v>
                </c:pt>
                <c:pt idx="329">
                  <c:v>-32.873</c:v>
                </c:pt>
                <c:pt idx="330">
                  <c:v>-34.701</c:v>
                </c:pt>
                <c:pt idx="331">
                  <c:v>-36.377</c:v>
                </c:pt>
                <c:pt idx="332">
                  <c:v>-37.895</c:v>
                </c:pt>
                <c:pt idx="333">
                  <c:v>-39.25</c:v>
                </c:pt>
                <c:pt idx="334">
                  <c:v>-40.436</c:v>
                </c:pt>
                <c:pt idx="335">
                  <c:v>-41.449</c:v>
                </c:pt>
                <c:pt idx="336">
                  <c:v>-42.285</c:v>
                </c:pt>
                <c:pt idx="337">
                  <c:v>-42.942</c:v>
                </c:pt>
                <c:pt idx="338">
                  <c:v>-43.417</c:v>
                </c:pt>
                <c:pt idx="339">
                  <c:v>-43.709</c:v>
                </c:pt>
                <c:pt idx="340">
                  <c:v>-43.818</c:v>
                </c:pt>
                <c:pt idx="341">
                  <c:v>-43.743</c:v>
                </c:pt>
                <c:pt idx="342">
                  <c:v>-43.486</c:v>
                </c:pt>
                <c:pt idx="343">
                  <c:v>-43.049</c:v>
                </c:pt>
                <c:pt idx="344">
                  <c:v>-42.433</c:v>
                </c:pt>
                <c:pt idx="345">
                  <c:v>-41.642</c:v>
                </c:pt>
                <c:pt idx="346">
                  <c:v>-40.68</c:v>
                </c:pt>
                <c:pt idx="347">
                  <c:v>-39.551</c:v>
                </c:pt>
                <c:pt idx="348">
                  <c:v>-38.262</c:v>
                </c:pt>
                <c:pt idx="349">
                  <c:v>-36.817</c:v>
                </c:pt>
                <c:pt idx="350">
                  <c:v>-35.223</c:v>
                </c:pt>
                <c:pt idx="351">
                  <c:v>-33.489</c:v>
                </c:pt>
                <c:pt idx="352">
                  <c:v>-31.62</c:v>
                </c:pt>
                <c:pt idx="353">
                  <c:v>-29.626</c:v>
                </c:pt>
                <c:pt idx="354">
                  <c:v>-27.515</c:v>
                </c:pt>
                <c:pt idx="355">
                  <c:v>-25.297</c:v>
                </c:pt>
                <c:pt idx="356">
                  <c:v>-22.981</c:v>
                </c:pt>
                <c:pt idx="357">
                  <c:v>-20.578</c:v>
                </c:pt>
                <c:pt idx="358">
                  <c:v>-18.096</c:v>
                </c:pt>
                <c:pt idx="359">
                  <c:v>-15.549</c:v>
                </c:pt>
                <c:pt idx="360">
                  <c:v>-12.945</c:v>
                </c:pt>
                <c:pt idx="361">
                  <c:v>-10.296</c:v>
                </c:pt>
                <c:pt idx="362">
                  <c:v>-7.614</c:v>
                </c:pt>
                <c:pt idx="363">
                  <c:v>-4.909</c:v>
                </c:pt>
                <c:pt idx="364">
                  <c:v>-2.194</c:v>
                </c:pt>
                <c:pt idx="365">
                  <c:v>0.521</c:v>
                </c:pt>
                <c:pt idx="366">
                  <c:v>3.225</c:v>
                </c:pt>
                <c:pt idx="367">
                  <c:v>5.905</c:v>
                </c:pt>
                <c:pt idx="368">
                  <c:v>8.551</c:v>
                </c:pt>
                <c:pt idx="369">
                  <c:v>11.152</c:v>
                </c:pt>
                <c:pt idx="370">
                  <c:v>13.698</c:v>
                </c:pt>
                <c:pt idx="371">
                  <c:v>16.177</c:v>
                </c:pt>
                <c:pt idx="372">
                  <c:v>18.58</c:v>
                </c:pt>
                <c:pt idx="373">
                  <c:v>20.897</c:v>
                </c:pt>
                <c:pt idx="374">
                  <c:v>23.118</c:v>
                </c:pt>
                <c:pt idx="375">
                  <c:v>25.235</c:v>
                </c:pt>
                <c:pt idx="376">
                  <c:v>27.239</c:v>
                </c:pt>
                <c:pt idx="377">
                  <c:v>29.122</c:v>
                </c:pt>
                <c:pt idx="378">
                  <c:v>30.878</c:v>
                </c:pt>
                <c:pt idx="379">
                  <c:v>32.497</c:v>
                </c:pt>
                <c:pt idx="380">
                  <c:v>33.976</c:v>
                </c:pt>
                <c:pt idx="381">
                  <c:v>35.307</c:v>
                </c:pt>
                <c:pt idx="382">
                  <c:v>36.487</c:v>
                </c:pt>
                <c:pt idx="383">
                  <c:v>37.509</c:v>
                </c:pt>
                <c:pt idx="384">
                  <c:v>38.372</c:v>
                </c:pt>
                <c:pt idx="385">
                  <c:v>39.071</c:v>
                </c:pt>
                <c:pt idx="386">
                  <c:v>39.605</c:v>
                </c:pt>
                <c:pt idx="387">
                  <c:v>39.971</c:v>
                </c:pt>
                <c:pt idx="388">
                  <c:v>40.17</c:v>
                </c:pt>
                <c:pt idx="389">
                  <c:v>40.199</c:v>
                </c:pt>
                <c:pt idx="390">
                  <c:v>40.061</c:v>
                </c:pt>
                <c:pt idx="391">
                  <c:v>39.756</c:v>
                </c:pt>
                <c:pt idx="392">
                  <c:v>39.286</c:v>
                </c:pt>
                <c:pt idx="393">
                  <c:v>38.654</c:v>
                </c:pt>
                <c:pt idx="394">
                  <c:v>37.863</c:v>
                </c:pt>
                <c:pt idx="395">
                  <c:v>36.916</c:v>
                </c:pt>
                <c:pt idx="396">
                  <c:v>35.818</c:v>
                </c:pt>
                <c:pt idx="397">
                  <c:v>34.575</c:v>
                </c:pt>
                <c:pt idx="398">
                  <c:v>33.192</c:v>
                </c:pt>
                <c:pt idx="399">
                  <c:v>31.675</c:v>
                </c:pt>
                <c:pt idx="400">
                  <c:v>30.031</c:v>
                </c:pt>
                <c:pt idx="401">
                  <c:v>28.268</c:v>
                </c:pt>
                <c:pt idx="402">
                  <c:v>26.393</c:v>
                </c:pt>
                <c:pt idx="403">
                  <c:v>24.414</c:v>
                </c:pt>
                <c:pt idx="404">
                  <c:v>22.34</c:v>
                </c:pt>
                <c:pt idx="405">
                  <c:v>20.181</c:v>
                </c:pt>
                <c:pt idx="406">
                  <c:v>17.944</c:v>
                </c:pt>
                <c:pt idx="407">
                  <c:v>15.641</c:v>
                </c:pt>
                <c:pt idx="408">
                  <c:v>13.281</c:v>
                </c:pt>
                <c:pt idx="409">
                  <c:v>10.873</c:v>
                </c:pt>
                <c:pt idx="410">
                  <c:v>8.428</c:v>
                </c:pt>
                <c:pt idx="411">
                  <c:v>5.957</c:v>
                </c:pt>
                <c:pt idx="412">
                  <c:v>3.47</c:v>
                </c:pt>
                <c:pt idx="413">
                  <c:v>0.977</c:v>
                </c:pt>
                <c:pt idx="414">
                  <c:v>-1.511</c:v>
                </c:pt>
                <c:pt idx="415">
                  <c:v>-3.984</c:v>
                </c:pt>
                <c:pt idx="416">
                  <c:v>-6.432</c:v>
                </c:pt>
                <c:pt idx="417">
                  <c:v>-8.844</c:v>
                </c:pt>
                <c:pt idx="418">
                  <c:v>-11.21</c:v>
                </c:pt>
                <c:pt idx="419">
                  <c:v>-13.522</c:v>
                </c:pt>
                <c:pt idx="420">
                  <c:v>-15.769</c:v>
                </c:pt>
                <c:pt idx="421">
                  <c:v>-17.942</c:v>
                </c:pt>
                <c:pt idx="422">
                  <c:v>-20.033</c:v>
                </c:pt>
                <c:pt idx="423">
                  <c:v>-22.032</c:v>
                </c:pt>
                <c:pt idx="424">
                  <c:v>-23.933</c:v>
                </c:pt>
                <c:pt idx="425">
                  <c:v>-25.726</c:v>
                </c:pt>
                <c:pt idx="426">
                  <c:v>-27.406</c:v>
                </c:pt>
                <c:pt idx="427">
                  <c:v>-28.966</c:v>
                </c:pt>
                <c:pt idx="428">
                  <c:v>-30.399</c:v>
                </c:pt>
                <c:pt idx="429">
                  <c:v>-31.7</c:v>
                </c:pt>
                <c:pt idx="430">
                  <c:v>-32.865</c:v>
                </c:pt>
                <c:pt idx="431">
                  <c:v>-33.888</c:v>
                </c:pt>
                <c:pt idx="432">
                  <c:v>-34.765</c:v>
                </c:pt>
                <c:pt idx="433">
                  <c:v>-35.495</c:v>
                </c:pt>
                <c:pt idx="434">
                  <c:v>-36.074</c:v>
                </c:pt>
                <c:pt idx="435">
                  <c:v>-36.5</c:v>
                </c:pt>
                <c:pt idx="436">
                  <c:v>-36.772</c:v>
                </c:pt>
                <c:pt idx="437">
                  <c:v>-36.89</c:v>
                </c:pt>
                <c:pt idx="438">
                  <c:v>-36.853</c:v>
                </c:pt>
                <c:pt idx="439">
                  <c:v>-36.662</c:v>
                </c:pt>
                <c:pt idx="440">
                  <c:v>-36.319</c:v>
                </c:pt>
                <c:pt idx="441">
                  <c:v>-35.826</c:v>
                </c:pt>
                <c:pt idx="442">
                  <c:v>-35.185</c:v>
                </c:pt>
                <c:pt idx="443">
                  <c:v>-34.399</c:v>
                </c:pt>
                <c:pt idx="444">
                  <c:v>-33.472</c:v>
                </c:pt>
                <c:pt idx="445">
                  <c:v>-32.409</c:v>
                </c:pt>
                <c:pt idx="446">
                  <c:v>-31.214</c:v>
                </c:pt>
                <c:pt idx="447">
                  <c:v>-29.893</c:v>
                </c:pt>
                <c:pt idx="448">
                  <c:v>-28.452</c:v>
                </c:pt>
                <c:pt idx="449">
                  <c:v>-26.897</c:v>
                </c:pt>
                <c:pt idx="450">
                  <c:v>-25.236</c:v>
                </c:pt>
                <c:pt idx="451">
                  <c:v>-23.475</c:v>
                </c:pt>
                <c:pt idx="452">
                  <c:v>-21.622</c:v>
                </c:pt>
                <c:pt idx="453">
                  <c:v>-19.685</c:v>
                </c:pt>
                <c:pt idx="454">
                  <c:v>-17.673</c:v>
                </c:pt>
                <c:pt idx="455">
                  <c:v>-15.595</c:v>
                </c:pt>
                <c:pt idx="456">
                  <c:v>-13.458</c:v>
                </c:pt>
                <c:pt idx="457">
                  <c:v>-11.273</c:v>
                </c:pt>
                <c:pt idx="458">
                  <c:v>-9.049</c:v>
                </c:pt>
                <c:pt idx="459">
                  <c:v>-6.794</c:v>
                </c:pt>
                <c:pt idx="460">
                  <c:v>-4.52</c:v>
                </c:pt>
                <c:pt idx="461">
                  <c:v>-2.234</c:v>
                </c:pt>
                <c:pt idx="462">
                  <c:v>0.053</c:v>
                </c:pt>
                <c:pt idx="463">
                  <c:v>2.331</c:v>
                </c:pt>
                <c:pt idx="464">
                  <c:v>4.592</c:v>
                </c:pt>
                <c:pt idx="465">
                  <c:v>6.826</c:v>
                </c:pt>
                <c:pt idx="466">
                  <c:v>9.023</c:v>
                </c:pt>
                <c:pt idx="467">
                  <c:v>11.174</c:v>
                </c:pt>
                <c:pt idx="468">
                  <c:v>13.272</c:v>
                </c:pt>
                <c:pt idx="469">
                  <c:v>15.307</c:v>
                </c:pt>
                <c:pt idx="470">
                  <c:v>17.27</c:v>
                </c:pt>
                <c:pt idx="471">
                  <c:v>19.155</c:v>
                </c:pt>
                <c:pt idx="472">
                  <c:v>20.952</c:v>
                </c:pt>
                <c:pt idx="473">
                  <c:v>22.656</c:v>
                </c:pt>
                <c:pt idx="474">
                  <c:v>24.26</c:v>
                </c:pt>
                <c:pt idx="475">
                  <c:v>25.756</c:v>
                </c:pt>
                <c:pt idx="476">
                  <c:v>27.14</c:v>
                </c:pt>
                <c:pt idx="477">
                  <c:v>28.405</c:v>
                </c:pt>
                <c:pt idx="478">
                  <c:v>29.548</c:v>
                </c:pt>
                <c:pt idx="479">
                  <c:v>30.563</c:v>
                </c:pt>
                <c:pt idx="480">
                  <c:v>31.446</c:v>
                </c:pt>
                <c:pt idx="481">
                  <c:v>32.195</c:v>
                </c:pt>
                <c:pt idx="482">
                  <c:v>32.808</c:v>
                </c:pt>
                <c:pt idx="483">
                  <c:v>33.281</c:v>
                </c:pt>
                <c:pt idx="484">
                  <c:v>33.613</c:v>
                </c:pt>
                <c:pt idx="485">
                  <c:v>33.804</c:v>
                </c:pt>
                <c:pt idx="486">
                  <c:v>33.853</c:v>
                </c:pt>
                <c:pt idx="487">
                  <c:v>33.761</c:v>
                </c:pt>
                <c:pt idx="488">
                  <c:v>33.527</c:v>
                </c:pt>
                <c:pt idx="489">
                  <c:v>33.155</c:v>
                </c:pt>
                <c:pt idx="490">
                  <c:v>32.646</c:v>
                </c:pt>
                <c:pt idx="491">
                  <c:v>32.002</c:v>
                </c:pt>
                <c:pt idx="492">
                  <c:v>31.227</c:v>
                </c:pt>
                <c:pt idx="493">
                  <c:v>30.324</c:v>
                </c:pt>
                <c:pt idx="494">
                  <c:v>29.297</c:v>
                </c:pt>
                <c:pt idx="495">
                  <c:v>28.152</c:v>
                </c:pt>
                <c:pt idx="496">
                  <c:v>26.894</c:v>
                </c:pt>
                <c:pt idx="497">
                  <c:v>25.527</c:v>
                </c:pt>
                <c:pt idx="498">
                  <c:v>24.059</c:v>
                </c:pt>
                <c:pt idx="499">
                  <c:v>22.496</c:v>
                </c:pt>
                <c:pt idx="500">
                  <c:v>20.844</c:v>
                </c:pt>
                <c:pt idx="501">
                  <c:v>19.111</c:v>
                </c:pt>
                <c:pt idx="502">
                  <c:v>17.304</c:v>
                </c:pt>
                <c:pt idx="503">
                  <c:v>15.432</c:v>
                </c:pt>
                <c:pt idx="504">
                  <c:v>13.501</c:v>
                </c:pt>
                <c:pt idx="505">
                  <c:v>11.521</c:v>
                </c:pt>
                <c:pt idx="506">
                  <c:v>9.5</c:v>
                </c:pt>
                <c:pt idx="507">
                  <c:v>7.447</c:v>
                </c:pt>
                <c:pt idx="508">
                  <c:v>5.369</c:v>
                </c:pt>
                <c:pt idx="509">
                  <c:v>3.277</c:v>
                </c:pt>
                <c:pt idx="510">
                  <c:v>1.178</c:v>
                </c:pt>
                <c:pt idx="511">
                  <c:v>-0.918</c:v>
                </c:pt>
                <c:pt idx="512">
                  <c:v>-3.003</c:v>
                </c:pt>
                <c:pt idx="513">
                  <c:v>-5.068</c:v>
                </c:pt>
                <c:pt idx="514">
                  <c:v>-7.105</c:v>
                </c:pt>
                <c:pt idx="515">
                  <c:v>-9.105</c:v>
                </c:pt>
                <c:pt idx="516">
                  <c:v>-11.06</c:v>
                </c:pt>
                <c:pt idx="517">
                  <c:v>-12.961</c:v>
                </c:pt>
                <c:pt idx="518">
                  <c:v>-14.802</c:v>
                </c:pt>
                <c:pt idx="519">
                  <c:v>-16.575</c:v>
                </c:pt>
                <c:pt idx="520">
                  <c:v>-18.272</c:v>
                </c:pt>
                <c:pt idx="521">
                  <c:v>-19.886</c:v>
                </c:pt>
                <c:pt idx="522">
                  <c:v>-21.412</c:v>
                </c:pt>
                <c:pt idx="523">
                  <c:v>-22.843</c:v>
                </c:pt>
                <c:pt idx="524">
                  <c:v>-24.174</c:v>
                </c:pt>
                <c:pt idx="525">
                  <c:v>-25.399</c:v>
                </c:pt>
                <c:pt idx="526">
                  <c:v>-26.514</c:v>
                </c:pt>
                <c:pt idx="527">
                  <c:v>-27.514</c:v>
                </c:pt>
                <c:pt idx="528">
                  <c:v>-28.396</c:v>
                </c:pt>
                <c:pt idx="529">
                  <c:v>-29.156</c:v>
                </c:pt>
                <c:pt idx="530">
                  <c:v>-29.791</c:v>
                </c:pt>
                <c:pt idx="531">
                  <c:v>-30.3</c:v>
                </c:pt>
                <c:pt idx="532">
                  <c:v>-30.681</c:v>
                </c:pt>
                <c:pt idx="533">
                  <c:v>-30.932</c:v>
                </c:pt>
                <c:pt idx="534">
                  <c:v>-31.053</c:v>
                </c:pt>
                <c:pt idx="535">
                  <c:v>-31.044</c:v>
                </c:pt>
                <c:pt idx="536">
                  <c:v>-30.905</c:v>
                </c:pt>
                <c:pt idx="537">
                  <c:v>-30.638</c:v>
                </c:pt>
                <c:pt idx="538">
                  <c:v>-30.244</c:v>
                </c:pt>
                <c:pt idx="539">
                  <c:v>-29.725</c:v>
                </c:pt>
                <c:pt idx="540">
                  <c:v>-29.084</c:v>
                </c:pt>
                <c:pt idx="541">
                  <c:v>-28.323</c:v>
                </c:pt>
                <c:pt idx="542">
                  <c:v>-27.447</c:v>
                </c:pt>
                <c:pt idx="543">
                  <c:v>-26.46</c:v>
                </c:pt>
                <c:pt idx="544">
                  <c:v>-25.365</c:v>
                </c:pt>
                <c:pt idx="545">
                  <c:v>-24.169</c:v>
                </c:pt>
                <c:pt idx="546">
                  <c:v>-22.875</c:v>
                </c:pt>
                <c:pt idx="547">
                  <c:v>-21.491</c:v>
                </c:pt>
                <c:pt idx="548">
                  <c:v>-20.022</c:v>
                </c:pt>
                <c:pt idx="549">
                  <c:v>-18.475</c:v>
                </c:pt>
                <c:pt idx="550">
                  <c:v>-16.855</c:v>
                </c:pt>
                <c:pt idx="551">
                  <c:v>-15.172</c:v>
                </c:pt>
                <c:pt idx="552">
                  <c:v>-13.43</c:v>
                </c:pt>
                <c:pt idx="553">
                  <c:v>-11.639</c:v>
                </c:pt>
                <c:pt idx="554">
                  <c:v>-9.806</c:v>
                </c:pt>
                <c:pt idx="555">
                  <c:v>-7.938</c:v>
                </c:pt>
                <c:pt idx="556">
                  <c:v>-6.043</c:v>
                </c:pt>
                <c:pt idx="557">
                  <c:v>-4.13</c:v>
                </c:pt>
                <c:pt idx="558">
                  <c:v>-2.207</c:v>
                </c:pt>
                <c:pt idx="559">
                  <c:v>-0.281</c:v>
                </c:pt>
                <c:pt idx="560">
                  <c:v>1.639</c:v>
                </c:pt>
                <c:pt idx="561">
                  <c:v>3.546</c:v>
                </c:pt>
                <c:pt idx="562">
                  <c:v>5.431</c:v>
                </c:pt>
                <c:pt idx="563">
                  <c:v>7.286</c:v>
                </c:pt>
                <c:pt idx="564">
                  <c:v>9.105</c:v>
                </c:pt>
                <c:pt idx="565">
                  <c:v>10.879</c:v>
                </c:pt>
                <c:pt idx="566">
                  <c:v>12.602</c:v>
                </c:pt>
                <c:pt idx="567">
                  <c:v>14.266</c:v>
                </c:pt>
                <c:pt idx="568">
                  <c:v>15.864</c:v>
                </c:pt>
                <c:pt idx="569">
                  <c:v>17.391</c:v>
                </c:pt>
                <c:pt idx="570">
                  <c:v>18.84</c:v>
                </c:pt>
                <c:pt idx="571">
                  <c:v>20.204</c:v>
                </c:pt>
                <c:pt idx="572">
                  <c:v>21.48</c:v>
                </c:pt>
                <c:pt idx="573">
                  <c:v>22.661</c:v>
                </c:pt>
                <c:pt idx="574">
                  <c:v>23.744</c:v>
                </c:pt>
                <c:pt idx="575">
                  <c:v>24.723</c:v>
                </c:pt>
                <c:pt idx="576">
                  <c:v>25.596</c:v>
                </c:pt>
                <c:pt idx="577">
                  <c:v>26.359</c:v>
                </c:pt>
                <c:pt idx="578">
                  <c:v>27.01</c:v>
                </c:pt>
                <c:pt idx="579">
                  <c:v>27.545</c:v>
                </c:pt>
                <c:pt idx="580">
                  <c:v>27.963</c:v>
                </c:pt>
                <c:pt idx="581">
                  <c:v>28.263</c:v>
                </c:pt>
                <c:pt idx="582">
                  <c:v>28.444</c:v>
                </c:pt>
                <c:pt idx="583">
                  <c:v>28.505</c:v>
                </c:pt>
                <c:pt idx="584">
                  <c:v>28.448</c:v>
                </c:pt>
                <c:pt idx="585">
                  <c:v>28.271</c:v>
                </c:pt>
                <c:pt idx="586">
                  <c:v>27.977</c:v>
                </c:pt>
                <c:pt idx="587">
                  <c:v>27.568</c:v>
                </c:pt>
                <c:pt idx="588">
                  <c:v>27.045</c:v>
                </c:pt>
                <c:pt idx="589">
                  <c:v>26.411</c:v>
                </c:pt>
                <c:pt idx="590">
                  <c:v>25.668</c:v>
                </c:pt>
                <c:pt idx="591">
                  <c:v>24.821</c:v>
                </c:pt>
                <c:pt idx="592">
                  <c:v>23.874</c:v>
                </c:pt>
                <c:pt idx="593">
                  <c:v>22.83</c:v>
                </c:pt>
                <c:pt idx="594">
                  <c:v>21.695</c:v>
                </c:pt>
                <c:pt idx="595">
                  <c:v>20.473</c:v>
                </c:pt>
                <c:pt idx="596">
                  <c:v>19.169</c:v>
                </c:pt>
                <c:pt idx="597">
                  <c:v>17.791</c:v>
                </c:pt>
                <c:pt idx="598">
                  <c:v>16.343</c:v>
                </c:pt>
                <c:pt idx="599">
                  <c:v>14.831</c:v>
                </c:pt>
                <c:pt idx="600">
                  <c:v>13.264</c:v>
                </c:pt>
                <c:pt idx="601">
                  <c:v>11.646</c:v>
                </c:pt>
                <c:pt idx="602">
                  <c:v>9.986</c:v>
                </c:pt>
                <c:pt idx="603">
                  <c:v>8.289</c:v>
                </c:pt>
                <c:pt idx="604">
                  <c:v>6.564</c:v>
                </c:pt>
                <c:pt idx="605">
                  <c:v>4.818</c:v>
                </c:pt>
                <c:pt idx="606">
                  <c:v>3.058</c:v>
                </c:pt>
                <c:pt idx="607">
                  <c:v>1.291</c:v>
                </c:pt>
                <c:pt idx="608">
                  <c:v>-0.475</c:v>
                </c:pt>
                <c:pt idx="609">
                  <c:v>-2.233</c:v>
                </c:pt>
                <c:pt idx="610">
                  <c:v>-3.975</c:v>
                </c:pt>
                <c:pt idx="611">
                  <c:v>-5.694</c:v>
                </c:pt>
                <c:pt idx="612">
                  <c:v>-7.384</c:v>
                </c:pt>
                <c:pt idx="613">
                  <c:v>-9.037</c:v>
                </c:pt>
                <c:pt idx="614">
                  <c:v>-10.646</c:v>
                </c:pt>
                <c:pt idx="615">
                  <c:v>-12.205</c:v>
                </c:pt>
                <c:pt idx="616">
                  <c:v>-13.707</c:v>
                </c:pt>
                <c:pt idx="617">
                  <c:v>-15.147</c:v>
                </c:pt>
                <c:pt idx="618">
                  <c:v>-16.519</c:v>
                </c:pt>
                <c:pt idx="619">
                  <c:v>-17.817</c:v>
                </c:pt>
                <c:pt idx="620">
                  <c:v>-19.036</c:v>
                </c:pt>
                <c:pt idx="621">
                  <c:v>-20.171</c:v>
                </c:pt>
                <c:pt idx="622">
                  <c:v>-21.218</c:v>
                </c:pt>
                <c:pt idx="623">
                  <c:v>-22.172</c:v>
                </c:pt>
                <c:pt idx="624">
                  <c:v>-23.031</c:v>
                </c:pt>
                <c:pt idx="625">
                  <c:v>-23.79</c:v>
                </c:pt>
                <c:pt idx="626">
                  <c:v>-24.448</c:v>
                </c:pt>
                <c:pt idx="627">
                  <c:v>-25.001</c:v>
                </c:pt>
                <c:pt idx="628">
                  <c:v>-25.447</c:v>
                </c:pt>
                <c:pt idx="629">
                  <c:v>-25.786</c:v>
                </c:pt>
                <c:pt idx="630">
                  <c:v>-26.016</c:v>
                </c:pt>
                <c:pt idx="631">
                  <c:v>-26.137</c:v>
                </c:pt>
                <c:pt idx="632">
                  <c:v>-26.148</c:v>
                </c:pt>
                <c:pt idx="633">
                  <c:v>-26.049</c:v>
                </c:pt>
                <c:pt idx="634">
                  <c:v>-25.843</c:v>
                </c:pt>
                <c:pt idx="635">
                  <c:v>-25.529</c:v>
                </c:pt>
                <c:pt idx="636">
                  <c:v>-25.109</c:v>
                </c:pt>
                <c:pt idx="637">
                  <c:v>-24.587</c:v>
                </c:pt>
                <c:pt idx="638">
                  <c:v>-23.963</c:v>
                </c:pt>
                <c:pt idx="639">
                  <c:v>-23.242</c:v>
                </c:pt>
                <c:pt idx="640">
                  <c:v>-22.426</c:v>
                </c:pt>
                <c:pt idx="641">
                  <c:v>-21.519</c:v>
                </c:pt>
                <c:pt idx="642">
                  <c:v>-20.526</c:v>
                </c:pt>
                <c:pt idx="643">
                  <c:v>-19.451</c:v>
                </c:pt>
                <c:pt idx="644">
                  <c:v>-18.298</c:v>
                </c:pt>
                <c:pt idx="645">
                  <c:v>-17.072</c:v>
                </c:pt>
                <c:pt idx="646">
                  <c:v>-15.78</c:v>
                </c:pt>
                <c:pt idx="647">
                  <c:v>-14.427</c:v>
                </c:pt>
                <c:pt idx="648">
                  <c:v>-13.018</c:v>
                </c:pt>
                <c:pt idx="649">
                  <c:v>-11.559</c:v>
                </c:pt>
                <c:pt idx="650">
                  <c:v>-10.058</c:v>
                </c:pt>
                <c:pt idx="651">
                  <c:v>-8.52</c:v>
                </c:pt>
                <c:pt idx="652">
                  <c:v>-6.951</c:v>
                </c:pt>
                <c:pt idx="653">
                  <c:v>-5.36</c:v>
                </c:pt>
                <c:pt idx="654">
                  <c:v>-3.751</c:v>
                </c:pt>
                <c:pt idx="655">
                  <c:v>-2.133</c:v>
                </c:pt>
                <c:pt idx="656">
                  <c:v>-0.511</c:v>
                </c:pt>
                <c:pt idx="657">
                  <c:v>1.107</c:v>
                </c:pt>
                <c:pt idx="658">
                  <c:v>2.715</c:v>
                </c:pt>
                <c:pt idx="659">
                  <c:v>4.306</c:v>
                </c:pt>
                <c:pt idx="660">
                  <c:v>5.873</c:v>
                </c:pt>
                <c:pt idx="661">
                  <c:v>7.41</c:v>
                </c:pt>
                <c:pt idx="662">
                  <c:v>8.911</c:v>
                </c:pt>
                <c:pt idx="663">
                  <c:v>10.369</c:v>
                </c:pt>
                <c:pt idx="664">
                  <c:v>11.778</c:v>
                </c:pt>
                <c:pt idx="665">
                  <c:v>13.134</c:v>
                </c:pt>
                <c:pt idx="666">
                  <c:v>14.43</c:v>
                </c:pt>
                <c:pt idx="667">
                  <c:v>15.661</c:v>
                </c:pt>
                <c:pt idx="668">
                  <c:v>16.822</c:v>
                </c:pt>
                <c:pt idx="669">
                  <c:v>17.91</c:v>
                </c:pt>
                <c:pt idx="670">
                  <c:v>18.918</c:v>
                </c:pt>
                <c:pt idx="671">
                  <c:v>19.844</c:v>
                </c:pt>
                <c:pt idx="672">
                  <c:v>20.684</c:v>
                </c:pt>
                <c:pt idx="673">
                  <c:v>21.434</c:v>
                </c:pt>
                <c:pt idx="674">
                  <c:v>22.092</c:v>
                </c:pt>
                <c:pt idx="675">
                  <c:v>22.656</c:v>
                </c:pt>
                <c:pt idx="676">
                  <c:v>23.123</c:v>
                </c:pt>
                <c:pt idx="677">
                  <c:v>23.492</c:v>
                </c:pt>
                <c:pt idx="678">
                  <c:v>23.761</c:v>
                </c:pt>
                <c:pt idx="679">
                  <c:v>23.931</c:v>
                </c:pt>
                <c:pt idx="680">
                  <c:v>23.999</c:v>
                </c:pt>
                <c:pt idx="681">
                  <c:v>23.968</c:v>
                </c:pt>
                <c:pt idx="682">
                  <c:v>23.836</c:v>
                </c:pt>
                <c:pt idx="683">
                  <c:v>23.605</c:v>
                </c:pt>
                <c:pt idx="684">
                  <c:v>23.277</c:v>
                </c:pt>
                <c:pt idx="685">
                  <c:v>22.853</c:v>
                </c:pt>
                <c:pt idx="686">
                  <c:v>22.334</c:v>
                </c:pt>
                <c:pt idx="687">
                  <c:v>21.724</c:v>
                </c:pt>
                <c:pt idx="688">
                  <c:v>21.026</c:v>
                </c:pt>
                <c:pt idx="689">
                  <c:v>20.242</c:v>
                </c:pt>
                <c:pt idx="690">
                  <c:v>19.377</c:v>
                </c:pt>
                <c:pt idx="691">
                  <c:v>18.434</c:v>
                </c:pt>
                <c:pt idx="692">
                  <c:v>17.417</c:v>
                </c:pt>
                <c:pt idx="693">
                  <c:v>16.331</c:v>
                </c:pt>
                <c:pt idx="694">
                  <c:v>15.18</c:v>
                </c:pt>
                <c:pt idx="695">
                  <c:v>13.97</c:v>
                </c:pt>
                <c:pt idx="696">
                  <c:v>12.707</c:v>
                </c:pt>
                <c:pt idx="697">
                  <c:v>11.394</c:v>
                </c:pt>
                <c:pt idx="698">
                  <c:v>10.039</c:v>
                </c:pt>
                <c:pt idx="699">
                  <c:v>8.647</c:v>
                </c:pt>
                <c:pt idx="700">
                  <c:v>7.223</c:v>
                </c:pt>
                <c:pt idx="701">
                  <c:v>5.774</c:v>
                </c:pt>
                <c:pt idx="702">
                  <c:v>4.306</c:v>
                </c:pt>
                <c:pt idx="703">
                  <c:v>2.826</c:v>
                </c:pt>
                <c:pt idx="704">
                  <c:v>1.339</c:v>
                </c:pt>
                <c:pt idx="705">
                  <c:v>-0.149</c:v>
                </c:pt>
                <c:pt idx="706">
                  <c:v>-1.63</c:v>
                </c:pt>
                <c:pt idx="707">
                  <c:v>-3.1</c:v>
                </c:pt>
                <c:pt idx="708">
                  <c:v>-4.551</c:v>
                </c:pt>
                <c:pt idx="709">
                  <c:v>-5.978</c:v>
                </c:pt>
                <c:pt idx="710">
                  <c:v>-7.376</c:v>
                </c:pt>
                <c:pt idx="711">
                  <c:v>-8.737</c:v>
                </c:pt>
                <c:pt idx="712">
                  <c:v>-10.057</c:v>
                </c:pt>
                <c:pt idx="713">
                  <c:v>-11.331</c:v>
                </c:pt>
                <c:pt idx="714">
                  <c:v>-12.553</c:v>
                </c:pt>
                <c:pt idx="715">
                  <c:v>-13.718</c:v>
                </c:pt>
                <c:pt idx="716">
                  <c:v>-14.821</c:v>
                </c:pt>
                <c:pt idx="717">
                  <c:v>-15.859</c:v>
                </c:pt>
                <c:pt idx="718">
                  <c:v>-16.827</c:v>
                </c:pt>
                <c:pt idx="719">
                  <c:v>-17.721</c:v>
                </c:pt>
                <c:pt idx="720">
                  <c:v>-18.538</c:v>
                </c:pt>
                <c:pt idx="721">
                  <c:v>-19.275</c:v>
                </c:pt>
                <c:pt idx="722">
                  <c:v>-19.929</c:v>
                </c:pt>
                <c:pt idx="723">
                  <c:v>-20.497</c:v>
                </c:pt>
                <c:pt idx="724">
                  <c:v>-20.978</c:v>
                </c:pt>
                <c:pt idx="725">
                  <c:v>-21.369</c:v>
                </c:pt>
                <c:pt idx="726">
                  <c:v>-21.67</c:v>
                </c:pt>
                <c:pt idx="727">
                  <c:v>-21.879</c:v>
                </c:pt>
                <c:pt idx="728">
                  <c:v>-21.996</c:v>
                </c:pt>
                <c:pt idx="729">
                  <c:v>-22.021</c:v>
                </c:pt>
                <c:pt idx="730">
                  <c:v>-21.954</c:v>
                </c:pt>
                <c:pt idx="731">
                  <c:v>-21.795</c:v>
                </c:pt>
                <c:pt idx="732">
                  <c:v>-21.546</c:v>
                </c:pt>
                <c:pt idx="733">
                  <c:v>-21.208</c:v>
                </c:pt>
                <c:pt idx="734">
                  <c:v>-20.782</c:v>
                </c:pt>
                <c:pt idx="735">
                  <c:v>-20.271</c:v>
                </c:pt>
                <c:pt idx="736">
                  <c:v>-19.678</c:v>
                </c:pt>
                <c:pt idx="737">
                  <c:v>-19.004</c:v>
                </c:pt>
                <c:pt idx="738">
                  <c:v>-18.253</c:v>
                </c:pt>
                <c:pt idx="739">
                  <c:v>-17.429</c:v>
                </c:pt>
                <c:pt idx="740">
                  <c:v>-16.535</c:v>
                </c:pt>
                <c:pt idx="741">
                  <c:v>-15.575</c:v>
                </c:pt>
                <c:pt idx="742">
                  <c:v>-14.553</c:v>
                </c:pt>
                <c:pt idx="743">
                  <c:v>-13.475</c:v>
                </c:pt>
                <c:pt idx="744">
                  <c:v>-12.343</c:v>
                </c:pt>
                <c:pt idx="745">
                  <c:v>-11.165</c:v>
                </c:pt>
                <c:pt idx="746">
                  <c:v>-9.943</c:v>
                </c:pt>
                <c:pt idx="747">
                  <c:v>-8.685</c:v>
                </c:pt>
                <c:pt idx="748">
                  <c:v>-7.395</c:v>
                </c:pt>
                <c:pt idx="749">
                  <c:v>-6.078</c:v>
                </c:pt>
                <c:pt idx="750">
                  <c:v>-4.741</c:v>
                </c:pt>
                <c:pt idx="751">
                  <c:v>-3.388</c:v>
                </c:pt>
                <c:pt idx="752">
                  <c:v>-2.027</c:v>
                </c:pt>
                <c:pt idx="753">
                  <c:v>-0.661</c:v>
                </c:pt>
                <c:pt idx="754">
                  <c:v>0.702</c:v>
                </c:pt>
                <c:pt idx="755">
                  <c:v>2.058</c:v>
                </c:pt>
                <c:pt idx="756">
                  <c:v>3.4</c:v>
                </c:pt>
                <c:pt idx="757">
                  <c:v>4.723</c:v>
                </c:pt>
                <c:pt idx="758">
                  <c:v>6.022</c:v>
                </c:pt>
                <c:pt idx="759">
                  <c:v>7.291</c:v>
                </c:pt>
                <c:pt idx="760">
                  <c:v>8.525</c:v>
                </c:pt>
                <c:pt idx="761">
                  <c:v>9.72</c:v>
                </c:pt>
                <c:pt idx="762">
                  <c:v>10.869</c:v>
                </c:pt>
                <c:pt idx="763">
                  <c:v>11.969</c:v>
                </c:pt>
                <c:pt idx="764">
                  <c:v>13.015</c:v>
                </c:pt>
                <c:pt idx="765">
                  <c:v>14.003</c:v>
                </c:pt>
                <c:pt idx="766">
                  <c:v>14.929</c:v>
                </c:pt>
                <c:pt idx="767">
                  <c:v>15.79</c:v>
                </c:pt>
                <c:pt idx="768">
                  <c:v>16.581</c:v>
                </c:pt>
                <c:pt idx="769">
                  <c:v>17.301</c:v>
                </c:pt>
                <c:pt idx="770">
                  <c:v>17.946</c:v>
                </c:pt>
                <c:pt idx="771">
                  <c:v>18.513</c:v>
                </c:pt>
                <c:pt idx="772">
                  <c:v>19.001</c:v>
                </c:pt>
                <c:pt idx="773">
                  <c:v>19.408</c:v>
                </c:pt>
                <c:pt idx="774">
                  <c:v>19.733</c:v>
                </c:pt>
                <c:pt idx="775">
                  <c:v>19.974</c:v>
                </c:pt>
                <c:pt idx="776">
                  <c:v>20.131</c:v>
                </c:pt>
                <c:pt idx="777">
                  <c:v>20.203</c:v>
                </c:pt>
                <c:pt idx="778">
                  <c:v>20.191</c:v>
                </c:pt>
                <c:pt idx="779">
                  <c:v>20.094</c:v>
                </c:pt>
                <c:pt idx="780">
                  <c:v>19.914</c:v>
                </c:pt>
                <c:pt idx="781">
                  <c:v>19.651</c:v>
                </c:pt>
                <c:pt idx="782">
                  <c:v>19.308</c:v>
                </c:pt>
                <c:pt idx="783">
                  <c:v>18.884</c:v>
                </c:pt>
                <c:pt idx="784">
                  <c:v>18.384</c:v>
                </c:pt>
                <c:pt idx="785">
                  <c:v>17.808</c:v>
                </c:pt>
                <c:pt idx="786">
                  <c:v>17.16</c:v>
                </c:pt>
                <c:pt idx="787">
                  <c:v>16.443</c:v>
                </c:pt>
                <c:pt idx="788">
                  <c:v>15.66</c:v>
                </c:pt>
                <c:pt idx="789">
                  <c:v>14.814</c:v>
                </c:pt>
                <c:pt idx="790">
                  <c:v>13.909</c:v>
                </c:pt>
                <c:pt idx="791">
                  <c:v>12.949</c:v>
                </c:pt>
                <c:pt idx="792">
                  <c:v>11.939</c:v>
                </c:pt>
                <c:pt idx="793">
                  <c:v>10.882</c:v>
                </c:pt>
                <c:pt idx="794">
                  <c:v>9.784</c:v>
                </c:pt>
                <c:pt idx="795">
                  <c:v>8.648</c:v>
                </c:pt>
                <c:pt idx="796">
                  <c:v>7.481</c:v>
                </c:pt>
                <c:pt idx="797">
                  <c:v>6.286</c:v>
                </c:pt>
                <c:pt idx="798">
                  <c:v>5.069</c:v>
                </c:pt>
                <c:pt idx="799">
                  <c:v>3.836</c:v>
                </c:pt>
                <c:pt idx="800">
                  <c:v>2.591</c:v>
                </c:pt>
                <c:pt idx="801">
                  <c:v>1.339</c:v>
                </c:pt>
                <c:pt idx="802">
                  <c:v>0.087</c:v>
                </c:pt>
                <c:pt idx="803">
                  <c:v>-1.162</c:v>
                </c:pt>
                <c:pt idx="804">
                  <c:v>-2.402</c:v>
                </c:pt>
                <c:pt idx="805">
                  <c:v>-3.627</c:v>
                </c:pt>
                <c:pt idx="806">
                  <c:v>-4.832</c:v>
                </c:pt>
                <c:pt idx="807">
                  <c:v>-6.013</c:v>
                </c:pt>
                <c:pt idx="808">
                  <c:v>-7.165</c:v>
                </c:pt>
                <c:pt idx="809">
                  <c:v>-8.283</c:v>
                </c:pt>
                <c:pt idx="810">
                  <c:v>-9.362</c:v>
                </c:pt>
                <c:pt idx="811">
                  <c:v>-10.398</c:v>
                </c:pt>
                <c:pt idx="812">
                  <c:v>-11.388</c:v>
                </c:pt>
                <c:pt idx="813">
                  <c:v>-12.326</c:v>
                </c:pt>
                <c:pt idx="814">
                  <c:v>-13.209</c:v>
                </c:pt>
                <c:pt idx="815">
                  <c:v>-14.035</c:v>
                </c:pt>
                <c:pt idx="816">
                  <c:v>-14.798</c:v>
                </c:pt>
                <c:pt idx="817">
                  <c:v>-15.497</c:v>
                </c:pt>
                <c:pt idx="818">
                  <c:v>-16.129</c:v>
                </c:pt>
                <c:pt idx="819">
                  <c:v>-16.692</c:v>
                </c:pt>
                <c:pt idx="820">
                  <c:v>-17.183</c:v>
                </c:pt>
                <c:pt idx="821">
                  <c:v>-17.6</c:v>
                </c:pt>
                <c:pt idx="822">
                  <c:v>-17.942</c:v>
                </c:pt>
                <c:pt idx="823">
                  <c:v>-18.208</c:v>
                </c:pt>
                <c:pt idx="824">
                  <c:v>-18.398</c:v>
                </c:pt>
                <c:pt idx="825">
                  <c:v>-18.509</c:v>
                </c:pt>
                <c:pt idx="826">
                  <c:v>-18.543</c:v>
                </c:pt>
                <c:pt idx="827">
                  <c:v>-18.5</c:v>
                </c:pt>
                <c:pt idx="828">
                  <c:v>-18.379</c:v>
                </c:pt>
                <c:pt idx="829">
                  <c:v>-18.182</c:v>
                </c:pt>
                <c:pt idx="830">
                  <c:v>-17.91</c:v>
                </c:pt>
                <c:pt idx="831">
                  <c:v>-17.564</c:v>
                </c:pt>
                <c:pt idx="832">
                  <c:v>-17.146</c:v>
                </c:pt>
                <c:pt idx="833">
                  <c:v>-16.658</c:v>
                </c:pt>
                <c:pt idx="834">
                  <c:v>-16.102</c:v>
                </c:pt>
                <c:pt idx="835">
                  <c:v>-15.481</c:v>
                </c:pt>
                <c:pt idx="836">
                  <c:v>-14.797</c:v>
                </c:pt>
                <c:pt idx="837">
                  <c:v>-14.054</c:v>
                </c:pt>
                <c:pt idx="838">
                  <c:v>-13.254</c:v>
                </c:pt>
                <c:pt idx="839">
                  <c:v>-12.403</c:v>
                </c:pt>
                <c:pt idx="840">
                  <c:v>-11.502</c:v>
                </c:pt>
                <c:pt idx="841">
                  <c:v>-10.557</c:v>
                </c:pt>
                <c:pt idx="842">
                  <c:v>-9.571</c:v>
                </c:pt>
                <c:pt idx="843">
                  <c:v>-8.548</c:v>
                </c:pt>
                <c:pt idx="844">
                  <c:v>-7.494</c:v>
                </c:pt>
                <c:pt idx="845">
                  <c:v>-6.412</c:v>
                </c:pt>
                <c:pt idx="846">
                  <c:v>-5.307</c:v>
                </c:pt>
                <c:pt idx="847">
                  <c:v>-4.183</c:v>
                </c:pt>
                <c:pt idx="848">
                  <c:v>-3.046</c:v>
                </c:pt>
                <c:pt idx="849">
                  <c:v>-1.901</c:v>
                </c:pt>
                <c:pt idx="850">
                  <c:v>-0.751</c:v>
                </c:pt>
                <c:pt idx="851">
                  <c:v>0.397</c:v>
                </c:pt>
                <c:pt idx="852">
                  <c:v>1.54</c:v>
                </c:pt>
                <c:pt idx="853">
                  <c:v>2.672</c:v>
                </c:pt>
                <c:pt idx="854">
                  <c:v>3.79</c:v>
                </c:pt>
                <c:pt idx="855">
                  <c:v>4.887</c:v>
                </c:pt>
                <c:pt idx="856">
                  <c:v>5.96</c:v>
                </c:pt>
                <c:pt idx="857">
                  <c:v>7.005</c:v>
                </c:pt>
                <c:pt idx="858">
                  <c:v>8.016</c:v>
                </c:pt>
                <c:pt idx="859">
                  <c:v>8.991</c:v>
                </c:pt>
                <c:pt idx="860">
                  <c:v>9.924</c:v>
                </c:pt>
                <c:pt idx="861">
                  <c:v>10.813</c:v>
                </c:pt>
                <c:pt idx="862">
                  <c:v>11.653</c:v>
                </c:pt>
                <c:pt idx="863">
                  <c:v>12.442</c:v>
                </c:pt>
                <c:pt idx="864">
                  <c:v>13.176</c:v>
                </c:pt>
                <c:pt idx="865">
                  <c:v>13.853</c:v>
                </c:pt>
                <c:pt idx="866">
                  <c:v>14.469</c:v>
                </c:pt>
                <c:pt idx="867">
                  <c:v>15.023</c:v>
                </c:pt>
                <c:pt idx="868">
                  <c:v>15.512</c:v>
                </c:pt>
                <c:pt idx="869">
                  <c:v>15.934</c:v>
                </c:pt>
                <c:pt idx="870">
                  <c:v>16.289</c:v>
                </c:pt>
                <c:pt idx="871">
                  <c:v>16.574</c:v>
                </c:pt>
                <c:pt idx="872">
                  <c:v>16.789</c:v>
                </c:pt>
                <c:pt idx="873">
                  <c:v>16.933</c:v>
                </c:pt>
                <c:pt idx="874">
                  <c:v>17.006</c:v>
                </c:pt>
                <c:pt idx="875">
                  <c:v>17.007</c:v>
                </c:pt>
                <c:pt idx="876">
                  <c:v>16.938</c:v>
                </c:pt>
                <c:pt idx="877">
                  <c:v>16.798</c:v>
                </c:pt>
                <c:pt idx="878">
                  <c:v>16.589</c:v>
                </c:pt>
                <c:pt idx="879">
                  <c:v>16.311</c:v>
                </c:pt>
                <c:pt idx="880">
                  <c:v>15.965</c:v>
                </c:pt>
                <c:pt idx="881">
                  <c:v>15.555</c:v>
                </c:pt>
                <c:pt idx="882">
                  <c:v>15.081</c:v>
                </c:pt>
                <c:pt idx="883">
                  <c:v>14.545</c:v>
                </c:pt>
                <c:pt idx="884">
                  <c:v>13.951</c:v>
                </c:pt>
                <c:pt idx="885">
                  <c:v>13.301</c:v>
                </c:pt>
                <c:pt idx="886">
                  <c:v>12.597</c:v>
                </c:pt>
                <c:pt idx="887">
                  <c:v>11.843</c:v>
                </c:pt>
                <c:pt idx="888">
                  <c:v>11.043</c:v>
                </c:pt>
                <c:pt idx="889">
                  <c:v>10.199</c:v>
                </c:pt>
                <c:pt idx="890">
                  <c:v>9.316</c:v>
                </c:pt>
                <c:pt idx="891">
                  <c:v>8.396</c:v>
                </c:pt>
                <c:pt idx="892">
                  <c:v>7.445</c:v>
                </c:pt>
                <c:pt idx="893">
                  <c:v>6.467</c:v>
                </c:pt>
                <c:pt idx="894">
                  <c:v>5.464</c:v>
                </c:pt>
                <c:pt idx="895">
                  <c:v>4.443</c:v>
                </c:pt>
                <c:pt idx="896">
                  <c:v>3.406</c:v>
                </c:pt>
                <c:pt idx="897">
                  <c:v>2.359</c:v>
                </c:pt>
                <c:pt idx="898">
                  <c:v>1.306</c:v>
                </c:pt>
                <c:pt idx="899">
                  <c:v>0.251</c:v>
                </c:pt>
                <c:pt idx="900">
                  <c:v>-0.801</c:v>
                </c:pt>
                <c:pt idx="901">
                  <c:v>-1.846</c:v>
                </c:pt>
                <c:pt idx="902">
                  <c:v>-2.88</c:v>
                </c:pt>
                <c:pt idx="903">
                  <c:v>-3.898</c:v>
                </c:pt>
                <c:pt idx="904">
                  <c:v>-4.896</c:v>
                </c:pt>
                <c:pt idx="905">
                  <c:v>-5.871</c:v>
                </c:pt>
                <c:pt idx="906">
                  <c:v>-6.817</c:v>
                </c:pt>
                <c:pt idx="907">
                  <c:v>-7.731</c:v>
                </c:pt>
                <c:pt idx="908">
                  <c:v>-8.61</c:v>
                </c:pt>
                <c:pt idx="909">
                  <c:v>-9.45</c:v>
                </c:pt>
                <c:pt idx="910">
                  <c:v>-10.248</c:v>
                </c:pt>
                <c:pt idx="911">
                  <c:v>-11</c:v>
                </c:pt>
                <c:pt idx="912">
                  <c:v>-11.703</c:v>
                </c:pt>
                <c:pt idx="913">
                  <c:v>-12.355</c:v>
                </c:pt>
                <c:pt idx="914">
                  <c:v>-12.953</c:v>
                </c:pt>
                <c:pt idx="915">
                  <c:v>-13.495</c:v>
                </c:pt>
                <c:pt idx="916">
                  <c:v>-13.978</c:v>
                </c:pt>
                <c:pt idx="917">
                  <c:v>-14.402</c:v>
                </c:pt>
                <c:pt idx="918">
                  <c:v>-14.764</c:v>
                </c:pt>
                <c:pt idx="919">
                  <c:v>-15.063</c:v>
                </c:pt>
                <c:pt idx="920">
                  <c:v>-15.298</c:v>
                </c:pt>
                <c:pt idx="921">
                  <c:v>-15.468</c:v>
                </c:pt>
                <c:pt idx="922">
                  <c:v>-15.573</c:v>
                </c:pt>
                <c:pt idx="923">
                  <c:v>-15.613</c:v>
                </c:pt>
                <c:pt idx="924">
                  <c:v>-15.587</c:v>
                </c:pt>
                <c:pt idx="925">
                  <c:v>-15.497</c:v>
                </c:pt>
                <c:pt idx="926">
                  <c:v>-15.342</c:v>
                </c:pt>
                <c:pt idx="927">
                  <c:v>-15.123</c:v>
                </c:pt>
                <c:pt idx="928">
                  <c:v>-14.842</c:v>
                </c:pt>
                <c:pt idx="929">
                  <c:v>-14.501</c:v>
                </c:pt>
                <c:pt idx="930">
                  <c:v>-14.099</c:v>
                </c:pt>
                <c:pt idx="931">
                  <c:v>-13.641</c:v>
                </c:pt>
                <c:pt idx="932">
                  <c:v>-13.127</c:v>
                </c:pt>
                <c:pt idx="933">
                  <c:v>-12.56</c:v>
                </c:pt>
                <c:pt idx="934">
                  <c:v>-11.942</c:v>
                </c:pt>
                <c:pt idx="935">
                  <c:v>-11.277</c:v>
                </c:pt>
                <c:pt idx="936">
                  <c:v>-10.567</c:v>
                </c:pt>
                <c:pt idx="937">
                  <c:v>-9.816</c:v>
                </c:pt>
                <c:pt idx="938">
                  <c:v>-9.026</c:v>
                </c:pt>
                <c:pt idx="939">
                  <c:v>-8.201</c:v>
                </c:pt>
                <c:pt idx="940">
                  <c:v>-7.345</c:v>
                </c:pt>
                <c:pt idx="941">
                  <c:v>-6.462</c:v>
                </c:pt>
                <c:pt idx="942">
                  <c:v>-5.554</c:v>
                </c:pt>
                <c:pt idx="943">
                  <c:v>-4.627</c:v>
                </c:pt>
                <c:pt idx="944">
                  <c:v>-3.683</c:v>
                </c:pt>
                <c:pt idx="945">
                  <c:v>-2.728</c:v>
                </c:pt>
                <c:pt idx="946">
                  <c:v>-1.764</c:v>
                </c:pt>
                <c:pt idx="947">
                  <c:v>-0.796</c:v>
                </c:pt>
                <c:pt idx="948">
                  <c:v>0.171</c:v>
                </c:pt>
                <c:pt idx="949">
                  <c:v>1.134</c:v>
                </c:pt>
                <c:pt idx="950">
                  <c:v>2.09</c:v>
                </c:pt>
                <c:pt idx="951">
                  <c:v>3.033</c:v>
                </c:pt>
                <c:pt idx="952">
                  <c:v>3.96</c:v>
                </c:pt>
                <c:pt idx="953">
                  <c:v>4.867</c:v>
                </c:pt>
                <c:pt idx="954">
                  <c:v>5.751</c:v>
                </c:pt>
                <c:pt idx="955">
                  <c:v>6.607</c:v>
                </c:pt>
                <c:pt idx="956">
                  <c:v>7.433</c:v>
                </c:pt>
                <c:pt idx="957">
                  <c:v>8.226</c:v>
                </c:pt>
                <c:pt idx="958">
                  <c:v>8.98</c:v>
                </c:pt>
                <c:pt idx="959">
                  <c:v>9.695</c:v>
                </c:pt>
                <c:pt idx="960">
                  <c:v>10.367</c:v>
                </c:pt>
                <c:pt idx="961">
                  <c:v>10.993</c:v>
                </c:pt>
                <c:pt idx="962">
                  <c:v>11.571</c:v>
                </c:pt>
                <c:pt idx="963">
                  <c:v>12.099</c:v>
                </c:pt>
                <c:pt idx="964">
                  <c:v>12.574</c:v>
                </c:pt>
                <c:pt idx="965">
                  <c:v>12.995</c:v>
                </c:pt>
                <c:pt idx="966">
                  <c:v>13.36</c:v>
                </c:pt>
                <c:pt idx="967">
                  <c:v>13.668</c:v>
                </c:pt>
                <c:pt idx="968">
                  <c:v>13.918</c:v>
                </c:pt>
                <c:pt idx="969">
                  <c:v>14.109</c:v>
                </c:pt>
                <c:pt idx="970">
                  <c:v>14.241</c:v>
                </c:pt>
                <c:pt idx="971">
                  <c:v>14.312</c:v>
                </c:pt>
                <c:pt idx="972">
                  <c:v>14.324</c:v>
                </c:pt>
                <c:pt idx="973">
                  <c:v>14.276</c:v>
                </c:pt>
                <c:pt idx="974">
                  <c:v>14.168</c:v>
                </c:pt>
                <c:pt idx="975">
                  <c:v>14.001</c:v>
                </c:pt>
                <c:pt idx="976">
                  <c:v>13.777</c:v>
                </c:pt>
                <c:pt idx="977">
                  <c:v>13.496</c:v>
                </c:pt>
                <c:pt idx="978">
                  <c:v>13.159</c:v>
                </c:pt>
                <c:pt idx="979">
                  <c:v>12.769</c:v>
                </c:pt>
                <c:pt idx="980">
                  <c:v>12.327</c:v>
                </c:pt>
                <c:pt idx="981">
                  <c:v>11.835</c:v>
                </c:pt>
                <c:pt idx="982">
                  <c:v>11.295</c:v>
                </c:pt>
                <c:pt idx="983">
                  <c:v>10.71</c:v>
                </c:pt>
                <c:pt idx="984">
                  <c:v>10.082</c:v>
                </c:pt>
                <c:pt idx="985">
                  <c:v>9.415</c:v>
                </c:pt>
                <c:pt idx="986">
                  <c:v>8.71</c:v>
                </c:pt>
                <c:pt idx="987">
                  <c:v>7.972</c:v>
                </c:pt>
                <c:pt idx="988">
                  <c:v>7.203</c:v>
                </c:pt>
                <c:pt idx="989">
                  <c:v>6.406</c:v>
                </c:pt>
                <c:pt idx="990">
                  <c:v>5.586</c:v>
                </c:pt>
                <c:pt idx="991">
                  <c:v>4.745</c:v>
                </c:pt>
                <c:pt idx="992">
                  <c:v>3.887</c:v>
                </c:pt>
                <c:pt idx="993">
                  <c:v>3.017</c:v>
                </c:pt>
                <c:pt idx="994">
                  <c:v>2.136</c:v>
                </c:pt>
                <c:pt idx="995">
                  <c:v>1.25</c:v>
                </c:pt>
                <c:pt idx="996">
                  <c:v>0.362</c:v>
                </c:pt>
                <c:pt idx="997">
                  <c:v>-0.525</c:v>
                </c:pt>
                <c:pt idx="998">
                  <c:v>-1.406</c:v>
                </c:pt>
                <c:pt idx="999">
                  <c:v>-2.278</c:v>
                </c:pt>
                <c:pt idx="1000">
                  <c:v>-3.138</c:v>
                </c:pt>
                <c:pt idx="1001">
                  <c:v>-3.982</c:v>
                </c:pt>
                <c:pt idx="1002">
                  <c:v>-4.806</c:v>
                </c:pt>
                <c:pt idx="1003">
                  <c:v>-5.607</c:v>
                </c:pt>
                <c:pt idx="1004">
                  <c:v>-6.381</c:v>
                </c:pt>
                <c:pt idx="1005">
                  <c:v>-7.127</c:v>
                </c:pt>
                <c:pt idx="1006">
                  <c:v>-7.84</c:v>
                </c:pt>
                <c:pt idx="1007">
                  <c:v>-8.518</c:v>
                </c:pt>
                <c:pt idx="1008">
                  <c:v>-9.157</c:v>
                </c:pt>
                <c:pt idx="1009">
                  <c:v>-9.757</c:v>
                </c:pt>
                <c:pt idx="1010">
                  <c:v>-10.313</c:v>
                </c:pt>
                <c:pt idx="1011">
                  <c:v>-10.824</c:v>
                </c:pt>
                <c:pt idx="1012">
                  <c:v>-11.289</c:v>
                </c:pt>
                <c:pt idx="1013">
                  <c:v>-11.704</c:v>
                </c:pt>
                <c:pt idx="1014">
                  <c:v>-12.07</c:v>
                </c:pt>
                <c:pt idx="1015">
                  <c:v>-12.383</c:v>
                </c:pt>
                <c:pt idx="1016">
                  <c:v>-12.644</c:v>
                </c:pt>
                <c:pt idx="1017">
                  <c:v>-12.851</c:v>
                </c:pt>
                <c:pt idx="1018">
                  <c:v>-13.004</c:v>
                </c:pt>
                <c:pt idx="1019">
                  <c:v>-13.101</c:v>
                </c:pt>
                <c:pt idx="1020">
                  <c:v>-13.144</c:v>
                </c:pt>
                <c:pt idx="1021">
                  <c:v>-13.132</c:v>
                </c:pt>
                <c:pt idx="1022">
                  <c:v>-13.065</c:v>
                </c:pt>
                <c:pt idx="1023">
                  <c:v>-12.943</c:v>
                </c:pt>
                <c:pt idx="1024">
                  <c:v>-12.768</c:v>
                </c:pt>
                <c:pt idx="1025">
                  <c:v>-12.541</c:v>
                </c:pt>
                <c:pt idx="1026">
                  <c:v>-12.262</c:v>
                </c:pt>
                <c:pt idx="1027">
                  <c:v>-11.932</c:v>
                </c:pt>
                <c:pt idx="1028">
                  <c:v>-11.554</c:v>
                </c:pt>
                <c:pt idx="1029">
                  <c:v>-11.129</c:v>
                </c:pt>
                <c:pt idx="1030">
                  <c:v>-10.659</c:v>
                </c:pt>
                <c:pt idx="1031">
                  <c:v>-10.146</c:v>
                </c:pt>
                <c:pt idx="1032">
                  <c:v>-9.593</c:v>
                </c:pt>
                <c:pt idx="1033">
                  <c:v>-9.001</c:v>
                </c:pt>
                <c:pt idx="1034">
                  <c:v>-8.374</c:v>
                </c:pt>
                <c:pt idx="1035">
                  <c:v>-7.715</c:v>
                </c:pt>
                <c:pt idx="1036">
                  <c:v>-7.025</c:v>
                </c:pt>
                <c:pt idx="1037">
                  <c:v>-6.308</c:v>
                </c:pt>
                <c:pt idx="1038">
                  <c:v>-5.568</c:v>
                </c:pt>
                <c:pt idx="1039">
                  <c:v>-4.807</c:v>
                </c:pt>
                <c:pt idx="1040">
                  <c:v>-4.029</c:v>
                </c:pt>
                <c:pt idx="1041">
                  <c:v>-3.236</c:v>
                </c:pt>
                <c:pt idx="1042">
                  <c:v>-2.433</c:v>
                </c:pt>
                <c:pt idx="1043">
                  <c:v>-1.623</c:v>
                </c:pt>
                <c:pt idx="1044">
                  <c:v>-0.808</c:v>
                </c:pt>
                <c:pt idx="1045">
                  <c:v>0.006</c:v>
                </c:pt>
                <c:pt idx="1046">
                  <c:v>0.818</c:v>
                </c:pt>
                <c:pt idx="1047">
                  <c:v>1.624</c:v>
                </c:pt>
                <c:pt idx="1048">
                  <c:v>2.42</c:v>
                </c:pt>
                <c:pt idx="1049">
                  <c:v>3.203</c:v>
                </c:pt>
                <c:pt idx="1050">
                  <c:v>3.97</c:v>
                </c:pt>
                <c:pt idx="1051">
                  <c:v>4.718</c:v>
                </c:pt>
                <c:pt idx="1052">
                  <c:v>5.443</c:v>
                </c:pt>
                <c:pt idx="1053">
                  <c:v>6.143</c:v>
                </c:pt>
                <c:pt idx="1054">
                  <c:v>6.815</c:v>
                </c:pt>
                <c:pt idx="1055">
                  <c:v>7.456</c:v>
                </c:pt>
                <c:pt idx="1056">
                  <c:v>8.064</c:v>
                </c:pt>
                <c:pt idx="1057">
                  <c:v>8.636</c:v>
                </c:pt>
                <c:pt idx="1058">
                  <c:v>9.17</c:v>
                </c:pt>
                <c:pt idx="1059">
                  <c:v>9.663</c:v>
                </c:pt>
                <c:pt idx="1060">
                  <c:v>10.115</c:v>
                </c:pt>
                <c:pt idx="1061">
                  <c:v>10.522</c:v>
                </c:pt>
                <c:pt idx="1062">
                  <c:v>10.885</c:v>
                </c:pt>
                <c:pt idx="1063">
                  <c:v>11.2</c:v>
                </c:pt>
                <c:pt idx="1064">
                  <c:v>11.468</c:v>
                </c:pt>
                <c:pt idx="1065">
                  <c:v>11.687</c:v>
                </c:pt>
                <c:pt idx="1066">
                  <c:v>11.856</c:v>
                </c:pt>
                <c:pt idx="1067">
                  <c:v>11.975</c:v>
                </c:pt>
                <c:pt idx="1068">
                  <c:v>12.044</c:v>
                </c:pt>
                <c:pt idx="1069">
                  <c:v>12.063</c:v>
                </c:pt>
                <c:pt idx="1070">
                  <c:v>12.03</c:v>
                </c:pt>
                <c:pt idx="1071">
                  <c:v>11.948</c:v>
                </c:pt>
                <c:pt idx="1072">
                  <c:v>11.816</c:v>
                </c:pt>
                <c:pt idx="1073">
                  <c:v>11.635</c:v>
                </c:pt>
                <c:pt idx="1074">
                  <c:v>11.407</c:v>
                </c:pt>
                <c:pt idx="1075">
                  <c:v>11.131</c:v>
                </c:pt>
                <c:pt idx="1076">
                  <c:v>10.81</c:v>
                </c:pt>
                <c:pt idx="1077">
                  <c:v>10.445</c:v>
                </c:pt>
                <c:pt idx="1078">
                  <c:v>10.038</c:v>
                </c:pt>
                <c:pt idx="1079">
                  <c:v>9.59</c:v>
                </c:pt>
                <c:pt idx="1080">
                  <c:v>9.104</c:v>
                </c:pt>
                <c:pt idx="1081">
                  <c:v>8.581</c:v>
                </c:pt>
                <c:pt idx="1082">
                  <c:v>8.024</c:v>
                </c:pt>
                <c:pt idx="1083">
                  <c:v>7.436</c:v>
                </c:pt>
                <c:pt idx="1084">
                  <c:v>6.819</c:v>
                </c:pt>
                <c:pt idx="1085">
                  <c:v>6.176</c:v>
                </c:pt>
                <c:pt idx="1086">
                  <c:v>5.509</c:v>
                </c:pt>
                <c:pt idx="1087">
                  <c:v>4.821</c:v>
                </c:pt>
                <c:pt idx="1088">
                  <c:v>4.116</c:v>
                </c:pt>
                <c:pt idx="1089">
                  <c:v>3.396</c:v>
                </c:pt>
                <c:pt idx="1090">
                  <c:v>2.665</c:v>
                </c:pt>
                <c:pt idx="1091">
                  <c:v>1.924</c:v>
                </c:pt>
                <c:pt idx="1092">
                  <c:v>1.179</c:v>
                </c:pt>
                <c:pt idx="1093">
                  <c:v>0.431</c:v>
                </c:pt>
                <c:pt idx="1094">
                  <c:v>-0.316</c:v>
                </c:pt>
                <c:pt idx="1095">
                  <c:v>-1.059</c:v>
                </c:pt>
                <c:pt idx="1096">
                  <c:v>-1.795</c:v>
                </c:pt>
                <c:pt idx="1097">
                  <c:v>-2.521</c:v>
                </c:pt>
                <c:pt idx="1098">
                  <c:v>-3.233</c:v>
                </c:pt>
                <c:pt idx="1099">
                  <c:v>-3.93</c:v>
                </c:pt>
                <c:pt idx="1100">
                  <c:v>-4.608</c:v>
                </c:pt>
                <c:pt idx="1101">
                  <c:v>-5.264</c:v>
                </c:pt>
                <c:pt idx="1102">
                  <c:v>-5.896</c:v>
                </c:pt>
                <c:pt idx="1103">
                  <c:v>-6.501</c:v>
                </c:pt>
                <c:pt idx="1104">
                  <c:v>-7.077</c:v>
                </c:pt>
                <c:pt idx="1105">
                  <c:v>-7.622</c:v>
                </c:pt>
                <c:pt idx="1106">
                  <c:v>-8.132</c:v>
                </c:pt>
                <c:pt idx="1107">
                  <c:v>-8.607</c:v>
                </c:pt>
                <c:pt idx="1108">
                  <c:v>-9.044</c:v>
                </c:pt>
                <c:pt idx="1109">
                  <c:v>-9.442</c:v>
                </c:pt>
                <c:pt idx="1110">
                  <c:v>-9.799</c:v>
                </c:pt>
                <c:pt idx="1111">
                  <c:v>-10.113</c:v>
                </c:pt>
                <c:pt idx="1112">
                  <c:v>-10.385</c:v>
                </c:pt>
                <c:pt idx="1113">
                  <c:v>-10.612</c:v>
                </c:pt>
                <c:pt idx="1114">
                  <c:v>-10.794</c:v>
                </c:pt>
                <c:pt idx="1115">
                  <c:v>-10.93</c:v>
                </c:pt>
                <c:pt idx="1116">
                  <c:v>-11.021</c:v>
                </c:pt>
                <c:pt idx="1117">
                  <c:v>-11.064</c:v>
                </c:pt>
                <c:pt idx="1118">
                  <c:v>-11.062</c:v>
                </c:pt>
                <c:pt idx="1119">
                  <c:v>-11.013</c:v>
                </c:pt>
                <c:pt idx="1120">
                  <c:v>-10.919</c:v>
                </c:pt>
                <c:pt idx="1121">
                  <c:v>-10.779</c:v>
                </c:pt>
                <c:pt idx="1122">
                  <c:v>-10.595</c:v>
                </c:pt>
                <c:pt idx="1123">
                  <c:v>-10.367</c:v>
                </c:pt>
                <c:pt idx="1124">
                  <c:v>-10.097</c:v>
                </c:pt>
                <c:pt idx="1125">
                  <c:v>-9.785</c:v>
                </c:pt>
                <c:pt idx="1126">
                  <c:v>-9.434</c:v>
                </c:pt>
                <c:pt idx="1127">
                  <c:v>-9.044</c:v>
                </c:pt>
                <c:pt idx="1128">
                  <c:v>-8.618</c:v>
                </c:pt>
                <c:pt idx="1129">
                  <c:v>-8.158</c:v>
                </c:pt>
                <c:pt idx="1130">
                  <c:v>-7.665</c:v>
                </c:pt>
                <c:pt idx="1131">
                  <c:v>-7.142</c:v>
                </c:pt>
                <c:pt idx="1132">
                  <c:v>-6.591</c:v>
                </c:pt>
                <c:pt idx="1133">
                  <c:v>-6.015</c:v>
                </c:pt>
                <c:pt idx="1134">
                  <c:v>-5.415</c:v>
                </c:pt>
                <c:pt idx="1135">
                  <c:v>-4.795</c:v>
                </c:pt>
                <c:pt idx="1136">
                  <c:v>-4.157</c:v>
                </c:pt>
                <c:pt idx="1137">
                  <c:v>-3.504</c:v>
                </c:pt>
                <c:pt idx="1138">
                  <c:v>-2.839</c:v>
                </c:pt>
                <c:pt idx="1139">
                  <c:v>-2.164</c:v>
                </c:pt>
                <c:pt idx="1140">
                  <c:v>-1.482</c:v>
                </c:pt>
                <c:pt idx="1141">
                  <c:v>-0.797</c:v>
                </c:pt>
                <c:pt idx="1142">
                  <c:v>-0.111</c:v>
                </c:pt>
                <c:pt idx="1143">
                  <c:v>0.574</c:v>
                </c:pt>
                <c:pt idx="1144">
                  <c:v>1.253</c:v>
                </c:pt>
                <c:pt idx="1145">
                  <c:v>1.925</c:v>
                </c:pt>
                <c:pt idx="1146">
                  <c:v>2.586</c:v>
                </c:pt>
                <c:pt idx="1147">
                  <c:v>3.235</c:v>
                </c:pt>
                <c:pt idx="1148">
                  <c:v>3.867</c:v>
                </c:pt>
                <c:pt idx="1149">
                  <c:v>4.481</c:v>
                </c:pt>
                <c:pt idx="1150">
                  <c:v>5.074</c:v>
                </c:pt>
                <c:pt idx="1151">
                  <c:v>5.644</c:v>
                </c:pt>
                <c:pt idx="1152">
                  <c:v>6.189</c:v>
                </c:pt>
                <c:pt idx="1153">
                  <c:v>6.705</c:v>
                </c:pt>
                <c:pt idx="1154">
                  <c:v>7.192</c:v>
                </c:pt>
                <c:pt idx="1155">
                  <c:v>7.647</c:v>
                </c:pt>
                <c:pt idx="1156">
                  <c:v>8.068</c:v>
                </c:pt>
                <c:pt idx="1157">
                  <c:v>8.455</c:v>
                </c:pt>
                <c:pt idx="1158">
                  <c:v>8.804</c:v>
                </c:pt>
                <c:pt idx="1159">
                  <c:v>9.116</c:v>
                </c:pt>
                <c:pt idx="1160">
                  <c:v>9.388</c:v>
                </c:pt>
                <c:pt idx="1161">
                  <c:v>9.621</c:v>
                </c:pt>
                <c:pt idx="1162">
                  <c:v>9.812</c:v>
                </c:pt>
                <c:pt idx="1163">
                  <c:v>9.962</c:v>
                </c:pt>
                <c:pt idx="1164">
                  <c:v>10.069</c:v>
                </c:pt>
                <c:pt idx="1165">
                  <c:v>10.134</c:v>
                </c:pt>
                <c:pt idx="1166">
                  <c:v>10.157</c:v>
                </c:pt>
                <c:pt idx="1167">
                  <c:v>10.137</c:v>
                </c:pt>
                <c:pt idx="1168">
                  <c:v>10.075</c:v>
                </c:pt>
                <c:pt idx="1169">
                  <c:v>9.971</c:v>
                </c:pt>
                <c:pt idx="1170">
                  <c:v>9.825</c:v>
                </c:pt>
                <c:pt idx="1171">
                  <c:v>9.64</c:v>
                </c:pt>
                <c:pt idx="1172">
                  <c:v>9.414</c:v>
                </c:pt>
                <c:pt idx="1173">
                  <c:v>9.15</c:v>
                </c:pt>
                <c:pt idx="1174">
                  <c:v>8.849</c:v>
                </c:pt>
                <c:pt idx="1175">
                  <c:v>8.512</c:v>
                </c:pt>
                <c:pt idx="1176">
                  <c:v>8.141</c:v>
                </c:pt>
                <c:pt idx="1177">
                  <c:v>7.737</c:v>
                </c:pt>
                <c:pt idx="1178">
                  <c:v>7.302</c:v>
                </c:pt>
                <c:pt idx="1179">
                  <c:v>6.838</c:v>
                </c:pt>
                <c:pt idx="1180">
                  <c:v>6.347</c:v>
                </c:pt>
                <c:pt idx="1181">
                  <c:v>5.831</c:v>
                </c:pt>
                <c:pt idx="1182">
                  <c:v>5.293</c:v>
                </c:pt>
                <c:pt idx="1183">
                  <c:v>4.735</c:v>
                </c:pt>
                <c:pt idx="1184">
                  <c:v>4.159</c:v>
                </c:pt>
                <c:pt idx="1185">
                  <c:v>3.567</c:v>
                </c:pt>
                <c:pt idx="1186">
                  <c:v>2.963</c:v>
                </c:pt>
                <c:pt idx="1187">
                  <c:v>2.348</c:v>
                </c:pt>
                <c:pt idx="1188">
                  <c:v>1.726</c:v>
                </c:pt>
                <c:pt idx="1189">
                  <c:v>1.099</c:v>
                </c:pt>
                <c:pt idx="1190">
                  <c:v>0.47</c:v>
                </c:pt>
                <c:pt idx="1191">
                  <c:v>-0.16</c:v>
                </c:pt>
                <c:pt idx="1192">
                  <c:v>-0.786</c:v>
                </c:pt>
                <c:pt idx="1193">
                  <c:v>-1.407</c:v>
                </c:pt>
                <c:pt idx="1194">
                  <c:v>-2.02</c:v>
                </c:pt>
                <c:pt idx="1195">
                  <c:v>-2.622</c:v>
                </c:pt>
                <c:pt idx="1196">
                  <c:v>-3.211</c:v>
                </c:pt>
                <c:pt idx="1197">
                  <c:v>-3.785</c:v>
                </c:pt>
                <c:pt idx="1198">
                  <c:v>-4.34</c:v>
                </c:pt>
                <c:pt idx="1199">
                  <c:v>-4.876</c:v>
                </c:pt>
                <c:pt idx="1200">
                  <c:v>-5.39</c:v>
                </c:pt>
                <c:pt idx="1201">
                  <c:v>-5.879</c:v>
                </c:pt>
                <c:pt idx="1202">
                  <c:v>-6.342</c:v>
                </c:pt>
                <c:pt idx="1203">
                  <c:v>-6.776</c:v>
                </c:pt>
                <c:pt idx="1204">
                  <c:v>-7.181</c:v>
                </c:pt>
                <c:pt idx="1205">
                  <c:v>-7.555</c:v>
                </c:pt>
                <c:pt idx="1206">
                  <c:v>-7.895</c:v>
                </c:pt>
                <c:pt idx="1207">
                  <c:v>-8.202</c:v>
                </c:pt>
                <c:pt idx="1208">
                  <c:v>-8.473</c:v>
                </c:pt>
                <c:pt idx="1209">
                  <c:v>-8.708</c:v>
                </c:pt>
                <c:pt idx="1210">
                  <c:v>-8.905</c:v>
                </c:pt>
                <c:pt idx="1211">
                  <c:v>-9.065</c:v>
                </c:pt>
                <c:pt idx="1212">
                  <c:v>-9.187</c:v>
                </c:pt>
                <c:pt idx="1213">
                  <c:v>-9.269</c:v>
                </c:pt>
                <c:pt idx="1214">
                  <c:v>-9.313</c:v>
                </c:pt>
                <c:pt idx="1215">
                  <c:v>-9.317</c:v>
                </c:pt>
                <c:pt idx="1216">
                  <c:v>-9.283</c:v>
                </c:pt>
                <c:pt idx="1217">
                  <c:v>-9.21</c:v>
                </c:pt>
                <c:pt idx="1218">
                  <c:v>-9.098</c:v>
                </c:pt>
                <c:pt idx="1219">
                  <c:v>-8.949</c:v>
                </c:pt>
                <c:pt idx="1220">
                  <c:v>-8.764</c:v>
                </c:pt>
                <c:pt idx="1221">
                  <c:v>-8.542</c:v>
                </c:pt>
                <c:pt idx="1222">
                  <c:v>-8.286</c:v>
                </c:pt>
                <c:pt idx="1223">
                  <c:v>-7.995</c:v>
                </c:pt>
                <c:pt idx="1224">
                  <c:v>-7.673</c:v>
                </c:pt>
                <c:pt idx="1225">
                  <c:v>-7.319</c:v>
                </c:pt>
                <c:pt idx="1226">
                  <c:v>-6.937</c:v>
                </c:pt>
                <c:pt idx="1227">
                  <c:v>-6.526</c:v>
                </c:pt>
                <c:pt idx="1228">
                  <c:v>-6.09</c:v>
                </c:pt>
                <c:pt idx="1229">
                  <c:v>-5.63</c:v>
                </c:pt>
                <c:pt idx="1230">
                  <c:v>-5.148</c:v>
                </c:pt>
                <c:pt idx="1231">
                  <c:v>-4.646</c:v>
                </c:pt>
                <c:pt idx="1232">
                  <c:v>-4.127</c:v>
                </c:pt>
                <c:pt idx="1233">
                  <c:v>-3.592</c:v>
                </c:pt>
                <c:pt idx="1234">
                  <c:v>-3.044</c:v>
                </c:pt>
                <c:pt idx="1235">
                  <c:v>-2.486</c:v>
                </c:pt>
                <c:pt idx="1236">
                  <c:v>-1.918</c:v>
                </c:pt>
                <c:pt idx="1237">
                  <c:v>-1.345</c:v>
                </c:pt>
                <c:pt idx="1238">
                  <c:v>-0.769</c:v>
                </c:pt>
                <c:pt idx="1239">
                  <c:v>-0.191</c:v>
                </c:pt>
                <c:pt idx="1240">
                  <c:v>0.386</c:v>
                </c:pt>
                <c:pt idx="1241">
                  <c:v>0.959</c:v>
                </c:pt>
                <c:pt idx="1242">
                  <c:v>1.526</c:v>
                </c:pt>
                <c:pt idx="1243">
                  <c:v>2.084</c:v>
                </c:pt>
                <c:pt idx="1244">
                  <c:v>2.632</c:v>
                </c:pt>
                <c:pt idx="1245">
                  <c:v>3.167</c:v>
                </c:pt>
                <c:pt idx="1246">
                  <c:v>3.687</c:v>
                </c:pt>
                <c:pt idx="1247">
                  <c:v>4.189</c:v>
                </c:pt>
                <c:pt idx="1248">
                  <c:v>4.673</c:v>
                </c:pt>
                <c:pt idx="1249">
                  <c:v>5.135</c:v>
                </c:pt>
                <c:pt idx="1250">
                  <c:v>5.574</c:v>
                </c:pt>
                <c:pt idx="1251">
                  <c:v>5.988</c:v>
                </c:pt>
                <c:pt idx="1252">
                  <c:v>6.376</c:v>
                </c:pt>
                <c:pt idx="1253">
                  <c:v>6.736</c:v>
                </c:pt>
                <c:pt idx="1254">
                  <c:v>7.066</c:v>
                </c:pt>
                <c:pt idx="1255">
                  <c:v>7.366</c:v>
                </c:pt>
                <c:pt idx="1256">
                  <c:v>7.633</c:v>
                </c:pt>
                <c:pt idx="1257">
                  <c:v>7.868</c:v>
                </c:pt>
                <c:pt idx="1258">
                  <c:v>8.07</c:v>
                </c:pt>
                <c:pt idx="1259">
                  <c:v>8.237</c:v>
                </c:pt>
                <c:pt idx="1260">
                  <c:v>8.369</c:v>
                </c:pt>
                <c:pt idx="1261">
                  <c:v>8.465</c:v>
                </c:pt>
                <c:pt idx="1262">
                  <c:v>8.526</c:v>
                </c:pt>
                <c:pt idx="1263">
                  <c:v>8.551</c:v>
                </c:pt>
                <c:pt idx="1264">
                  <c:v>8.541</c:v>
                </c:pt>
                <c:pt idx="1265">
                  <c:v>8.494</c:v>
                </c:pt>
                <c:pt idx="1266">
                  <c:v>8.413</c:v>
                </c:pt>
                <c:pt idx="1267">
                  <c:v>8.296</c:v>
                </c:pt>
                <c:pt idx="1268">
                  <c:v>8.145</c:v>
                </c:pt>
                <c:pt idx="1269">
                  <c:v>7.961</c:v>
                </c:pt>
                <c:pt idx="1270">
                  <c:v>7.744</c:v>
                </c:pt>
                <c:pt idx="1271">
                  <c:v>7.496</c:v>
                </c:pt>
                <c:pt idx="1272">
                  <c:v>7.217</c:v>
                </c:pt>
                <c:pt idx="1273">
                  <c:v>6.909</c:v>
                </c:pt>
                <c:pt idx="1274">
                  <c:v>6.574</c:v>
                </c:pt>
                <c:pt idx="1275">
                  <c:v>6.212</c:v>
                </c:pt>
                <c:pt idx="1276">
                  <c:v>5.825</c:v>
                </c:pt>
                <c:pt idx="1277">
                  <c:v>5.415</c:v>
                </c:pt>
                <c:pt idx="1278">
                  <c:v>4.985</c:v>
                </c:pt>
                <c:pt idx="1279">
                  <c:v>4.535</c:v>
                </c:pt>
                <c:pt idx="1280">
                  <c:v>4.067</c:v>
                </c:pt>
                <c:pt idx="1281">
                  <c:v>3.585</c:v>
                </c:pt>
                <c:pt idx="1282">
                  <c:v>3.089</c:v>
                </c:pt>
                <c:pt idx="1283">
                  <c:v>2.581</c:v>
                </c:pt>
                <c:pt idx="1284">
                  <c:v>2.065</c:v>
                </c:pt>
                <c:pt idx="1285">
                  <c:v>1.542</c:v>
                </c:pt>
                <c:pt idx="1286">
                  <c:v>1.015</c:v>
                </c:pt>
                <c:pt idx="1287">
                  <c:v>0.485</c:v>
                </c:pt>
                <c:pt idx="1288">
                  <c:v>-0.045</c:v>
                </c:pt>
                <c:pt idx="1289">
                  <c:v>-0.573</c:v>
                </c:pt>
                <c:pt idx="1290">
                  <c:v>-1.097</c:v>
                </c:pt>
                <c:pt idx="1291">
                  <c:v>-1.614</c:v>
                </c:pt>
                <c:pt idx="1292">
                  <c:v>-2.123</c:v>
                </c:pt>
                <c:pt idx="1293">
                  <c:v>-2.621</c:v>
                </c:pt>
                <c:pt idx="1294">
                  <c:v>-3.106</c:v>
                </c:pt>
                <c:pt idx="1295">
                  <c:v>-3.577</c:v>
                </c:pt>
                <c:pt idx="1296">
                  <c:v>-4.031</c:v>
                </c:pt>
                <c:pt idx="1297">
                  <c:v>-4.466</c:v>
                </c:pt>
                <c:pt idx="1298">
                  <c:v>-4.882</c:v>
                </c:pt>
                <c:pt idx="1299">
                  <c:v>-5.275</c:v>
                </c:pt>
                <c:pt idx="1300">
                  <c:v>-5.645</c:v>
                </c:pt>
                <c:pt idx="1301">
                  <c:v>-5.991</c:v>
                </c:pt>
                <c:pt idx="1302">
                  <c:v>-6.31</c:v>
                </c:pt>
                <c:pt idx="1303">
                  <c:v>-6.601</c:v>
                </c:pt>
                <c:pt idx="1304">
                  <c:v>-6.864</c:v>
                </c:pt>
                <c:pt idx="1305">
                  <c:v>-7.098</c:v>
                </c:pt>
                <c:pt idx="1306">
                  <c:v>-7.301</c:v>
                </c:pt>
                <c:pt idx="1307">
                  <c:v>-7.472</c:v>
                </c:pt>
                <c:pt idx="1308">
                  <c:v>-7.612</c:v>
                </c:pt>
                <c:pt idx="1309">
                  <c:v>-7.72</c:v>
                </c:pt>
                <c:pt idx="1310">
                  <c:v>-7.795</c:v>
                </c:pt>
                <c:pt idx="1311">
                  <c:v>-7.837</c:v>
                </c:pt>
                <c:pt idx="1312">
                  <c:v>-7.847</c:v>
                </c:pt>
                <c:pt idx="1313">
                  <c:v>-7.823</c:v>
                </c:pt>
                <c:pt idx="1314">
                  <c:v>-7.767</c:v>
                </c:pt>
                <c:pt idx="1315">
                  <c:v>-7.679</c:v>
                </c:pt>
                <c:pt idx="1316">
                  <c:v>-7.559</c:v>
                </c:pt>
                <c:pt idx="1317">
                  <c:v>-7.408</c:v>
                </c:pt>
                <c:pt idx="1318">
                  <c:v>-7.226</c:v>
                </c:pt>
                <c:pt idx="1319">
                  <c:v>-7.015</c:v>
                </c:pt>
                <c:pt idx="1320">
                  <c:v>-6.775</c:v>
                </c:pt>
                <c:pt idx="1321">
                  <c:v>-6.508</c:v>
                </c:pt>
                <c:pt idx="1322">
                  <c:v>-6.215</c:v>
                </c:pt>
                <c:pt idx="1323">
                  <c:v>-5.897</c:v>
                </c:pt>
                <c:pt idx="1324">
                  <c:v>-5.555</c:v>
                </c:pt>
                <c:pt idx="1325">
                  <c:v>-5.191</c:v>
                </c:pt>
                <c:pt idx="1326">
                  <c:v>-4.807</c:v>
                </c:pt>
                <c:pt idx="1327">
                  <c:v>-4.404</c:v>
                </c:pt>
                <c:pt idx="1328">
                  <c:v>-3.985</c:v>
                </c:pt>
                <c:pt idx="1329">
                  <c:v>-3.55</c:v>
                </c:pt>
                <c:pt idx="1330">
                  <c:v>-3.101</c:v>
                </c:pt>
                <c:pt idx="1331">
                  <c:v>-2.642</c:v>
                </c:pt>
                <c:pt idx="1332">
                  <c:v>-2.173</c:v>
                </c:pt>
                <c:pt idx="1333">
                  <c:v>-1.697</c:v>
                </c:pt>
                <c:pt idx="1334">
                  <c:v>-1.215</c:v>
                </c:pt>
                <c:pt idx="1335">
                  <c:v>-0.73</c:v>
                </c:pt>
                <c:pt idx="1336">
                  <c:v>-0.243</c:v>
                </c:pt>
                <c:pt idx="1337">
                  <c:v>0.243</c:v>
                </c:pt>
                <c:pt idx="1338">
                  <c:v>0.726</c:v>
                </c:pt>
                <c:pt idx="1339">
                  <c:v>1.204</c:v>
                </c:pt>
                <c:pt idx="1340">
                  <c:v>1.676</c:v>
                </c:pt>
                <c:pt idx="1341">
                  <c:v>2.139</c:v>
                </c:pt>
                <c:pt idx="1342">
                  <c:v>2.591</c:v>
                </c:pt>
                <c:pt idx="1343">
                  <c:v>3.031</c:v>
                </c:pt>
                <c:pt idx="1344">
                  <c:v>3.457</c:v>
                </c:pt>
                <c:pt idx="1345">
                  <c:v>3.867</c:v>
                </c:pt>
                <c:pt idx="1346">
                  <c:v>4.259</c:v>
                </c:pt>
                <c:pt idx="1347">
                  <c:v>4.632</c:v>
                </c:pt>
                <c:pt idx="1348">
                  <c:v>4.984</c:v>
                </c:pt>
                <c:pt idx="1349">
                  <c:v>5.315</c:v>
                </c:pt>
                <c:pt idx="1350">
                  <c:v>5.622</c:v>
                </c:pt>
                <c:pt idx="1351">
                  <c:v>5.904</c:v>
                </c:pt>
                <c:pt idx="1352">
                  <c:v>6.161</c:v>
                </c:pt>
                <c:pt idx="1353">
                  <c:v>6.391</c:v>
                </c:pt>
                <c:pt idx="1354">
                  <c:v>6.594</c:v>
                </c:pt>
                <c:pt idx="1355">
                  <c:v>6.768</c:v>
                </c:pt>
                <c:pt idx="1356">
                  <c:v>6.914</c:v>
                </c:pt>
                <c:pt idx="1357">
                  <c:v>7.03</c:v>
                </c:pt>
                <c:pt idx="1358">
                  <c:v>7.116</c:v>
                </c:pt>
                <c:pt idx="1359">
                  <c:v>7.172</c:v>
                </c:pt>
                <c:pt idx="1360">
                  <c:v>7.199</c:v>
                </c:pt>
                <c:pt idx="1361">
                  <c:v>7.195</c:v>
                </c:pt>
                <c:pt idx="1362">
                  <c:v>7.161</c:v>
                </c:pt>
                <c:pt idx="1363">
                  <c:v>7.097</c:v>
                </c:pt>
                <c:pt idx="1364">
                  <c:v>7.004</c:v>
                </c:pt>
                <c:pt idx="1365">
                  <c:v>6.882</c:v>
                </c:pt>
                <c:pt idx="1366">
                  <c:v>6.731</c:v>
                </c:pt>
                <c:pt idx="1367">
                  <c:v>6.553</c:v>
                </c:pt>
                <c:pt idx="1368">
                  <c:v>6.349</c:v>
                </c:pt>
                <c:pt idx="1369">
                  <c:v>6.118</c:v>
                </c:pt>
                <c:pt idx="1370">
                  <c:v>5.863</c:v>
                </c:pt>
                <c:pt idx="1371">
                  <c:v>5.584</c:v>
                </c:pt>
                <c:pt idx="1372">
                  <c:v>5.283</c:v>
                </c:pt>
                <c:pt idx="1373">
                  <c:v>4.961</c:v>
                </c:pt>
                <c:pt idx="1374">
                  <c:v>4.619</c:v>
                </c:pt>
                <c:pt idx="1375">
                  <c:v>4.26</c:v>
                </c:pt>
                <c:pt idx="1376">
                  <c:v>3.883</c:v>
                </c:pt>
                <c:pt idx="1377">
                  <c:v>3.492</c:v>
                </c:pt>
                <c:pt idx="1378">
                  <c:v>3.088</c:v>
                </c:pt>
                <c:pt idx="1379">
                  <c:v>2.672</c:v>
                </c:pt>
                <c:pt idx="1380">
                  <c:v>2.246</c:v>
                </c:pt>
                <c:pt idx="1381">
                  <c:v>1.813</c:v>
                </c:pt>
                <c:pt idx="1382">
                  <c:v>1.374</c:v>
                </c:pt>
                <c:pt idx="1383">
                  <c:v>0.93</c:v>
                </c:pt>
                <c:pt idx="1384">
                  <c:v>0.484</c:v>
                </c:pt>
                <c:pt idx="1385">
                  <c:v>0.038</c:v>
                </c:pt>
                <c:pt idx="1386">
                  <c:v>-0.407</c:v>
                </c:pt>
                <c:pt idx="1387">
                  <c:v>-0.849</c:v>
                </c:pt>
                <c:pt idx="1388">
                  <c:v>-1.286</c:v>
                </c:pt>
                <c:pt idx="1389">
                  <c:v>-1.715</c:v>
                </c:pt>
                <c:pt idx="1390">
                  <c:v>-2.136</c:v>
                </c:pt>
                <c:pt idx="1391">
                  <c:v>-2.547</c:v>
                </c:pt>
                <c:pt idx="1392">
                  <c:v>-2.945</c:v>
                </c:pt>
                <c:pt idx="1393">
                  <c:v>-3.33</c:v>
                </c:pt>
                <c:pt idx="1394">
                  <c:v>-3.7</c:v>
                </c:pt>
                <c:pt idx="1395">
                  <c:v>-4.052</c:v>
                </c:pt>
                <c:pt idx="1396">
                  <c:v>-4.387</c:v>
                </c:pt>
                <c:pt idx="1397">
                  <c:v>-4.702</c:v>
                </c:pt>
                <c:pt idx="1398">
                  <c:v>-4.996</c:v>
                </c:pt>
                <c:pt idx="1399">
                  <c:v>-5.269</c:v>
                </c:pt>
                <c:pt idx="1400">
                  <c:v>-5.518</c:v>
                </c:pt>
                <c:pt idx="1401">
                  <c:v>-5.744</c:v>
                </c:pt>
                <c:pt idx="1402">
                  <c:v>-5.945</c:v>
                </c:pt>
                <c:pt idx="1403">
                  <c:v>-6.12</c:v>
                </c:pt>
                <c:pt idx="1404">
                  <c:v>-6.269</c:v>
                </c:pt>
                <c:pt idx="1405">
                  <c:v>-6.391</c:v>
                </c:pt>
                <c:pt idx="1406">
                  <c:v>-6.487</c:v>
                </c:pt>
                <c:pt idx="1407">
                  <c:v>-6.555</c:v>
                </c:pt>
                <c:pt idx="1408">
                  <c:v>-6.595</c:v>
                </c:pt>
                <c:pt idx="1409">
                  <c:v>-6.607</c:v>
                </c:pt>
                <c:pt idx="1410">
                  <c:v>-6.592</c:v>
                </c:pt>
                <c:pt idx="1411">
                  <c:v>-6.55</c:v>
                </c:pt>
                <c:pt idx="1412">
                  <c:v>-6.48</c:v>
                </c:pt>
                <c:pt idx="1413">
                  <c:v>-6.383</c:v>
                </c:pt>
                <c:pt idx="1414">
                  <c:v>-6.26</c:v>
                </c:pt>
                <c:pt idx="1415">
                  <c:v>-6.112</c:v>
                </c:pt>
                <c:pt idx="1416">
                  <c:v>-5.938</c:v>
                </c:pt>
                <c:pt idx="1417">
                  <c:v>-5.741</c:v>
                </c:pt>
                <c:pt idx="1418">
                  <c:v>-5.519</c:v>
                </c:pt>
                <c:pt idx="1419">
                  <c:v>-5.276</c:v>
                </c:pt>
                <c:pt idx="1420">
                  <c:v>-5.012</c:v>
                </c:pt>
                <c:pt idx="1421">
                  <c:v>-4.727</c:v>
                </c:pt>
                <c:pt idx="1422">
                  <c:v>-4.424</c:v>
                </c:pt>
                <c:pt idx="1423">
                  <c:v>-4.103</c:v>
                </c:pt>
                <c:pt idx="1424">
                  <c:v>-3.767</c:v>
                </c:pt>
                <c:pt idx="1425">
                  <c:v>-3.416</c:v>
                </c:pt>
                <c:pt idx="1426">
                  <c:v>-3.052</c:v>
                </c:pt>
                <c:pt idx="1427">
                  <c:v>-2.676</c:v>
                </c:pt>
                <c:pt idx="1428">
                  <c:v>-2.291</c:v>
                </c:pt>
                <c:pt idx="1429">
                  <c:v>-1.897</c:v>
                </c:pt>
                <c:pt idx="1430">
                  <c:v>-1.497</c:v>
                </c:pt>
                <c:pt idx="1431">
                  <c:v>-1.092</c:v>
                </c:pt>
                <c:pt idx="1432">
                  <c:v>-0.683</c:v>
                </c:pt>
                <c:pt idx="1433">
                  <c:v>-0.274</c:v>
                </c:pt>
                <c:pt idx="1434">
                  <c:v>0.135</c:v>
                </c:pt>
                <c:pt idx="1435">
                  <c:v>0.543</c:v>
                </c:pt>
                <c:pt idx="1436">
                  <c:v>0.946</c:v>
                </c:pt>
                <c:pt idx="1437">
                  <c:v>1.344</c:v>
                </c:pt>
                <c:pt idx="1438">
                  <c:v>1.735</c:v>
                </c:pt>
                <c:pt idx="1439">
                  <c:v>2.118</c:v>
                </c:pt>
                <c:pt idx="1440">
                  <c:v>2.49</c:v>
                </c:pt>
                <c:pt idx="1441">
                  <c:v>2.851</c:v>
                </c:pt>
                <c:pt idx="1442">
                  <c:v>3.198</c:v>
                </c:pt>
                <c:pt idx="1443">
                  <c:v>3.531</c:v>
                </c:pt>
                <c:pt idx="1444">
                  <c:v>3.848</c:v>
                </c:pt>
                <c:pt idx="1445">
                  <c:v>4.148</c:v>
                </c:pt>
                <c:pt idx="1446">
                  <c:v>4.429</c:v>
                </c:pt>
                <c:pt idx="1447">
                  <c:v>4.691</c:v>
                </c:pt>
                <c:pt idx="1448">
                  <c:v>4.932</c:v>
                </c:pt>
                <c:pt idx="1449">
                  <c:v>5.152</c:v>
                </c:pt>
                <c:pt idx="1450">
                  <c:v>5.35</c:v>
                </c:pt>
                <c:pt idx="1451">
                  <c:v>5.525</c:v>
                </c:pt>
                <c:pt idx="1452">
                  <c:v>5.675</c:v>
                </c:pt>
                <c:pt idx="1453">
                  <c:v>5.802</c:v>
                </c:pt>
                <c:pt idx="1454">
                  <c:v>5.904</c:v>
                </c:pt>
                <c:pt idx="1455">
                  <c:v>5.981</c:v>
                </c:pt>
                <c:pt idx="1456">
                  <c:v>6.033</c:v>
                </c:pt>
                <c:pt idx="1457">
                  <c:v>6.059</c:v>
                </c:pt>
                <c:pt idx="1458">
                  <c:v>6.06</c:v>
                </c:pt>
                <c:pt idx="1459">
                  <c:v>6.036</c:v>
                </c:pt>
                <c:pt idx="1460">
                  <c:v>5.986</c:v>
                </c:pt>
                <c:pt idx="1461">
                  <c:v>5.912</c:v>
                </c:pt>
                <c:pt idx="1462">
                  <c:v>5.813</c:v>
                </c:pt>
                <c:pt idx="1463">
                  <c:v>5.691</c:v>
                </c:pt>
                <c:pt idx="1464">
                  <c:v>5.545</c:v>
                </c:pt>
                <c:pt idx="1465">
                  <c:v>5.376</c:v>
                </c:pt>
                <c:pt idx="1466">
                  <c:v>5.186</c:v>
                </c:pt>
                <c:pt idx="1467">
                  <c:v>4.974</c:v>
                </c:pt>
                <c:pt idx="1468">
                  <c:v>4.743</c:v>
                </c:pt>
                <c:pt idx="1469">
                  <c:v>4.492</c:v>
                </c:pt>
                <c:pt idx="1470">
                  <c:v>4.224</c:v>
                </c:pt>
                <c:pt idx="1471">
                  <c:v>3.939</c:v>
                </c:pt>
                <c:pt idx="1472">
                  <c:v>3.639</c:v>
                </c:pt>
                <c:pt idx="1473">
                  <c:v>3.324</c:v>
                </c:pt>
                <c:pt idx="1474">
                  <c:v>2.997</c:v>
                </c:pt>
                <c:pt idx="1475">
                  <c:v>2.658</c:v>
                </c:pt>
                <c:pt idx="1476">
                  <c:v>2.31</c:v>
                </c:pt>
                <c:pt idx="1477">
                  <c:v>1.953</c:v>
                </c:pt>
                <c:pt idx="1478">
                  <c:v>1.589</c:v>
                </c:pt>
                <c:pt idx="1479">
                  <c:v>1.219</c:v>
                </c:pt>
                <c:pt idx="1480">
                  <c:v>0.846</c:v>
                </c:pt>
                <c:pt idx="1481">
                  <c:v>0.471</c:v>
                </c:pt>
                <c:pt idx="1482">
                  <c:v>0.095</c:v>
                </c:pt>
                <c:pt idx="1483">
                  <c:v>-0.28</c:v>
                </c:pt>
                <c:pt idx="1484">
                  <c:v>-0.652</c:v>
                </c:pt>
                <c:pt idx="1485">
                  <c:v>-1.021</c:v>
                </c:pt>
                <c:pt idx="1486">
                  <c:v>-1.383</c:v>
                </c:pt>
                <c:pt idx="1487">
                  <c:v>-1.739</c:v>
                </c:pt>
                <c:pt idx="1488">
                  <c:v>-2.087</c:v>
                </c:pt>
                <c:pt idx="1489">
                  <c:v>-2.424</c:v>
                </c:pt>
                <c:pt idx="1490">
                  <c:v>-2.75</c:v>
                </c:pt>
                <c:pt idx="1491">
                  <c:v>-3.063</c:v>
                </c:pt>
                <c:pt idx="1492">
                  <c:v>-3.363</c:v>
                </c:pt>
                <c:pt idx="1493">
                  <c:v>-3.647</c:v>
                </c:pt>
                <c:pt idx="1494">
                  <c:v>-3.915</c:v>
                </c:pt>
                <c:pt idx="1495">
                  <c:v>-4.166</c:v>
                </c:pt>
                <c:pt idx="1496">
                  <c:v>-4.399</c:v>
                </c:pt>
                <c:pt idx="1497">
                  <c:v>-4.612</c:v>
                </c:pt>
                <c:pt idx="1498">
                  <c:v>-4.806</c:v>
                </c:pt>
                <c:pt idx="1499">
                  <c:v>-4.978</c:v>
                </c:pt>
                <c:pt idx="1500">
                  <c:v>-5.13</c:v>
                </c:pt>
                <c:pt idx="1501">
                  <c:v>-5.259</c:v>
                </c:pt>
                <c:pt idx="1502">
                  <c:v>-5.366</c:v>
                </c:pt>
                <c:pt idx="1503">
                  <c:v>-5.45</c:v>
                </c:pt>
                <c:pt idx="1504">
                  <c:v>-5.511</c:v>
                </c:pt>
                <c:pt idx="1505">
                  <c:v>-5.549</c:v>
                </c:pt>
                <c:pt idx="1506">
                  <c:v>-5.563</c:v>
                </c:pt>
                <c:pt idx="1507">
                  <c:v>-5.554</c:v>
                </c:pt>
                <c:pt idx="1508">
                  <c:v>-5.522</c:v>
                </c:pt>
                <c:pt idx="1509">
                  <c:v>-5.468</c:v>
                </c:pt>
                <c:pt idx="1510">
                  <c:v>-5.39</c:v>
                </c:pt>
                <c:pt idx="1511">
                  <c:v>-5.29</c:v>
                </c:pt>
                <c:pt idx="1512">
                  <c:v>-5.169</c:v>
                </c:pt>
                <c:pt idx="1513">
                  <c:v>-5.026</c:v>
                </c:pt>
                <c:pt idx="1514">
                  <c:v>-4.863</c:v>
                </c:pt>
                <c:pt idx="1515">
                  <c:v>-4.68</c:v>
                </c:pt>
                <c:pt idx="1516">
                  <c:v>-4.478</c:v>
                </c:pt>
                <c:pt idx="1517">
                  <c:v>-4.259</c:v>
                </c:pt>
                <c:pt idx="1518">
                  <c:v>-4.022</c:v>
                </c:pt>
                <c:pt idx="1519">
                  <c:v>-3.769</c:v>
                </c:pt>
                <c:pt idx="1520">
                  <c:v>-3.502</c:v>
                </c:pt>
                <c:pt idx="1521">
                  <c:v>-3.221</c:v>
                </c:pt>
                <c:pt idx="1522">
                  <c:v>-2.927</c:v>
                </c:pt>
                <c:pt idx="1523">
                  <c:v>-2.622</c:v>
                </c:pt>
                <c:pt idx="1524">
                  <c:v>-2.307</c:v>
                </c:pt>
                <c:pt idx="1525">
                  <c:v>-1.984</c:v>
                </c:pt>
                <c:pt idx="1526">
                  <c:v>-1.654</c:v>
                </c:pt>
                <c:pt idx="1527">
                  <c:v>-1.318</c:v>
                </c:pt>
                <c:pt idx="1528">
                  <c:v>-0.977</c:v>
                </c:pt>
                <c:pt idx="1529">
                  <c:v>-0.634</c:v>
                </c:pt>
                <c:pt idx="1530">
                  <c:v>-0.289</c:v>
                </c:pt>
                <c:pt idx="1531">
                  <c:v>0.056</c:v>
                </c:pt>
                <c:pt idx="1532">
                  <c:v>0.399</c:v>
                </c:pt>
                <c:pt idx="1533">
                  <c:v>0.739</c:v>
                </c:pt>
                <c:pt idx="1534">
                  <c:v>1.076</c:v>
                </c:pt>
                <c:pt idx="1535">
                  <c:v>1.406</c:v>
                </c:pt>
                <c:pt idx="1536">
                  <c:v>1.729</c:v>
                </c:pt>
                <c:pt idx="1537">
                  <c:v>2.044</c:v>
                </c:pt>
                <c:pt idx="1538">
                  <c:v>2.35</c:v>
                </c:pt>
                <c:pt idx="1539">
                  <c:v>2.644</c:v>
                </c:pt>
                <c:pt idx="1540">
                  <c:v>2.927</c:v>
                </c:pt>
                <c:pt idx="1541">
                  <c:v>3.196</c:v>
                </c:pt>
                <c:pt idx="1542">
                  <c:v>3.451</c:v>
                </c:pt>
                <c:pt idx="1543">
                  <c:v>3.69</c:v>
                </c:pt>
                <c:pt idx="1544">
                  <c:v>3.914</c:v>
                </c:pt>
                <c:pt idx="1545">
                  <c:v>4.12</c:v>
                </c:pt>
                <c:pt idx="1546">
                  <c:v>4.308</c:v>
                </c:pt>
                <c:pt idx="1547">
                  <c:v>4.478</c:v>
                </c:pt>
                <c:pt idx="1548">
                  <c:v>4.628</c:v>
                </c:pt>
                <c:pt idx="1549">
                  <c:v>4.759</c:v>
                </c:pt>
                <c:pt idx="1550">
                  <c:v>4.869</c:v>
                </c:pt>
                <c:pt idx="1551">
                  <c:v>4.958</c:v>
                </c:pt>
                <c:pt idx="1552">
                  <c:v>5.027</c:v>
                </c:pt>
                <c:pt idx="1553">
                  <c:v>5.074</c:v>
                </c:pt>
                <c:pt idx="1554">
                  <c:v>5.1</c:v>
                </c:pt>
                <c:pt idx="1555">
                  <c:v>5.104</c:v>
                </c:pt>
                <c:pt idx="1556">
                  <c:v>5.087</c:v>
                </c:pt>
                <c:pt idx="1557">
                  <c:v>5.049</c:v>
                </c:pt>
                <c:pt idx="1558">
                  <c:v>4.99</c:v>
                </c:pt>
                <c:pt idx="1559">
                  <c:v>4.91</c:v>
                </c:pt>
                <c:pt idx="1560">
                  <c:v>4.81</c:v>
                </c:pt>
                <c:pt idx="1561">
                  <c:v>4.691</c:v>
                </c:pt>
                <c:pt idx="1562">
                  <c:v>4.552</c:v>
                </c:pt>
                <c:pt idx="1563">
                  <c:v>4.395</c:v>
                </c:pt>
                <c:pt idx="1564">
                  <c:v>4.22</c:v>
                </c:pt>
                <c:pt idx="1565">
                  <c:v>4.028</c:v>
                </c:pt>
                <c:pt idx="1566">
                  <c:v>3.819</c:v>
                </c:pt>
                <c:pt idx="1567">
                  <c:v>3.596</c:v>
                </c:pt>
                <c:pt idx="1568">
                  <c:v>3.358</c:v>
                </c:pt>
                <c:pt idx="1569">
                  <c:v>3.107</c:v>
                </c:pt>
                <c:pt idx="1570">
                  <c:v>2.845</c:v>
                </c:pt>
                <c:pt idx="1571">
                  <c:v>2.571</c:v>
                </c:pt>
                <c:pt idx="1572">
                  <c:v>2.287</c:v>
                </c:pt>
                <c:pt idx="1573">
                  <c:v>1.995</c:v>
                </c:pt>
                <c:pt idx="1574">
                  <c:v>1.695</c:v>
                </c:pt>
                <c:pt idx="1575">
                  <c:v>1.39</c:v>
                </c:pt>
                <c:pt idx="1576">
                  <c:v>1.08</c:v>
                </c:pt>
                <c:pt idx="1577">
                  <c:v>0.766</c:v>
                </c:pt>
                <c:pt idx="1578">
                  <c:v>0.45</c:v>
                </c:pt>
                <c:pt idx="1579">
                  <c:v>0.134</c:v>
                </c:pt>
                <c:pt idx="1580">
                  <c:v>-0.182</c:v>
                </c:pt>
                <c:pt idx="1581">
                  <c:v>-0.496</c:v>
                </c:pt>
                <c:pt idx="1582">
                  <c:v>-0.807</c:v>
                </c:pt>
                <c:pt idx="1583">
                  <c:v>-1.114</c:v>
                </c:pt>
                <c:pt idx="1584">
                  <c:v>-1.414</c:v>
                </c:pt>
                <c:pt idx="1585">
                  <c:v>-1.708</c:v>
                </c:pt>
                <c:pt idx="1586">
                  <c:v>-1.993</c:v>
                </c:pt>
                <c:pt idx="1587">
                  <c:v>-2.27</c:v>
                </c:pt>
                <c:pt idx="1588">
                  <c:v>-2.535</c:v>
                </c:pt>
                <c:pt idx="1589">
                  <c:v>-2.79</c:v>
                </c:pt>
                <c:pt idx="1590">
                  <c:v>-3.031</c:v>
                </c:pt>
                <c:pt idx="1591">
                  <c:v>-3.26</c:v>
                </c:pt>
                <c:pt idx="1592">
                  <c:v>-3.473</c:v>
                </c:pt>
                <c:pt idx="1593">
                  <c:v>-3.672</c:v>
                </c:pt>
                <c:pt idx="1594">
                  <c:v>-3.854</c:v>
                </c:pt>
                <c:pt idx="1595">
                  <c:v>-4.02</c:v>
                </c:pt>
                <c:pt idx="1596">
                  <c:v>-4.168</c:v>
                </c:pt>
                <c:pt idx="1597">
                  <c:v>-4.299</c:v>
                </c:pt>
                <c:pt idx="1598">
                  <c:v>-4.411</c:v>
                </c:pt>
                <c:pt idx="1599">
                  <c:v>-4.504</c:v>
                </c:pt>
                <c:pt idx="1600">
                  <c:v>-4.578</c:v>
                </c:pt>
                <c:pt idx="1601">
                  <c:v>-4.633</c:v>
                </c:pt>
                <c:pt idx="1602">
                  <c:v>-4.668</c:v>
                </c:pt>
                <c:pt idx="1603">
                  <c:v>-4.683</c:v>
                </c:pt>
                <c:pt idx="1604">
                  <c:v>-4.679</c:v>
                </c:pt>
                <c:pt idx="1605">
                  <c:v>-4.656</c:v>
                </c:pt>
                <c:pt idx="1606">
                  <c:v>-4.613</c:v>
                </c:pt>
                <c:pt idx="1607">
                  <c:v>-4.551</c:v>
                </c:pt>
                <c:pt idx="1608">
                  <c:v>-4.47</c:v>
                </c:pt>
                <c:pt idx="1609">
                  <c:v>-4.371</c:v>
                </c:pt>
                <c:pt idx="1610">
                  <c:v>-4.254</c:v>
                </c:pt>
                <c:pt idx="1611">
                  <c:v>-4.119</c:v>
                </c:pt>
                <c:pt idx="1612">
                  <c:v>-3.968</c:v>
                </c:pt>
                <c:pt idx="1613">
                  <c:v>-3.801</c:v>
                </c:pt>
                <c:pt idx="1614">
                  <c:v>-3.618</c:v>
                </c:pt>
                <c:pt idx="1615">
                  <c:v>-3.421</c:v>
                </c:pt>
                <c:pt idx="1616">
                  <c:v>-3.211</c:v>
                </c:pt>
                <c:pt idx="1617">
                  <c:v>-2.987</c:v>
                </c:pt>
                <c:pt idx="1618">
                  <c:v>-2.752</c:v>
                </c:pt>
                <c:pt idx="1619">
                  <c:v>-2.507</c:v>
                </c:pt>
                <c:pt idx="1620">
                  <c:v>-2.252</c:v>
                </c:pt>
                <c:pt idx="1621">
                  <c:v>-1.988</c:v>
                </c:pt>
                <c:pt idx="1622">
                  <c:v>-1.717</c:v>
                </c:pt>
                <c:pt idx="1623">
                  <c:v>-1.44</c:v>
                </c:pt>
                <c:pt idx="1624">
                  <c:v>-1.158</c:v>
                </c:pt>
                <c:pt idx="1625">
                  <c:v>-0.871</c:v>
                </c:pt>
                <c:pt idx="1626">
                  <c:v>-0.583</c:v>
                </c:pt>
                <c:pt idx="1627">
                  <c:v>-0.293</c:v>
                </c:pt>
                <c:pt idx="1628">
                  <c:v>-0.002</c:v>
                </c:pt>
                <c:pt idx="1629">
                  <c:v>0.287</c:v>
                </c:pt>
                <c:pt idx="1630">
                  <c:v>0.574</c:v>
                </c:pt>
                <c:pt idx="1631">
                  <c:v>0.858</c:v>
                </c:pt>
                <c:pt idx="1632">
                  <c:v>1.137</c:v>
                </c:pt>
                <c:pt idx="1633">
                  <c:v>1.41</c:v>
                </c:pt>
                <c:pt idx="1634">
                  <c:v>1.677</c:v>
                </c:pt>
                <c:pt idx="1635">
                  <c:v>1.936</c:v>
                </c:pt>
                <c:pt idx="1636">
                  <c:v>2.185</c:v>
                </c:pt>
                <c:pt idx="1637">
                  <c:v>2.425</c:v>
                </c:pt>
                <c:pt idx="1638">
                  <c:v>2.653</c:v>
                </c:pt>
                <c:pt idx="1639">
                  <c:v>2.87</c:v>
                </c:pt>
                <c:pt idx="1640">
                  <c:v>3.074</c:v>
                </c:pt>
                <c:pt idx="1641">
                  <c:v>3.264</c:v>
                </c:pt>
                <c:pt idx="1642">
                  <c:v>3.441</c:v>
                </c:pt>
                <c:pt idx="1643">
                  <c:v>3.602</c:v>
                </c:pt>
                <c:pt idx="1644">
                  <c:v>3.747</c:v>
                </c:pt>
                <c:pt idx="1645">
                  <c:v>3.877</c:v>
                </c:pt>
                <c:pt idx="1646">
                  <c:v>3.989</c:v>
                </c:pt>
                <c:pt idx="1647">
                  <c:v>4.085</c:v>
                </c:pt>
                <c:pt idx="1648">
                  <c:v>4.163</c:v>
                </c:pt>
                <c:pt idx="1649">
                  <c:v>4.224</c:v>
                </c:pt>
                <c:pt idx="1650">
                  <c:v>4.267</c:v>
                </c:pt>
                <c:pt idx="1651">
                  <c:v>4.291</c:v>
                </c:pt>
                <c:pt idx="1652">
                  <c:v>4.298</c:v>
                </c:pt>
                <c:pt idx="1653">
                  <c:v>4.287</c:v>
                </c:pt>
                <c:pt idx="1654">
                  <c:v>4.258</c:v>
                </c:pt>
                <c:pt idx="1655">
                  <c:v>4.211</c:v>
                </c:pt>
                <c:pt idx="1656">
                  <c:v>4.147</c:v>
                </c:pt>
                <c:pt idx="1657">
                  <c:v>4.066</c:v>
                </c:pt>
                <c:pt idx="1658">
                  <c:v>3.968</c:v>
                </c:pt>
                <c:pt idx="1659">
                  <c:v>3.854</c:v>
                </c:pt>
                <c:pt idx="1660">
                  <c:v>3.724</c:v>
                </c:pt>
                <c:pt idx="1661">
                  <c:v>3.579</c:v>
                </c:pt>
                <c:pt idx="1662">
                  <c:v>3.42</c:v>
                </c:pt>
                <c:pt idx="1663">
                  <c:v>3.246</c:v>
                </c:pt>
                <c:pt idx="1664">
                  <c:v>3.06</c:v>
                </c:pt>
                <c:pt idx="1665">
                  <c:v>2.862</c:v>
                </c:pt>
                <c:pt idx="1666">
                  <c:v>2.653</c:v>
                </c:pt>
                <c:pt idx="1667">
                  <c:v>2.433</c:v>
                </c:pt>
                <c:pt idx="1668">
                  <c:v>2.204</c:v>
                </c:pt>
                <c:pt idx="1669">
                  <c:v>1.967</c:v>
                </c:pt>
                <c:pt idx="1670">
                  <c:v>1.722</c:v>
                </c:pt>
                <c:pt idx="1671">
                  <c:v>1.471</c:v>
                </c:pt>
                <c:pt idx="1672">
                  <c:v>1.214</c:v>
                </c:pt>
                <c:pt idx="1673">
                  <c:v>0.953</c:v>
                </c:pt>
                <c:pt idx="1674">
                  <c:v>0.69</c:v>
                </c:pt>
                <c:pt idx="1675">
                  <c:v>0.424</c:v>
                </c:pt>
                <c:pt idx="1676">
                  <c:v>0.158</c:v>
                </c:pt>
                <c:pt idx="1677">
                  <c:v>-0.108</c:v>
                </c:pt>
                <c:pt idx="1678">
                  <c:v>-0.373</c:v>
                </c:pt>
                <c:pt idx="1679">
                  <c:v>-0.636</c:v>
                </c:pt>
                <c:pt idx="1680">
                  <c:v>-0.894</c:v>
                </c:pt>
                <c:pt idx="1681">
                  <c:v>-1.148</c:v>
                </c:pt>
                <c:pt idx="1682">
                  <c:v>-1.397</c:v>
                </c:pt>
                <c:pt idx="1683">
                  <c:v>-1.638</c:v>
                </c:pt>
                <c:pt idx="1684">
                  <c:v>-1.872</c:v>
                </c:pt>
                <c:pt idx="1685">
                  <c:v>-2.098</c:v>
                </c:pt>
                <c:pt idx="1686">
                  <c:v>-2.313</c:v>
                </c:pt>
                <c:pt idx="1687">
                  <c:v>-2.519</c:v>
                </c:pt>
                <c:pt idx="1688">
                  <c:v>-2.713</c:v>
                </c:pt>
                <c:pt idx="1689">
                  <c:v>-2.895</c:v>
                </c:pt>
                <c:pt idx="1690">
                  <c:v>-3.064</c:v>
                </c:pt>
                <c:pt idx="1691">
                  <c:v>-3.22</c:v>
                </c:pt>
                <c:pt idx="1692">
                  <c:v>-3.362</c:v>
                </c:pt>
                <c:pt idx="1693">
                  <c:v>-3.49</c:v>
                </c:pt>
                <c:pt idx="1694">
                  <c:v>-3.602</c:v>
                </c:pt>
                <c:pt idx="1695">
                  <c:v>-3.699</c:v>
                </c:pt>
                <c:pt idx="1696">
                  <c:v>-3.78</c:v>
                </c:pt>
                <c:pt idx="1697">
                  <c:v>-3.845</c:v>
                </c:pt>
                <c:pt idx="1698">
                  <c:v>-3.894</c:v>
                </c:pt>
                <c:pt idx="1699">
                  <c:v>-3.926</c:v>
                </c:pt>
                <c:pt idx="1700">
                  <c:v>-3.942</c:v>
                </c:pt>
                <c:pt idx="1701">
                  <c:v>-3.942</c:v>
                </c:pt>
                <c:pt idx="1702">
                  <c:v>-3.925</c:v>
                </c:pt>
                <c:pt idx="1703">
                  <c:v>-3.891</c:v>
                </c:pt>
                <c:pt idx="1704">
                  <c:v>-3.842</c:v>
                </c:pt>
                <c:pt idx="1705">
                  <c:v>-3.776</c:v>
                </c:pt>
                <c:pt idx="1706">
                  <c:v>-3.695</c:v>
                </c:pt>
                <c:pt idx="1707">
                  <c:v>-3.599</c:v>
                </c:pt>
                <c:pt idx="1708">
                  <c:v>-3.488</c:v>
                </c:pt>
                <c:pt idx="1709">
                  <c:v>-3.363</c:v>
                </c:pt>
                <c:pt idx="1710">
                  <c:v>-3.225</c:v>
                </c:pt>
                <c:pt idx="1711">
                  <c:v>-3.073</c:v>
                </c:pt>
                <c:pt idx="1712">
                  <c:v>-2.909</c:v>
                </c:pt>
                <c:pt idx="1713">
                  <c:v>-2.734</c:v>
                </c:pt>
                <c:pt idx="1714">
                  <c:v>-2.548</c:v>
                </c:pt>
                <c:pt idx="1715">
                  <c:v>-2.352</c:v>
                </c:pt>
                <c:pt idx="1716">
                  <c:v>-2.146</c:v>
                </c:pt>
                <c:pt idx="1717">
                  <c:v>-1.933</c:v>
                </c:pt>
                <c:pt idx="1718">
                  <c:v>-1.712</c:v>
                </c:pt>
                <c:pt idx="1719">
                  <c:v>-1.485</c:v>
                </c:pt>
                <c:pt idx="1720">
                  <c:v>-1.252</c:v>
                </c:pt>
                <c:pt idx="1721">
                  <c:v>-1.015</c:v>
                </c:pt>
                <c:pt idx="1722">
                  <c:v>-0.775</c:v>
                </c:pt>
                <c:pt idx="1723">
                  <c:v>-0.532</c:v>
                </c:pt>
                <c:pt idx="1724">
                  <c:v>-0.288</c:v>
                </c:pt>
                <c:pt idx="1725">
                  <c:v>-0.043</c:v>
                </c:pt>
                <c:pt idx="1726">
                  <c:v>0.201</c:v>
                </c:pt>
                <c:pt idx="1727">
                  <c:v>0.443</c:v>
                </c:pt>
                <c:pt idx="1728">
                  <c:v>0.682</c:v>
                </c:pt>
                <c:pt idx="1729">
                  <c:v>0.918</c:v>
                </c:pt>
                <c:pt idx="1730">
                  <c:v>1.149</c:v>
                </c:pt>
                <c:pt idx="1731">
                  <c:v>1.375</c:v>
                </c:pt>
                <c:pt idx="1732">
                  <c:v>1.593</c:v>
                </c:pt>
                <c:pt idx="1733">
                  <c:v>1.805</c:v>
                </c:pt>
                <c:pt idx="1734">
                  <c:v>2.008</c:v>
                </c:pt>
                <c:pt idx="1735">
                  <c:v>2.202</c:v>
                </c:pt>
                <c:pt idx="1736">
                  <c:v>2.386</c:v>
                </c:pt>
                <c:pt idx="1737">
                  <c:v>2.56</c:v>
                </c:pt>
                <c:pt idx="1738">
                  <c:v>2.722</c:v>
                </c:pt>
                <c:pt idx="1739">
                  <c:v>2.873</c:v>
                </c:pt>
                <c:pt idx="1740">
                  <c:v>3.011</c:v>
                </c:pt>
                <c:pt idx="1741">
                  <c:v>3.135</c:v>
                </c:pt>
                <c:pt idx="1742">
                  <c:v>3.247</c:v>
                </c:pt>
                <c:pt idx="1743">
                  <c:v>3.344</c:v>
                </c:pt>
                <c:pt idx="1744">
                  <c:v>3.427</c:v>
                </c:pt>
                <c:pt idx="1745">
                  <c:v>3.495</c:v>
                </c:pt>
                <c:pt idx="1746">
                  <c:v>3.549</c:v>
                </c:pt>
                <c:pt idx="1747">
                  <c:v>3.587</c:v>
                </c:pt>
                <c:pt idx="1748">
                  <c:v>3.611</c:v>
                </c:pt>
                <c:pt idx="1749">
                  <c:v>3.619</c:v>
                </c:pt>
                <c:pt idx="1750">
                  <c:v>3.612</c:v>
                </c:pt>
                <c:pt idx="1751">
                  <c:v>3.59</c:v>
                </c:pt>
                <c:pt idx="1752">
                  <c:v>3.553</c:v>
                </c:pt>
                <c:pt idx="1753">
                  <c:v>3.502</c:v>
                </c:pt>
                <c:pt idx="1754">
                  <c:v>3.436</c:v>
                </c:pt>
                <c:pt idx="1755">
                  <c:v>3.356</c:v>
                </c:pt>
                <c:pt idx="1756">
                  <c:v>3.262</c:v>
                </c:pt>
                <c:pt idx="1757">
                  <c:v>3.155</c:v>
                </c:pt>
                <c:pt idx="1758">
                  <c:v>3.035</c:v>
                </c:pt>
                <c:pt idx="1759">
                  <c:v>2.903</c:v>
                </c:pt>
                <c:pt idx="1760">
                  <c:v>2.759</c:v>
                </c:pt>
                <c:pt idx="1761">
                  <c:v>2.604</c:v>
                </c:pt>
                <c:pt idx="1762">
                  <c:v>2.439</c:v>
                </c:pt>
                <c:pt idx="1763">
                  <c:v>2.264</c:v>
                </c:pt>
                <c:pt idx="1764">
                  <c:v>2.081</c:v>
                </c:pt>
                <c:pt idx="1765">
                  <c:v>1.889</c:v>
                </c:pt>
                <c:pt idx="1766">
                  <c:v>1.69</c:v>
                </c:pt>
                <c:pt idx="1767">
                  <c:v>1.485</c:v>
                </c:pt>
                <c:pt idx="1768">
                  <c:v>1.274</c:v>
                </c:pt>
                <c:pt idx="1769">
                  <c:v>1.059</c:v>
                </c:pt>
                <c:pt idx="1770">
                  <c:v>0.84</c:v>
                </c:pt>
                <c:pt idx="1771">
                  <c:v>0.618</c:v>
                </c:pt>
                <c:pt idx="1772">
                  <c:v>0.395</c:v>
                </c:pt>
                <c:pt idx="1773">
                  <c:v>0.171</c:v>
                </c:pt>
                <c:pt idx="1774">
                  <c:v>-0.053</c:v>
                </c:pt>
                <c:pt idx="1775">
                  <c:v>-0.277</c:v>
                </c:pt>
                <c:pt idx="1776">
                  <c:v>-0.498</c:v>
                </c:pt>
                <c:pt idx="1777">
                  <c:v>-0.716</c:v>
                </c:pt>
                <c:pt idx="1778">
                  <c:v>-0.931</c:v>
                </c:pt>
                <c:pt idx="1779">
                  <c:v>-1.141</c:v>
                </c:pt>
                <c:pt idx="1780">
                  <c:v>-1.345</c:v>
                </c:pt>
                <c:pt idx="1781">
                  <c:v>-1.544</c:v>
                </c:pt>
                <c:pt idx="1782">
                  <c:v>-1.735</c:v>
                </c:pt>
                <c:pt idx="1783">
                  <c:v>-1.918</c:v>
                </c:pt>
                <c:pt idx="1784">
                  <c:v>-2.092</c:v>
                </c:pt>
                <c:pt idx="1785">
                  <c:v>-2.257</c:v>
                </c:pt>
                <c:pt idx="1786">
                  <c:v>-2.412</c:v>
                </c:pt>
                <c:pt idx="1787">
                  <c:v>-2.557</c:v>
                </c:pt>
                <c:pt idx="1788">
                  <c:v>-2.69</c:v>
                </c:pt>
                <c:pt idx="1789">
                  <c:v>-2.812</c:v>
                </c:pt>
                <c:pt idx="1790">
                  <c:v>-2.921</c:v>
                </c:pt>
                <c:pt idx="1791">
                  <c:v>-3.018</c:v>
                </c:pt>
                <c:pt idx="1792">
                  <c:v>-3.102</c:v>
                </c:pt>
                <c:pt idx="1793">
                  <c:v>-3.172</c:v>
                </c:pt>
                <c:pt idx="1794">
                  <c:v>-3.229</c:v>
                </c:pt>
                <c:pt idx="1795">
                  <c:v>-3.273</c:v>
                </c:pt>
                <c:pt idx="1796">
                  <c:v>-3.302</c:v>
                </c:pt>
                <c:pt idx="1797">
                  <c:v>-3.318</c:v>
                </c:pt>
                <c:pt idx="1798">
                  <c:v>-3.32</c:v>
                </c:pt>
                <c:pt idx="1799">
                  <c:v>-3.308</c:v>
                </c:pt>
                <c:pt idx="1800">
                  <c:v>-3.282</c:v>
                </c:pt>
                <c:pt idx="1801">
                  <c:v>-3.243</c:v>
                </c:pt>
                <c:pt idx="1802">
                  <c:v>-3.19</c:v>
                </c:pt>
                <c:pt idx="1803">
                  <c:v>-3.124</c:v>
                </c:pt>
                <c:pt idx="1804">
                  <c:v>-3.045</c:v>
                </c:pt>
                <c:pt idx="1805">
                  <c:v>-2.954</c:v>
                </c:pt>
                <c:pt idx="1806">
                  <c:v>-2.851</c:v>
                </c:pt>
                <c:pt idx="1807">
                  <c:v>-2.736</c:v>
                </c:pt>
                <c:pt idx="1808">
                  <c:v>-2.61</c:v>
                </c:pt>
                <c:pt idx="1809">
                  <c:v>-2.474</c:v>
                </c:pt>
                <c:pt idx="1810">
                  <c:v>-2.328</c:v>
                </c:pt>
                <c:pt idx="1811">
                  <c:v>-2.172</c:v>
                </c:pt>
                <c:pt idx="1812">
                  <c:v>-2.009</c:v>
                </c:pt>
                <c:pt idx="1813">
                  <c:v>-1.837</c:v>
                </c:pt>
                <c:pt idx="1814">
                  <c:v>-1.658</c:v>
                </c:pt>
                <c:pt idx="1815">
                  <c:v>-1.473</c:v>
                </c:pt>
                <c:pt idx="1816">
                  <c:v>-1.283</c:v>
                </c:pt>
                <c:pt idx="1817">
                  <c:v>-1.088</c:v>
                </c:pt>
                <c:pt idx="1818">
                  <c:v>-0.889</c:v>
                </c:pt>
                <c:pt idx="1819">
                  <c:v>-0.687</c:v>
                </c:pt>
                <c:pt idx="1820">
                  <c:v>-0.482</c:v>
                </c:pt>
                <c:pt idx="1821">
                  <c:v>-0.277</c:v>
                </c:pt>
                <c:pt idx="1822">
                  <c:v>-0.071</c:v>
                </c:pt>
                <c:pt idx="1823">
                  <c:v>0.134</c:v>
                </c:pt>
                <c:pt idx="1824">
                  <c:v>0.338</c:v>
                </c:pt>
                <c:pt idx="1825">
                  <c:v>0.541</c:v>
                </c:pt>
                <c:pt idx="1826">
                  <c:v>0.74</c:v>
                </c:pt>
                <c:pt idx="1827">
                  <c:v>0.935</c:v>
                </c:pt>
                <c:pt idx="1828">
                  <c:v>1.126</c:v>
                </c:pt>
                <c:pt idx="1829">
                  <c:v>1.311</c:v>
                </c:pt>
                <c:pt idx="1830">
                  <c:v>1.49</c:v>
                </c:pt>
                <c:pt idx="1831">
                  <c:v>1.662</c:v>
                </c:pt>
                <c:pt idx="1832">
                  <c:v>1.827</c:v>
                </c:pt>
                <c:pt idx="1833">
                  <c:v>1.984</c:v>
                </c:pt>
                <c:pt idx="1834">
                  <c:v>2.131</c:v>
                </c:pt>
                <c:pt idx="1835">
                  <c:v>2.27</c:v>
                </c:pt>
                <c:pt idx="1836">
                  <c:v>2.398</c:v>
                </c:pt>
                <c:pt idx="1837">
                  <c:v>2.516</c:v>
                </c:pt>
                <c:pt idx="1838">
                  <c:v>2.623</c:v>
                </c:pt>
                <c:pt idx="1839">
                  <c:v>2.719</c:v>
                </c:pt>
                <c:pt idx="1840">
                  <c:v>2.802</c:v>
                </c:pt>
                <c:pt idx="1841">
                  <c:v>2.874</c:v>
                </c:pt>
                <c:pt idx="1842">
                  <c:v>2.934</c:v>
                </c:pt>
                <c:pt idx="1843">
                  <c:v>2.981</c:v>
                </c:pt>
                <c:pt idx="1844">
                  <c:v>3.016</c:v>
                </c:pt>
                <c:pt idx="1845">
                  <c:v>3.038</c:v>
                </c:pt>
                <c:pt idx="1846">
                  <c:v>3.047</c:v>
                </c:pt>
                <c:pt idx="1847">
                  <c:v>3.043</c:v>
                </c:pt>
                <c:pt idx="1848">
                  <c:v>3.027</c:v>
                </c:pt>
                <c:pt idx="1849">
                  <c:v>2.998</c:v>
                </c:pt>
                <c:pt idx="1850">
                  <c:v>2.957</c:v>
                </c:pt>
                <c:pt idx="1851">
                  <c:v>2.903</c:v>
                </c:pt>
                <c:pt idx="1852">
                  <c:v>2.838</c:v>
                </c:pt>
                <c:pt idx="1853">
                  <c:v>2.761</c:v>
                </c:pt>
                <c:pt idx="1854">
                  <c:v>2.672</c:v>
                </c:pt>
                <c:pt idx="1855">
                  <c:v>2.573</c:v>
                </c:pt>
                <c:pt idx="1856">
                  <c:v>2.464</c:v>
                </c:pt>
                <c:pt idx="1857">
                  <c:v>2.344</c:v>
                </c:pt>
                <c:pt idx="1858">
                  <c:v>2.215</c:v>
                </c:pt>
                <c:pt idx="1859">
                  <c:v>2.078</c:v>
                </c:pt>
                <c:pt idx="1860">
                  <c:v>1.932</c:v>
                </c:pt>
                <c:pt idx="1861">
                  <c:v>1.778</c:v>
                </c:pt>
                <c:pt idx="1862">
                  <c:v>1.618</c:v>
                </c:pt>
                <c:pt idx="1863">
                  <c:v>1.452</c:v>
                </c:pt>
                <c:pt idx="1864">
                  <c:v>1.28</c:v>
                </c:pt>
                <c:pt idx="1865">
                  <c:v>1.103</c:v>
                </c:pt>
                <c:pt idx="1866">
                  <c:v>0.923</c:v>
                </c:pt>
                <c:pt idx="1867">
                  <c:v>0.739</c:v>
                </c:pt>
                <c:pt idx="1868">
                  <c:v>0.552</c:v>
                </c:pt>
                <c:pt idx="1869">
                  <c:v>0.365</c:v>
                </c:pt>
                <c:pt idx="1870">
                  <c:v>0.176</c:v>
                </c:pt>
                <c:pt idx="1871">
                  <c:v>-0.013</c:v>
                </c:pt>
                <c:pt idx="1872">
                  <c:v>-0.201</c:v>
                </c:pt>
                <c:pt idx="1873">
                  <c:v>-0.388</c:v>
                </c:pt>
                <c:pt idx="1874">
                  <c:v>-0.572</c:v>
                </c:pt>
                <c:pt idx="1875">
                  <c:v>-0.754</c:v>
                </c:pt>
                <c:pt idx="1876">
                  <c:v>-0.931</c:v>
                </c:pt>
                <c:pt idx="1877">
                  <c:v>-1.104</c:v>
                </c:pt>
                <c:pt idx="1878">
                  <c:v>-1.272</c:v>
                </c:pt>
                <c:pt idx="1879">
                  <c:v>-1.434</c:v>
                </c:pt>
                <c:pt idx="1880">
                  <c:v>-1.589</c:v>
                </c:pt>
                <c:pt idx="1881">
                  <c:v>-1.737</c:v>
                </c:pt>
                <c:pt idx="1882">
                  <c:v>-1.878</c:v>
                </c:pt>
                <c:pt idx="1883">
                  <c:v>-2.01</c:v>
                </c:pt>
                <c:pt idx="1884">
                  <c:v>-2.133</c:v>
                </c:pt>
                <c:pt idx="1885">
                  <c:v>-2.247</c:v>
                </c:pt>
                <c:pt idx="1886">
                  <c:v>-2.351</c:v>
                </c:pt>
                <c:pt idx="1887">
                  <c:v>-2.445</c:v>
                </c:pt>
                <c:pt idx="1888">
                  <c:v>-2.528</c:v>
                </c:pt>
                <c:pt idx="1889">
                  <c:v>-2.6</c:v>
                </c:pt>
                <c:pt idx="1890">
                  <c:v>-2.662</c:v>
                </c:pt>
                <c:pt idx="1891">
                  <c:v>-2.712</c:v>
                </c:pt>
                <c:pt idx="1892">
                  <c:v>-2.75</c:v>
                </c:pt>
                <c:pt idx="1893">
                  <c:v>-2.777</c:v>
                </c:pt>
                <c:pt idx="1894">
                  <c:v>-2.792</c:v>
                </c:pt>
                <c:pt idx="1895">
                  <c:v>-2.796</c:v>
                </c:pt>
                <c:pt idx="1896">
                  <c:v>-2.788</c:v>
                </c:pt>
                <c:pt idx="1897">
                  <c:v>-2.768</c:v>
                </c:pt>
                <c:pt idx="1898">
                  <c:v>-2.737</c:v>
                </c:pt>
                <c:pt idx="1899">
                  <c:v>-2.694</c:v>
                </c:pt>
                <c:pt idx="1900">
                  <c:v>-2.64</c:v>
                </c:pt>
                <c:pt idx="1901">
                  <c:v>-2.576</c:v>
                </c:pt>
                <c:pt idx="1902">
                  <c:v>-2.501</c:v>
                </c:pt>
                <c:pt idx="1903">
                  <c:v>-2.416</c:v>
                </c:pt>
                <c:pt idx="1904">
                  <c:v>-2.321</c:v>
                </c:pt>
                <c:pt idx="1905">
                  <c:v>-2.216</c:v>
                </c:pt>
                <c:pt idx="1906">
                  <c:v>-2.103</c:v>
                </c:pt>
                <c:pt idx="1907">
                  <c:v>-1.981</c:v>
                </c:pt>
                <c:pt idx="1908">
                  <c:v>-1.852</c:v>
                </c:pt>
                <c:pt idx="1909">
                  <c:v>-1.715</c:v>
                </c:pt>
                <c:pt idx="1910">
                  <c:v>-1.572</c:v>
                </c:pt>
                <c:pt idx="1911">
                  <c:v>-1.422</c:v>
                </c:pt>
                <c:pt idx="1912">
                  <c:v>-1.267</c:v>
                </c:pt>
                <c:pt idx="1913">
                  <c:v>-1.108</c:v>
                </c:pt>
                <c:pt idx="1914">
                  <c:v>-0.944</c:v>
                </c:pt>
                <c:pt idx="1915">
                  <c:v>-0.777</c:v>
                </c:pt>
                <c:pt idx="1916">
                  <c:v>-0.607</c:v>
                </c:pt>
                <c:pt idx="1917">
                  <c:v>-0.435</c:v>
                </c:pt>
                <c:pt idx="1918">
                  <c:v>-0.263</c:v>
                </c:pt>
                <c:pt idx="1919">
                  <c:v>-0.089</c:v>
                </c:pt>
                <c:pt idx="1920">
                  <c:v>0.084</c:v>
                </c:pt>
                <c:pt idx="1921">
                  <c:v>0.256</c:v>
                </c:pt>
                <c:pt idx="1922">
                  <c:v>0.426</c:v>
                </c:pt>
                <c:pt idx="1923">
                  <c:v>0.595</c:v>
                </c:pt>
                <c:pt idx="1924">
                  <c:v>0.76</c:v>
                </c:pt>
                <c:pt idx="1925">
                  <c:v>0.921</c:v>
                </c:pt>
                <c:pt idx="1926">
                  <c:v>1.078</c:v>
                </c:pt>
                <c:pt idx="1927">
                  <c:v>1.229</c:v>
                </c:pt>
                <c:pt idx="1928">
                  <c:v>1.376</c:v>
                </c:pt>
                <c:pt idx="1929">
                  <c:v>1.515</c:v>
                </c:pt>
                <c:pt idx="1930">
                  <c:v>1.648</c:v>
                </c:pt>
                <c:pt idx="1931">
                  <c:v>1.774</c:v>
                </c:pt>
                <c:pt idx="1932">
                  <c:v>1.892</c:v>
                </c:pt>
                <c:pt idx="1933">
                  <c:v>2.001</c:v>
                </c:pt>
                <c:pt idx="1934">
                  <c:v>2.102</c:v>
                </c:pt>
                <c:pt idx="1935">
                  <c:v>2.194</c:v>
                </c:pt>
                <c:pt idx="1936">
                  <c:v>2.276</c:v>
                </c:pt>
                <c:pt idx="1937">
                  <c:v>2.348</c:v>
                </c:pt>
                <c:pt idx="1938">
                  <c:v>2.411</c:v>
                </c:pt>
                <c:pt idx="1939">
                  <c:v>2.463</c:v>
                </c:pt>
                <c:pt idx="1940">
                  <c:v>2.504</c:v>
                </c:pt>
                <c:pt idx="1941">
                  <c:v>2.535</c:v>
                </c:pt>
                <c:pt idx="1942">
                  <c:v>2.555</c:v>
                </c:pt>
                <c:pt idx="1943">
                  <c:v>2.565</c:v>
                </c:pt>
                <c:pt idx="1944">
                  <c:v>2.564</c:v>
                </c:pt>
                <c:pt idx="1945">
                  <c:v>2.552</c:v>
                </c:pt>
                <c:pt idx="1946">
                  <c:v>2.529</c:v>
                </c:pt>
                <c:pt idx="1947">
                  <c:v>2.496</c:v>
                </c:pt>
                <c:pt idx="1948">
                  <c:v>2.453</c:v>
                </c:pt>
                <c:pt idx="1949">
                  <c:v>2.399</c:v>
                </c:pt>
                <c:pt idx="1950">
                  <c:v>2.336</c:v>
                </c:pt>
                <c:pt idx="1951">
                  <c:v>2.263</c:v>
                </c:pt>
                <c:pt idx="1952">
                  <c:v>2.181</c:v>
                </c:pt>
                <c:pt idx="1953">
                  <c:v>2.091</c:v>
                </c:pt>
                <c:pt idx="1954">
                  <c:v>1.991</c:v>
                </c:pt>
                <c:pt idx="1955">
                  <c:v>1.884</c:v>
                </c:pt>
                <c:pt idx="1956">
                  <c:v>1.769</c:v>
                </c:pt>
                <c:pt idx="1957">
                  <c:v>1.648</c:v>
                </c:pt>
                <c:pt idx="1958">
                  <c:v>1.52</c:v>
                </c:pt>
                <c:pt idx="1959">
                  <c:v>1.386</c:v>
                </c:pt>
                <c:pt idx="1960">
                  <c:v>1.246</c:v>
                </c:pt>
                <c:pt idx="1961">
                  <c:v>1.102</c:v>
                </c:pt>
                <c:pt idx="1962">
                  <c:v>0.954</c:v>
                </c:pt>
                <c:pt idx="1963">
                  <c:v>0.803</c:v>
                </c:pt>
                <c:pt idx="1964">
                  <c:v>0.648</c:v>
                </c:pt>
                <c:pt idx="1965">
                  <c:v>0.492</c:v>
                </c:pt>
                <c:pt idx="1966">
                  <c:v>0.334</c:v>
                </c:pt>
                <c:pt idx="1967">
                  <c:v>0.175</c:v>
                </c:pt>
                <c:pt idx="1968">
                  <c:v>0.016</c:v>
                </c:pt>
                <c:pt idx="1969">
                  <c:v>-0.143</c:v>
                </c:pt>
                <c:pt idx="1970">
                  <c:v>-0.3</c:v>
                </c:pt>
                <c:pt idx="1971">
                  <c:v>-0.456</c:v>
                </c:pt>
                <c:pt idx="1972">
                  <c:v>-0.609</c:v>
                </c:pt>
                <c:pt idx="1973">
                  <c:v>-0.759</c:v>
                </c:pt>
                <c:pt idx="1974">
                  <c:v>-0.905</c:v>
                </c:pt>
                <c:pt idx="1975">
                  <c:v>-1.047</c:v>
                </c:pt>
                <c:pt idx="1976">
                  <c:v>-1.185</c:v>
                </c:pt>
                <c:pt idx="1977">
                  <c:v>-1.316</c:v>
                </c:pt>
                <c:pt idx="1978">
                  <c:v>-1.442</c:v>
                </c:pt>
                <c:pt idx="1979">
                  <c:v>-1.561</c:v>
                </c:pt>
                <c:pt idx="1980">
                  <c:v>-1.674</c:v>
                </c:pt>
                <c:pt idx="1981">
                  <c:v>-1.779</c:v>
                </c:pt>
                <c:pt idx="1982">
                  <c:v>-1.876</c:v>
                </c:pt>
                <c:pt idx="1983">
                  <c:v>-1.965</c:v>
                </c:pt>
                <c:pt idx="1984">
                  <c:v>-2.045</c:v>
                </c:pt>
                <c:pt idx="1985">
                  <c:v>-2.117</c:v>
                </c:pt>
                <c:pt idx="1986">
                  <c:v>-2.18</c:v>
                </c:pt>
                <c:pt idx="1987">
                  <c:v>-2.233</c:v>
                </c:pt>
                <c:pt idx="1988">
                  <c:v>-2.277</c:v>
                </c:pt>
                <c:pt idx="1989">
                  <c:v>-2.311</c:v>
                </c:pt>
                <c:pt idx="1990">
                  <c:v>-2.335</c:v>
                </c:pt>
                <c:pt idx="1991">
                  <c:v>-2.35</c:v>
                </c:pt>
                <c:pt idx="1992">
                  <c:v>-2.354</c:v>
                </c:pt>
                <c:pt idx="1993">
                  <c:v>-2.349</c:v>
                </c:pt>
                <c:pt idx="1994">
                  <c:v>-2.334</c:v>
                </c:pt>
                <c:pt idx="1995">
                  <c:v>-2.309</c:v>
                </c:pt>
                <c:pt idx="1996">
                  <c:v>-2.275</c:v>
                </c:pt>
                <c:pt idx="1997">
                  <c:v>-2.231</c:v>
                </c:pt>
                <c:pt idx="1998">
                  <c:v>-2.179</c:v>
                </c:pt>
                <c:pt idx="1999">
                  <c:v>-2.117</c:v>
                </c:pt>
                <c:pt idx="2000">
                  <c:v>-2.047</c:v>
                </c:pt>
              </c:numCache>
            </c:numRef>
          </c:yVal>
          <c:smooth val="0"/>
        </c:ser>
        <c:ser>
          <c:idx val="1"/>
          <c:order val="1"/>
          <c:tx>
            <c:strRef>
              <c:f>Sheet1!$C$1</c:f>
              <c:strCache>
                <c:ptCount val="1"/>
                <c:pt idx="0">
                  <c:v>C0</c:v>
                </c:pt>
              </c:strCache>
            </c:strRef>
          </c:tx>
          <c:spPr>
            <a:solidFill>
              <a:srgbClr val="B5473A"/>
            </a:solidFill>
            <a:ln w="19050" cap="flat">
              <a:solidFill>
                <a:srgbClr val="B5473A"/>
              </a:solidFill>
              <a:prstDash val="solid"/>
              <a:round/>
            </a:ln>
            <a:effectLst/>
          </c:spPr>
          <c:marker>
            <c:symbol val="none"/>
            <c:size val="6"/>
            <c:spPr>
              <a:solidFill>
                <a:srgbClr val="B5473A"/>
              </a:solidFill>
              <a:ln w="9525" cap="flat">
                <a:solidFill>
                  <a:srgbClr val="B5473A"/>
                </a:solidFill>
                <a:prstDash val="solid"/>
                <a:round/>
              </a:ln>
              <a:effectLst/>
            </c:spPr>
          </c:marker>
          <c:xVal>
            <c:numRef>
              <c:f>Sheet1!$A$2:$A$2002</c:f>
              <c:numCache>
                <c:formatCode>General</c:formatCode>
                <c:ptCount val="2001"/>
                <c:pt idx="0">
                  <c:v>0</c:v>
                </c:pt>
                <c:pt idx="1">
                  <c:v>0.0005</c:v>
                </c:pt>
                <c:pt idx="2">
                  <c:v>0.001</c:v>
                </c:pt>
                <c:pt idx="3">
                  <c:v>0.0015</c:v>
                </c:pt>
                <c:pt idx="4">
                  <c:v>0.002</c:v>
                </c:pt>
                <c:pt idx="5">
                  <c:v>0.0025</c:v>
                </c:pt>
                <c:pt idx="6">
                  <c:v>0.003</c:v>
                </c:pt>
                <c:pt idx="7">
                  <c:v>0.0035</c:v>
                </c:pt>
                <c:pt idx="8">
                  <c:v>0.004</c:v>
                </c:pt>
                <c:pt idx="9">
                  <c:v>0.0045</c:v>
                </c:pt>
                <c:pt idx="10">
                  <c:v>0.005</c:v>
                </c:pt>
                <c:pt idx="11">
                  <c:v>0.0055</c:v>
                </c:pt>
                <c:pt idx="12">
                  <c:v>0.006</c:v>
                </c:pt>
                <c:pt idx="13">
                  <c:v>0.0065</c:v>
                </c:pt>
                <c:pt idx="14">
                  <c:v>0.007</c:v>
                </c:pt>
                <c:pt idx="15">
                  <c:v>0.0075</c:v>
                </c:pt>
                <c:pt idx="16">
                  <c:v>0.008</c:v>
                </c:pt>
                <c:pt idx="17">
                  <c:v>0.0085</c:v>
                </c:pt>
                <c:pt idx="18">
                  <c:v>0.009</c:v>
                </c:pt>
                <c:pt idx="19">
                  <c:v>0.0095</c:v>
                </c:pt>
                <c:pt idx="20">
                  <c:v>0.01</c:v>
                </c:pt>
                <c:pt idx="21">
                  <c:v>0.0105</c:v>
                </c:pt>
                <c:pt idx="22">
                  <c:v>0.011</c:v>
                </c:pt>
                <c:pt idx="23">
                  <c:v>0.0115</c:v>
                </c:pt>
                <c:pt idx="24">
                  <c:v>0.012</c:v>
                </c:pt>
                <c:pt idx="25">
                  <c:v>0.0125</c:v>
                </c:pt>
                <c:pt idx="26">
                  <c:v>0.013</c:v>
                </c:pt>
                <c:pt idx="27">
                  <c:v>0.0135</c:v>
                </c:pt>
                <c:pt idx="28">
                  <c:v>0.014</c:v>
                </c:pt>
                <c:pt idx="29">
                  <c:v>0.0145</c:v>
                </c:pt>
                <c:pt idx="30">
                  <c:v>0.015</c:v>
                </c:pt>
                <c:pt idx="31">
                  <c:v>0.0155</c:v>
                </c:pt>
                <c:pt idx="32">
                  <c:v>0.016</c:v>
                </c:pt>
                <c:pt idx="33">
                  <c:v>0.0165</c:v>
                </c:pt>
                <c:pt idx="34">
                  <c:v>0.017</c:v>
                </c:pt>
                <c:pt idx="35">
                  <c:v>0.0175</c:v>
                </c:pt>
                <c:pt idx="36">
                  <c:v>0.018</c:v>
                </c:pt>
                <c:pt idx="37">
                  <c:v>0.0185</c:v>
                </c:pt>
                <c:pt idx="38">
                  <c:v>0.019</c:v>
                </c:pt>
                <c:pt idx="39">
                  <c:v>0.0195</c:v>
                </c:pt>
                <c:pt idx="40">
                  <c:v>0.02</c:v>
                </c:pt>
                <c:pt idx="41">
                  <c:v>0.0205</c:v>
                </c:pt>
                <c:pt idx="42">
                  <c:v>0.021</c:v>
                </c:pt>
                <c:pt idx="43">
                  <c:v>0.0215</c:v>
                </c:pt>
                <c:pt idx="44">
                  <c:v>0.022</c:v>
                </c:pt>
                <c:pt idx="45">
                  <c:v>0.0225</c:v>
                </c:pt>
                <c:pt idx="46">
                  <c:v>0.023</c:v>
                </c:pt>
                <c:pt idx="47">
                  <c:v>0.0235</c:v>
                </c:pt>
                <c:pt idx="48">
                  <c:v>0.024</c:v>
                </c:pt>
                <c:pt idx="49">
                  <c:v>0.0245</c:v>
                </c:pt>
                <c:pt idx="50">
                  <c:v>0.025</c:v>
                </c:pt>
                <c:pt idx="51">
                  <c:v>0.0255</c:v>
                </c:pt>
                <c:pt idx="52">
                  <c:v>0.026</c:v>
                </c:pt>
                <c:pt idx="53">
                  <c:v>0.0265</c:v>
                </c:pt>
                <c:pt idx="54">
                  <c:v>0.027</c:v>
                </c:pt>
                <c:pt idx="55">
                  <c:v>0.0275</c:v>
                </c:pt>
                <c:pt idx="56">
                  <c:v>0.028</c:v>
                </c:pt>
                <c:pt idx="57">
                  <c:v>0.0285</c:v>
                </c:pt>
                <c:pt idx="58">
                  <c:v>0.029</c:v>
                </c:pt>
                <c:pt idx="59">
                  <c:v>0.0295</c:v>
                </c:pt>
                <c:pt idx="60">
                  <c:v>0.03</c:v>
                </c:pt>
                <c:pt idx="61">
                  <c:v>0.0305</c:v>
                </c:pt>
                <c:pt idx="62">
                  <c:v>0.031</c:v>
                </c:pt>
                <c:pt idx="63">
                  <c:v>0.0315</c:v>
                </c:pt>
                <c:pt idx="64">
                  <c:v>0.032</c:v>
                </c:pt>
                <c:pt idx="65">
                  <c:v>0.0325</c:v>
                </c:pt>
                <c:pt idx="66">
                  <c:v>0.033</c:v>
                </c:pt>
                <c:pt idx="67">
                  <c:v>0.0335</c:v>
                </c:pt>
                <c:pt idx="68">
                  <c:v>0.034</c:v>
                </c:pt>
                <c:pt idx="69">
                  <c:v>0.0345</c:v>
                </c:pt>
                <c:pt idx="70">
                  <c:v>0.035</c:v>
                </c:pt>
                <c:pt idx="71">
                  <c:v>0.0355</c:v>
                </c:pt>
                <c:pt idx="72">
                  <c:v>0.036</c:v>
                </c:pt>
                <c:pt idx="73">
                  <c:v>0.0365</c:v>
                </c:pt>
                <c:pt idx="74">
                  <c:v>0.037</c:v>
                </c:pt>
                <c:pt idx="75">
                  <c:v>0.0375</c:v>
                </c:pt>
                <c:pt idx="76">
                  <c:v>0.038</c:v>
                </c:pt>
                <c:pt idx="77">
                  <c:v>0.0385</c:v>
                </c:pt>
                <c:pt idx="78">
                  <c:v>0.039</c:v>
                </c:pt>
                <c:pt idx="79">
                  <c:v>0.0395</c:v>
                </c:pt>
                <c:pt idx="80">
                  <c:v>0.04</c:v>
                </c:pt>
                <c:pt idx="81">
                  <c:v>0.0405</c:v>
                </c:pt>
                <c:pt idx="82">
                  <c:v>0.041</c:v>
                </c:pt>
                <c:pt idx="83">
                  <c:v>0.0415</c:v>
                </c:pt>
                <c:pt idx="84">
                  <c:v>0.042</c:v>
                </c:pt>
                <c:pt idx="85">
                  <c:v>0.0425</c:v>
                </c:pt>
                <c:pt idx="86">
                  <c:v>0.043</c:v>
                </c:pt>
                <c:pt idx="87">
                  <c:v>0.0435</c:v>
                </c:pt>
                <c:pt idx="88">
                  <c:v>0.044</c:v>
                </c:pt>
                <c:pt idx="89">
                  <c:v>0.0445</c:v>
                </c:pt>
                <c:pt idx="90">
                  <c:v>0.045</c:v>
                </c:pt>
                <c:pt idx="91">
                  <c:v>0.0455</c:v>
                </c:pt>
                <c:pt idx="92">
                  <c:v>0.046</c:v>
                </c:pt>
                <c:pt idx="93">
                  <c:v>0.0465</c:v>
                </c:pt>
                <c:pt idx="94">
                  <c:v>0.047</c:v>
                </c:pt>
                <c:pt idx="95">
                  <c:v>0.0475</c:v>
                </c:pt>
                <c:pt idx="96">
                  <c:v>0.048</c:v>
                </c:pt>
                <c:pt idx="97">
                  <c:v>0.0485</c:v>
                </c:pt>
                <c:pt idx="98">
                  <c:v>0.049</c:v>
                </c:pt>
                <c:pt idx="99">
                  <c:v>0.0495</c:v>
                </c:pt>
                <c:pt idx="100">
                  <c:v>0.05</c:v>
                </c:pt>
                <c:pt idx="101">
                  <c:v>0.0505</c:v>
                </c:pt>
                <c:pt idx="102">
                  <c:v>0.051</c:v>
                </c:pt>
                <c:pt idx="103">
                  <c:v>0.0515</c:v>
                </c:pt>
                <c:pt idx="104">
                  <c:v>0.052</c:v>
                </c:pt>
                <c:pt idx="105">
                  <c:v>0.0525</c:v>
                </c:pt>
                <c:pt idx="106">
                  <c:v>0.053</c:v>
                </c:pt>
                <c:pt idx="107">
                  <c:v>0.0535</c:v>
                </c:pt>
                <c:pt idx="108">
                  <c:v>0.054</c:v>
                </c:pt>
                <c:pt idx="109">
                  <c:v>0.0545</c:v>
                </c:pt>
                <c:pt idx="110">
                  <c:v>0.055</c:v>
                </c:pt>
                <c:pt idx="111">
                  <c:v>0.0555</c:v>
                </c:pt>
                <c:pt idx="112">
                  <c:v>0.056</c:v>
                </c:pt>
                <c:pt idx="113">
                  <c:v>0.0565</c:v>
                </c:pt>
                <c:pt idx="114">
                  <c:v>0.057</c:v>
                </c:pt>
                <c:pt idx="115">
                  <c:v>0.0575</c:v>
                </c:pt>
                <c:pt idx="116">
                  <c:v>0.058</c:v>
                </c:pt>
                <c:pt idx="117">
                  <c:v>0.0585</c:v>
                </c:pt>
                <c:pt idx="118">
                  <c:v>0.059</c:v>
                </c:pt>
                <c:pt idx="119">
                  <c:v>0.0595</c:v>
                </c:pt>
                <c:pt idx="120">
                  <c:v>0.06</c:v>
                </c:pt>
                <c:pt idx="121">
                  <c:v>0.0605</c:v>
                </c:pt>
                <c:pt idx="122">
                  <c:v>0.061</c:v>
                </c:pt>
                <c:pt idx="123">
                  <c:v>0.0615</c:v>
                </c:pt>
                <c:pt idx="124">
                  <c:v>0.062</c:v>
                </c:pt>
                <c:pt idx="125">
                  <c:v>0.0625</c:v>
                </c:pt>
                <c:pt idx="126">
                  <c:v>0.063</c:v>
                </c:pt>
                <c:pt idx="127">
                  <c:v>0.0635</c:v>
                </c:pt>
                <c:pt idx="128">
                  <c:v>0.064</c:v>
                </c:pt>
                <c:pt idx="129">
                  <c:v>0.0645</c:v>
                </c:pt>
                <c:pt idx="130">
                  <c:v>0.065</c:v>
                </c:pt>
                <c:pt idx="131">
                  <c:v>0.0655</c:v>
                </c:pt>
                <c:pt idx="132">
                  <c:v>0.066</c:v>
                </c:pt>
                <c:pt idx="133">
                  <c:v>0.0665</c:v>
                </c:pt>
                <c:pt idx="134">
                  <c:v>0.067</c:v>
                </c:pt>
                <c:pt idx="135">
                  <c:v>0.0675</c:v>
                </c:pt>
                <c:pt idx="136">
                  <c:v>0.068</c:v>
                </c:pt>
                <c:pt idx="137">
                  <c:v>0.0685</c:v>
                </c:pt>
                <c:pt idx="138">
                  <c:v>0.069</c:v>
                </c:pt>
                <c:pt idx="139">
                  <c:v>0.0695</c:v>
                </c:pt>
                <c:pt idx="140">
                  <c:v>0.07</c:v>
                </c:pt>
                <c:pt idx="141">
                  <c:v>0.0705</c:v>
                </c:pt>
                <c:pt idx="142">
                  <c:v>0.071</c:v>
                </c:pt>
                <c:pt idx="143">
                  <c:v>0.0715</c:v>
                </c:pt>
                <c:pt idx="144">
                  <c:v>0.072</c:v>
                </c:pt>
                <c:pt idx="145">
                  <c:v>0.0725</c:v>
                </c:pt>
                <c:pt idx="146">
                  <c:v>0.073</c:v>
                </c:pt>
                <c:pt idx="147">
                  <c:v>0.0735</c:v>
                </c:pt>
                <c:pt idx="148">
                  <c:v>0.074</c:v>
                </c:pt>
                <c:pt idx="149">
                  <c:v>0.0745</c:v>
                </c:pt>
                <c:pt idx="150">
                  <c:v>0.075</c:v>
                </c:pt>
                <c:pt idx="151">
                  <c:v>0.0755</c:v>
                </c:pt>
                <c:pt idx="152">
                  <c:v>0.076</c:v>
                </c:pt>
                <c:pt idx="153">
                  <c:v>0.0765</c:v>
                </c:pt>
                <c:pt idx="154">
                  <c:v>0.077</c:v>
                </c:pt>
                <c:pt idx="155">
                  <c:v>0.0775</c:v>
                </c:pt>
                <c:pt idx="156">
                  <c:v>0.078</c:v>
                </c:pt>
                <c:pt idx="157">
                  <c:v>0.0785</c:v>
                </c:pt>
                <c:pt idx="158">
                  <c:v>0.079</c:v>
                </c:pt>
                <c:pt idx="159">
                  <c:v>0.0795</c:v>
                </c:pt>
                <c:pt idx="160">
                  <c:v>0.08</c:v>
                </c:pt>
                <c:pt idx="161">
                  <c:v>0.0805</c:v>
                </c:pt>
                <c:pt idx="162">
                  <c:v>0.081</c:v>
                </c:pt>
                <c:pt idx="163">
                  <c:v>0.0815</c:v>
                </c:pt>
                <c:pt idx="164">
                  <c:v>0.082</c:v>
                </c:pt>
                <c:pt idx="165">
                  <c:v>0.0825</c:v>
                </c:pt>
                <c:pt idx="166">
                  <c:v>0.083</c:v>
                </c:pt>
                <c:pt idx="167">
                  <c:v>0.0835</c:v>
                </c:pt>
                <c:pt idx="168">
                  <c:v>0.084</c:v>
                </c:pt>
                <c:pt idx="169">
                  <c:v>0.0845</c:v>
                </c:pt>
                <c:pt idx="170">
                  <c:v>0.085</c:v>
                </c:pt>
                <c:pt idx="171">
                  <c:v>0.0855</c:v>
                </c:pt>
                <c:pt idx="172">
                  <c:v>0.086</c:v>
                </c:pt>
                <c:pt idx="173">
                  <c:v>0.0865</c:v>
                </c:pt>
                <c:pt idx="174">
                  <c:v>0.087</c:v>
                </c:pt>
                <c:pt idx="175">
                  <c:v>0.0875</c:v>
                </c:pt>
                <c:pt idx="176">
                  <c:v>0.088</c:v>
                </c:pt>
                <c:pt idx="177">
                  <c:v>0.0885</c:v>
                </c:pt>
                <c:pt idx="178">
                  <c:v>0.089</c:v>
                </c:pt>
                <c:pt idx="179">
                  <c:v>0.0895</c:v>
                </c:pt>
                <c:pt idx="180">
                  <c:v>0.09</c:v>
                </c:pt>
                <c:pt idx="181">
                  <c:v>0.0905</c:v>
                </c:pt>
                <c:pt idx="182">
                  <c:v>0.091</c:v>
                </c:pt>
                <c:pt idx="183">
                  <c:v>0.0915</c:v>
                </c:pt>
                <c:pt idx="184">
                  <c:v>0.092</c:v>
                </c:pt>
                <c:pt idx="185">
                  <c:v>0.0925</c:v>
                </c:pt>
                <c:pt idx="186">
                  <c:v>0.093</c:v>
                </c:pt>
                <c:pt idx="187">
                  <c:v>0.0935</c:v>
                </c:pt>
                <c:pt idx="188">
                  <c:v>0.094</c:v>
                </c:pt>
                <c:pt idx="189">
                  <c:v>0.0945</c:v>
                </c:pt>
                <c:pt idx="190">
                  <c:v>0.095</c:v>
                </c:pt>
                <c:pt idx="191">
                  <c:v>0.0955</c:v>
                </c:pt>
                <c:pt idx="192">
                  <c:v>0.096</c:v>
                </c:pt>
                <c:pt idx="193">
                  <c:v>0.0965</c:v>
                </c:pt>
                <c:pt idx="194">
                  <c:v>0.097</c:v>
                </c:pt>
                <c:pt idx="195">
                  <c:v>0.0975</c:v>
                </c:pt>
                <c:pt idx="196">
                  <c:v>0.098</c:v>
                </c:pt>
                <c:pt idx="197">
                  <c:v>0.0985</c:v>
                </c:pt>
                <c:pt idx="198">
                  <c:v>0.099</c:v>
                </c:pt>
                <c:pt idx="199">
                  <c:v>0.0995</c:v>
                </c:pt>
                <c:pt idx="200">
                  <c:v>0.1</c:v>
                </c:pt>
                <c:pt idx="201">
                  <c:v>0.1005</c:v>
                </c:pt>
                <c:pt idx="202">
                  <c:v>0.101</c:v>
                </c:pt>
                <c:pt idx="203">
                  <c:v>0.1015</c:v>
                </c:pt>
                <c:pt idx="204">
                  <c:v>0.102</c:v>
                </c:pt>
                <c:pt idx="205">
                  <c:v>0.1025</c:v>
                </c:pt>
                <c:pt idx="206">
                  <c:v>0.103</c:v>
                </c:pt>
                <c:pt idx="207">
                  <c:v>0.1035</c:v>
                </c:pt>
                <c:pt idx="208">
                  <c:v>0.104</c:v>
                </c:pt>
                <c:pt idx="209">
                  <c:v>0.1045</c:v>
                </c:pt>
                <c:pt idx="210">
                  <c:v>0.105</c:v>
                </c:pt>
                <c:pt idx="211">
                  <c:v>0.1055</c:v>
                </c:pt>
                <c:pt idx="212">
                  <c:v>0.106</c:v>
                </c:pt>
                <c:pt idx="213">
                  <c:v>0.1065</c:v>
                </c:pt>
                <c:pt idx="214">
                  <c:v>0.107</c:v>
                </c:pt>
                <c:pt idx="215">
                  <c:v>0.1075</c:v>
                </c:pt>
                <c:pt idx="216">
                  <c:v>0.108</c:v>
                </c:pt>
                <c:pt idx="217">
                  <c:v>0.1085</c:v>
                </c:pt>
                <c:pt idx="218">
                  <c:v>0.109</c:v>
                </c:pt>
                <c:pt idx="219">
                  <c:v>0.1095</c:v>
                </c:pt>
                <c:pt idx="220">
                  <c:v>0.11</c:v>
                </c:pt>
                <c:pt idx="221">
                  <c:v>0.1105</c:v>
                </c:pt>
                <c:pt idx="222">
                  <c:v>0.111</c:v>
                </c:pt>
                <c:pt idx="223">
                  <c:v>0.1115</c:v>
                </c:pt>
                <c:pt idx="224">
                  <c:v>0.112</c:v>
                </c:pt>
                <c:pt idx="225">
                  <c:v>0.1125</c:v>
                </c:pt>
                <c:pt idx="226">
                  <c:v>0.113</c:v>
                </c:pt>
                <c:pt idx="227">
                  <c:v>0.1135</c:v>
                </c:pt>
                <c:pt idx="228">
                  <c:v>0.114</c:v>
                </c:pt>
                <c:pt idx="229">
                  <c:v>0.1145</c:v>
                </c:pt>
                <c:pt idx="230">
                  <c:v>0.115</c:v>
                </c:pt>
                <c:pt idx="231">
                  <c:v>0.1155</c:v>
                </c:pt>
                <c:pt idx="232">
                  <c:v>0.116</c:v>
                </c:pt>
                <c:pt idx="233">
                  <c:v>0.1165</c:v>
                </c:pt>
                <c:pt idx="234">
                  <c:v>0.117</c:v>
                </c:pt>
                <c:pt idx="235">
                  <c:v>0.1175</c:v>
                </c:pt>
                <c:pt idx="236">
                  <c:v>0.118</c:v>
                </c:pt>
                <c:pt idx="237">
                  <c:v>0.1185</c:v>
                </c:pt>
                <c:pt idx="238">
                  <c:v>0.119</c:v>
                </c:pt>
                <c:pt idx="239">
                  <c:v>0.1195</c:v>
                </c:pt>
                <c:pt idx="240">
                  <c:v>0.12</c:v>
                </c:pt>
                <c:pt idx="241">
                  <c:v>0.1205</c:v>
                </c:pt>
                <c:pt idx="242">
                  <c:v>0.121</c:v>
                </c:pt>
                <c:pt idx="243">
                  <c:v>0.1215</c:v>
                </c:pt>
                <c:pt idx="244">
                  <c:v>0.122</c:v>
                </c:pt>
                <c:pt idx="245">
                  <c:v>0.1225</c:v>
                </c:pt>
                <c:pt idx="246">
                  <c:v>0.123</c:v>
                </c:pt>
                <c:pt idx="247">
                  <c:v>0.1235</c:v>
                </c:pt>
                <c:pt idx="248">
                  <c:v>0.124</c:v>
                </c:pt>
                <c:pt idx="249">
                  <c:v>0.1245</c:v>
                </c:pt>
                <c:pt idx="250">
                  <c:v>0.125</c:v>
                </c:pt>
                <c:pt idx="251">
                  <c:v>0.1255</c:v>
                </c:pt>
                <c:pt idx="252">
                  <c:v>0.126</c:v>
                </c:pt>
                <c:pt idx="253">
                  <c:v>0.1265</c:v>
                </c:pt>
                <c:pt idx="254">
                  <c:v>0.127</c:v>
                </c:pt>
                <c:pt idx="255">
                  <c:v>0.1275</c:v>
                </c:pt>
                <c:pt idx="256">
                  <c:v>0.128</c:v>
                </c:pt>
                <c:pt idx="257">
                  <c:v>0.1285</c:v>
                </c:pt>
                <c:pt idx="258">
                  <c:v>0.129</c:v>
                </c:pt>
                <c:pt idx="259">
                  <c:v>0.1295</c:v>
                </c:pt>
                <c:pt idx="260">
                  <c:v>0.13</c:v>
                </c:pt>
                <c:pt idx="261">
                  <c:v>0.1305</c:v>
                </c:pt>
                <c:pt idx="262">
                  <c:v>0.131</c:v>
                </c:pt>
                <c:pt idx="263">
                  <c:v>0.1315</c:v>
                </c:pt>
                <c:pt idx="264">
                  <c:v>0.132</c:v>
                </c:pt>
                <c:pt idx="265">
                  <c:v>0.1325</c:v>
                </c:pt>
                <c:pt idx="266">
                  <c:v>0.133</c:v>
                </c:pt>
                <c:pt idx="267">
                  <c:v>0.1335</c:v>
                </c:pt>
                <c:pt idx="268">
                  <c:v>0.134</c:v>
                </c:pt>
                <c:pt idx="269">
                  <c:v>0.1345</c:v>
                </c:pt>
                <c:pt idx="270">
                  <c:v>0.135</c:v>
                </c:pt>
                <c:pt idx="271">
                  <c:v>0.1355</c:v>
                </c:pt>
                <c:pt idx="272">
                  <c:v>0.136</c:v>
                </c:pt>
                <c:pt idx="273">
                  <c:v>0.1365</c:v>
                </c:pt>
                <c:pt idx="274">
                  <c:v>0.137</c:v>
                </c:pt>
                <c:pt idx="275">
                  <c:v>0.1375</c:v>
                </c:pt>
                <c:pt idx="276">
                  <c:v>0.138</c:v>
                </c:pt>
                <c:pt idx="277">
                  <c:v>0.1385</c:v>
                </c:pt>
                <c:pt idx="278">
                  <c:v>0.139</c:v>
                </c:pt>
                <c:pt idx="279">
                  <c:v>0.1395</c:v>
                </c:pt>
                <c:pt idx="280">
                  <c:v>0.14</c:v>
                </c:pt>
                <c:pt idx="281">
                  <c:v>0.1405</c:v>
                </c:pt>
                <c:pt idx="282">
                  <c:v>0.141</c:v>
                </c:pt>
                <c:pt idx="283">
                  <c:v>0.1415</c:v>
                </c:pt>
                <c:pt idx="284">
                  <c:v>0.142</c:v>
                </c:pt>
                <c:pt idx="285">
                  <c:v>0.1425</c:v>
                </c:pt>
                <c:pt idx="286">
                  <c:v>0.143</c:v>
                </c:pt>
                <c:pt idx="287">
                  <c:v>0.1435</c:v>
                </c:pt>
                <c:pt idx="288">
                  <c:v>0.144</c:v>
                </c:pt>
                <c:pt idx="289">
                  <c:v>0.1445</c:v>
                </c:pt>
                <c:pt idx="290">
                  <c:v>0.145</c:v>
                </c:pt>
                <c:pt idx="291">
                  <c:v>0.1455</c:v>
                </c:pt>
                <c:pt idx="292">
                  <c:v>0.146</c:v>
                </c:pt>
                <c:pt idx="293">
                  <c:v>0.1465</c:v>
                </c:pt>
                <c:pt idx="294">
                  <c:v>0.147</c:v>
                </c:pt>
                <c:pt idx="295">
                  <c:v>0.1475</c:v>
                </c:pt>
                <c:pt idx="296">
                  <c:v>0.148</c:v>
                </c:pt>
                <c:pt idx="297">
                  <c:v>0.1485</c:v>
                </c:pt>
                <c:pt idx="298">
                  <c:v>0.149</c:v>
                </c:pt>
                <c:pt idx="299">
                  <c:v>0.1495</c:v>
                </c:pt>
                <c:pt idx="300">
                  <c:v>0.15</c:v>
                </c:pt>
                <c:pt idx="301">
                  <c:v>0.1505</c:v>
                </c:pt>
                <c:pt idx="302">
                  <c:v>0.151</c:v>
                </c:pt>
                <c:pt idx="303">
                  <c:v>0.1515</c:v>
                </c:pt>
                <c:pt idx="304">
                  <c:v>0.152</c:v>
                </c:pt>
                <c:pt idx="305">
                  <c:v>0.1525</c:v>
                </c:pt>
                <c:pt idx="306">
                  <c:v>0.153</c:v>
                </c:pt>
                <c:pt idx="307">
                  <c:v>0.1535</c:v>
                </c:pt>
                <c:pt idx="308">
                  <c:v>0.154</c:v>
                </c:pt>
                <c:pt idx="309">
                  <c:v>0.1545</c:v>
                </c:pt>
                <c:pt idx="310">
                  <c:v>0.155</c:v>
                </c:pt>
                <c:pt idx="311">
                  <c:v>0.1555</c:v>
                </c:pt>
                <c:pt idx="312">
                  <c:v>0.156</c:v>
                </c:pt>
                <c:pt idx="313">
                  <c:v>0.1565</c:v>
                </c:pt>
                <c:pt idx="314">
                  <c:v>0.157</c:v>
                </c:pt>
                <c:pt idx="315">
                  <c:v>0.1575</c:v>
                </c:pt>
                <c:pt idx="316">
                  <c:v>0.158</c:v>
                </c:pt>
                <c:pt idx="317">
                  <c:v>0.1585</c:v>
                </c:pt>
                <c:pt idx="318">
                  <c:v>0.159</c:v>
                </c:pt>
                <c:pt idx="319">
                  <c:v>0.1595</c:v>
                </c:pt>
                <c:pt idx="320">
                  <c:v>0.16</c:v>
                </c:pt>
                <c:pt idx="321">
                  <c:v>0.1605</c:v>
                </c:pt>
                <c:pt idx="322">
                  <c:v>0.161</c:v>
                </c:pt>
                <c:pt idx="323">
                  <c:v>0.1615</c:v>
                </c:pt>
                <c:pt idx="324">
                  <c:v>0.162</c:v>
                </c:pt>
                <c:pt idx="325">
                  <c:v>0.1625</c:v>
                </c:pt>
                <c:pt idx="326">
                  <c:v>0.163</c:v>
                </c:pt>
                <c:pt idx="327">
                  <c:v>0.1635</c:v>
                </c:pt>
                <c:pt idx="328">
                  <c:v>0.164</c:v>
                </c:pt>
                <c:pt idx="329">
                  <c:v>0.1645</c:v>
                </c:pt>
                <c:pt idx="330">
                  <c:v>0.165</c:v>
                </c:pt>
                <c:pt idx="331">
                  <c:v>0.1655</c:v>
                </c:pt>
                <c:pt idx="332">
                  <c:v>0.166</c:v>
                </c:pt>
                <c:pt idx="333">
                  <c:v>0.1665</c:v>
                </c:pt>
                <c:pt idx="334">
                  <c:v>0.167</c:v>
                </c:pt>
                <c:pt idx="335">
                  <c:v>0.1675</c:v>
                </c:pt>
                <c:pt idx="336">
                  <c:v>0.168</c:v>
                </c:pt>
                <c:pt idx="337">
                  <c:v>0.1685</c:v>
                </c:pt>
                <c:pt idx="338">
                  <c:v>0.169</c:v>
                </c:pt>
                <c:pt idx="339">
                  <c:v>0.1695</c:v>
                </c:pt>
                <c:pt idx="340">
                  <c:v>0.17</c:v>
                </c:pt>
                <c:pt idx="341">
                  <c:v>0.1705</c:v>
                </c:pt>
                <c:pt idx="342">
                  <c:v>0.171</c:v>
                </c:pt>
                <c:pt idx="343">
                  <c:v>0.1715</c:v>
                </c:pt>
                <c:pt idx="344">
                  <c:v>0.172</c:v>
                </c:pt>
                <c:pt idx="345">
                  <c:v>0.1725</c:v>
                </c:pt>
                <c:pt idx="346">
                  <c:v>0.173</c:v>
                </c:pt>
                <c:pt idx="347">
                  <c:v>0.1735</c:v>
                </c:pt>
                <c:pt idx="348">
                  <c:v>0.174</c:v>
                </c:pt>
                <c:pt idx="349">
                  <c:v>0.1745</c:v>
                </c:pt>
                <c:pt idx="350">
                  <c:v>0.175</c:v>
                </c:pt>
                <c:pt idx="351">
                  <c:v>0.1755</c:v>
                </c:pt>
                <c:pt idx="352">
                  <c:v>0.176</c:v>
                </c:pt>
                <c:pt idx="353">
                  <c:v>0.1765</c:v>
                </c:pt>
                <c:pt idx="354">
                  <c:v>0.177</c:v>
                </c:pt>
                <c:pt idx="355">
                  <c:v>0.1775</c:v>
                </c:pt>
                <c:pt idx="356">
                  <c:v>0.178</c:v>
                </c:pt>
                <c:pt idx="357">
                  <c:v>0.1785</c:v>
                </c:pt>
                <c:pt idx="358">
                  <c:v>0.179</c:v>
                </c:pt>
                <c:pt idx="359">
                  <c:v>0.1795</c:v>
                </c:pt>
                <c:pt idx="360">
                  <c:v>0.18</c:v>
                </c:pt>
                <c:pt idx="361">
                  <c:v>0.1805</c:v>
                </c:pt>
                <c:pt idx="362">
                  <c:v>0.181</c:v>
                </c:pt>
                <c:pt idx="363">
                  <c:v>0.1815</c:v>
                </c:pt>
                <c:pt idx="364">
                  <c:v>0.182</c:v>
                </c:pt>
                <c:pt idx="365">
                  <c:v>0.1825</c:v>
                </c:pt>
                <c:pt idx="366">
                  <c:v>0.183</c:v>
                </c:pt>
                <c:pt idx="367">
                  <c:v>0.1835</c:v>
                </c:pt>
                <c:pt idx="368">
                  <c:v>0.184</c:v>
                </c:pt>
                <c:pt idx="369">
                  <c:v>0.1845</c:v>
                </c:pt>
                <c:pt idx="370">
                  <c:v>0.185</c:v>
                </c:pt>
                <c:pt idx="371">
                  <c:v>0.1855</c:v>
                </c:pt>
                <c:pt idx="372">
                  <c:v>0.186</c:v>
                </c:pt>
                <c:pt idx="373">
                  <c:v>0.1865</c:v>
                </c:pt>
                <c:pt idx="374">
                  <c:v>0.187</c:v>
                </c:pt>
                <c:pt idx="375">
                  <c:v>0.1875</c:v>
                </c:pt>
                <c:pt idx="376">
                  <c:v>0.188</c:v>
                </c:pt>
                <c:pt idx="377">
                  <c:v>0.1885</c:v>
                </c:pt>
                <c:pt idx="378">
                  <c:v>0.189</c:v>
                </c:pt>
                <c:pt idx="379">
                  <c:v>0.1895</c:v>
                </c:pt>
                <c:pt idx="380">
                  <c:v>0.19</c:v>
                </c:pt>
                <c:pt idx="381">
                  <c:v>0.1905</c:v>
                </c:pt>
                <c:pt idx="382">
                  <c:v>0.191</c:v>
                </c:pt>
                <c:pt idx="383">
                  <c:v>0.1915</c:v>
                </c:pt>
                <c:pt idx="384">
                  <c:v>0.192</c:v>
                </c:pt>
                <c:pt idx="385">
                  <c:v>0.1925</c:v>
                </c:pt>
                <c:pt idx="386">
                  <c:v>0.193</c:v>
                </c:pt>
                <c:pt idx="387">
                  <c:v>0.1935</c:v>
                </c:pt>
                <c:pt idx="388">
                  <c:v>0.194</c:v>
                </c:pt>
                <c:pt idx="389">
                  <c:v>0.1945</c:v>
                </c:pt>
                <c:pt idx="390">
                  <c:v>0.195</c:v>
                </c:pt>
                <c:pt idx="391">
                  <c:v>0.1955</c:v>
                </c:pt>
                <c:pt idx="392">
                  <c:v>0.196</c:v>
                </c:pt>
                <c:pt idx="393">
                  <c:v>0.1965</c:v>
                </c:pt>
                <c:pt idx="394">
                  <c:v>0.197</c:v>
                </c:pt>
                <c:pt idx="395">
                  <c:v>0.1975</c:v>
                </c:pt>
                <c:pt idx="396">
                  <c:v>0.198</c:v>
                </c:pt>
                <c:pt idx="397">
                  <c:v>0.1985</c:v>
                </c:pt>
                <c:pt idx="398">
                  <c:v>0.199</c:v>
                </c:pt>
                <c:pt idx="399">
                  <c:v>0.1995</c:v>
                </c:pt>
                <c:pt idx="400">
                  <c:v>0.2</c:v>
                </c:pt>
                <c:pt idx="401">
                  <c:v>0.2005</c:v>
                </c:pt>
                <c:pt idx="402">
                  <c:v>0.201</c:v>
                </c:pt>
                <c:pt idx="403">
                  <c:v>0.2015</c:v>
                </c:pt>
                <c:pt idx="404">
                  <c:v>0.202</c:v>
                </c:pt>
                <c:pt idx="405">
                  <c:v>0.2025</c:v>
                </c:pt>
                <c:pt idx="406">
                  <c:v>0.203</c:v>
                </c:pt>
                <c:pt idx="407">
                  <c:v>0.2035</c:v>
                </c:pt>
                <c:pt idx="408">
                  <c:v>0.204</c:v>
                </c:pt>
                <c:pt idx="409">
                  <c:v>0.2045</c:v>
                </c:pt>
                <c:pt idx="410">
                  <c:v>0.205</c:v>
                </c:pt>
                <c:pt idx="411">
                  <c:v>0.2055</c:v>
                </c:pt>
                <c:pt idx="412">
                  <c:v>0.206</c:v>
                </c:pt>
                <c:pt idx="413">
                  <c:v>0.2065</c:v>
                </c:pt>
                <c:pt idx="414">
                  <c:v>0.207</c:v>
                </c:pt>
                <c:pt idx="415">
                  <c:v>0.2075</c:v>
                </c:pt>
                <c:pt idx="416">
                  <c:v>0.208</c:v>
                </c:pt>
                <c:pt idx="417">
                  <c:v>0.2085</c:v>
                </c:pt>
                <c:pt idx="418">
                  <c:v>0.209</c:v>
                </c:pt>
                <c:pt idx="419">
                  <c:v>0.2095</c:v>
                </c:pt>
                <c:pt idx="420">
                  <c:v>0.21</c:v>
                </c:pt>
                <c:pt idx="421">
                  <c:v>0.2105</c:v>
                </c:pt>
                <c:pt idx="422">
                  <c:v>0.211</c:v>
                </c:pt>
                <c:pt idx="423">
                  <c:v>0.2115</c:v>
                </c:pt>
                <c:pt idx="424">
                  <c:v>0.212</c:v>
                </c:pt>
                <c:pt idx="425">
                  <c:v>0.2125</c:v>
                </c:pt>
                <c:pt idx="426">
                  <c:v>0.213</c:v>
                </c:pt>
                <c:pt idx="427">
                  <c:v>0.2135</c:v>
                </c:pt>
                <c:pt idx="428">
                  <c:v>0.214</c:v>
                </c:pt>
                <c:pt idx="429">
                  <c:v>0.2145</c:v>
                </c:pt>
                <c:pt idx="430">
                  <c:v>0.215</c:v>
                </c:pt>
                <c:pt idx="431">
                  <c:v>0.2155</c:v>
                </c:pt>
                <c:pt idx="432">
                  <c:v>0.216</c:v>
                </c:pt>
                <c:pt idx="433">
                  <c:v>0.2165</c:v>
                </c:pt>
                <c:pt idx="434">
                  <c:v>0.217</c:v>
                </c:pt>
                <c:pt idx="435">
                  <c:v>0.2175</c:v>
                </c:pt>
                <c:pt idx="436">
                  <c:v>0.218</c:v>
                </c:pt>
                <c:pt idx="437">
                  <c:v>0.2185</c:v>
                </c:pt>
                <c:pt idx="438">
                  <c:v>0.219</c:v>
                </c:pt>
                <c:pt idx="439">
                  <c:v>0.2195</c:v>
                </c:pt>
                <c:pt idx="440">
                  <c:v>0.22</c:v>
                </c:pt>
                <c:pt idx="441">
                  <c:v>0.2205</c:v>
                </c:pt>
                <c:pt idx="442">
                  <c:v>0.221</c:v>
                </c:pt>
                <c:pt idx="443">
                  <c:v>0.2215</c:v>
                </c:pt>
                <c:pt idx="444">
                  <c:v>0.222</c:v>
                </c:pt>
                <c:pt idx="445">
                  <c:v>0.2225</c:v>
                </c:pt>
                <c:pt idx="446">
                  <c:v>0.223</c:v>
                </c:pt>
                <c:pt idx="447">
                  <c:v>0.2235</c:v>
                </c:pt>
                <c:pt idx="448">
                  <c:v>0.224</c:v>
                </c:pt>
                <c:pt idx="449">
                  <c:v>0.2245</c:v>
                </c:pt>
                <c:pt idx="450">
                  <c:v>0.225</c:v>
                </c:pt>
                <c:pt idx="451">
                  <c:v>0.2255</c:v>
                </c:pt>
                <c:pt idx="452">
                  <c:v>0.226</c:v>
                </c:pt>
                <c:pt idx="453">
                  <c:v>0.2265</c:v>
                </c:pt>
                <c:pt idx="454">
                  <c:v>0.227</c:v>
                </c:pt>
                <c:pt idx="455">
                  <c:v>0.2275</c:v>
                </c:pt>
                <c:pt idx="456">
                  <c:v>0.228</c:v>
                </c:pt>
                <c:pt idx="457">
                  <c:v>0.2285</c:v>
                </c:pt>
                <c:pt idx="458">
                  <c:v>0.229</c:v>
                </c:pt>
                <c:pt idx="459">
                  <c:v>0.2295</c:v>
                </c:pt>
                <c:pt idx="460">
                  <c:v>0.23</c:v>
                </c:pt>
                <c:pt idx="461">
                  <c:v>0.2305</c:v>
                </c:pt>
                <c:pt idx="462">
                  <c:v>0.231</c:v>
                </c:pt>
                <c:pt idx="463">
                  <c:v>0.2315</c:v>
                </c:pt>
                <c:pt idx="464">
                  <c:v>0.232</c:v>
                </c:pt>
                <c:pt idx="465">
                  <c:v>0.2325</c:v>
                </c:pt>
                <c:pt idx="466">
                  <c:v>0.233</c:v>
                </c:pt>
                <c:pt idx="467">
                  <c:v>0.2335</c:v>
                </c:pt>
                <c:pt idx="468">
                  <c:v>0.234</c:v>
                </c:pt>
                <c:pt idx="469">
                  <c:v>0.2345</c:v>
                </c:pt>
                <c:pt idx="470">
                  <c:v>0.235</c:v>
                </c:pt>
                <c:pt idx="471">
                  <c:v>0.2355</c:v>
                </c:pt>
                <c:pt idx="472">
                  <c:v>0.236</c:v>
                </c:pt>
                <c:pt idx="473">
                  <c:v>0.2365</c:v>
                </c:pt>
                <c:pt idx="474">
                  <c:v>0.237</c:v>
                </c:pt>
                <c:pt idx="475">
                  <c:v>0.2375</c:v>
                </c:pt>
                <c:pt idx="476">
                  <c:v>0.238</c:v>
                </c:pt>
                <c:pt idx="477">
                  <c:v>0.2385</c:v>
                </c:pt>
                <c:pt idx="478">
                  <c:v>0.239</c:v>
                </c:pt>
                <c:pt idx="479">
                  <c:v>0.2395</c:v>
                </c:pt>
                <c:pt idx="480">
                  <c:v>0.24</c:v>
                </c:pt>
                <c:pt idx="481">
                  <c:v>0.2405</c:v>
                </c:pt>
                <c:pt idx="482">
                  <c:v>0.241</c:v>
                </c:pt>
                <c:pt idx="483">
                  <c:v>0.2415</c:v>
                </c:pt>
                <c:pt idx="484">
                  <c:v>0.242</c:v>
                </c:pt>
                <c:pt idx="485">
                  <c:v>0.2425</c:v>
                </c:pt>
                <c:pt idx="486">
                  <c:v>0.243</c:v>
                </c:pt>
                <c:pt idx="487">
                  <c:v>0.2435</c:v>
                </c:pt>
                <c:pt idx="488">
                  <c:v>0.244</c:v>
                </c:pt>
                <c:pt idx="489">
                  <c:v>0.2445</c:v>
                </c:pt>
                <c:pt idx="490">
                  <c:v>0.245</c:v>
                </c:pt>
                <c:pt idx="491">
                  <c:v>0.2455</c:v>
                </c:pt>
                <c:pt idx="492">
                  <c:v>0.246</c:v>
                </c:pt>
                <c:pt idx="493">
                  <c:v>0.2465</c:v>
                </c:pt>
                <c:pt idx="494">
                  <c:v>0.247</c:v>
                </c:pt>
                <c:pt idx="495">
                  <c:v>0.2475</c:v>
                </c:pt>
                <c:pt idx="496">
                  <c:v>0.248</c:v>
                </c:pt>
                <c:pt idx="497">
                  <c:v>0.2485</c:v>
                </c:pt>
                <c:pt idx="498">
                  <c:v>0.249</c:v>
                </c:pt>
                <c:pt idx="499">
                  <c:v>0.2495</c:v>
                </c:pt>
                <c:pt idx="500">
                  <c:v>0.25</c:v>
                </c:pt>
                <c:pt idx="501">
                  <c:v>0.2505</c:v>
                </c:pt>
                <c:pt idx="502">
                  <c:v>0.251</c:v>
                </c:pt>
                <c:pt idx="503">
                  <c:v>0.2515</c:v>
                </c:pt>
                <c:pt idx="504">
                  <c:v>0.252</c:v>
                </c:pt>
                <c:pt idx="505">
                  <c:v>0.2525</c:v>
                </c:pt>
                <c:pt idx="506">
                  <c:v>0.253</c:v>
                </c:pt>
                <c:pt idx="507">
                  <c:v>0.2535</c:v>
                </c:pt>
                <c:pt idx="508">
                  <c:v>0.254</c:v>
                </c:pt>
                <c:pt idx="509">
                  <c:v>0.2545</c:v>
                </c:pt>
                <c:pt idx="510">
                  <c:v>0.255</c:v>
                </c:pt>
                <c:pt idx="511">
                  <c:v>0.2555</c:v>
                </c:pt>
                <c:pt idx="512">
                  <c:v>0.256</c:v>
                </c:pt>
                <c:pt idx="513">
                  <c:v>0.2565</c:v>
                </c:pt>
                <c:pt idx="514">
                  <c:v>0.257</c:v>
                </c:pt>
                <c:pt idx="515">
                  <c:v>0.2575</c:v>
                </c:pt>
                <c:pt idx="516">
                  <c:v>0.258</c:v>
                </c:pt>
                <c:pt idx="517">
                  <c:v>0.2585</c:v>
                </c:pt>
                <c:pt idx="518">
                  <c:v>0.259</c:v>
                </c:pt>
                <c:pt idx="519">
                  <c:v>0.2595</c:v>
                </c:pt>
                <c:pt idx="520">
                  <c:v>0.26</c:v>
                </c:pt>
                <c:pt idx="521">
                  <c:v>0.2605</c:v>
                </c:pt>
                <c:pt idx="522">
                  <c:v>0.261</c:v>
                </c:pt>
                <c:pt idx="523">
                  <c:v>0.2615</c:v>
                </c:pt>
                <c:pt idx="524">
                  <c:v>0.262</c:v>
                </c:pt>
                <c:pt idx="525">
                  <c:v>0.2625</c:v>
                </c:pt>
                <c:pt idx="526">
                  <c:v>0.263</c:v>
                </c:pt>
                <c:pt idx="527">
                  <c:v>0.2635</c:v>
                </c:pt>
                <c:pt idx="528">
                  <c:v>0.264</c:v>
                </c:pt>
                <c:pt idx="529">
                  <c:v>0.2645</c:v>
                </c:pt>
                <c:pt idx="530">
                  <c:v>0.265</c:v>
                </c:pt>
                <c:pt idx="531">
                  <c:v>0.2655</c:v>
                </c:pt>
                <c:pt idx="532">
                  <c:v>0.266</c:v>
                </c:pt>
                <c:pt idx="533">
                  <c:v>0.2665</c:v>
                </c:pt>
                <c:pt idx="534">
                  <c:v>0.267</c:v>
                </c:pt>
                <c:pt idx="535">
                  <c:v>0.2675</c:v>
                </c:pt>
                <c:pt idx="536">
                  <c:v>0.268</c:v>
                </c:pt>
                <c:pt idx="537">
                  <c:v>0.2685</c:v>
                </c:pt>
                <c:pt idx="538">
                  <c:v>0.269</c:v>
                </c:pt>
                <c:pt idx="539">
                  <c:v>0.2695</c:v>
                </c:pt>
                <c:pt idx="540">
                  <c:v>0.27</c:v>
                </c:pt>
                <c:pt idx="541">
                  <c:v>0.2705</c:v>
                </c:pt>
                <c:pt idx="542">
                  <c:v>0.271</c:v>
                </c:pt>
                <c:pt idx="543">
                  <c:v>0.2715</c:v>
                </c:pt>
                <c:pt idx="544">
                  <c:v>0.272</c:v>
                </c:pt>
                <c:pt idx="545">
                  <c:v>0.2725</c:v>
                </c:pt>
                <c:pt idx="546">
                  <c:v>0.273</c:v>
                </c:pt>
                <c:pt idx="547">
                  <c:v>0.2735</c:v>
                </c:pt>
                <c:pt idx="548">
                  <c:v>0.274</c:v>
                </c:pt>
                <c:pt idx="549">
                  <c:v>0.2745</c:v>
                </c:pt>
                <c:pt idx="550">
                  <c:v>0.275</c:v>
                </c:pt>
                <c:pt idx="551">
                  <c:v>0.2755</c:v>
                </c:pt>
                <c:pt idx="552">
                  <c:v>0.276</c:v>
                </c:pt>
                <c:pt idx="553">
                  <c:v>0.2765</c:v>
                </c:pt>
                <c:pt idx="554">
                  <c:v>0.277</c:v>
                </c:pt>
                <c:pt idx="555">
                  <c:v>0.2775</c:v>
                </c:pt>
                <c:pt idx="556">
                  <c:v>0.278</c:v>
                </c:pt>
                <c:pt idx="557">
                  <c:v>0.2785</c:v>
                </c:pt>
                <c:pt idx="558">
                  <c:v>0.279</c:v>
                </c:pt>
                <c:pt idx="559">
                  <c:v>0.2795</c:v>
                </c:pt>
                <c:pt idx="560">
                  <c:v>0.28</c:v>
                </c:pt>
                <c:pt idx="561">
                  <c:v>0.2805</c:v>
                </c:pt>
                <c:pt idx="562">
                  <c:v>0.281</c:v>
                </c:pt>
                <c:pt idx="563">
                  <c:v>0.2815</c:v>
                </c:pt>
                <c:pt idx="564">
                  <c:v>0.282</c:v>
                </c:pt>
                <c:pt idx="565">
                  <c:v>0.2825</c:v>
                </c:pt>
                <c:pt idx="566">
                  <c:v>0.283</c:v>
                </c:pt>
                <c:pt idx="567">
                  <c:v>0.2835</c:v>
                </c:pt>
                <c:pt idx="568">
                  <c:v>0.284</c:v>
                </c:pt>
                <c:pt idx="569">
                  <c:v>0.2845</c:v>
                </c:pt>
                <c:pt idx="570">
                  <c:v>0.285</c:v>
                </c:pt>
                <c:pt idx="571">
                  <c:v>0.2855</c:v>
                </c:pt>
                <c:pt idx="572">
                  <c:v>0.286</c:v>
                </c:pt>
                <c:pt idx="573">
                  <c:v>0.2865</c:v>
                </c:pt>
                <c:pt idx="574">
                  <c:v>0.287</c:v>
                </c:pt>
                <c:pt idx="575">
                  <c:v>0.2875</c:v>
                </c:pt>
                <c:pt idx="576">
                  <c:v>0.288</c:v>
                </c:pt>
                <c:pt idx="577">
                  <c:v>0.2885</c:v>
                </c:pt>
                <c:pt idx="578">
                  <c:v>0.289</c:v>
                </c:pt>
                <c:pt idx="579">
                  <c:v>0.2895</c:v>
                </c:pt>
                <c:pt idx="580">
                  <c:v>0.29</c:v>
                </c:pt>
                <c:pt idx="581">
                  <c:v>0.2905</c:v>
                </c:pt>
                <c:pt idx="582">
                  <c:v>0.291</c:v>
                </c:pt>
                <c:pt idx="583">
                  <c:v>0.2915</c:v>
                </c:pt>
                <c:pt idx="584">
                  <c:v>0.292</c:v>
                </c:pt>
                <c:pt idx="585">
                  <c:v>0.2925</c:v>
                </c:pt>
                <c:pt idx="586">
                  <c:v>0.293</c:v>
                </c:pt>
                <c:pt idx="587">
                  <c:v>0.2935</c:v>
                </c:pt>
                <c:pt idx="588">
                  <c:v>0.294</c:v>
                </c:pt>
                <c:pt idx="589">
                  <c:v>0.2945</c:v>
                </c:pt>
                <c:pt idx="590">
                  <c:v>0.295</c:v>
                </c:pt>
                <c:pt idx="591">
                  <c:v>0.2955</c:v>
                </c:pt>
                <c:pt idx="592">
                  <c:v>0.296</c:v>
                </c:pt>
                <c:pt idx="593">
                  <c:v>0.2965</c:v>
                </c:pt>
                <c:pt idx="594">
                  <c:v>0.297</c:v>
                </c:pt>
                <c:pt idx="595">
                  <c:v>0.2975</c:v>
                </c:pt>
                <c:pt idx="596">
                  <c:v>0.298</c:v>
                </c:pt>
                <c:pt idx="597">
                  <c:v>0.2985</c:v>
                </c:pt>
                <c:pt idx="598">
                  <c:v>0.299</c:v>
                </c:pt>
                <c:pt idx="599">
                  <c:v>0.2995</c:v>
                </c:pt>
                <c:pt idx="600">
                  <c:v>0.3</c:v>
                </c:pt>
                <c:pt idx="601">
                  <c:v>0.3005</c:v>
                </c:pt>
                <c:pt idx="602">
                  <c:v>0.301</c:v>
                </c:pt>
                <c:pt idx="603">
                  <c:v>0.3015</c:v>
                </c:pt>
                <c:pt idx="604">
                  <c:v>0.302</c:v>
                </c:pt>
                <c:pt idx="605">
                  <c:v>0.3025</c:v>
                </c:pt>
                <c:pt idx="606">
                  <c:v>0.303</c:v>
                </c:pt>
                <c:pt idx="607">
                  <c:v>0.3035</c:v>
                </c:pt>
                <c:pt idx="608">
                  <c:v>0.304</c:v>
                </c:pt>
                <c:pt idx="609">
                  <c:v>0.3045</c:v>
                </c:pt>
                <c:pt idx="610">
                  <c:v>0.305</c:v>
                </c:pt>
                <c:pt idx="611">
                  <c:v>0.3055</c:v>
                </c:pt>
                <c:pt idx="612">
                  <c:v>0.306</c:v>
                </c:pt>
                <c:pt idx="613">
                  <c:v>0.3065</c:v>
                </c:pt>
                <c:pt idx="614">
                  <c:v>0.307</c:v>
                </c:pt>
                <c:pt idx="615">
                  <c:v>0.3075</c:v>
                </c:pt>
                <c:pt idx="616">
                  <c:v>0.308</c:v>
                </c:pt>
                <c:pt idx="617">
                  <c:v>0.3085</c:v>
                </c:pt>
                <c:pt idx="618">
                  <c:v>0.309</c:v>
                </c:pt>
                <c:pt idx="619">
                  <c:v>0.3095</c:v>
                </c:pt>
                <c:pt idx="620">
                  <c:v>0.31</c:v>
                </c:pt>
                <c:pt idx="621">
                  <c:v>0.3105</c:v>
                </c:pt>
                <c:pt idx="622">
                  <c:v>0.311</c:v>
                </c:pt>
                <c:pt idx="623">
                  <c:v>0.3115</c:v>
                </c:pt>
                <c:pt idx="624">
                  <c:v>0.312</c:v>
                </c:pt>
                <c:pt idx="625">
                  <c:v>0.3125</c:v>
                </c:pt>
                <c:pt idx="626">
                  <c:v>0.313</c:v>
                </c:pt>
                <c:pt idx="627">
                  <c:v>0.3135</c:v>
                </c:pt>
                <c:pt idx="628">
                  <c:v>0.314</c:v>
                </c:pt>
                <c:pt idx="629">
                  <c:v>0.3145</c:v>
                </c:pt>
                <c:pt idx="630">
                  <c:v>0.315</c:v>
                </c:pt>
                <c:pt idx="631">
                  <c:v>0.3155</c:v>
                </c:pt>
                <c:pt idx="632">
                  <c:v>0.316</c:v>
                </c:pt>
                <c:pt idx="633">
                  <c:v>0.3165</c:v>
                </c:pt>
                <c:pt idx="634">
                  <c:v>0.317</c:v>
                </c:pt>
                <c:pt idx="635">
                  <c:v>0.3175</c:v>
                </c:pt>
                <c:pt idx="636">
                  <c:v>0.318</c:v>
                </c:pt>
                <c:pt idx="637">
                  <c:v>0.3185</c:v>
                </c:pt>
                <c:pt idx="638">
                  <c:v>0.319</c:v>
                </c:pt>
                <c:pt idx="639">
                  <c:v>0.3195</c:v>
                </c:pt>
                <c:pt idx="640">
                  <c:v>0.32</c:v>
                </c:pt>
                <c:pt idx="641">
                  <c:v>0.3205</c:v>
                </c:pt>
                <c:pt idx="642">
                  <c:v>0.321</c:v>
                </c:pt>
                <c:pt idx="643">
                  <c:v>0.3215</c:v>
                </c:pt>
                <c:pt idx="644">
                  <c:v>0.322</c:v>
                </c:pt>
                <c:pt idx="645">
                  <c:v>0.3225</c:v>
                </c:pt>
                <c:pt idx="646">
                  <c:v>0.323</c:v>
                </c:pt>
                <c:pt idx="647">
                  <c:v>0.3235</c:v>
                </c:pt>
                <c:pt idx="648">
                  <c:v>0.324</c:v>
                </c:pt>
                <c:pt idx="649">
                  <c:v>0.3245</c:v>
                </c:pt>
                <c:pt idx="650">
                  <c:v>0.325</c:v>
                </c:pt>
                <c:pt idx="651">
                  <c:v>0.3255</c:v>
                </c:pt>
                <c:pt idx="652">
                  <c:v>0.326</c:v>
                </c:pt>
                <c:pt idx="653">
                  <c:v>0.3265</c:v>
                </c:pt>
                <c:pt idx="654">
                  <c:v>0.327</c:v>
                </c:pt>
                <c:pt idx="655">
                  <c:v>0.3275</c:v>
                </c:pt>
                <c:pt idx="656">
                  <c:v>0.328</c:v>
                </c:pt>
                <c:pt idx="657">
                  <c:v>0.3285</c:v>
                </c:pt>
                <c:pt idx="658">
                  <c:v>0.329</c:v>
                </c:pt>
                <c:pt idx="659">
                  <c:v>0.3295</c:v>
                </c:pt>
                <c:pt idx="660">
                  <c:v>0.33</c:v>
                </c:pt>
                <c:pt idx="661">
                  <c:v>0.3305</c:v>
                </c:pt>
                <c:pt idx="662">
                  <c:v>0.331</c:v>
                </c:pt>
                <c:pt idx="663">
                  <c:v>0.3315</c:v>
                </c:pt>
                <c:pt idx="664">
                  <c:v>0.332</c:v>
                </c:pt>
                <c:pt idx="665">
                  <c:v>0.3325</c:v>
                </c:pt>
                <c:pt idx="666">
                  <c:v>0.333</c:v>
                </c:pt>
                <c:pt idx="667">
                  <c:v>0.3335</c:v>
                </c:pt>
                <c:pt idx="668">
                  <c:v>0.334</c:v>
                </c:pt>
                <c:pt idx="669">
                  <c:v>0.3345</c:v>
                </c:pt>
                <c:pt idx="670">
                  <c:v>0.335</c:v>
                </c:pt>
                <c:pt idx="671">
                  <c:v>0.3355</c:v>
                </c:pt>
                <c:pt idx="672">
                  <c:v>0.336</c:v>
                </c:pt>
                <c:pt idx="673">
                  <c:v>0.3365</c:v>
                </c:pt>
                <c:pt idx="674">
                  <c:v>0.337</c:v>
                </c:pt>
                <c:pt idx="675">
                  <c:v>0.3375</c:v>
                </c:pt>
                <c:pt idx="676">
                  <c:v>0.338</c:v>
                </c:pt>
                <c:pt idx="677">
                  <c:v>0.3385</c:v>
                </c:pt>
                <c:pt idx="678">
                  <c:v>0.339</c:v>
                </c:pt>
                <c:pt idx="679">
                  <c:v>0.3395</c:v>
                </c:pt>
                <c:pt idx="680">
                  <c:v>0.34</c:v>
                </c:pt>
                <c:pt idx="681">
                  <c:v>0.3405</c:v>
                </c:pt>
                <c:pt idx="682">
                  <c:v>0.341</c:v>
                </c:pt>
                <c:pt idx="683">
                  <c:v>0.3415</c:v>
                </c:pt>
                <c:pt idx="684">
                  <c:v>0.342</c:v>
                </c:pt>
                <c:pt idx="685">
                  <c:v>0.3425</c:v>
                </c:pt>
                <c:pt idx="686">
                  <c:v>0.343</c:v>
                </c:pt>
                <c:pt idx="687">
                  <c:v>0.3435</c:v>
                </c:pt>
                <c:pt idx="688">
                  <c:v>0.344</c:v>
                </c:pt>
                <c:pt idx="689">
                  <c:v>0.3445</c:v>
                </c:pt>
                <c:pt idx="690">
                  <c:v>0.345</c:v>
                </c:pt>
                <c:pt idx="691">
                  <c:v>0.3455</c:v>
                </c:pt>
                <c:pt idx="692">
                  <c:v>0.346</c:v>
                </c:pt>
                <c:pt idx="693">
                  <c:v>0.3465</c:v>
                </c:pt>
                <c:pt idx="694">
                  <c:v>0.347</c:v>
                </c:pt>
                <c:pt idx="695">
                  <c:v>0.3475</c:v>
                </c:pt>
                <c:pt idx="696">
                  <c:v>0.348</c:v>
                </c:pt>
                <c:pt idx="697">
                  <c:v>0.3485</c:v>
                </c:pt>
                <c:pt idx="698">
                  <c:v>0.349</c:v>
                </c:pt>
                <c:pt idx="699">
                  <c:v>0.3495</c:v>
                </c:pt>
                <c:pt idx="700">
                  <c:v>0.35</c:v>
                </c:pt>
                <c:pt idx="701">
                  <c:v>0.3505</c:v>
                </c:pt>
                <c:pt idx="702">
                  <c:v>0.351</c:v>
                </c:pt>
                <c:pt idx="703">
                  <c:v>0.3515</c:v>
                </c:pt>
                <c:pt idx="704">
                  <c:v>0.352</c:v>
                </c:pt>
                <c:pt idx="705">
                  <c:v>0.3525</c:v>
                </c:pt>
                <c:pt idx="706">
                  <c:v>0.353</c:v>
                </c:pt>
                <c:pt idx="707">
                  <c:v>0.3535</c:v>
                </c:pt>
                <c:pt idx="708">
                  <c:v>0.354</c:v>
                </c:pt>
                <c:pt idx="709">
                  <c:v>0.3545</c:v>
                </c:pt>
                <c:pt idx="710">
                  <c:v>0.355</c:v>
                </c:pt>
                <c:pt idx="711">
                  <c:v>0.3555</c:v>
                </c:pt>
                <c:pt idx="712">
                  <c:v>0.356</c:v>
                </c:pt>
                <c:pt idx="713">
                  <c:v>0.3565</c:v>
                </c:pt>
                <c:pt idx="714">
                  <c:v>0.357</c:v>
                </c:pt>
                <c:pt idx="715">
                  <c:v>0.3575</c:v>
                </c:pt>
                <c:pt idx="716">
                  <c:v>0.358</c:v>
                </c:pt>
                <c:pt idx="717">
                  <c:v>0.3585</c:v>
                </c:pt>
                <c:pt idx="718">
                  <c:v>0.359</c:v>
                </c:pt>
                <c:pt idx="719">
                  <c:v>0.3595</c:v>
                </c:pt>
                <c:pt idx="720">
                  <c:v>0.36</c:v>
                </c:pt>
                <c:pt idx="721">
                  <c:v>0.3605</c:v>
                </c:pt>
                <c:pt idx="722">
                  <c:v>0.361</c:v>
                </c:pt>
                <c:pt idx="723">
                  <c:v>0.3615</c:v>
                </c:pt>
                <c:pt idx="724">
                  <c:v>0.362</c:v>
                </c:pt>
                <c:pt idx="725">
                  <c:v>0.3625</c:v>
                </c:pt>
                <c:pt idx="726">
                  <c:v>0.363</c:v>
                </c:pt>
                <c:pt idx="727">
                  <c:v>0.3635</c:v>
                </c:pt>
                <c:pt idx="728">
                  <c:v>0.364</c:v>
                </c:pt>
                <c:pt idx="729">
                  <c:v>0.3645</c:v>
                </c:pt>
                <c:pt idx="730">
                  <c:v>0.365</c:v>
                </c:pt>
                <c:pt idx="731">
                  <c:v>0.3655</c:v>
                </c:pt>
                <c:pt idx="732">
                  <c:v>0.366</c:v>
                </c:pt>
                <c:pt idx="733">
                  <c:v>0.3665</c:v>
                </c:pt>
                <c:pt idx="734">
                  <c:v>0.367</c:v>
                </c:pt>
                <c:pt idx="735">
                  <c:v>0.3675</c:v>
                </c:pt>
                <c:pt idx="736">
                  <c:v>0.368</c:v>
                </c:pt>
                <c:pt idx="737">
                  <c:v>0.3685</c:v>
                </c:pt>
                <c:pt idx="738">
                  <c:v>0.369</c:v>
                </c:pt>
                <c:pt idx="739">
                  <c:v>0.3695</c:v>
                </c:pt>
                <c:pt idx="740">
                  <c:v>0.37</c:v>
                </c:pt>
                <c:pt idx="741">
                  <c:v>0.3705</c:v>
                </c:pt>
                <c:pt idx="742">
                  <c:v>0.371</c:v>
                </c:pt>
                <c:pt idx="743">
                  <c:v>0.3715</c:v>
                </c:pt>
                <c:pt idx="744">
                  <c:v>0.372</c:v>
                </c:pt>
                <c:pt idx="745">
                  <c:v>0.3725</c:v>
                </c:pt>
                <c:pt idx="746">
                  <c:v>0.373</c:v>
                </c:pt>
                <c:pt idx="747">
                  <c:v>0.3735</c:v>
                </c:pt>
                <c:pt idx="748">
                  <c:v>0.374</c:v>
                </c:pt>
                <c:pt idx="749">
                  <c:v>0.3745</c:v>
                </c:pt>
                <c:pt idx="750">
                  <c:v>0.375</c:v>
                </c:pt>
                <c:pt idx="751">
                  <c:v>0.3755</c:v>
                </c:pt>
                <c:pt idx="752">
                  <c:v>0.376</c:v>
                </c:pt>
                <c:pt idx="753">
                  <c:v>0.3765</c:v>
                </c:pt>
                <c:pt idx="754">
                  <c:v>0.377</c:v>
                </c:pt>
                <c:pt idx="755">
                  <c:v>0.3775</c:v>
                </c:pt>
                <c:pt idx="756">
                  <c:v>0.378</c:v>
                </c:pt>
                <c:pt idx="757">
                  <c:v>0.3785</c:v>
                </c:pt>
                <c:pt idx="758">
                  <c:v>0.379</c:v>
                </c:pt>
                <c:pt idx="759">
                  <c:v>0.3795</c:v>
                </c:pt>
                <c:pt idx="760">
                  <c:v>0.38</c:v>
                </c:pt>
                <c:pt idx="761">
                  <c:v>0.3805</c:v>
                </c:pt>
                <c:pt idx="762">
                  <c:v>0.381</c:v>
                </c:pt>
                <c:pt idx="763">
                  <c:v>0.3815</c:v>
                </c:pt>
                <c:pt idx="764">
                  <c:v>0.382</c:v>
                </c:pt>
                <c:pt idx="765">
                  <c:v>0.3825</c:v>
                </c:pt>
                <c:pt idx="766">
                  <c:v>0.383</c:v>
                </c:pt>
                <c:pt idx="767">
                  <c:v>0.3835</c:v>
                </c:pt>
                <c:pt idx="768">
                  <c:v>0.384</c:v>
                </c:pt>
                <c:pt idx="769">
                  <c:v>0.3845</c:v>
                </c:pt>
                <c:pt idx="770">
                  <c:v>0.385</c:v>
                </c:pt>
                <c:pt idx="771">
                  <c:v>0.3855</c:v>
                </c:pt>
                <c:pt idx="772">
                  <c:v>0.386</c:v>
                </c:pt>
                <c:pt idx="773">
                  <c:v>0.3865</c:v>
                </c:pt>
                <c:pt idx="774">
                  <c:v>0.387</c:v>
                </c:pt>
                <c:pt idx="775">
                  <c:v>0.3875</c:v>
                </c:pt>
                <c:pt idx="776">
                  <c:v>0.388</c:v>
                </c:pt>
                <c:pt idx="777">
                  <c:v>0.3885</c:v>
                </c:pt>
                <c:pt idx="778">
                  <c:v>0.389</c:v>
                </c:pt>
                <c:pt idx="779">
                  <c:v>0.3895</c:v>
                </c:pt>
                <c:pt idx="780">
                  <c:v>0.39</c:v>
                </c:pt>
                <c:pt idx="781">
                  <c:v>0.3905</c:v>
                </c:pt>
                <c:pt idx="782">
                  <c:v>0.391</c:v>
                </c:pt>
                <c:pt idx="783">
                  <c:v>0.3915</c:v>
                </c:pt>
                <c:pt idx="784">
                  <c:v>0.392</c:v>
                </c:pt>
                <c:pt idx="785">
                  <c:v>0.3925</c:v>
                </c:pt>
                <c:pt idx="786">
                  <c:v>0.393</c:v>
                </c:pt>
                <c:pt idx="787">
                  <c:v>0.3935</c:v>
                </c:pt>
                <c:pt idx="788">
                  <c:v>0.394</c:v>
                </c:pt>
                <c:pt idx="789">
                  <c:v>0.3945</c:v>
                </c:pt>
                <c:pt idx="790">
                  <c:v>0.395</c:v>
                </c:pt>
                <c:pt idx="791">
                  <c:v>0.3955</c:v>
                </c:pt>
                <c:pt idx="792">
                  <c:v>0.396</c:v>
                </c:pt>
                <c:pt idx="793">
                  <c:v>0.3965</c:v>
                </c:pt>
                <c:pt idx="794">
                  <c:v>0.397</c:v>
                </c:pt>
                <c:pt idx="795">
                  <c:v>0.3975</c:v>
                </c:pt>
                <c:pt idx="796">
                  <c:v>0.398</c:v>
                </c:pt>
                <c:pt idx="797">
                  <c:v>0.3985</c:v>
                </c:pt>
                <c:pt idx="798">
                  <c:v>0.399</c:v>
                </c:pt>
                <c:pt idx="799">
                  <c:v>0.3995</c:v>
                </c:pt>
                <c:pt idx="800">
                  <c:v>0.4</c:v>
                </c:pt>
                <c:pt idx="801">
                  <c:v>0.4005</c:v>
                </c:pt>
                <c:pt idx="802">
                  <c:v>0.401</c:v>
                </c:pt>
                <c:pt idx="803">
                  <c:v>0.4015</c:v>
                </c:pt>
                <c:pt idx="804">
                  <c:v>0.402</c:v>
                </c:pt>
                <c:pt idx="805">
                  <c:v>0.4025</c:v>
                </c:pt>
                <c:pt idx="806">
                  <c:v>0.403</c:v>
                </c:pt>
                <c:pt idx="807">
                  <c:v>0.4035</c:v>
                </c:pt>
                <c:pt idx="808">
                  <c:v>0.404</c:v>
                </c:pt>
                <c:pt idx="809">
                  <c:v>0.4045</c:v>
                </c:pt>
                <c:pt idx="810">
                  <c:v>0.405</c:v>
                </c:pt>
                <c:pt idx="811">
                  <c:v>0.4055</c:v>
                </c:pt>
                <c:pt idx="812">
                  <c:v>0.406</c:v>
                </c:pt>
                <c:pt idx="813">
                  <c:v>0.4065</c:v>
                </c:pt>
                <c:pt idx="814">
                  <c:v>0.407</c:v>
                </c:pt>
                <c:pt idx="815">
                  <c:v>0.4075</c:v>
                </c:pt>
                <c:pt idx="816">
                  <c:v>0.408</c:v>
                </c:pt>
                <c:pt idx="817">
                  <c:v>0.4085</c:v>
                </c:pt>
                <c:pt idx="818">
                  <c:v>0.409</c:v>
                </c:pt>
                <c:pt idx="819">
                  <c:v>0.4095</c:v>
                </c:pt>
                <c:pt idx="820">
                  <c:v>0.41</c:v>
                </c:pt>
                <c:pt idx="821">
                  <c:v>0.4105</c:v>
                </c:pt>
                <c:pt idx="822">
                  <c:v>0.411</c:v>
                </c:pt>
                <c:pt idx="823">
                  <c:v>0.4115</c:v>
                </c:pt>
                <c:pt idx="824">
                  <c:v>0.412</c:v>
                </c:pt>
                <c:pt idx="825">
                  <c:v>0.4125</c:v>
                </c:pt>
                <c:pt idx="826">
                  <c:v>0.413</c:v>
                </c:pt>
                <c:pt idx="827">
                  <c:v>0.4135</c:v>
                </c:pt>
                <c:pt idx="828">
                  <c:v>0.414</c:v>
                </c:pt>
                <c:pt idx="829">
                  <c:v>0.4145</c:v>
                </c:pt>
                <c:pt idx="830">
                  <c:v>0.415</c:v>
                </c:pt>
                <c:pt idx="831">
                  <c:v>0.4155</c:v>
                </c:pt>
                <c:pt idx="832">
                  <c:v>0.416</c:v>
                </c:pt>
                <c:pt idx="833">
                  <c:v>0.4165</c:v>
                </c:pt>
                <c:pt idx="834">
                  <c:v>0.417</c:v>
                </c:pt>
                <c:pt idx="835">
                  <c:v>0.4175</c:v>
                </c:pt>
                <c:pt idx="836">
                  <c:v>0.418</c:v>
                </c:pt>
                <c:pt idx="837">
                  <c:v>0.4185</c:v>
                </c:pt>
                <c:pt idx="838">
                  <c:v>0.419</c:v>
                </c:pt>
                <c:pt idx="839">
                  <c:v>0.4195</c:v>
                </c:pt>
                <c:pt idx="840">
                  <c:v>0.42</c:v>
                </c:pt>
                <c:pt idx="841">
                  <c:v>0.4205</c:v>
                </c:pt>
                <c:pt idx="842">
                  <c:v>0.421</c:v>
                </c:pt>
                <c:pt idx="843">
                  <c:v>0.4215</c:v>
                </c:pt>
                <c:pt idx="844">
                  <c:v>0.422</c:v>
                </c:pt>
                <c:pt idx="845">
                  <c:v>0.4225</c:v>
                </c:pt>
                <c:pt idx="846">
                  <c:v>0.423</c:v>
                </c:pt>
                <c:pt idx="847">
                  <c:v>0.4235</c:v>
                </c:pt>
                <c:pt idx="848">
                  <c:v>0.424</c:v>
                </c:pt>
                <c:pt idx="849">
                  <c:v>0.4245</c:v>
                </c:pt>
                <c:pt idx="850">
                  <c:v>0.425</c:v>
                </c:pt>
                <c:pt idx="851">
                  <c:v>0.4255</c:v>
                </c:pt>
                <c:pt idx="852">
                  <c:v>0.426</c:v>
                </c:pt>
                <c:pt idx="853">
                  <c:v>0.4265</c:v>
                </c:pt>
                <c:pt idx="854">
                  <c:v>0.427</c:v>
                </c:pt>
                <c:pt idx="855">
                  <c:v>0.4275</c:v>
                </c:pt>
                <c:pt idx="856">
                  <c:v>0.428</c:v>
                </c:pt>
                <c:pt idx="857">
                  <c:v>0.4285</c:v>
                </c:pt>
                <c:pt idx="858">
                  <c:v>0.429</c:v>
                </c:pt>
                <c:pt idx="859">
                  <c:v>0.4295</c:v>
                </c:pt>
                <c:pt idx="860">
                  <c:v>0.43</c:v>
                </c:pt>
                <c:pt idx="861">
                  <c:v>0.4305</c:v>
                </c:pt>
                <c:pt idx="862">
                  <c:v>0.431</c:v>
                </c:pt>
                <c:pt idx="863">
                  <c:v>0.4315</c:v>
                </c:pt>
                <c:pt idx="864">
                  <c:v>0.432</c:v>
                </c:pt>
                <c:pt idx="865">
                  <c:v>0.4325</c:v>
                </c:pt>
                <c:pt idx="866">
                  <c:v>0.433</c:v>
                </c:pt>
                <c:pt idx="867">
                  <c:v>0.4335</c:v>
                </c:pt>
                <c:pt idx="868">
                  <c:v>0.434</c:v>
                </c:pt>
                <c:pt idx="869">
                  <c:v>0.4345</c:v>
                </c:pt>
                <c:pt idx="870">
                  <c:v>0.435</c:v>
                </c:pt>
                <c:pt idx="871">
                  <c:v>0.4355</c:v>
                </c:pt>
                <c:pt idx="872">
                  <c:v>0.436</c:v>
                </c:pt>
                <c:pt idx="873">
                  <c:v>0.4365</c:v>
                </c:pt>
                <c:pt idx="874">
                  <c:v>0.437</c:v>
                </c:pt>
                <c:pt idx="875">
                  <c:v>0.4375</c:v>
                </c:pt>
                <c:pt idx="876">
                  <c:v>0.438</c:v>
                </c:pt>
                <c:pt idx="877">
                  <c:v>0.4385</c:v>
                </c:pt>
                <c:pt idx="878">
                  <c:v>0.439</c:v>
                </c:pt>
                <c:pt idx="879">
                  <c:v>0.4395</c:v>
                </c:pt>
                <c:pt idx="880">
                  <c:v>0.44</c:v>
                </c:pt>
                <c:pt idx="881">
                  <c:v>0.4405</c:v>
                </c:pt>
                <c:pt idx="882">
                  <c:v>0.441</c:v>
                </c:pt>
                <c:pt idx="883">
                  <c:v>0.4415</c:v>
                </c:pt>
                <c:pt idx="884">
                  <c:v>0.442</c:v>
                </c:pt>
                <c:pt idx="885">
                  <c:v>0.4425</c:v>
                </c:pt>
                <c:pt idx="886">
                  <c:v>0.443</c:v>
                </c:pt>
                <c:pt idx="887">
                  <c:v>0.4435</c:v>
                </c:pt>
                <c:pt idx="888">
                  <c:v>0.444</c:v>
                </c:pt>
                <c:pt idx="889">
                  <c:v>0.4445</c:v>
                </c:pt>
                <c:pt idx="890">
                  <c:v>0.445</c:v>
                </c:pt>
                <c:pt idx="891">
                  <c:v>0.4455</c:v>
                </c:pt>
                <c:pt idx="892">
                  <c:v>0.446</c:v>
                </c:pt>
                <c:pt idx="893">
                  <c:v>0.4465</c:v>
                </c:pt>
                <c:pt idx="894">
                  <c:v>0.447</c:v>
                </c:pt>
                <c:pt idx="895">
                  <c:v>0.4475</c:v>
                </c:pt>
                <c:pt idx="896">
                  <c:v>0.448</c:v>
                </c:pt>
                <c:pt idx="897">
                  <c:v>0.4485</c:v>
                </c:pt>
                <c:pt idx="898">
                  <c:v>0.449</c:v>
                </c:pt>
                <c:pt idx="899">
                  <c:v>0.4495</c:v>
                </c:pt>
                <c:pt idx="900">
                  <c:v>0.45</c:v>
                </c:pt>
                <c:pt idx="901">
                  <c:v>0.4505</c:v>
                </c:pt>
                <c:pt idx="902">
                  <c:v>0.451</c:v>
                </c:pt>
                <c:pt idx="903">
                  <c:v>0.4515</c:v>
                </c:pt>
                <c:pt idx="904">
                  <c:v>0.452</c:v>
                </c:pt>
                <c:pt idx="905">
                  <c:v>0.4525</c:v>
                </c:pt>
                <c:pt idx="906">
                  <c:v>0.453</c:v>
                </c:pt>
                <c:pt idx="907">
                  <c:v>0.4535</c:v>
                </c:pt>
                <c:pt idx="908">
                  <c:v>0.454</c:v>
                </c:pt>
                <c:pt idx="909">
                  <c:v>0.4545</c:v>
                </c:pt>
                <c:pt idx="910">
                  <c:v>0.455</c:v>
                </c:pt>
                <c:pt idx="911">
                  <c:v>0.4555</c:v>
                </c:pt>
                <c:pt idx="912">
                  <c:v>0.456</c:v>
                </c:pt>
                <c:pt idx="913">
                  <c:v>0.4565</c:v>
                </c:pt>
                <c:pt idx="914">
                  <c:v>0.457</c:v>
                </c:pt>
                <c:pt idx="915">
                  <c:v>0.4575</c:v>
                </c:pt>
                <c:pt idx="916">
                  <c:v>0.458</c:v>
                </c:pt>
                <c:pt idx="917">
                  <c:v>0.4585</c:v>
                </c:pt>
                <c:pt idx="918">
                  <c:v>0.459</c:v>
                </c:pt>
                <c:pt idx="919">
                  <c:v>0.4595</c:v>
                </c:pt>
                <c:pt idx="920">
                  <c:v>0.46</c:v>
                </c:pt>
                <c:pt idx="921">
                  <c:v>0.4605</c:v>
                </c:pt>
                <c:pt idx="922">
                  <c:v>0.461</c:v>
                </c:pt>
                <c:pt idx="923">
                  <c:v>0.4615</c:v>
                </c:pt>
                <c:pt idx="924">
                  <c:v>0.462</c:v>
                </c:pt>
                <c:pt idx="925">
                  <c:v>0.4625</c:v>
                </c:pt>
                <c:pt idx="926">
                  <c:v>0.463</c:v>
                </c:pt>
                <c:pt idx="927">
                  <c:v>0.4635</c:v>
                </c:pt>
                <c:pt idx="928">
                  <c:v>0.464</c:v>
                </c:pt>
                <c:pt idx="929">
                  <c:v>0.4645</c:v>
                </c:pt>
                <c:pt idx="930">
                  <c:v>0.465</c:v>
                </c:pt>
                <c:pt idx="931">
                  <c:v>0.4655</c:v>
                </c:pt>
                <c:pt idx="932">
                  <c:v>0.466</c:v>
                </c:pt>
                <c:pt idx="933">
                  <c:v>0.4665</c:v>
                </c:pt>
                <c:pt idx="934">
                  <c:v>0.467</c:v>
                </c:pt>
                <c:pt idx="935">
                  <c:v>0.4675</c:v>
                </c:pt>
                <c:pt idx="936">
                  <c:v>0.468</c:v>
                </c:pt>
                <c:pt idx="937">
                  <c:v>0.4685</c:v>
                </c:pt>
                <c:pt idx="938">
                  <c:v>0.469</c:v>
                </c:pt>
                <c:pt idx="939">
                  <c:v>0.4695</c:v>
                </c:pt>
                <c:pt idx="940">
                  <c:v>0.47</c:v>
                </c:pt>
                <c:pt idx="941">
                  <c:v>0.4705</c:v>
                </c:pt>
                <c:pt idx="942">
                  <c:v>0.471</c:v>
                </c:pt>
                <c:pt idx="943">
                  <c:v>0.4715</c:v>
                </c:pt>
                <c:pt idx="944">
                  <c:v>0.472</c:v>
                </c:pt>
                <c:pt idx="945">
                  <c:v>0.4725</c:v>
                </c:pt>
                <c:pt idx="946">
                  <c:v>0.473</c:v>
                </c:pt>
                <c:pt idx="947">
                  <c:v>0.4735</c:v>
                </c:pt>
                <c:pt idx="948">
                  <c:v>0.474</c:v>
                </c:pt>
                <c:pt idx="949">
                  <c:v>0.4745</c:v>
                </c:pt>
                <c:pt idx="950">
                  <c:v>0.475</c:v>
                </c:pt>
                <c:pt idx="951">
                  <c:v>0.4755</c:v>
                </c:pt>
                <c:pt idx="952">
                  <c:v>0.476</c:v>
                </c:pt>
                <c:pt idx="953">
                  <c:v>0.4765</c:v>
                </c:pt>
                <c:pt idx="954">
                  <c:v>0.477</c:v>
                </c:pt>
                <c:pt idx="955">
                  <c:v>0.4775</c:v>
                </c:pt>
                <c:pt idx="956">
                  <c:v>0.478</c:v>
                </c:pt>
                <c:pt idx="957">
                  <c:v>0.4785</c:v>
                </c:pt>
                <c:pt idx="958">
                  <c:v>0.479</c:v>
                </c:pt>
                <c:pt idx="959">
                  <c:v>0.4795</c:v>
                </c:pt>
                <c:pt idx="960">
                  <c:v>0.48</c:v>
                </c:pt>
                <c:pt idx="961">
                  <c:v>0.4805</c:v>
                </c:pt>
                <c:pt idx="962">
                  <c:v>0.481</c:v>
                </c:pt>
                <c:pt idx="963">
                  <c:v>0.4815</c:v>
                </c:pt>
                <c:pt idx="964">
                  <c:v>0.482</c:v>
                </c:pt>
                <c:pt idx="965">
                  <c:v>0.4825</c:v>
                </c:pt>
                <c:pt idx="966">
                  <c:v>0.483</c:v>
                </c:pt>
                <c:pt idx="967">
                  <c:v>0.4835</c:v>
                </c:pt>
                <c:pt idx="968">
                  <c:v>0.484</c:v>
                </c:pt>
                <c:pt idx="969">
                  <c:v>0.4845</c:v>
                </c:pt>
                <c:pt idx="970">
                  <c:v>0.485</c:v>
                </c:pt>
                <c:pt idx="971">
                  <c:v>0.4855</c:v>
                </c:pt>
                <c:pt idx="972">
                  <c:v>0.486</c:v>
                </c:pt>
                <c:pt idx="973">
                  <c:v>0.4865</c:v>
                </c:pt>
                <c:pt idx="974">
                  <c:v>0.487</c:v>
                </c:pt>
                <c:pt idx="975">
                  <c:v>0.4875</c:v>
                </c:pt>
                <c:pt idx="976">
                  <c:v>0.488</c:v>
                </c:pt>
                <c:pt idx="977">
                  <c:v>0.4885</c:v>
                </c:pt>
                <c:pt idx="978">
                  <c:v>0.489</c:v>
                </c:pt>
                <c:pt idx="979">
                  <c:v>0.4895</c:v>
                </c:pt>
                <c:pt idx="980">
                  <c:v>0.49</c:v>
                </c:pt>
                <c:pt idx="981">
                  <c:v>0.4905</c:v>
                </c:pt>
                <c:pt idx="982">
                  <c:v>0.491</c:v>
                </c:pt>
                <c:pt idx="983">
                  <c:v>0.4915</c:v>
                </c:pt>
                <c:pt idx="984">
                  <c:v>0.492</c:v>
                </c:pt>
                <c:pt idx="985">
                  <c:v>0.4925</c:v>
                </c:pt>
                <c:pt idx="986">
                  <c:v>0.493</c:v>
                </c:pt>
                <c:pt idx="987">
                  <c:v>0.4935</c:v>
                </c:pt>
                <c:pt idx="988">
                  <c:v>0.494</c:v>
                </c:pt>
                <c:pt idx="989">
                  <c:v>0.4945</c:v>
                </c:pt>
                <c:pt idx="990">
                  <c:v>0.495</c:v>
                </c:pt>
                <c:pt idx="991">
                  <c:v>0.4955</c:v>
                </c:pt>
                <c:pt idx="992">
                  <c:v>0.496</c:v>
                </c:pt>
                <c:pt idx="993">
                  <c:v>0.4965</c:v>
                </c:pt>
                <c:pt idx="994">
                  <c:v>0.497</c:v>
                </c:pt>
                <c:pt idx="995">
                  <c:v>0.4975</c:v>
                </c:pt>
                <c:pt idx="996">
                  <c:v>0.498</c:v>
                </c:pt>
                <c:pt idx="997">
                  <c:v>0.4985</c:v>
                </c:pt>
                <c:pt idx="998">
                  <c:v>0.499</c:v>
                </c:pt>
                <c:pt idx="999">
                  <c:v>0.4995</c:v>
                </c:pt>
                <c:pt idx="1000">
                  <c:v>0.5</c:v>
                </c:pt>
                <c:pt idx="1001">
                  <c:v>0.5005</c:v>
                </c:pt>
                <c:pt idx="1002">
                  <c:v>0.501</c:v>
                </c:pt>
                <c:pt idx="1003">
                  <c:v>0.5015</c:v>
                </c:pt>
                <c:pt idx="1004">
                  <c:v>0.502</c:v>
                </c:pt>
                <c:pt idx="1005">
                  <c:v>0.5025</c:v>
                </c:pt>
                <c:pt idx="1006">
                  <c:v>0.503</c:v>
                </c:pt>
                <c:pt idx="1007">
                  <c:v>0.5035</c:v>
                </c:pt>
                <c:pt idx="1008">
                  <c:v>0.504</c:v>
                </c:pt>
                <c:pt idx="1009">
                  <c:v>0.5045</c:v>
                </c:pt>
                <c:pt idx="1010">
                  <c:v>0.505</c:v>
                </c:pt>
                <c:pt idx="1011">
                  <c:v>0.5055</c:v>
                </c:pt>
                <c:pt idx="1012">
                  <c:v>0.506</c:v>
                </c:pt>
                <c:pt idx="1013">
                  <c:v>0.5065</c:v>
                </c:pt>
                <c:pt idx="1014">
                  <c:v>0.507</c:v>
                </c:pt>
                <c:pt idx="1015">
                  <c:v>0.5075</c:v>
                </c:pt>
                <c:pt idx="1016">
                  <c:v>0.508</c:v>
                </c:pt>
                <c:pt idx="1017">
                  <c:v>0.5085</c:v>
                </c:pt>
                <c:pt idx="1018">
                  <c:v>0.509</c:v>
                </c:pt>
                <c:pt idx="1019">
                  <c:v>0.5095</c:v>
                </c:pt>
                <c:pt idx="1020">
                  <c:v>0.51</c:v>
                </c:pt>
                <c:pt idx="1021">
                  <c:v>0.5105</c:v>
                </c:pt>
                <c:pt idx="1022">
                  <c:v>0.511</c:v>
                </c:pt>
                <c:pt idx="1023">
                  <c:v>0.5115</c:v>
                </c:pt>
                <c:pt idx="1024">
                  <c:v>0.512</c:v>
                </c:pt>
                <c:pt idx="1025">
                  <c:v>0.5125</c:v>
                </c:pt>
                <c:pt idx="1026">
                  <c:v>0.513</c:v>
                </c:pt>
                <c:pt idx="1027">
                  <c:v>0.5135</c:v>
                </c:pt>
                <c:pt idx="1028">
                  <c:v>0.514</c:v>
                </c:pt>
                <c:pt idx="1029">
                  <c:v>0.5145</c:v>
                </c:pt>
                <c:pt idx="1030">
                  <c:v>0.515</c:v>
                </c:pt>
                <c:pt idx="1031">
                  <c:v>0.5155</c:v>
                </c:pt>
                <c:pt idx="1032">
                  <c:v>0.516</c:v>
                </c:pt>
                <c:pt idx="1033">
                  <c:v>0.5165</c:v>
                </c:pt>
                <c:pt idx="1034">
                  <c:v>0.517</c:v>
                </c:pt>
                <c:pt idx="1035">
                  <c:v>0.5175</c:v>
                </c:pt>
                <c:pt idx="1036">
                  <c:v>0.518</c:v>
                </c:pt>
                <c:pt idx="1037">
                  <c:v>0.5185</c:v>
                </c:pt>
                <c:pt idx="1038">
                  <c:v>0.519</c:v>
                </c:pt>
                <c:pt idx="1039">
                  <c:v>0.5195</c:v>
                </c:pt>
                <c:pt idx="1040">
                  <c:v>0.52</c:v>
                </c:pt>
                <c:pt idx="1041">
                  <c:v>0.5205</c:v>
                </c:pt>
                <c:pt idx="1042">
                  <c:v>0.521</c:v>
                </c:pt>
                <c:pt idx="1043">
                  <c:v>0.5215</c:v>
                </c:pt>
                <c:pt idx="1044">
                  <c:v>0.522</c:v>
                </c:pt>
                <c:pt idx="1045">
                  <c:v>0.5225</c:v>
                </c:pt>
                <c:pt idx="1046">
                  <c:v>0.523</c:v>
                </c:pt>
                <c:pt idx="1047">
                  <c:v>0.5235</c:v>
                </c:pt>
                <c:pt idx="1048">
                  <c:v>0.524</c:v>
                </c:pt>
                <c:pt idx="1049">
                  <c:v>0.5245</c:v>
                </c:pt>
                <c:pt idx="1050">
                  <c:v>0.525</c:v>
                </c:pt>
                <c:pt idx="1051">
                  <c:v>0.5255</c:v>
                </c:pt>
                <c:pt idx="1052">
                  <c:v>0.526</c:v>
                </c:pt>
                <c:pt idx="1053">
                  <c:v>0.5265</c:v>
                </c:pt>
                <c:pt idx="1054">
                  <c:v>0.527</c:v>
                </c:pt>
                <c:pt idx="1055">
                  <c:v>0.5275</c:v>
                </c:pt>
                <c:pt idx="1056">
                  <c:v>0.528</c:v>
                </c:pt>
                <c:pt idx="1057">
                  <c:v>0.5285</c:v>
                </c:pt>
                <c:pt idx="1058">
                  <c:v>0.529</c:v>
                </c:pt>
                <c:pt idx="1059">
                  <c:v>0.5295</c:v>
                </c:pt>
                <c:pt idx="1060">
                  <c:v>0.53</c:v>
                </c:pt>
                <c:pt idx="1061">
                  <c:v>0.5305</c:v>
                </c:pt>
                <c:pt idx="1062">
                  <c:v>0.531</c:v>
                </c:pt>
                <c:pt idx="1063">
                  <c:v>0.5315</c:v>
                </c:pt>
                <c:pt idx="1064">
                  <c:v>0.532</c:v>
                </c:pt>
                <c:pt idx="1065">
                  <c:v>0.5325</c:v>
                </c:pt>
                <c:pt idx="1066">
                  <c:v>0.533</c:v>
                </c:pt>
                <c:pt idx="1067">
                  <c:v>0.5335</c:v>
                </c:pt>
                <c:pt idx="1068">
                  <c:v>0.534</c:v>
                </c:pt>
                <c:pt idx="1069">
                  <c:v>0.5345</c:v>
                </c:pt>
                <c:pt idx="1070">
                  <c:v>0.535</c:v>
                </c:pt>
                <c:pt idx="1071">
                  <c:v>0.5355</c:v>
                </c:pt>
                <c:pt idx="1072">
                  <c:v>0.536</c:v>
                </c:pt>
                <c:pt idx="1073">
                  <c:v>0.5365</c:v>
                </c:pt>
                <c:pt idx="1074">
                  <c:v>0.537</c:v>
                </c:pt>
                <c:pt idx="1075">
                  <c:v>0.5375</c:v>
                </c:pt>
                <c:pt idx="1076">
                  <c:v>0.538</c:v>
                </c:pt>
                <c:pt idx="1077">
                  <c:v>0.5385</c:v>
                </c:pt>
                <c:pt idx="1078">
                  <c:v>0.539</c:v>
                </c:pt>
                <c:pt idx="1079">
                  <c:v>0.5395</c:v>
                </c:pt>
                <c:pt idx="1080">
                  <c:v>0.54</c:v>
                </c:pt>
                <c:pt idx="1081">
                  <c:v>0.5405</c:v>
                </c:pt>
                <c:pt idx="1082">
                  <c:v>0.541</c:v>
                </c:pt>
                <c:pt idx="1083">
                  <c:v>0.5415</c:v>
                </c:pt>
                <c:pt idx="1084">
                  <c:v>0.542</c:v>
                </c:pt>
                <c:pt idx="1085">
                  <c:v>0.5425</c:v>
                </c:pt>
                <c:pt idx="1086">
                  <c:v>0.543</c:v>
                </c:pt>
                <c:pt idx="1087">
                  <c:v>0.5435</c:v>
                </c:pt>
                <c:pt idx="1088">
                  <c:v>0.544</c:v>
                </c:pt>
                <c:pt idx="1089">
                  <c:v>0.5445</c:v>
                </c:pt>
                <c:pt idx="1090">
                  <c:v>0.545</c:v>
                </c:pt>
                <c:pt idx="1091">
                  <c:v>0.5455</c:v>
                </c:pt>
                <c:pt idx="1092">
                  <c:v>0.546</c:v>
                </c:pt>
                <c:pt idx="1093">
                  <c:v>0.5465</c:v>
                </c:pt>
                <c:pt idx="1094">
                  <c:v>0.547</c:v>
                </c:pt>
                <c:pt idx="1095">
                  <c:v>0.5475</c:v>
                </c:pt>
                <c:pt idx="1096">
                  <c:v>0.548</c:v>
                </c:pt>
                <c:pt idx="1097">
                  <c:v>0.5485</c:v>
                </c:pt>
                <c:pt idx="1098">
                  <c:v>0.549</c:v>
                </c:pt>
                <c:pt idx="1099">
                  <c:v>0.5495</c:v>
                </c:pt>
                <c:pt idx="1100">
                  <c:v>0.55</c:v>
                </c:pt>
                <c:pt idx="1101">
                  <c:v>0.5505</c:v>
                </c:pt>
                <c:pt idx="1102">
                  <c:v>0.551</c:v>
                </c:pt>
                <c:pt idx="1103">
                  <c:v>0.5515</c:v>
                </c:pt>
                <c:pt idx="1104">
                  <c:v>0.552</c:v>
                </c:pt>
                <c:pt idx="1105">
                  <c:v>0.5525</c:v>
                </c:pt>
                <c:pt idx="1106">
                  <c:v>0.553</c:v>
                </c:pt>
                <c:pt idx="1107">
                  <c:v>0.5535</c:v>
                </c:pt>
                <c:pt idx="1108">
                  <c:v>0.554</c:v>
                </c:pt>
                <c:pt idx="1109">
                  <c:v>0.5545</c:v>
                </c:pt>
                <c:pt idx="1110">
                  <c:v>0.555</c:v>
                </c:pt>
                <c:pt idx="1111">
                  <c:v>0.5555</c:v>
                </c:pt>
                <c:pt idx="1112">
                  <c:v>0.556</c:v>
                </c:pt>
                <c:pt idx="1113">
                  <c:v>0.5565</c:v>
                </c:pt>
                <c:pt idx="1114">
                  <c:v>0.557</c:v>
                </c:pt>
                <c:pt idx="1115">
                  <c:v>0.5575</c:v>
                </c:pt>
                <c:pt idx="1116">
                  <c:v>0.558</c:v>
                </c:pt>
                <c:pt idx="1117">
                  <c:v>0.5585</c:v>
                </c:pt>
                <c:pt idx="1118">
                  <c:v>0.559</c:v>
                </c:pt>
                <c:pt idx="1119">
                  <c:v>0.5595</c:v>
                </c:pt>
                <c:pt idx="1120">
                  <c:v>0.56</c:v>
                </c:pt>
                <c:pt idx="1121">
                  <c:v>0.5605</c:v>
                </c:pt>
                <c:pt idx="1122">
                  <c:v>0.561</c:v>
                </c:pt>
                <c:pt idx="1123">
                  <c:v>0.5615</c:v>
                </c:pt>
                <c:pt idx="1124">
                  <c:v>0.562</c:v>
                </c:pt>
                <c:pt idx="1125">
                  <c:v>0.5625</c:v>
                </c:pt>
                <c:pt idx="1126">
                  <c:v>0.563</c:v>
                </c:pt>
                <c:pt idx="1127">
                  <c:v>0.5635</c:v>
                </c:pt>
                <c:pt idx="1128">
                  <c:v>0.564</c:v>
                </c:pt>
                <c:pt idx="1129">
                  <c:v>0.5645</c:v>
                </c:pt>
                <c:pt idx="1130">
                  <c:v>0.565</c:v>
                </c:pt>
                <c:pt idx="1131">
                  <c:v>0.5655</c:v>
                </c:pt>
                <c:pt idx="1132">
                  <c:v>0.566</c:v>
                </c:pt>
                <c:pt idx="1133">
                  <c:v>0.5665</c:v>
                </c:pt>
                <c:pt idx="1134">
                  <c:v>0.567</c:v>
                </c:pt>
                <c:pt idx="1135">
                  <c:v>0.5675</c:v>
                </c:pt>
                <c:pt idx="1136">
                  <c:v>0.568</c:v>
                </c:pt>
                <c:pt idx="1137">
                  <c:v>0.5685</c:v>
                </c:pt>
                <c:pt idx="1138">
                  <c:v>0.569</c:v>
                </c:pt>
                <c:pt idx="1139">
                  <c:v>0.5695</c:v>
                </c:pt>
                <c:pt idx="1140">
                  <c:v>0.57</c:v>
                </c:pt>
                <c:pt idx="1141">
                  <c:v>0.5705</c:v>
                </c:pt>
                <c:pt idx="1142">
                  <c:v>0.571</c:v>
                </c:pt>
                <c:pt idx="1143">
                  <c:v>0.5715</c:v>
                </c:pt>
                <c:pt idx="1144">
                  <c:v>0.572</c:v>
                </c:pt>
                <c:pt idx="1145">
                  <c:v>0.5725</c:v>
                </c:pt>
                <c:pt idx="1146">
                  <c:v>0.573</c:v>
                </c:pt>
                <c:pt idx="1147">
                  <c:v>0.5735</c:v>
                </c:pt>
                <c:pt idx="1148">
                  <c:v>0.574</c:v>
                </c:pt>
                <c:pt idx="1149">
                  <c:v>0.5745</c:v>
                </c:pt>
                <c:pt idx="1150">
                  <c:v>0.575</c:v>
                </c:pt>
                <c:pt idx="1151">
                  <c:v>0.5755</c:v>
                </c:pt>
                <c:pt idx="1152">
                  <c:v>0.576</c:v>
                </c:pt>
                <c:pt idx="1153">
                  <c:v>0.5765</c:v>
                </c:pt>
                <c:pt idx="1154">
                  <c:v>0.577</c:v>
                </c:pt>
                <c:pt idx="1155">
                  <c:v>0.5775</c:v>
                </c:pt>
                <c:pt idx="1156">
                  <c:v>0.578</c:v>
                </c:pt>
                <c:pt idx="1157">
                  <c:v>0.5785</c:v>
                </c:pt>
                <c:pt idx="1158">
                  <c:v>0.579</c:v>
                </c:pt>
                <c:pt idx="1159">
                  <c:v>0.5795</c:v>
                </c:pt>
                <c:pt idx="1160">
                  <c:v>0.58</c:v>
                </c:pt>
                <c:pt idx="1161">
                  <c:v>0.5805</c:v>
                </c:pt>
                <c:pt idx="1162">
                  <c:v>0.581</c:v>
                </c:pt>
                <c:pt idx="1163">
                  <c:v>0.5815</c:v>
                </c:pt>
                <c:pt idx="1164">
                  <c:v>0.582</c:v>
                </c:pt>
                <c:pt idx="1165">
                  <c:v>0.5825</c:v>
                </c:pt>
                <c:pt idx="1166">
                  <c:v>0.583</c:v>
                </c:pt>
                <c:pt idx="1167">
                  <c:v>0.5835</c:v>
                </c:pt>
                <c:pt idx="1168">
                  <c:v>0.584</c:v>
                </c:pt>
                <c:pt idx="1169">
                  <c:v>0.5845</c:v>
                </c:pt>
                <c:pt idx="1170">
                  <c:v>0.585</c:v>
                </c:pt>
                <c:pt idx="1171">
                  <c:v>0.5855</c:v>
                </c:pt>
                <c:pt idx="1172">
                  <c:v>0.586</c:v>
                </c:pt>
                <c:pt idx="1173">
                  <c:v>0.5865</c:v>
                </c:pt>
                <c:pt idx="1174">
                  <c:v>0.587</c:v>
                </c:pt>
                <c:pt idx="1175">
                  <c:v>0.5875</c:v>
                </c:pt>
                <c:pt idx="1176">
                  <c:v>0.588</c:v>
                </c:pt>
                <c:pt idx="1177">
                  <c:v>0.5885</c:v>
                </c:pt>
                <c:pt idx="1178">
                  <c:v>0.589</c:v>
                </c:pt>
                <c:pt idx="1179">
                  <c:v>0.5895</c:v>
                </c:pt>
                <c:pt idx="1180">
                  <c:v>0.59</c:v>
                </c:pt>
                <c:pt idx="1181">
                  <c:v>0.5905</c:v>
                </c:pt>
                <c:pt idx="1182">
                  <c:v>0.591</c:v>
                </c:pt>
                <c:pt idx="1183">
                  <c:v>0.5915</c:v>
                </c:pt>
                <c:pt idx="1184">
                  <c:v>0.592</c:v>
                </c:pt>
                <c:pt idx="1185">
                  <c:v>0.5925</c:v>
                </c:pt>
                <c:pt idx="1186">
                  <c:v>0.593</c:v>
                </c:pt>
                <c:pt idx="1187">
                  <c:v>0.5935</c:v>
                </c:pt>
                <c:pt idx="1188">
                  <c:v>0.594</c:v>
                </c:pt>
                <c:pt idx="1189">
                  <c:v>0.5945</c:v>
                </c:pt>
                <c:pt idx="1190">
                  <c:v>0.595</c:v>
                </c:pt>
                <c:pt idx="1191">
                  <c:v>0.5955</c:v>
                </c:pt>
                <c:pt idx="1192">
                  <c:v>0.596</c:v>
                </c:pt>
                <c:pt idx="1193">
                  <c:v>0.5965</c:v>
                </c:pt>
                <c:pt idx="1194">
                  <c:v>0.597</c:v>
                </c:pt>
                <c:pt idx="1195">
                  <c:v>0.5975</c:v>
                </c:pt>
                <c:pt idx="1196">
                  <c:v>0.598</c:v>
                </c:pt>
                <c:pt idx="1197">
                  <c:v>0.5985</c:v>
                </c:pt>
                <c:pt idx="1198">
                  <c:v>0.599</c:v>
                </c:pt>
                <c:pt idx="1199">
                  <c:v>0.5995</c:v>
                </c:pt>
                <c:pt idx="1200">
                  <c:v>0.6</c:v>
                </c:pt>
                <c:pt idx="1201">
                  <c:v>0.6005</c:v>
                </c:pt>
                <c:pt idx="1202">
                  <c:v>0.601</c:v>
                </c:pt>
                <c:pt idx="1203">
                  <c:v>0.6015</c:v>
                </c:pt>
                <c:pt idx="1204">
                  <c:v>0.602</c:v>
                </c:pt>
                <c:pt idx="1205">
                  <c:v>0.6025</c:v>
                </c:pt>
                <c:pt idx="1206">
                  <c:v>0.603</c:v>
                </c:pt>
                <c:pt idx="1207">
                  <c:v>0.6035</c:v>
                </c:pt>
                <c:pt idx="1208">
                  <c:v>0.604</c:v>
                </c:pt>
                <c:pt idx="1209">
                  <c:v>0.6045</c:v>
                </c:pt>
                <c:pt idx="1210">
                  <c:v>0.605</c:v>
                </c:pt>
                <c:pt idx="1211">
                  <c:v>0.6055</c:v>
                </c:pt>
                <c:pt idx="1212">
                  <c:v>0.606</c:v>
                </c:pt>
                <c:pt idx="1213">
                  <c:v>0.6065</c:v>
                </c:pt>
                <c:pt idx="1214">
                  <c:v>0.607</c:v>
                </c:pt>
                <c:pt idx="1215">
                  <c:v>0.6075</c:v>
                </c:pt>
                <c:pt idx="1216">
                  <c:v>0.608</c:v>
                </c:pt>
                <c:pt idx="1217">
                  <c:v>0.6085</c:v>
                </c:pt>
                <c:pt idx="1218">
                  <c:v>0.609</c:v>
                </c:pt>
                <c:pt idx="1219">
                  <c:v>0.6095</c:v>
                </c:pt>
                <c:pt idx="1220">
                  <c:v>0.61</c:v>
                </c:pt>
                <c:pt idx="1221">
                  <c:v>0.6105</c:v>
                </c:pt>
                <c:pt idx="1222">
                  <c:v>0.611</c:v>
                </c:pt>
                <c:pt idx="1223">
                  <c:v>0.6115</c:v>
                </c:pt>
                <c:pt idx="1224">
                  <c:v>0.612</c:v>
                </c:pt>
                <c:pt idx="1225">
                  <c:v>0.6125</c:v>
                </c:pt>
                <c:pt idx="1226">
                  <c:v>0.613</c:v>
                </c:pt>
                <c:pt idx="1227">
                  <c:v>0.6135</c:v>
                </c:pt>
                <c:pt idx="1228">
                  <c:v>0.614</c:v>
                </c:pt>
                <c:pt idx="1229">
                  <c:v>0.6145</c:v>
                </c:pt>
                <c:pt idx="1230">
                  <c:v>0.615</c:v>
                </c:pt>
                <c:pt idx="1231">
                  <c:v>0.6155</c:v>
                </c:pt>
                <c:pt idx="1232">
                  <c:v>0.616</c:v>
                </c:pt>
                <c:pt idx="1233">
                  <c:v>0.6165</c:v>
                </c:pt>
                <c:pt idx="1234">
                  <c:v>0.617</c:v>
                </c:pt>
                <c:pt idx="1235">
                  <c:v>0.6175</c:v>
                </c:pt>
                <c:pt idx="1236">
                  <c:v>0.618</c:v>
                </c:pt>
                <c:pt idx="1237">
                  <c:v>0.6185</c:v>
                </c:pt>
                <c:pt idx="1238">
                  <c:v>0.619</c:v>
                </c:pt>
                <c:pt idx="1239">
                  <c:v>0.6195</c:v>
                </c:pt>
                <c:pt idx="1240">
                  <c:v>0.62</c:v>
                </c:pt>
                <c:pt idx="1241">
                  <c:v>0.6205</c:v>
                </c:pt>
                <c:pt idx="1242">
                  <c:v>0.621</c:v>
                </c:pt>
                <c:pt idx="1243">
                  <c:v>0.6215</c:v>
                </c:pt>
                <c:pt idx="1244">
                  <c:v>0.622</c:v>
                </c:pt>
                <c:pt idx="1245">
                  <c:v>0.6225</c:v>
                </c:pt>
                <c:pt idx="1246">
                  <c:v>0.623</c:v>
                </c:pt>
                <c:pt idx="1247">
                  <c:v>0.6235</c:v>
                </c:pt>
                <c:pt idx="1248">
                  <c:v>0.624</c:v>
                </c:pt>
                <c:pt idx="1249">
                  <c:v>0.6245</c:v>
                </c:pt>
                <c:pt idx="1250">
                  <c:v>0.625</c:v>
                </c:pt>
                <c:pt idx="1251">
                  <c:v>0.6255</c:v>
                </c:pt>
                <c:pt idx="1252">
                  <c:v>0.626</c:v>
                </c:pt>
                <c:pt idx="1253">
                  <c:v>0.6265</c:v>
                </c:pt>
                <c:pt idx="1254">
                  <c:v>0.627</c:v>
                </c:pt>
                <c:pt idx="1255">
                  <c:v>0.6275</c:v>
                </c:pt>
                <c:pt idx="1256">
                  <c:v>0.628</c:v>
                </c:pt>
                <c:pt idx="1257">
                  <c:v>0.6285</c:v>
                </c:pt>
                <c:pt idx="1258">
                  <c:v>0.629</c:v>
                </c:pt>
                <c:pt idx="1259">
                  <c:v>0.6295</c:v>
                </c:pt>
                <c:pt idx="1260">
                  <c:v>0.63</c:v>
                </c:pt>
                <c:pt idx="1261">
                  <c:v>0.6305</c:v>
                </c:pt>
                <c:pt idx="1262">
                  <c:v>0.631</c:v>
                </c:pt>
                <c:pt idx="1263">
                  <c:v>0.6315</c:v>
                </c:pt>
                <c:pt idx="1264">
                  <c:v>0.632</c:v>
                </c:pt>
                <c:pt idx="1265">
                  <c:v>0.6325</c:v>
                </c:pt>
                <c:pt idx="1266">
                  <c:v>0.633</c:v>
                </c:pt>
                <c:pt idx="1267">
                  <c:v>0.6335</c:v>
                </c:pt>
                <c:pt idx="1268">
                  <c:v>0.634</c:v>
                </c:pt>
                <c:pt idx="1269">
                  <c:v>0.6345</c:v>
                </c:pt>
                <c:pt idx="1270">
                  <c:v>0.635</c:v>
                </c:pt>
                <c:pt idx="1271">
                  <c:v>0.6355</c:v>
                </c:pt>
                <c:pt idx="1272">
                  <c:v>0.636</c:v>
                </c:pt>
                <c:pt idx="1273">
                  <c:v>0.6365</c:v>
                </c:pt>
                <c:pt idx="1274">
                  <c:v>0.637</c:v>
                </c:pt>
                <c:pt idx="1275">
                  <c:v>0.6375</c:v>
                </c:pt>
                <c:pt idx="1276">
                  <c:v>0.638</c:v>
                </c:pt>
                <c:pt idx="1277">
                  <c:v>0.6385</c:v>
                </c:pt>
                <c:pt idx="1278">
                  <c:v>0.639</c:v>
                </c:pt>
                <c:pt idx="1279">
                  <c:v>0.6395</c:v>
                </c:pt>
                <c:pt idx="1280">
                  <c:v>0.64</c:v>
                </c:pt>
                <c:pt idx="1281">
                  <c:v>0.6405</c:v>
                </c:pt>
                <c:pt idx="1282">
                  <c:v>0.641</c:v>
                </c:pt>
                <c:pt idx="1283">
                  <c:v>0.6415</c:v>
                </c:pt>
                <c:pt idx="1284">
                  <c:v>0.642</c:v>
                </c:pt>
                <c:pt idx="1285">
                  <c:v>0.6425</c:v>
                </c:pt>
                <c:pt idx="1286">
                  <c:v>0.643</c:v>
                </c:pt>
                <c:pt idx="1287">
                  <c:v>0.6435</c:v>
                </c:pt>
                <c:pt idx="1288">
                  <c:v>0.644</c:v>
                </c:pt>
                <c:pt idx="1289">
                  <c:v>0.6445</c:v>
                </c:pt>
                <c:pt idx="1290">
                  <c:v>0.645</c:v>
                </c:pt>
                <c:pt idx="1291">
                  <c:v>0.6455</c:v>
                </c:pt>
                <c:pt idx="1292">
                  <c:v>0.646</c:v>
                </c:pt>
                <c:pt idx="1293">
                  <c:v>0.6465</c:v>
                </c:pt>
                <c:pt idx="1294">
                  <c:v>0.647</c:v>
                </c:pt>
                <c:pt idx="1295">
                  <c:v>0.6475</c:v>
                </c:pt>
                <c:pt idx="1296">
                  <c:v>0.648</c:v>
                </c:pt>
                <c:pt idx="1297">
                  <c:v>0.6485</c:v>
                </c:pt>
                <c:pt idx="1298">
                  <c:v>0.649</c:v>
                </c:pt>
                <c:pt idx="1299">
                  <c:v>0.6495</c:v>
                </c:pt>
                <c:pt idx="1300">
                  <c:v>0.65</c:v>
                </c:pt>
                <c:pt idx="1301">
                  <c:v>0.6505</c:v>
                </c:pt>
                <c:pt idx="1302">
                  <c:v>0.651</c:v>
                </c:pt>
                <c:pt idx="1303">
                  <c:v>0.6515</c:v>
                </c:pt>
                <c:pt idx="1304">
                  <c:v>0.652</c:v>
                </c:pt>
                <c:pt idx="1305">
                  <c:v>0.6525</c:v>
                </c:pt>
                <c:pt idx="1306">
                  <c:v>0.653</c:v>
                </c:pt>
                <c:pt idx="1307">
                  <c:v>0.6535</c:v>
                </c:pt>
                <c:pt idx="1308">
                  <c:v>0.654</c:v>
                </c:pt>
                <c:pt idx="1309">
                  <c:v>0.6545</c:v>
                </c:pt>
                <c:pt idx="1310">
                  <c:v>0.655</c:v>
                </c:pt>
                <c:pt idx="1311">
                  <c:v>0.6555</c:v>
                </c:pt>
                <c:pt idx="1312">
                  <c:v>0.656</c:v>
                </c:pt>
                <c:pt idx="1313">
                  <c:v>0.6565</c:v>
                </c:pt>
                <c:pt idx="1314">
                  <c:v>0.657</c:v>
                </c:pt>
                <c:pt idx="1315">
                  <c:v>0.6575</c:v>
                </c:pt>
                <c:pt idx="1316">
                  <c:v>0.658</c:v>
                </c:pt>
                <c:pt idx="1317">
                  <c:v>0.6585</c:v>
                </c:pt>
                <c:pt idx="1318">
                  <c:v>0.659</c:v>
                </c:pt>
                <c:pt idx="1319">
                  <c:v>0.6595</c:v>
                </c:pt>
                <c:pt idx="1320">
                  <c:v>0.66</c:v>
                </c:pt>
                <c:pt idx="1321">
                  <c:v>0.6605</c:v>
                </c:pt>
                <c:pt idx="1322">
                  <c:v>0.661</c:v>
                </c:pt>
                <c:pt idx="1323">
                  <c:v>0.6615</c:v>
                </c:pt>
                <c:pt idx="1324">
                  <c:v>0.662</c:v>
                </c:pt>
                <c:pt idx="1325">
                  <c:v>0.6625</c:v>
                </c:pt>
                <c:pt idx="1326">
                  <c:v>0.663</c:v>
                </c:pt>
                <c:pt idx="1327">
                  <c:v>0.6635</c:v>
                </c:pt>
                <c:pt idx="1328">
                  <c:v>0.664</c:v>
                </c:pt>
                <c:pt idx="1329">
                  <c:v>0.6645</c:v>
                </c:pt>
                <c:pt idx="1330">
                  <c:v>0.665</c:v>
                </c:pt>
                <c:pt idx="1331">
                  <c:v>0.6655</c:v>
                </c:pt>
                <c:pt idx="1332">
                  <c:v>0.666</c:v>
                </c:pt>
                <c:pt idx="1333">
                  <c:v>0.6665</c:v>
                </c:pt>
                <c:pt idx="1334">
                  <c:v>0.667</c:v>
                </c:pt>
                <c:pt idx="1335">
                  <c:v>0.6675</c:v>
                </c:pt>
                <c:pt idx="1336">
                  <c:v>0.668</c:v>
                </c:pt>
                <c:pt idx="1337">
                  <c:v>0.6685</c:v>
                </c:pt>
                <c:pt idx="1338">
                  <c:v>0.669</c:v>
                </c:pt>
                <c:pt idx="1339">
                  <c:v>0.6695</c:v>
                </c:pt>
                <c:pt idx="1340">
                  <c:v>0.67</c:v>
                </c:pt>
                <c:pt idx="1341">
                  <c:v>0.6705</c:v>
                </c:pt>
                <c:pt idx="1342">
                  <c:v>0.671</c:v>
                </c:pt>
                <c:pt idx="1343">
                  <c:v>0.6715</c:v>
                </c:pt>
                <c:pt idx="1344">
                  <c:v>0.672</c:v>
                </c:pt>
                <c:pt idx="1345">
                  <c:v>0.6725</c:v>
                </c:pt>
                <c:pt idx="1346">
                  <c:v>0.673</c:v>
                </c:pt>
                <c:pt idx="1347">
                  <c:v>0.6735</c:v>
                </c:pt>
                <c:pt idx="1348">
                  <c:v>0.674</c:v>
                </c:pt>
                <c:pt idx="1349">
                  <c:v>0.6745</c:v>
                </c:pt>
                <c:pt idx="1350">
                  <c:v>0.675</c:v>
                </c:pt>
                <c:pt idx="1351">
                  <c:v>0.6755</c:v>
                </c:pt>
                <c:pt idx="1352">
                  <c:v>0.676</c:v>
                </c:pt>
                <c:pt idx="1353">
                  <c:v>0.6765</c:v>
                </c:pt>
                <c:pt idx="1354">
                  <c:v>0.677</c:v>
                </c:pt>
                <c:pt idx="1355">
                  <c:v>0.6775</c:v>
                </c:pt>
                <c:pt idx="1356">
                  <c:v>0.678</c:v>
                </c:pt>
                <c:pt idx="1357">
                  <c:v>0.6785</c:v>
                </c:pt>
                <c:pt idx="1358">
                  <c:v>0.679</c:v>
                </c:pt>
                <c:pt idx="1359">
                  <c:v>0.6795</c:v>
                </c:pt>
                <c:pt idx="1360">
                  <c:v>0.68</c:v>
                </c:pt>
                <c:pt idx="1361">
                  <c:v>0.6805</c:v>
                </c:pt>
                <c:pt idx="1362">
                  <c:v>0.681</c:v>
                </c:pt>
                <c:pt idx="1363">
                  <c:v>0.6815</c:v>
                </c:pt>
                <c:pt idx="1364">
                  <c:v>0.682</c:v>
                </c:pt>
                <c:pt idx="1365">
                  <c:v>0.6825</c:v>
                </c:pt>
                <c:pt idx="1366">
                  <c:v>0.683</c:v>
                </c:pt>
                <c:pt idx="1367">
                  <c:v>0.6835</c:v>
                </c:pt>
                <c:pt idx="1368">
                  <c:v>0.684</c:v>
                </c:pt>
                <c:pt idx="1369">
                  <c:v>0.6845</c:v>
                </c:pt>
                <c:pt idx="1370">
                  <c:v>0.685</c:v>
                </c:pt>
                <c:pt idx="1371">
                  <c:v>0.6855</c:v>
                </c:pt>
                <c:pt idx="1372">
                  <c:v>0.686</c:v>
                </c:pt>
                <c:pt idx="1373">
                  <c:v>0.6865</c:v>
                </c:pt>
                <c:pt idx="1374">
                  <c:v>0.687</c:v>
                </c:pt>
                <c:pt idx="1375">
                  <c:v>0.6875</c:v>
                </c:pt>
                <c:pt idx="1376">
                  <c:v>0.688</c:v>
                </c:pt>
                <c:pt idx="1377">
                  <c:v>0.6885</c:v>
                </c:pt>
                <c:pt idx="1378">
                  <c:v>0.689</c:v>
                </c:pt>
                <c:pt idx="1379">
                  <c:v>0.6895</c:v>
                </c:pt>
                <c:pt idx="1380">
                  <c:v>0.69</c:v>
                </c:pt>
                <c:pt idx="1381">
                  <c:v>0.6905</c:v>
                </c:pt>
                <c:pt idx="1382">
                  <c:v>0.691</c:v>
                </c:pt>
                <c:pt idx="1383">
                  <c:v>0.6915</c:v>
                </c:pt>
                <c:pt idx="1384">
                  <c:v>0.692</c:v>
                </c:pt>
                <c:pt idx="1385">
                  <c:v>0.6925</c:v>
                </c:pt>
                <c:pt idx="1386">
                  <c:v>0.693</c:v>
                </c:pt>
                <c:pt idx="1387">
                  <c:v>0.6935</c:v>
                </c:pt>
                <c:pt idx="1388">
                  <c:v>0.694</c:v>
                </c:pt>
                <c:pt idx="1389">
                  <c:v>0.6945</c:v>
                </c:pt>
                <c:pt idx="1390">
                  <c:v>0.695</c:v>
                </c:pt>
                <c:pt idx="1391">
                  <c:v>0.6955</c:v>
                </c:pt>
                <c:pt idx="1392">
                  <c:v>0.696</c:v>
                </c:pt>
                <c:pt idx="1393">
                  <c:v>0.6965</c:v>
                </c:pt>
                <c:pt idx="1394">
                  <c:v>0.697</c:v>
                </c:pt>
                <c:pt idx="1395">
                  <c:v>0.6975</c:v>
                </c:pt>
                <c:pt idx="1396">
                  <c:v>0.698</c:v>
                </c:pt>
                <c:pt idx="1397">
                  <c:v>0.6985</c:v>
                </c:pt>
                <c:pt idx="1398">
                  <c:v>0.699</c:v>
                </c:pt>
                <c:pt idx="1399">
                  <c:v>0.6995</c:v>
                </c:pt>
                <c:pt idx="1400">
                  <c:v>0.7</c:v>
                </c:pt>
                <c:pt idx="1401">
                  <c:v>0.7005</c:v>
                </c:pt>
                <c:pt idx="1402">
                  <c:v>0.701</c:v>
                </c:pt>
                <c:pt idx="1403">
                  <c:v>0.7015</c:v>
                </c:pt>
                <c:pt idx="1404">
                  <c:v>0.702</c:v>
                </c:pt>
                <c:pt idx="1405">
                  <c:v>0.7025</c:v>
                </c:pt>
                <c:pt idx="1406">
                  <c:v>0.703</c:v>
                </c:pt>
                <c:pt idx="1407">
                  <c:v>0.7035</c:v>
                </c:pt>
                <c:pt idx="1408">
                  <c:v>0.704</c:v>
                </c:pt>
                <c:pt idx="1409">
                  <c:v>0.7045</c:v>
                </c:pt>
                <c:pt idx="1410">
                  <c:v>0.705</c:v>
                </c:pt>
                <c:pt idx="1411">
                  <c:v>0.7055</c:v>
                </c:pt>
                <c:pt idx="1412">
                  <c:v>0.706</c:v>
                </c:pt>
                <c:pt idx="1413">
                  <c:v>0.7065</c:v>
                </c:pt>
                <c:pt idx="1414">
                  <c:v>0.707</c:v>
                </c:pt>
                <c:pt idx="1415">
                  <c:v>0.7075</c:v>
                </c:pt>
                <c:pt idx="1416">
                  <c:v>0.708</c:v>
                </c:pt>
                <c:pt idx="1417">
                  <c:v>0.7085</c:v>
                </c:pt>
                <c:pt idx="1418">
                  <c:v>0.709</c:v>
                </c:pt>
                <c:pt idx="1419">
                  <c:v>0.7095</c:v>
                </c:pt>
                <c:pt idx="1420">
                  <c:v>0.71</c:v>
                </c:pt>
                <c:pt idx="1421">
                  <c:v>0.7105</c:v>
                </c:pt>
                <c:pt idx="1422">
                  <c:v>0.711</c:v>
                </c:pt>
                <c:pt idx="1423">
                  <c:v>0.7115</c:v>
                </c:pt>
                <c:pt idx="1424">
                  <c:v>0.712</c:v>
                </c:pt>
                <c:pt idx="1425">
                  <c:v>0.7125</c:v>
                </c:pt>
                <c:pt idx="1426">
                  <c:v>0.713</c:v>
                </c:pt>
                <c:pt idx="1427">
                  <c:v>0.7135</c:v>
                </c:pt>
                <c:pt idx="1428">
                  <c:v>0.714</c:v>
                </c:pt>
                <c:pt idx="1429">
                  <c:v>0.7145</c:v>
                </c:pt>
                <c:pt idx="1430">
                  <c:v>0.715</c:v>
                </c:pt>
                <c:pt idx="1431">
                  <c:v>0.7155</c:v>
                </c:pt>
                <c:pt idx="1432">
                  <c:v>0.716</c:v>
                </c:pt>
                <c:pt idx="1433">
                  <c:v>0.7165</c:v>
                </c:pt>
                <c:pt idx="1434">
                  <c:v>0.717</c:v>
                </c:pt>
                <c:pt idx="1435">
                  <c:v>0.7175</c:v>
                </c:pt>
                <c:pt idx="1436">
                  <c:v>0.718</c:v>
                </c:pt>
                <c:pt idx="1437">
                  <c:v>0.7185</c:v>
                </c:pt>
                <c:pt idx="1438">
                  <c:v>0.719</c:v>
                </c:pt>
                <c:pt idx="1439">
                  <c:v>0.7195</c:v>
                </c:pt>
                <c:pt idx="1440">
                  <c:v>0.72</c:v>
                </c:pt>
                <c:pt idx="1441">
                  <c:v>0.7205</c:v>
                </c:pt>
                <c:pt idx="1442">
                  <c:v>0.721</c:v>
                </c:pt>
                <c:pt idx="1443">
                  <c:v>0.7215</c:v>
                </c:pt>
                <c:pt idx="1444">
                  <c:v>0.722</c:v>
                </c:pt>
                <c:pt idx="1445">
                  <c:v>0.7225</c:v>
                </c:pt>
                <c:pt idx="1446">
                  <c:v>0.723</c:v>
                </c:pt>
                <c:pt idx="1447">
                  <c:v>0.7235</c:v>
                </c:pt>
                <c:pt idx="1448">
                  <c:v>0.724</c:v>
                </c:pt>
                <c:pt idx="1449">
                  <c:v>0.7245</c:v>
                </c:pt>
                <c:pt idx="1450">
                  <c:v>0.725</c:v>
                </c:pt>
                <c:pt idx="1451">
                  <c:v>0.7255</c:v>
                </c:pt>
                <c:pt idx="1452">
                  <c:v>0.726</c:v>
                </c:pt>
                <c:pt idx="1453">
                  <c:v>0.7265</c:v>
                </c:pt>
                <c:pt idx="1454">
                  <c:v>0.727</c:v>
                </c:pt>
                <c:pt idx="1455">
                  <c:v>0.7275</c:v>
                </c:pt>
                <c:pt idx="1456">
                  <c:v>0.728</c:v>
                </c:pt>
                <c:pt idx="1457">
                  <c:v>0.7285</c:v>
                </c:pt>
                <c:pt idx="1458">
                  <c:v>0.729</c:v>
                </c:pt>
                <c:pt idx="1459">
                  <c:v>0.7295</c:v>
                </c:pt>
                <c:pt idx="1460">
                  <c:v>0.73</c:v>
                </c:pt>
                <c:pt idx="1461">
                  <c:v>0.7305</c:v>
                </c:pt>
                <c:pt idx="1462">
                  <c:v>0.731</c:v>
                </c:pt>
                <c:pt idx="1463">
                  <c:v>0.7315</c:v>
                </c:pt>
                <c:pt idx="1464">
                  <c:v>0.732</c:v>
                </c:pt>
                <c:pt idx="1465">
                  <c:v>0.7325</c:v>
                </c:pt>
                <c:pt idx="1466">
                  <c:v>0.733</c:v>
                </c:pt>
                <c:pt idx="1467">
                  <c:v>0.7335</c:v>
                </c:pt>
                <c:pt idx="1468">
                  <c:v>0.734</c:v>
                </c:pt>
                <c:pt idx="1469">
                  <c:v>0.7345</c:v>
                </c:pt>
                <c:pt idx="1470">
                  <c:v>0.735</c:v>
                </c:pt>
                <c:pt idx="1471">
                  <c:v>0.7355</c:v>
                </c:pt>
                <c:pt idx="1472">
                  <c:v>0.736</c:v>
                </c:pt>
                <c:pt idx="1473">
                  <c:v>0.7365</c:v>
                </c:pt>
                <c:pt idx="1474">
                  <c:v>0.737</c:v>
                </c:pt>
                <c:pt idx="1475">
                  <c:v>0.7375</c:v>
                </c:pt>
                <c:pt idx="1476">
                  <c:v>0.738</c:v>
                </c:pt>
                <c:pt idx="1477">
                  <c:v>0.7385</c:v>
                </c:pt>
                <c:pt idx="1478">
                  <c:v>0.739</c:v>
                </c:pt>
                <c:pt idx="1479">
                  <c:v>0.7395</c:v>
                </c:pt>
                <c:pt idx="1480">
                  <c:v>0.74</c:v>
                </c:pt>
                <c:pt idx="1481">
                  <c:v>0.7405</c:v>
                </c:pt>
                <c:pt idx="1482">
                  <c:v>0.741</c:v>
                </c:pt>
                <c:pt idx="1483">
                  <c:v>0.7415</c:v>
                </c:pt>
                <c:pt idx="1484">
                  <c:v>0.742</c:v>
                </c:pt>
                <c:pt idx="1485">
                  <c:v>0.7425</c:v>
                </c:pt>
                <c:pt idx="1486">
                  <c:v>0.743</c:v>
                </c:pt>
                <c:pt idx="1487">
                  <c:v>0.7435</c:v>
                </c:pt>
                <c:pt idx="1488">
                  <c:v>0.744</c:v>
                </c:pt>
                <c:pt idx="1489">
                  <c:v>0.7445</c:v>
                </c:pt>
                <c:pt idx="1490">
                  <c:v>0.745</c:v>
                </c:pt>
                <c:pt idx="1491">
                  <c:v>0.7455</c:v>
                </c:pt>
                <c:pt idx="1492">
                  <c:v>0.746</c:v>
                </c:pt>
                <c:pt idx="1493">
                  <c:v>0.7465</c:v>
                </c:pt>
                <c:pt idx="1494">
                  <c:v>0.747</c:v>
                </c:pt>
                <c:pt idx="1495">
                  <c:v>0.7475</c:v>
                </c:pt>
                <c:pt idx="1496">
                  <c:v>0.748</c:v>
                </c:pt>
                <c:pt idx="1497">
                  <c:v>0.7485</c:v>
                </c:pt>
                <c:pt idx="1498">
                  <c:v>0.749</c:v>
                </c:pt>
                <c:pt idx="1499">
                  <c:v>0.7495</c:v>
                </c:pt>
                <c:pt idx="1500">
                  <c:v>0.75</c:v>
                </c:pt>
                <c:pt idx="1501">
                  <c:v>0.7505</c:v>
                </c:pt>
                <c:pt idx="1502">
                  <c:v>0.751</c:v>
                </c:pt>
                <c:pt idx="1503">
                  <c:v>0.7515</c:v>
                </c:pt>
                <c:pt idx="1504">
                  <c:v>0.752</c:v>
                </c:pt>
                <c:pt idx="1505">
                  <c:v>0.7525</c:v>
                </c:pt>
                <c:pt idx="1506">
                  <c:v>0.753</c:v>
                </c:pt>
                <c:pt idx="1507">
                  <c:v>0.7535</c:v>
                </c:pt>
                <c:pt idx="1508">
                  <c:v>0.754</c:v>
                </c:pt>
                <c:pt idx="1509">
                  <c:v>0.7545</c:v>
                </c:pt>
                <c:pt idx="1510">
                  <c:v>0.755</c:v>
                </c:pt>
                <c:pt idx="1511">
                  <c:v>0.7555</c:v>
                </c:pt>
                <c:pt idx="1512">
                  <c:v>0.756</c:v>
                </c:pt>
                <c:pt idx="1513">
                  <c:v>0.7565</c:v>
                </c:pt>
                <c:pt idx="1514">
                  <c:v>0.757</c:v>
                </c:pt>
                <c:pt idx="1515">
                  <c:v>0.7575</c:v>
                </c:pt>
                <c:pt idx="1516">
                  <c:v>0.758</c:v>
                </c:pt>
                <c:pt idx="1517">
                  <c:v>0.7585</c:v>
                </c:pt>
                <c:pt idx="1518">
                  <c:v>0.759</c:v>
                </c:pt>
                <c:pt idx="1519">
                  <c:v>0.7595</c:v>
                </c:pt>
                <c:pt idx="1520">
                  <c:v>0.76</c:v>
                </c:pt>
                <c:pt idx="1521">
                  <c:v>0.7605</c:v>
                </c:pt>
                <c:pt idx="1522">
                  <c:v>0.761</c:v>
                </c:pt>
                <c:pt idx="1523">
                  <c:v>0.7615</c:v>
                </c:pt>
                <c:pt idx="1524">
                  <c:v>0.762</c:v>
                </c:pt>
                <c:pt idx="1525">
                  <c:v>0.7625</c:v>
                </c:pt>
                <c:pt idx="1526">
                  <c:v>0.763</c:v>
                </c:pt>
                <c:pt idx="1527">
                  <c:v>0.7635</c:v>
                </c:pt>
                <c:pt idx="1528">
                  <c:v>0.764</c:v>
                </c:pt>
                <c:pt idx="1529">
                  <c:v>0.7645</c:v>
                </c:pt>
                <c:pt idx="1530">
                  <c:v>0.765</c:v>
                </c:pt>
                <c:pt idx="1531">
                  <c:v>0.7655</c:v>
                </c:pt>
                <c:pt idx="1532">
                  <c:v>0.766</c:v>
                </c:pt>
                <c:pt idx="1533">
                  <c:v>0.7665</c:v>
                </c:pt>
                <c:pt idx="1534">
                  <c:v>0.767</c:v>
                </c:pt>
                <c:pt idx="1535">
                  <c:v>0.7675</c:v>
                </c:pt>
                <c:pt idx="1536">
                  <c:v>0.768</c:v>
                </c:pt>
                <c:pt idx="1537">
                  <c:v>0.7685</c:v>
                </c:pt>
                <c:pt idx="1538">
                  <c:v>0.769</c:v>
                </c:pt>
                <c:pt idx="1539">
                  <c:v>0.7695</c:v>
                </c:pt>
                <c:pt idx="1540">
                  <c:v>0.77</c:v>
                </c:pt>
                <c:pt idx="1541">
                  <c:v>0.7705</c:v>
                </c:pt>
                <c:pt idx="1542">
                  <c:v>0.771</c:v>
                </c:pt>
                <c:pt idx="1543">
                  <c:v>0.7715</c:v>
                </c:pt>
                <c:pt idx="1544">
                  <c:v>0.772</c:v>
                </c:pt>
                <c:pt idx="1545">
                  <c:v>0.7725</c:v>
                </c:pt>
                <c:pt idx="1546">
                  <c:v>0.773</c:v>
                </c:pt>
                <c:pt idx="1547">
                  <c:v>0.7735</c:v>
                </c:pt>
                <c:pt idx="1548">
                  <c:v>0.774</c:v>
                </c:pt>
                <c:pt idx="1549">
                  <c:v>0.7745</c:v>
                </c:pt>
                <c:pt idx="1550">
                  <c:v>0.775</c:v>
                </c:pt>
                <c:pt idx="1551">
                  <c:v>0.7755</c:v>
                </c:pt>
                <c:pt idx="1552">
                  <c:v>0.776</c:v>
                </c:pt>
                <c:pt idx="1553">
                  <c:v>0.7765</c:v>
                </c:pt>
                <c:pt idx="1554">
                  <c:v>0.777</c:v>
                </c:pt>
                <c:pt idx="1555">
                  <c:v>0.7775</c:v>
                </c:pt>
                <c:pt idx="1556">
                  <c:v>0.778</c:v>
                </c:pt>
                <c:pt idx="1557">
                  <c:v>0.7785</c:v>
                </c:pt>
                <c:pt idx="1558">
                  <c:v>0.779</c:v>
                </c:pt>
                <c:pt idx="1559">
                  <c:v>0.7795</c:v>
                </c:pt>
                <c:pt idx="1560">
                  <c:v>0.78</c:v>
                </c:pt>
                <c:pt idx="1561">
                  <c:v>0.7805</c:v>
                </c:pt>
                <c:pt idx="1562">
                  <c:v>0.781</c:v>
                </c:pt>
                <c:pt idx="1563">
                  <c:v>0.7815</c:v>
                </c:pt>
                <c:pt idx="1564">
                  <c:v>0.782</c:v>
                </c:pt>
                <c:pt idx="1565">
                  <c:v>0.7825</c:v>
                </c:pt>
                <c:pt idx="1566">
                  <c:v>0.783</c:v>
                </c:pt>
                <c:pt idx="1567">
                  <c:v>0.7835</c:v>
                </c:pt>
                <c:pt idx="1568">
                  <c:v>0.784</c:v>
                </c:pt>
                <c:pt idx="1569">
                  <c:v>0.7845</c:v>
                </c:pt>
                <c:pt idx="1570">
                  <c:v>0.785</c:v>
                </c:pt>
                <c:pt idx="1571">
                  <c:v>0.7855</c:v>
                </c:pt>
                <c:pt idx="1572">
                  <c:v>0.786</c:v>
                </c:pt>
                <c:pt idx="1573">
                  <c:v>0.7865</c:v>
                </c:pt>
                <c:pt idx="1574">
                  <c:v>0.787</c:v>
                </c:pt>
                <c:pt idx="1575">
                  <c:v>0.7875</c:v>
                </c:pt>
                <c:pt idx="1576">
                  <c:v>0.788</c:v>
                </c:pt>
                <c:pt idx="1577">
                  <c:v>0.7885</c:v>
                </c:pt>
                <c:pt idx="1578">
                  <c:v>0.789</c:v>
                </c:pt>
                <c:pt idx="1579">
                  <c:v>0.7895</c:v>
                </c:pt>
                <c:pt idx="1580">
                  <c:v>0.79</c:v>
                </c:pt>
                <c:pt idx="1581">
                  <c:v>0.7905</c:v>
                </c:pt>
                <c:pt idx="1582">
                  <c:v>0.791</c:v>
                </c:pt>
                <c:pt idx="1583">
                  <c:v>0.7915</c:v>
                </c:pt>
                <c:pt idx="1584">
                  <c:v>0.792</c:v>
                </c:pt>
                <c:pt idx="1585">
                  <c:v>0.7925</c:v>
                </c:pt>
                <c:pt idx="1586">
                  <c:v>0.793</c:v>
                </c:pt>
                <c:pt idx="1587">
                  <c:v>0.7935</c:v>
                </c:pt>
                <c:pt idx="1588">
                  <c:v>0.794</c:v>
                </c:pt>
                <c:pt idx="1589">
                  <c:v>0.7945</c:v>
                </c:pt>
                <c:pt idx="1590">
                  <c:v>0.795</c:v>
                </c:pt>
                <c:pt idx="1591">
                  <c:v>0.7955</c:v>
                </c:pt>
                <c:pt idx="1592">
                  <c:v>0.796</c:v>
                </c:pt>
                <c:pt idx="1593">
                  <c:v>0.7965</c:v>
                </c:pt>
                <c:pt idx="1594">
                  <c:v>0.797</c:v>
                </c:pt>
                <c:pt idx="1595">
                  <c:v>0.7975</c:v>
                </c:pt>
                <c:pt idx="1596">
                  <c:v>0.798</c:v>
                </c:pt>
                <c:pt idx="1597">
                  <c:v>0.7985</c:v>
                </c:pt>
                <c:pt idx="1598">
                  <c:v>0.799</c:v>
                </c:pt>
                <c:pt idx="1599">
                  <c:v>0.7995</c:v>
                </c:pt>
                <c:pt idx="1600">
                  <c:v>0.8</c:v>
                </c:pt>
                <c:pt idx="1601">
                  <c:v>0.8005</c:v>
                </c:pt>
                <c:pt idx="1602">
                  <c:v>0.801</c:v>
                </c:pt>
                <c:pt idx="1603">
                  <c:v>0.8015</c:v>
                </c:pt>
                <c:pt idx="1604">
                  <c:v>0.802</c:v>
                </c:pt>
                <c:pt idx="1605">
                  <c:v>0.8025</c:v>
                </c:pt>
                <c:pt idx="1606">
                  <c:v>0.803</c:v>
                </c:pt>
                <c:pt idx="1607">
                  <c:v>0.8035</c:v>
                </c:pt>
                <c:pt idx="1608">
                  <c:v>0.804</c:v>
                </c:pt>
                <c:pt idx="1609">
                  <c:v>0.8045</c:v>
                </c:pt>
                <c:pt idx="1610">
                  <c:v>0.805</c:v>
                </c:pt>
                <c:pt idx="1611">
                  <c:v>0.8055</c:v>
                </c:pt>
                <c:pt idx="1612">
                  <c:v>0.806</c:v>
                </c:pt>
                <c:pt idx="1613">
                  <c:v>0.8065</c:v>
                </c:pt>
                <c:pt idx="1614">
                  <c:v>0.807</c:v>
                </c:pt>
                <c:pt idx="1615">
                  <c:v>0.8075</c:v>
                </c:pt>
                <c:pt idx="1616">
                  <c:v>0.808</c:v>
                </c:pt>
                <c:pt idx="1617">
                  <c:v>0.8085</c:v>
                </c:pt>
                <c:pt idx="1618">
                  <c:v>0.809</c:v>
                </c:pt>
                <c:pt idx="1619">
                  <c:v>0.8095</c:v>
                </c:pt>
                <c:pt idx="1620">
                  <c:v>0.81</c:v>
                </c:pt>
                <c:pt idx="1621">
                  <c:v>0.8105</c:v>
                </c:pt>
                <c:pt idx="1622">
                  <c:v>0.811</c:v>
                </c:pt>
                <c:pt idx="1623">
                  <c:v>0.8115</c:v>
                </c:pt>
                <c:pt idx="1624">
                  <c:v>0.812</c:v>
                </c:pt>
                <c:pt idx="1625">
                  <c:v>0.8125</c:v>
                </c:pt>
                <c:pt idx="1626">
                  <c:v>0.813</c:v>
                </c:pt>
                <c:pt idx="1627">
                  <c:v>0.8135</c:v>
                </c:pt>
                <c:pt idx="1628">
                  <c:v>0.814</c:v>
                </c:pt>
                <c:pt idx="1629">
                  <c:v>0.8145</c:v>
                </c:pt>
                <c:pt idx="1630">
                  <c:v>0.815</c:v>
                </c:pt>
                <c:pt idx="1631">
                  <c:v>0.8155</c:v>
                </c:pt>
                <c:pt idx="1632">
                  <c:v>0.816</c:v>
                </c:pt>
                <c:pt idx="1633">
                  <c:v>0.8165</c:v>
                </c:pt>
                <c:pt idx="1634">
                  <c:v>0.817</c:v>
                </c:pt>
                <c:pt idx="1635">
                  <c:v>0.8175</c:v>
                </c:pt>
                <c:pt idx="1636">
                  <c:v>0.818</c:v>
                </c:pt>
                <c:pt idx="1637">
                  <c:v>0.8185</c:v>
                </c:pt>
                <c:pt idx="1638">
                  <c:v>0.819</c:v>
                </c:pt>
                <c:pt idx="1639">
                  <c:v>0.8195</c:v>
                </c:pt>
                <c:pt idx="1640">
                  <c:v>0.82</c:v>
                </c:pt>
                <c:pt idx="1641">
                  <c:v>0.8205</c:v>
                </c:pt>
                <c:pt idx="1642">
                  <c:v>0.821</c:v>
                </c:pt>
                <c:pt idx="1643">
                  <c:v>0.8215</c:v>
                </c:pt>
                <c:pt idx="1644">
                  <c:v>0.822</c:v>
                </c:pt>
                <c:pt idx="1645">
                  <c:v>0.8225</c:v>
                </c:pt>
                <c:pt idx="1646">
                  <c:v>0.823</c:v>
                </c:pt>
                <c:pt idx="1647">
                  <c:v>0.8235</c:v>
                </c:pt>
                <c:pt idx="1648">
                  <c:v>0.824</c:v>
                </c:pt>
                <c:pt idx="1649">
                  <c:v>0.8245</c:v>
                </c:pt>
                <c:pt idx="1650">
                  <c:v>0.825</c:v>
                </c:pt>
                <c:pt idx="1651">
                  <c:v>0.8255</c:v>
                </c:pt>
                <c:pt idx="1652">
                  <c:v>0.826</c:v>
                </c:pt>
                <c:pt idx="1653">
                  <c:v>0.8265</c:v>
                </c:pt>
                <c:pt idx="1654">
                  <c:v>0.827</c:v>
                </c:pt>
                <c:pt idx="1655">
                  <c:v>0.8275</c:v>
                </c:pt>
                <c:pt idx="1656">
                  <c:v>0.828</c:v>
                </c:pt>
                <c:pt idx="1657">
                  <c:v>0.8285</c:v>
                </c:pt>
                <c:pt idx="1658">
                  <c:v>0.829</c:v>
                </c:pt>
                <c:pt idx="1659">
                  <c:v>0.8295</c:v>
                </c:pt>
                <c:pt idx="1660">
                  <c:v>0.83</c:v>
                </c:pt>
                <c:pt idx="1661">
                  <c:v>0.8305</c:v>
                </c:pt>
                <c:pt idx="1662">
                  <c:v>0.831</c:v>
                </c:pt>
                <c:pt idx="1663">
                  <c:v>0.8315</c:v>
                </c:pt>
                <c:pt idx="1664">
                  <c:v>0.832</c:v>
                </c:pt>
                <c:pt idx="1665">
                  <c:v>0.8325</c:v>
                </c:pt>
                <c:pt idx="1666">
                  <c:v>0.833</c:v>
                </c:pt>
                <c:pt idx="1667">
                  <c:v>0.8335</c:v>
                </c:pt>
                <c:pt idx="1668">
                  <c:v>0.834</c:v>
                </c:pt>
                <c:pt idx="1669">
                  <c:v>0.8345</c:v>
                </c:pt>
                <c:pt idx="1670">
                  <c:v>0.835</c:v>
                </c:pt>
                <c:pt idx="1671">
                  <c:v>0.8355</c:v>
                </c:pt>
                <c:pt idx="1672">
                  <c:v>0.836</c:v>
                </c:pt>
                <c:pt idx="1673">
                  <c:v>0.8365</c:v>
                </c:pt>
                <c:pt idx="1674">
                  <c:v>0.837</c:v>
                </c:pt>
                <c:pt idx="1675">
                  <c:v>0.8375</c:v>
                </c:pt>
                <c:pt idx="1676">
                  <c:v>0.838</c:v>
                </c:pt>
                <c:pt idx="1677">
                  <c:v>0.8385</c:v>
                </c:pt>
                <c:pt idx="1678">
                  <c:v>0.839</c:v>
                </c:pt>
                <c:pt idx="1679">
                  <c:v>0.8395</c:v>
                </c:pt>
                <c:pt idx="1680">
                  <c:v>0.84</c:v>
                </c:pt>
                <c:pt idx="1681">
                  <c:v>0.8405</c:v>
                </c:pt>
                <c:pt idx="1682">
                  <c:v>0.841</c:v>
                </c:pt>
                <c:pt idx="1683">
                  <c:v>0.8415</c:v>
                </c:pt>
                <c:pt idx="1684">
                  <c:v>0.842</c:v>
                </c:pt>
                <c:pt idx="1685">
                  <c:v>0.8425</c:v>
                </c:pt>
                <c:pt idx="1686">
                  <c:v>0.843</c:v>
                </c:pt>
                <c:pt idx="1687">
                  <c:v>0.8435</c:v>
                </c:pt>
                <c:pt idx="1688">
                  <c:v>0.844</c:v>
                </c:pt>
                <c:pt idx="1689">
                  <c:v>0.8445</c:v>
                </c:pt>
                <c:pt idx="1690">
                  <c:v>0.845</c:v>
                </c:pt>
                <c:pt idx="1691">
                  <c:v>0.8455</c:v>
                </c:pt>
                <c:pt idx="1692">
                  <c:v>0.846</c:v>
                </c:pt>
                <c:pt idx="1693">
                  <c:v>0.8465</c:v>
                </c:pt>
                <c:pt idx="1694">
                  <c:v>0.847</c:v>
                </c:pt>
                <c:pt idx="1695">
                  <c:v>0.8475</c:v>
                </c:pt>
                <c:pt idx="1696">
                  <c:v>0.848</c:v>
                </c:pt>
                <c:pt idx="1697">
                  <c:v>0.8485</c:v>
                </c:pt>
                <c:pt idx="1698">
                  <c:v>0.849</c:v>
                </c:pt>
                <c:pt idx="1699">
                  <c:v>0.8495</c:v>
                </c:pt>
                <c:pt idx="1700">
                  <c:v>0.85</c:v>
                </c:pt>
                <c:pt idx="1701">
                  <c:v>0.8505</c:v>
                </c:pt>
                <c:pt idx="1702">
                  <c:v>0.851</c:v>
                </c:pt>
                <c:pt idx="1703">
                  <c:v>0.8515</c:v>
                </c:pt>
                <c:pt idx="1704">
                  <c:v>0.852</c:v>
                </c:pt>
                <c:pt idx="1705">
                  <c:v>0.8525</c:v>
                </c:pt>
                <c:pt idx="1706">
                  <c:v>0.853</c:v>
                </c:pt>
                <c:pt idx="1707">
                  <c:v>0.8535</c:v>
                </c:pt>
                <c:pt idx="1708">
                  <c:v>0.854</c:v>
                </c:pt>
                <c:pt idx="1709">
                  <c:v>0.8545</c:v>
                </c:pt>
                <c:pt idx="1710">
                  <c:v>0.855</c:v>
                </c:pt>
                <c:pt idx="1711">
                  <c:v>0.8555</c:v>
                </c:pt>
                <c:pt idx="1712">
                  <c:v>0.856</c:v>
                </c:pt>
                <c:pt idx="1713">
                  <c:v>0.8565</c:v>
                </c:pt>
                <c:pt idx="1714">
                  <c:v>0.857</c:v>
                </c:pt>
                <c:pt idx="1715">
                  <c:v>0.8575</c:v>
                </c:pt>
                <c:pt idx="1716">
                  <c:v>0.858</c:v>
                </c:pt>
                <c:pt idx="1717">
                  <c:v>0.8585</c:v>
                </c:pt>
                <c:pt idx="1718">
                  <c:v>0.859</c:v>
                </c:pt>
                <c:pt idx="1719">
                  <c:v>0.8595</c:v>
                </c:pt>
                <c:pt idx="1720">
                  <c:v>0.86</c:v>
                </c:pt>
                <c:pt idx="1721">
                  <c:v>0.8605</c:v>
                </c:pt>
                <c:pt idx="1722">
                  <c:v>0.861</c:v>
                </c:pt>
                <c:pt idx="1723">
                  <c:v>0.8615</c:v>
                </c:pt>
                <c:pt idx="1724">
                  <c:v>0.862</c:v>
                </c:pt>
                <c:pt idx="1725">
                  <c:v>0.8625</c:v>
                </c:pt>
                <c:pt idx="1726">
                  <c:v>0.863</c:v>
                </c:pt>
                <c:pt idx="1727">
                  <c:v>0.8635</c:v>
                </c:pt>
                <c:pt idx="1728">
                  <c:v>0.864</c:v>
                </c:pt>
                <c:pt idx="1729">
                  <c:v>0.8645</c:v>
                </c:pt>
                <c:pt idx="1730">
                  <c:v>0.865</c:v>
                </c:pt>
                <c:pt idx="1731">
                  <c:v>0.8655</c:v>
                </c:pt>
                <c:pt idx="1732">
                  <c:v>0.866</c:v>
                </c:pt>
                <c:pt idx="1733">
                  <c:v>0.8665</c:v>
                </c:pt>
                <c:pt idx="1734">
                  <c:v>0.867</c:v>
                </c:pt>
                <c:pt idx="1735">
                  <c:v>0.8675</c:v>
                </c:pt>
                <c:pt idx="1736">
                  <c:v>0.868</c:v>
                </c:pt>
                <c:pt idx="1737">
                  <c:v>0.8685</c:v>
                </c:pt>
                <c:pt idx="1738">
                  <c:v>0.869</c:v>
                </c:pt>
                <c:pt idx="1739">
                  <c:v>0.8695</c:v>
                </c:pt>
                <c:pt idx="1740">
                  <c:v>0.87</c:v>
                </c:pt>
                <c:pt idx="1741">
                  <c:v>0.8705</c:v>
                </c:pt>
                <c:pt idx="1742">
                  <c:v>0.871</c:v>
                </c:pt>
                <c:pt idx="1743">
                  <c:v>0.8715</c:v>
                </c:pt>
                <c:pt idx="1744">
                  <c:v>0.872</c:v>
                </c:pt>
                <c:pt idx="1745">
                  <c:v>0.8725</c:v>
                </c:pt>
                <c:pt idx="1746">
                  <c:v>0.873</c:v>
                </c:pt>
                <c:pt idx="1747">
                  <c:v>0.8735</c:v>
                </c:pt>
                <c:pt idx="1748">
                  <c:v>0.874</c:v>
                </c:pt>
                <c:pt idx="1749">
                  <c:v>0.8745</c:v>
                </c:pt>
                <c:pt idx="1750">
                  <c:v>0.875</c:v>
                </c:pt>
                <c:pt idx="1751">
                  <c:v>0.8755</c:v>
                </c:pt>
                <c:pt idx="1752">
                  <c:v>0.876</c:v>
                </c:pt>
                <c:pt idx="1753">
                  <c:v>0.8765</c:v>
                </c:pt>
                <c:pt idx="1754">
                  <c:v>0.877</c:v>
                </c:pt>
                <c:pt idx="1755">
                  <c:v>0.8775</c:v>
                </c:pt>
                <c:pt idx="1756">
                  <c:v>0.878</c:v>
                </c:pt>
                <c:pt idx="1757">
                  <c:v>0.8785</c:v>
                </c:pt>
                <c:pt idx="1758">
                  <c:v>0.879</c:v>
                </c:pt>
                <c:pt idx="1759">
                  <c:v>0.8795</c:v>
                </c:pt>
                <c:pt idx="1760">
                  <c:v>0.88</c:v>
                </c:pt>
                <c:pt idx="1761">
                  <c:v>0.8805</c:v>
                </c:pt>
                <c:pt idx="1762">
                  <c:v>0.881</c:v>
                </c:pt>
                <c:pt idx="1763">
                  <c:v>0.8815</c:v>
                </c:pt>
                <c:pt idx="1764">
                  <c:v>0.882</c:v>
                </c:pt>
                <c:pt idx="1765">
                  <c:v>0.8825</c:v>
                </c:pt>
                <c:pt idx="1766">
                  <c:v>0.883</c:v>
                </c:pt>
                <c:pt idx="1767">
                  <c:v>0.8835</c:v>
                </c:pt>
                <c:pt idx="1768">
                  <c:v>0.884</c:v>
                </c:pt>
                <c:pt idx="1769">
                  <c:v>0.8845</c:v>
                </c:pt>
                <c:pt idx="1770">
                  <c:v>0.885</c:v>
                </c:pt>
                <c:pt idx="1771">
                  <c:v>0.8855</c:v>
                </c:pt>
                <c:pt idx="1772">
                  <c:v>0.886</c:v>
                </c:pt>
                <c:pt idx="1773">
                  <c:v>0.8865</c:v>
                </c:pt>
                <c:pt idx="1774">
                  <c:v>0.887</c:v>
                </c:pt>
                <c:pt idx="1775">
                  <c:v>0.8875</c:v>
                </c:pt>
                <c:pt idx="1776">
                  <c:v>0.888</c:v>
                </c:pt>
                <c:pt idx="1777">
                  <c:v>0.8885</c:v>
                </c:pt>
                <c:pt idx="1778">
                  <c:v>0.889</c:v>
                </c:pt>
                <c:pt idx="1779">
                  <c:v>0.8895</c:v>
                </c:pt>
                <c:pt idx="1780">
                  <c:v>0.89</c:v>
                </c:pt>
                <c:pt idx="1781">
                  <c:v>0.8905</c:v>
                </c:pt>
                <c:pt idx="1782">
                  <c:v>0.891</c:v>
                </c:pt>
                <c:pt idx="1783">
                  <c:v>0.8915</c:v>
                </c:pt>
                <c:pt idx="1784">
                  <c:v>0.892</c:v>
                </c:pt>
                <c:pt idx="1785">
                  <c:v>0.8925</c:v>
                </c:pt>
                <c:pt idx="1786">
                  <c:v>0.893</c:v>
                </c:pt>
                <c:pt idx="1787">
                  <c:v>0.8935</c:v>
                </c:pt>
                <c:pt idx="1788">
                  <c:v>0.894</c:v>
                </c:pt>
                <c:pt idx="1789">
                  <c:v>0.8945</c:v>
                </c:pt>
                <c:pt idx="1790">
                  <c:v>0.895</c:v>
                </c:pt>
                <c:pt idx="1791">
                  <c:v>0.8955</c:v>
                </c:pt>
                <c:pt idx="1792">
                  <c:v>0.896</c:v>
                </c:pt>
                <c:pt idx="1793">
                  <c:v>0.8965</c:v>
                </c:pt>
                <c:pt idx="1794">
                  <c:v>0.897</c:v>
                </c:pt>
                <c:pt idx="1795">
                  <c:v>0.8975</c:v>
                </c:pt>
                <c:pt idx="1796">
                  <c:v>0.898</c:v>
                </c:pt>
                <c:pt idx="1797">
                  <c:v>0.8985</c:v>
                </c:pt>
                <c:pt idx="1798">
                  <c:v>0.899</c:v>
                </c:pt>
                <c:pt idx="1799">
                  <c:v>0.8995</c:v>
                </c:pt>
                <c:pt idx="1800">
                  <c:v>0.9</c:v>
                </c:pt>
                <c:pt idx="1801">
                  <c:v>0.9005</c:v>
                </c:pt>
                <c:pt idx="1802">
                  <c:v>0.901</c:v>
                </c:pt>
                <c:pt idx="1803">
                  <c:v>0.9015</c:v>
                </c:pt>
                <c:pt idx="1804">
                  <c:v>0.902</c:v>
                </c:pt>
                <c:pt idx="1805">
                  <c:v>0.9025</c:v>
                </c:pt>
                <c:pt idx="1806">
                  <c:v>0.903</c:v>
                </c:pt>
                <c:pt idx="1807">
                  <c:v>0.9035</c:v>
                </c:pt>
                <c:pt idx="1808">
                  <c:v>0.904</c:v>
                </c:pt>
                <c:pt idx="1809">
                  <c:v>0.9045</c:v>
                </c:pt>
                <c:pt idx="1810">
                  <c:v>0.905</c:v>
                </c:pt>
                <c:pt idx="1811">
                  <c:v>0.9055</c:v>
                </c:pt>
                <c:pt idx="1812">
                  <c:v>0.906</c:v>
                </c:pt>
                <c:pt idx="1813">
                  <c:v>0.9065</c:v>
                </c:pt>
                <c:pt idx="1814">
                  <c:v>0.907</c:v>
                </c:pt>
                <c:pt idx="1815">
                  <c:v>0.9075</c:v>
                </c:pt>
                <c:pt idx="1816">
                  <c:v>0.908</c:v>
                </c:pt>
                <c:pt idx="1817">
                  <c:v>0.9085</c:v>
                </c:pt>
                <c:pt idx="1818">
                  <c:v>0.909</c:v>
                </c:pt>
                <c:pt idx="1819">
                  <c:v>0.9095</c:v>
                </c:pt>
                <c:pt idx="1820">
                  <c:v>0.91</c:v>
                </c:pt>
                <c:pt idx="1821">
                  <c:v>0.9105</c:v>
                </c:pt>
                <c:pt idx="1822">
                  <c:v>0.911</c:v>
                </c:pt>
                <c:pt idx="1823">
                  <c:v>0.9115</c:v>
                </c:pt>
                <c:pt idx="1824">
                  <c:v>0.912</c:v>
                </c:pt>
                <c:pt idx="1825">
                  <c:v>0.9125</c:v>
                </c:pt>
                <c:pt idx="1826">
                  <c:v>0.913</c:v>
                </c:pt>
                <c:pt idx="1827">
                  <c:v>0.9135</c:v>
                </c:pt>
                <c:pt idx="1828">
                  <c:v>0.914</c:v>
                </c:pt>
                <c:pt idx="1829">
                  <c:v>0.9145</c:v>
                </c:pt>
                <c:pt idx="1830">
                  <c:v>0.915</c:v>
                </c:pt>
                <c:pt idx="1831">
                  <c:v>0.9155</c:v>
                </c:pt>
                <c:pt idx="1832">
                  <c:v>0.916</c:v>
                </c:pt>
                <c:pt idx="1833">
                  <c:v>0.9165</c:v>
                </c:pt>
                <c:pt idx="1834">
                  <c:v>0.917</c:v>
                </c:pt>
                <c:pt idx="1835">
                  <c:v>0.9175</c:v>
                </c:pt>
                <c:pt idx="1836">
                  <c:v>0.918</c:v>
                </c:pt>
                <c:pt idx="1837">
                  <c:v>0.9185</c:v>
                </c:pt>
                <c:pt idx="1838">
                  <c:v>0.919</c:v>
                </c:pt>
                <c:pt idx="1839">
                  <c:v>0.9195</c:v>
                </c:pt>
                <c:pt idx="1840">
                  <c:v>0.92</c:v>
                </c:pt>
                <c:pt idx="1841">
                  <c:v>0.9205</c:v>
                </c:pt>
                <c:pt idx="1842">
                  <c:v>0.921</c:v>
                </c:pt>
                <c:pt idx="1843">
                  <c:v>0.9215</c:v>
                </c:pt>
                <c:pt idx="1844">
                  <c:v>0.922</c:v>
                </c:pt>
                <c:pt idx="1845">
                  <c:v>0.9225</c:v>
                </c:pt>
                <c:pt idx="1846">
                  <c:v>0.923</c:v>
                </c:pt>
                <c:pt idx="1847">
                  <c:v>0.9235</c:v>
                </c:pt>
                <c:pt idx="1848">
                  <c:v>0.924</c:v>
                </c:pt>
                <c:pt idx="1849">
                  <c:v>0.9245</c:v>
                </c:pt>
                <c:pt idx="1850">
                  <c:v>0.925</c:v>
                </c:pt>
                <c:pt idx="1851">
                  <c:v>0.9255</c:v>
                </c:pt>
                <c:pt idx="1852">
                  <c:v>0.926</c:v>
                </c:pt>
                <c:pt idx="1853">
                  <c:v>0.9265</c:v>
                </c:pt>
                <c:pt idx="1854">
                  <c:v>0.927</c:v>
                </c:pt>
                <c:pt idx="1855">
                  <c:v>0.9275</c:v>
                </c:pt>
                <c:pt idx="1856">
                  <c:v>0.928</c:v>
                </c:pt>
                <c:pt idx="1857">
                  <c:v>0.9285</c:v>
                </c:pt>
                <c:pt idx="1858">
                  <c:v>0.929</c:v>
                </c:pt>
                <c:pt idx="1859">
                  <c:v>0.9295</c:v>
                </c:pt>
                <c:pt idx="1860">
                  <c:v>0.93</c:v>
                </c:pt>
                <c:pt idx="1861">
                  <c:v>0.9305</c:v>
                </c:pt>
                <c:pt idx="1862">
                  <c:v>0.931</c:v>
                </c:pt>
                <c:pt idx="1863">
                  <c:v>0.9315</c:v>
                </c:pt>
                <c:pt idx="1864">
                  <c:v>0.932</c:v>
                </c:pt>
                <c:pt idx="1865">
                  <c:v>0.9325</c:v>
                </c:pt>
                <c:pt idx="1866">
                  <c:v>0.933</c:v>
                </c:pt>
                <c:pt idx="1867">
                  <c:v>0.9335</c:v>
                </c:pt>
                <c:pt idx="1868">
                  <c:v>0.934</c:v>
                </c:pt>
                <c:pt idx="1869">
                  <c:v>0.9345</c:v>
                </c:pt>
                <c:pt idx="1870">
                  <c:v>0.935</c:v>
                </c:pt>
                <c:pt idx="1871">
                  <c:v>0.9355</c:v>
                </c:pt>
                <c:pt idx="1872">
                  <c:v>0.936</c:v>
                </c:pt>
                <c:pt idx="1873">
                  <c:v>0.9365</c:v>
                </c:pt>
                <c:pt idx="1874">
                  <c:v>0.937</c:v>
                </c:pt>
                <c:pt idx="1875">
                  <c:v>0.9375</c:v>
                </c:pt>
                <c:pt idx="1876">
                  <c:v>0.938</c:v>
                </c:pt>
                <c:pt idx="1877">
                  <c:v>0.9385</c:v>
                </c:pt>
                <c:pt idx="1878">
                  <c:v>0.939</c:v>
                </c:pt>
                <c:pt idx="1879">
                  <c:v>0.9395</c:v>
                </c:pt>
                <c:pt idx="1880">
                  <c:v>0.94</c:v>
                </c:pt>
                <c:pt idx="1881">
                  <c:v>0.9405</c:v>
                </c:pt>
                <c:pt idx="1882">
                  <c:v>0.941</c:v>
                </c:pt>
                <c:pt idx="1883">
                  <c:v>0.9415</c:v>
                </c:pt>
                <c:pt idx="1884">
                  <c:v>0.942</c:v>
                </c:pt>
                <c:pt idx="1885">
                  <c:v>0.9425</c:v>
                </c:pt>
                <c:pt idx="1886">
                  <c:v>0.943</c:v>
                </c:pt>
                <c:pt idx="1887">
                  <c:v>0.9435</c:v>
                </c:pt>
                <c:pt idx="1888">
                  <c:v>0.944</c:v>
                </c:pt>
                <c:pt idx="1889">
                  <c:v>0.9445</c:v>
                </c:pt>
                <c:pt idx="1890">
                  <c:v>0.945</c:v>
                </c:pt>
                <c:pt idx="1891">
                  <c:v>0.9455</c:v>
                </c:pt>
                <c:pt idx="1892">
                  <c:v>0.946</c:v>
                </c:pt>
                <c:pt idx="1893">
                  <c:v>0.9465</c:v>
                </c:pt>
                <c:pt idx="1894">
                  <c:v>0.947</c:v>
                </c:pt>
                <c:pt idx="1895">
                  <c:v>0.9475</c:v>
                </c:pt>
                <c:pt idx="1896">
                  <c:v>0.948</c:v>
                </c:pt>
                <c:pt idx="1897">
                  <c:v>0.9485</c:v>
                </c:pt>
                <c:pt idx="1898">
                  <c:v>0.949</c:v>
                </c:pt>
                <c:pt idx="1899">
                  <c:v>0.9495</c:v>
                </c:pt>
                <c:pt idx="1900">
                  <c:v>0.95</c:v>
                </c:pt>
                <c:pt idx="1901">
                  <c:v>0.9505</c:v>
                </c:pt>
                <c:pt idx="1902">
                  <c:v>0.951</c:v>
                </c:pt>
                <c:pt idx="1903">
                  <c:v>0.9515</c:v>
                </c:pt>
                <c:pt idx="1904">
                  <c:v>0.952</c:v>
                </c:pt>
                <c:pt idx="1905">
                  <c:v>0.9525</c:v>
                </c:pt>
                <c:pt idx="1906">
                  <c:v>0.953</c:v>
                </c:pt>
                <c:pt idx="1907">
                  <c:v>0.9535</c:v>
                </c:pt>
                <c:pt idx="1908">
                  <c:v>0.954</c:v>
                </c:pt>
                <c:pt idx="1909">
                  <c:v>0.9545</c:v>
                </c:pt>
                <c:pt idx="1910">
                  <c:v>0.955</c:v>
                </c:pt>
                <c:pt idx="1911">
                  <c:v>0.9555</c:v>
                </c:pt>
                <c:pt idx="1912">
                  <c:v>0.956</c:v>
                </c:pt>
                <c:pt idx="1913">
                  <c:v>0.9565</c:v>
                </c:pt>
                <c:pt idx="1914">
                  <c:v>0.957</c:v>
                </c:pt>
                <c:pt idx="1915">
                  <c:v>0.9575</c:v>
                </c:pt>
                <c:pt idx="1916">
                  <c:v>0.958</c:v>
                </c:pt>
                <c:pt idx="1917">
                  <c:v>0.9585</c:v>
                </c:pt>
                <c:pt idx="1918">
                  <c:v>0.959</c:v>
                </c:pt>
                <c:pt idx="1919">
                  <c:v>0.9595</c:v>
                </c:pt>
                <c:pt idx="1920">
                  <c:v>0.96</c:v>
                </c:pt>
                <c:pt idx="1921">
                  <c:v>0.9605</c:v>
                </c:pt>
                <c:pt idx="1922">
                  <c:v>0.961</c:v>
                </c:pt>
                <c:pt idx="1923">
                  <c:v>0.9615</c:v>
                </c:pt>
                <c:pt idx="1924">
                  <c:v>0.962</c:v>
                </c:pt>
                <c:pt idx="1925">
                  <c:v>0.9625</c:v>
                </c:pt>
                <c:pt idx="1926">
                  <c:v>0.963</c:v>
                </c:pt>
                <c:pt idx="1927">
                  <c:v>0.9635</c:v>
                </c:pt>
                <c:pt idx="1928">
                  <c:v>0.964</c:v>
                </c:pt>
                <c:pt idx="1929">
                  <c:v>0.9645</c:v>
                </c:pt>
                <c:pt idx="1930">
                  <c:v>0.965</c:v>
                </c:pt>
                <c:pt idx="1931">
                  <c:v>0.9655</c:v>
                </c:pt>
                <c:pt idx="1932">
                  <c:v>0.966</c:v>
                </c:pt>
                <c:pt idx="1933">
                  <c:v>0.9665</c:v>
                </c:pt>
                <c:pt idx="1934">
                  <c:v>0.967</c:v>
                </c:pt>
                <c:pt idx="1935">
                  <c:v>0.9675</c:v>
                </c:pt>
                <c:pt idx="1936">
                  <c:v>0.968</c:v>
                </c:pt>
                <c:pt idx="1937">
                  <c:v>0.9685</c:v>
                </c:pt>
                <c:pt idx="1938">
                  <c:v>0.969</c:v>
                </c:pt>
                <c:pt idx="1939">
                  <c:v>0.9695</c:v>
                </c:pt>
                <c:pt idx="1940">
                  <c:v>0.97</c:v>
                </c:pt>
                <c:pt idx="1941">
                  <c:v>0.9705</c:v>
                </c:pt>
                <c:pt idx="1942">
                  <c:v>0.971</c:v>
                </c:pt>
                <c:pt idx="1943">
                  <c:v>0.9715</c:v>
                </c:pt>
                <c:pt idx="1944">
                  <c:v>0.972</c:v>
                </c:pt>
                <c:pt idx="1945">
                  <c:v>0.9725</c:v>
                </c:pt>
                <c:pt idx="1946">
                  <c:v>0.973</c:v>
                </c:pt>
                <c:pt idx="1947">
                  <c:v>0.9735</c:v>
                </c:pt>
                <c:pt idx="1948">
                  <c:v>0.974</c:v>
                </c:pt>
                <c:pt idx="1949">
                  <c:v>0.9745</c:v>
                </c:pt>
                <c:pt idx="1950">
                  <c:v>0.975</c:v>
                </c:pt>
                <c:pt idx="1951">
                  <c:v>0.9755</c:v>
                </c:pt>
                <c:pt idx="1952">
                  <c:v>0.976</c:v>
                </c:pt>
                <c:pt idx="1953">
                  <c:v>0.9765</c:v>
                </c:pt>
                <c:pt idx="1954">
                  <c:v>0.977</c:v>
                </c:pt>
                <c:pt idx="1955">
                  <c:v>0.9775</c:v>
                </c:pt>
                <c:pt idx="1956">
                  <c:v>0.978</c:v>
                </c:pt>
                <c:pt idx="1957">
                  <c:v>0.9785</c:v>
                </c:pt>
                <c:pt idx="1958">
                  <c:v>0.979</c:v>
                </c:pt>
                <c:pt idx="1959">
                  <c:v>0.9795</c:v>
                </c:pt>
                <c:pt idx="1960">
                  <c:v>0.98</c:v>
                </c:pt>
                <c:pt idx="1961">
                  <c:v>0.9805</c:v>
                </c:pt>
                <c:pt idx="1962">
                  <c:v>0.981</c:v>
                </c:pt>
                <c:pt idx="1963">
                  <c:v>0.9815</c:v>
                </c:pt>
                <c:pt idx="1964">
                  <c:v>0.982</c:v>
                </c:pt>
                <c:pt idx="1965">
                  <c:v>0.9825</c:v>
                </c:pt>
                <c:pt idx="1966">
                  <c:v>0.983</c:v>
                </c:pt>
                <c:pt idx="1967">
                  <c:v>0.9835</c:v>
                </c:pt>
                <c:pt idx="1968">
                  <c:v>0.984</c:v>
                </c:pt>
                <c:pt idx="1969">
                  <c:v>0.9845</c:v>
                </c:pt>
                <c:pt idx="1970">
                  <c:v>0.985</c:v>
                </c:pt>
                <c:pt idx="1971">
                  <c:v>0.9855</c:v>
                </c:pt>
                <c:pt idx="1972">
                  <c:v>0.986</c:v>
                </c:pt>
                <c:pt idx="1973">
                  <c:v>0.9865</c:v>
                </c:pt>
                <c:pt idx="1974">
                  <c:v>0.987</c:v>
                </c:pt>
                <c:pt idx="1975">
                  <c:v>0.9875</c:v>
                </c:pt>
                <c:pt idx="1976">
                  <c:v>0.988</c:v>
                </c:pt>
                <c:pt idx="1977">
                  <c:v>0.9885</c:v>
                </c:pt>
                <c:pt idx="1978">
                  <c:v>0.989</c:v>
                </c:pt>
                <c:pt idx="1979">
                  <c:v>0.9895</c:v>
                </c:pt>
                <c:pt idx="1980">
                  <c:v>0.99</c:v>
                </c:pt>
                <c:pt idx="1981">
                  <c:v>0.9905</c:v>
                </c:pt>
                <c:pt idx="1982">
                  <c:v>0.991</c:v>
                </c:pt>
                <c:pt idx="1983">
                  <c:v>0.9915</c:v>
                </c:pt>
                <c:pt idx="1984">
                  <c:v>0.992</c:v>
                </c:pt>
                <c:pt idx="1985">
                  <c:v>0.9925</c:v>
                </c:pt>
                <c:pt idx="1986">
                  <c:v>0.993</c:v>
                </c:pt>
                <c:pt idx="1987">
                  <c:v>0.9935</c:v>
                </c:pt>
                <c:pt idx="1988">
                  <c:v>0.994</c:v>
                </c:pt>
                <c:pt idx="1989">
                  <c:v>0.9945</c:v>
                </c:pt>
                <c:pt idx="1990">
                  <c:v>0.995</c:v>
                </c:pt>
                <c:pt idx="1991">
                  <c:v>0.9955</c:v>
                </c:pt>
                <c:pt idx="1992">
                  <c:v>0.996</c:v>
                </c:pt>
                <c:pt idx="1993">
                  <c:v>0.9965</c:v>
                </c:pt>
                <c:pt idx="1994">
                  <c:v>0.997</c:v>
                </c:pt>
                <c:pt idx="1995">
                  <c:v>0.9975</c:v>
                </c:pt>
                <c:pt idx="1996">
                  <c:v>0.998</c:v>
                </c:pt>
                <c:pt idx="1997">
                  <c:v>0.9985</c:v>
                </c:pt>
                <c:pt idx="1998">
                  <c:v>0.999</c:v>
                </c:pt>
                <c:pt idx="1999">
                  <c:v>0.9995</c:v>
                </c:pt>
                <c:pt idx="2000">
                  <c:v>1</c:v>
                </c:pt>
              </c:numCache>
            </c:numRef>
          </c:xVal>
          <c:yVal>
            <c:numRef>
              <c:f>Sheet1!$C$2:$C$2002</c:f>
              <c:numCache>
                <c:formatCode>General</c:formatCode>
                <c:ptCount val="2001"/>
                <c:pt idx="0">
                  <c:v>69.512</c:v>
                </c:pt>
                <c:pt idx="1">
                  <c:v>69.512</c:v>
                </c:pt>
                <c:pt idx="2">
                  <c:v>69.511</c:v>
                </c:pt>
                <c:pt idx="3">
                  <c:v>69.51</c:v>
                </c:pt>
                <c:pt idx="4">
                  <c:v>69.509</c:v>
                </c:pt>
                <c:pt idx="5">
                  <c:v>69.507</c:v>
                </c:pt>
                <c:pt idx="6">
                  <c:v>69.504</c:v>
                </c:pt>
                <c:pt idx="7">
                  <c:v>69.502</c:v>
                </c:pt>
                <c:pt idx="8">
                  <c:v>69.499</c:v>
                </c:pt>
                <c:pt idx="9">
                  <c:v>69.496</c:v>
                </c:pt>
                <c:pt idx="10">
                  <c:v>69.493</c:v>
                </c:pt>
                <c:pt idx="11">
                  <c:v>69.489</c:v>
                </c:pt>
                <c:pt idx="12">
                  <c:v>69.486</c:v>
                </c:pt>
                <c:pt idx="13">
                  <c:v>69.482</c:v>
                </c:pt>
                <c:pt idx="14">
                  <c:v>69.478</c:v>
                </c:pt>
                <c:pt idx="15">
                  <c:v>69.473</c:v>
                </c:pt>
                <c:pt idx="16">
                  <c:v>69.469</c:v>
                </c:pt>
                <c:pt idx="17">
                  <c:v>69.465</c:v>
                </c:pt>
                <c:pt idx="18">
                  <c:v>69.46</c:v>
                </c:pt>
                <c:pt idx="19">
                  <c:v>69.456</c:v>
                </c:pt>
                <c:pt idx="20">
                  <c:v>69.452</c:v>
                </c:pt>
                <c:pt idx="21">
                  <c:v>69.447</c:v>
                </c:pt>
                <c:pt idx="22">
                  <c:v>69.443</c:v>
                </c:pt>
                <c:pt idx="23">
                  <c:v>69.439</c:v>
                </c:pt>
                <c:pt idx="24">
                  <c:v>69.434</c:v>
                </c:pt>
                <c:pt idx="25">
                  <c:v>69.43</c:v>
                </c:pt>
                <c:pt idx="26">
                  <c:v>69.425</c:v>
                </c:pt>
                <c:pt idx="27">
                  <c:v>69.421</c:v>
                </c:pt>
                <c:pt idx="28">
                  <c:v>69.416</c:v>
                </c:pt>
                <c:pt idx="29">
                  <c:v>69.411</c:v>
                </c:pt>
                <c:pt idx="30">
                  <c:v>69.406</c:v>
                </c:pt>
                <c:pt idx="31">
                  <c:v>69.401</c:v>
                </c:pt>
                <c:pt idx="32">
                  <c:v>69.396</c:v>
                </c:pt>
                <c:pt idx="33">
                  <c:v>69.391</c:v>
                </c:pt>
                <c:pt idx="34">
                  <c:v>69.385</c:v>
                </c:pt>
                <c:pt idx="35">
                  <c:v>69.379</c:v>
                </c:pt>
                <c:pt idx="36">
                  <c:v>69.373</c:v>
                </c:pt>
                <c:pt idx="37">
                  <c:v>69.367</c:v>
                </c:pt>
                <c:pt idx="38">
                  <c:v>69.361</c:v>
                </c:pt>
                <c:pt idx="39">
                  <c:v>69.354</c:v>
                </c:pt>
                <c:pt idx="40">
                  <c:v>69.347</c:v>
                </c:pt>
                <c:pt idx="41">
                  <c:v>69.34</c:v>
                </c:pt>
                <c:pt idx="42">
                  <c:v>69.332</c:v>
                </c:pt>
                <c:pt idx="43">
                  <c:v>69.324</c:v>
                </c:pt>
                <c:pt idx="44">
                  <c:v>69.316</c:v>
                </c:pt>
                <c:pt idx="45">
                  <c:v>69.308</c:v>
                </c:pt>
                <c:pt idx="46">
                  <c:v>69.299</c:v>
                </c:pt>
                <c:pt idx="47">
                  <c:v>69.29</c:v>
                </c:pt>
                <c:pt idx="48">
                  <c:v>69.28</c:v>
                </c:pt>
                <c:pt idx="49">
                  <c:v>69.27</c:v>
                </c:pt>
                <c:pt idx="50">
                  <c:v>69.26</c:v>
                </c:pt>
                <c:pt idx="51">
                  <c:v>69.249</c:v>
                </c:pt>
                <c:pt idx="52">
                  <c:v>69.239</c:v>
                </c:pt>
                <c:pt idx="53">
                  <c:v>69.228</c:v>
                </c:pt>
                <c:pt idx="54">
                  <c:v>69.218</c:v>
                </c:pt>
                <c:pt idx="55">
                  <c:v>69.207</c:v>
                </c:pt>
                <c:pt idx="56">
                  <c:v>69.197</c:v>
                </c:pt>
                <c:pt idx="57">
                  <c:v>69.188</c:v>
                </c:pt>
                <c:pt idx="58">
                  <c:v>69.178</c:v>
                </c:pt>
                <c:pt idx="59">
                  <c:v>69.17</c:v>
                </c:pt>
                <c:pt idx="60">
                  <c:v>69.162</c:v>
                </c:pt>
                <c:pt idx="61">
                  <c:v>69.155</c:v>
                </c:pt>
                <c:pt idx="62">
                  <c:v>69.149</c:v>
                </c:pt>
                <c:pt idx="63">
                  <c:v>69.143</c:v>
                </c:pt>
                <c:pt idx="64">
                  <c:v>69.139</c:v>
                </c:pt>
                <c:pt idx="65">
                  <c:v>69.135</c:v>
                </c:pt>
                <c:pt idx="66">
                  <c:v>69.133</c:v>
                </c:pt>
                <c:pt idx="67">
                  <c:v>69.131</c:v>
                </c:pt>
                <c:pt idx="68">
                  <c:v>69.129</c:v>
                </c:pt>
                <c:pt idx="69">
                  <c:v>69.128</c:v>
                </c:pt>
                <c:pt idx="70">
                  <c:v>69.128</c:v>
                </c:pt>
                <c:pt idx="71">
                  <c:v>69.128</c:v>
                </c:pt>
                <c:pt idx="72">
                  <c:v>69.128</c:v>
                </c:pt>
                <c:pt idx="73">
                  <c:v>69.129</c:v>
                </c:pt>
                <c:pt idx="74">
                  <c:v>69.13</c:v>
                </c:pt>
                <c:pt idx="75">
                  <c:v>69.13</c:v>
                </c:pt>
                <c:pt idx="76">
                  <c:v>69.131</c:v>
                </c:pt>
                <c:pt idx="77">
                  <c:v>69.132</c:v>
                </c:pt>
                <c:pt idx="78">
                  <c:v>69.132</c:v>
                </c:pt>
                <c:pt idx="79">
                  <c:v>69.133</c:v>
                </c:pt>
                <c:pt idx="80">
                  <c:v>69.133</c:v>
                </c:pt>
                <c:pt idx="81">
                  <c:v>69.132</c:v>
                </c:pt>
                <c:pt idx="82">
                  <c:v>69.131</c:v>
                </c:pt>
                <c:pt idx="83">
                  <c:v>69.129</c:v>
                </c:pt>
                <c:pt idx="84">
                  <c:v>69.127</c:v>
                </c:pt>
                <c:pt idx="85">
                  <c:v>69.124</c:v>
                </c:pt>
                <c:pt idx="86">
                  <c:v>69.12</c:v>
                </c:pt>
                <c:pt idx="87">
                  <c:v>69.116</c:v>
                </c:pt>
                <c:pt idx="88">
                  <c:v>69.111</c:v>
                </c:pt>
                <c:pt idx="89">
                  <c:v>69.105</c:v>
                </c:pt>
                <c:pt idx="90">
                  <c:v>69.099</c:v>
                </c:pt>
                <c:pt idx="91">
                  <c:v>69.091</c:v>
                </c:pt>
                <c:pt idx="92">
                  <c:v>69.084</c:v>
                </c:pt>
                <c:pt idx="93">
                  <c:v>69.076</c:v>
                </c:pt>
                <c:pt idx="94">
                  <c:v>69.067</c:v>
                </c:pt>
                <c:pt idx="95">
                  <c:v>69.057</c:v>
                </c:pt>
                <c:pt idx="96">
                  <c:v>69.047</c:v>
                </c:pt>
                <c:pt idx="97">
                  <c:v>69.037</c:v>
                </c:pt>
                <c:pt idx="98">
                  <c:v>69.027</c:v>
                </c:pt>
                <c:pt idx="99">
                  <c:v>69.016</c:v>
                </c:pt>
                <c:pt idx="100">
                  <c:v>69.004</c:v>
                </c:pt>
                <c:pt idx="101">
                  <c:v>68.992</c:v>
                </c:pt>
                <c:pt idx="102">
                  <c:v>68.981</c:v>
                </c:pt>
                <c:pt idx="103">
                  <c:v>68.968</c:v>
                </c:pt>
                <c:pt idx="104">
                  <c:v>68.956</c:v>
                </c:pt>
                <c:pt idx="105">
                  <c:v>68.944</c:v>
                </c:pt>
                <c:pt idx="106">
                  <c:v>68.932</c:v>
                </c:pt>
                <c:pt idx="107">
                  <c:v>68.919</c:v>
                </c:pt>
                <c:pt idx="108">
                  <c:v>68.907</c:v>
                </c:pt>
                <c:pt idx="109">
                  <c:v>68.895</c:v>
                </c:pt>
                <c:pt idx="110">
                  <c:v>68.883</c:v>
                </c:pt>
                <c:pt idx="111">
                  <c:v>68.871</c:v>
                </c:pt>
                <c:pt idx="112">
                  <c:v>68.86</c:v>
                </c:pt>
                <c:pt idx="113">
                  <c:v>68.849</c:v>
                </c:pt>
                <c:pt idx="114">
                  <c:v>68.839</c:v>
                </c:pt>
                <c:pt idx="115">
                  <c:v>68.83</c:v>
                </c:pt>
                <c:pt idx="116">
                  <c:v>68.82</c:v>
                </c:pt>
                <c:pt idx="117">
                  <c:v>68.812</c:v>
                </c:pt>
                <c:pt idx="118">
                  <c:v>68.804</c:v>
                </c:pt>
                <c:pt idx="119">
                  <c:v>68.796</c:v>
                </c:pt>
                <c:pt idx="120">
                  <c:v>68.79</c:v>
                </c:pt>
                <c:pt idx="121">
                  <c:v>68.784</c:v>
                </c:pt>
                <c:pt idx="122">
                  <c:v>68.779</c:v>
                </c:pt>
                <c:pt idx="123">
                  <c:v>68.774</c:v>
                </c:pt>
                <c:pt idx="124">
                  <c:v>68.771</c:v>
                </c:pt>
                <c:pt idx="125">
                  <c:v>68.768</c:v>
                </c:pt>
                <c:pt idx="126">
                  <c:v>68.766</c:v>
                </c:pt>
                <c:pt idx="127">
                  <c:v>68.764</c:v>
                </c:pt>
                <c:pt idx="128">
                  <c:v>68.764</c:v>
                </c:pt>
                <c:pt idx="129">
                  <c:v>68.764</c:v>
                </c:pt>
                <c:pt idx="130">
                  <c:v>68.765</c:v>
                </c:pt>
                <c:pt idx="131">
                  <c:v>68.766</c:v>
                </c:pt>
                <c:pt idx="132">
                  <c:v>68.769</c:v>
                </c:pt>
                <c:pt idx="133">
                  <c:v>68.771</c:v>
                </c:pt>
                <c:pt idx="134">
                  <c:v>68.775</c:v>
                </c:pt>
                <c:pt idx="135">
                  <c:v>68.78</c:v>
                </c:pt>
                <c:pt idx="136">
                  <c:v>68.784</c:v>
                </c:pt>
                <c:pt idx="137">
                  <c:v>68.79</c:v>
                </c:pt>
                <c:pt idx="138">
                  <c:v>68.796</c:v>
                </c:pt>
                <c:pt idx="139">
                  <c:v>68.802</c:v>
                </c:pt>
                <c:pt idx="140">
                  <c:v>68.809</c:v>
                </c:pt>
                <c:pt idx="141">
                  <c:v>68.816</c:v>
                </c:pt>
                <c:pt idx="142">
                  <c:v>68.824</c:v>
                </c:pt>
                <c:pt idx="143">
                  <c:v>68.831</c:v>
                </c:pt>
                <c:pt idx="144">
                  <c:v>68.839</c:v>
                </c:pt>
                <c:pt idx="145">
                  <c:v>68.846</c:v>
                </c:pt>
                <c:pt idx="146">
                  <c:v>68.854</c:v>
                </c:pt>
                <c:pt idx="147">
                  <c:v>68.861</c:v>
                </c:pt>
                <c:pt idx="148">
                  <c:v>68.869</c:v>
                </c:pt>
                <c:pt idx="149">
                  <c:v>68.876</c:v>
                </c:pt>
                <c:pt idx="150">
                  <c:v>68.883</c:v>
                </c:pt>
                <c:pt idx="151">
                  <c:v>68.889</c:v>
                </c:pt>
                <c:pt idx="152">
                  <c:v>68.896</c:v>
                </c:pt>
                <c:pt idx="153">
                  <c:v>68.901</c:v>
                </c:pt>
                <c:pt idx="154">
                  <c:v>68.906</c:v>
                </c:pt>
                <c:pt idx="155">
                  <c:v>68.911</c:v>
                </c:pt>
                <c:pt idx="156">
                  <c:v>68.916</c:v>
                </c:pt>
                <c:pt idx="157">
                  <c:v>68.92</c:v>
                </c:pt>
                <c:pt idx="158">
                  <c:v>68.923</c:v>
                </c:pt>
                <c:pt idx="159">
                  <c:v>68.927</c:v>
                </c:pt>
                <c:pt idx="160">
                  <c:v>68.93</c:v>
                </c:pt>
                <c:pt idx="161">
                  <c:v>68.933</c:v>
                </c:pt>
                <c:pt idx="162">
                  <c:v>68.936</c:v>
                </c:pt>
                <c:pt idx="163">
                  <c:v>68.939</c:v>
                </c:pt>
                <c:pt idx="164">
                  <c:v>68.943</c:v>
                </c:pt>
                <c:pt idx="165">
                  <c:v>68.946</c:v>
                </c:pt>
                <c:pt idx="166">
                  <c:v>68.95</c:v>
                </c:pt>
                <c:pt idx="167">
                  <c:v>68.954</c:v>
                </c:pt>
                <c:pt idx="168">
                  <c:v>68.959</c:v>
                </c:pt>
                <c:pt idx="169">
                  <c:v>68.965</c:v>
                </c:pt>
                <c:pt idx="170">
                  <c:v>68.97</c:v>
                </c:pt>
                <c:pt idx="171">
                  <c:v>68.977</c:v>
                </c:pt>
                <c:pt idx="172">
                  <c:v>68.985</c:v>
                </c:pt>
                <c:pt idx="173">
                  <c:v>68.993</c:v>
                </c:pt>
                <c:pt idx="174">
                  <c:v>69.002</c:v>
                </c:pt>
                <c:pt idx="175">
                  <c:v>69.012</c:v>
                </c:pt>
                <c:pt idx="176">
                  <c:v>69.023</c:v>
                </c:pt>
                <c:pt idx="177">
                  <c:v>69.034</c:v>
                </c:pt>
                <c:pt idx="178">
                  <c:v>69.046</c:v>
                </c:pt>
                <c:pt idx="179">
                  <c:v>69.059</c:v>
                </c:pt>
                <c:pt idx="180">
                  <c:v>69.073</c:v>
                </c:pt>
                <c:pt idx="181">
                  <c:v>69.087</c:v>
                </c:pt>
                <c:pt idx="182">
                  <c:v>69.102</c:v>
                </c:pt>
                <c:pt idx="183">
                  <c:v>69.118</c:v>
                </c:pt>
                <c:pt idx="184">
                  <c:v>69.135</c:v>
                </c:pt>
                <c:pt idx="185">
                  <c:v>69.151</c:v>
                </c:pt>
                <c:pt idx="186">
                  <c:v>69.168</c:v>
                </c:pt>
                <c:pt idx="187">
                  <c:v>69.186</c:v>
                </c:pt>
                <c:pt idx="188">
                  <c:v>69.204</c:v>
                </c:pt>
                <c:pt idx="189">
                  <c:v>69.222</c:v>
                </c:pt>
                <c:pt idx="190">
                  <c:v>69.24</c:v>
                </c:pt>
                <c:pt idx="191">
                  <c:v>69.258</c:v>
                </c:pt>
                <c:pt idx="192">
                  <c:v>69.276</c:v>
                </c:pt>
                <c:pt idx="193">
                  <c:v>69.294</c:v>
                </c:pt>
                <c:pt idx="194">
                  <c:v>69.311</c:v>
                </c:pt>
                <c:pt idx="195">
                  <c:v>69.328</c:v>
                </c:pt>
                <c:pt idx="196">
                  <c:v>69.344</c:v>
                </c:pt>
                <c:pt idx="197">
                  <c:v>69.36</c:v>
                </c:pt>
                <c:pt idx="198">
                  <c:v>69.375</c:v>
                </c:pt>
                <c:pt idx="199">
                  <c:v>69.39</c:v>
                </c:pt>
                <c:pt idx="200">
                  <c:v>69.403</c:v>
                </c:pt>
                <c:pt idx="201">
                  <c:v>69.416</c:v>
                </c:pt>
                <c:pt idx="202">
                  <c:v>69.428</c:v>
                </c:pt>
                <c:pt idx="203">
                  <c:v>69.439</c:v>
                </c:pt>
                <c:pt idx="204">
                  <c:v>69.449</c:v>
                </c:pt>
                <c:pt idx="205">
                  <c:v>69.459</c:v>
                </c:pt>
                <c:pt idx="206">
                  <c:v>69.468</c:v>
                </c:pt>
                <c:pt idx="207">
                  <c:v>69.475</c:v>
                </c:pt>
                <c:pt idx="208">
                  <c:v>69.483</c:v>
                </c:pt>
                <c:pt idx="209">
                  <c:v>69.489</c:v>
                </c:pt>
                <c:pt idx="210">
                  <c:v>69.494</c:v>
                </c:pt>
                <c:pt idx="211">
                  <c:v>69.5</c:v>
                </c:pt>
                <c:pt idx="212">
                  <c:v>69.504</c:v>
                </c:pt>
                <c:pt idx="213">
                  <c:v>69.507</c:v>
                </c:pt>
                <c:pt idx="214">
                  <c:v>69.51</c:v>
                </c:pt>
                <c:pt idx="215">
                  <c:v>69.513</c:v>
                </c:pt>
                <c:pt idx="216">
                  <c:v>69.515</c:v>
                </c:pt>
                <c:pt idx="217">
                  <c:v>69.516</c:v>
                </c:pt>
                <c:pt idx="218">
                  <c:v>69.517</c:v>
                </c:pt>
                <c:pt idx="219">
                  <c:v>69.518</c:v>
                </c:pt>
                <c:pt idx="220">
                  <c:v>69.517</c:v>
                </c:pt>
                <c:pt idx="221">
                  <c:v>69.517</c:v>
                </c:pt>
                <c:pt idx="222">
                  <c:v>69.515</c:v>
                </c:pt>
                <c:pt idx="223">
                  <c:v>69.513</c:v>
                </c:pt>
                <c:pt idx="224">
                  <c:v>69.511</c:v>
                </c:pt>
                <c:pt idx="225">
                  <c:v>69.508</c:v>
                </c:pt>
                <c:pt idx="226">
                  <c:v>69.504</c:v>
                </c:pt>
                <c:pt idx="227">
                  <c:v>69.5</c:v>
                </c:pt>
                <c:pt idx="228">
                  <c:v>69.495</c:v>
                </c:pt>
                <c:pt idx="229">
                  <c:v>69.49</c:v>
                </c:pt>
                <c:pt idx="230">
                  <c:v>69.484</c:v>
                </c:pt>
                <c:pt idx="231">
                  <c:v>69.477</c:v>
                </c:pt>
                <c:pt idx="232">
                  <c:v>69.47</c:v>
                </c:pt>
                <c:pt idx="233">
                  <c:v>69.462</c:v>
                </c:pt>
                <c:pt idx="234">
                  <c:v>69.454</c:v>
                </c:pt>
                <c:pt idx="235">
                  <c:v>69.445</c:v>
                </c:pt>
                <c:pt idx="236">
                  <c:v>69.435</c:v>
                </c:pt>
                <c:pt idx="237">
                  <c:v>69.425</c:v>
                </c:pt>
                <c:pt idx="238">
                  <c:v>69.415</c:v>
                </c:pt>
                <c:pt idx="239">
                  <c:v>69.404</c:v>
                </c:pt>
                <c:pt idx="240">
                  <c:v>69.393</c:v>
                </c:pt>
                <c:pt idx="241">
                  <c:v>69.381</c:v>
                </c:pt>
                <c:pt idx="242">
                  <c:v>69.369</c:v>
                </c:pt>
                <c:pt idx="243">
                  <c:v>69.357</c:v>
                </c:pt>
                <c:pt idx="244">
                  <c:v>69.344</c:v>
                </c:pt>
                <c:pt idx="245">
                  <c:v>69.331</c:v>
                </c:pt>
                <c:pt idx="246">
                  <c:v>69.318</c:v>
                </c:pt>
                <c:pt idx="247">
                  <c:v>69.304</c:v>
                </c:pt>
                <c:pt idx="248">
                  <c:v>69.291</c:v>
                </c:pt>
                <c:pt idx="249">
                  <c:v>69.277</c:v>
                </c:pt>
                <c:pt idx="250">
                  <c:v>69.263</c:v>
                </c:pt>
                <c:pt idx="251">
                  <c:v>69.249</c:v>
                </c:pt>
                <c:pt idx="252">
                  <c:v>69.236</c:v>
                </c:pt>
                <c:pt idx="253">
                  <c:v>69.222</c:v>
                </c:pt>
                <c:pt idx="254">
                  <c:v>69.208</c:v>
                </c:pt>
                <c:pt idx="255">
                  <c:v>69.194</c:v>
                </c:pt>
                <c:pt idx="256">
                  <c:v>69.181</c:v>
                </c:pt>
                <c:pt idx="257">
                  <c:v>69.167</c:v>
                </c:pt>
                <c:pt idx="258">
                  <c:v>69.153</c:v>
                </c:pt>
                <c:pt idx="259">
                  <c:v>69.14</c:v>
                </c:pt>
                <c:pt idx="260">
                  <c:v>69.126</c:v>
                </c:pt>
                <c:pt idx="261">
                  <c:v>69.112</c:v>
                </c:pt>
                <c:pt idx="262">
                  <c:v>69.099</c:v>
                </c:pt>
                <c:pt idx="263">
                  <c:v>69.085</c:v>
                </c:pt>
                <c:pt idx="264">
                  <c:v>69.071</c:v>
                </c:pt>
                <c:pt idx="265">
                  <c:v>69.058</c:v>
                </c:pt>
                <c:pt idx="266">
                  <c:v>69.044</c:v>
                </c:pt>
                <c:pt idx="267">
                  <c:v>69.029</c:v>
                </c:pt>
                <c:pt idx="268">
                  <c:v>69.015</c:v>
                </c:pt>
                <c:pt idx="269">
                  <c:v>69.001</c:v>
                </c:pt>
                <c:pt idx="270">
                  <c:v>68.987</c:v>
                </c:pt>
                <c:pt idx="271">
                  <c:v>68.973</c:v>
                </c:pt>
                <c:pt idx="272">
                  <c:v>68.959</c:v>
                </c:pt>
                <c:pt idx="273">
                  <c:v>68.945</c:v>
                </c:pt>
                <c:pt idx="274">
                  <c:v>68.93</c:v>
                </c:pt>
                <c:pt idx="275">
                  <c:v>68.916</c:v>
                </c:pt>
                <c:pt idx="276">
                  <c:v>68.902</c:v>
                </c:pt>
                <c:pt idx="277">
                  <c:v>68.887</c:v>
                </c:pt>
                <c:pt idx="278">
                  <c:v>68.873</c:v>
                </c:pt>
                <c:pt idx="279">
                  <c:v>68.858</c:v>
                </c:pt>
                <c:pt idx="280">
                  <c:v>68.843</c:v>
                </c:pt>
                <c:pt idx="281">
                  <c:v>68.829</c:v>
                </c:pt>
                <c:pt idx="282">
                  <c:v>68.814</c:v>
                </c:pt>
                <c:pt idx="283">
                  <c:v>68.799</c:v>
                </c:pt>
                <c:pt idx="284">
                  <c:v>68.783</c:v>
                </c:pt>
                <c:pt idx="285">
                  <c:v>68.768</c:v>
                </c:pt>
                <c:pt idx="286">
                  <c:v>68.752</c:v>
                </c:pt>
                <c:pt idx="287">
                  <c:v>68.736</c:v>
                </c:pt>
                <c:pt idx="288">
                  <c:v>68.719</c:v>
                </c:pt>
                <c:pt idx="289">
                  <c:v>68.702</c:v>
                </c:pt>
                <c:pt idx="290">
                  <c:v>68.686</c:v>
                </c:pt>
                <c:pt idx="291">
                  <c:v>68.668</c:v>
                </c:pt>
                <c:pt idx="292">
                  <c:v>68.651</c:v>
                </c:pt>
                <c:pt idx="293">
                  <c:v>68.633</c:v>
                </c:pt>
                <c:pt idx="294">
                  <c:v>68.616</c:v>
                </c:pt>
                <c:pt idx="295">
                  <c:v>68.598</c:v>
                </c:pt>
                <c:pt idx="296">
                  <c:v>68.579</c:v>
                </c:pt>
                <c:pt idx="297">
                  <c:v>68.561</c:v>
                </c:pt>
                <c:pt idx="298">
                  <c:v>68.543</c:v>
                </c:pt>
                <c:pt idx="299">
                  <c:v>68.525</c:v>
                </c:pt>
                <c:pt idx="300">
                  <c:v>68.507</c:v>
                </c:pt>
                <c:pt idx="301">
                  <c:v>68.488</c:v>
                </c:pt>
                <c:pt idx="302">
                  <c:v>68.471</c:v>
                </c:pt>
                <c:pt idx="303">
                  <c:v>68.453</c:v>
                </c:pt>
                <c:pt idx="304">
                  <c:v>68.436</c:v>
                </c:pt>
                <c:pt idx="305">
                  <c:v>68.419</c:v>
                </c:pt>
                <c:pt idx="306">
                  <c:v>68.403</c:v>
                </c:pt>
                <c:pt idx="307">
                  <c:v>68.387</c:v>
                </c:pt>
                <c:pt idx="308">
                  <c:v>68.372</c:v>
                </c:pt>
                <c:pt idx="309">
                  <c:v>68.358</c:v>
                </c:pt>
                <c:pt idx="310">
                  <c:v>68.345</c:v>
                </c:pt>
                <c:pt idx="311">
                  <c:v>68.333</c:v>
                </c:pt>
                <c:pt idx="312">
                  <c:v>68.321</c:v>
                </c:pt>
                <c:pt idx="313">
                  <c:v>68.311</c:v>
                </c:pt>
                <c:pt idx="314">
                  <c:v>68.301</c:v>
                </c:pt>
                <c:pt idx="315">
                  <c:v>68.293</c:v>
                </c:pt>
                <c:pt idx="316">
                  <c:v>68.285</c:v>
                </c:pt>
                <c:pt idx="317">
                  <c:v>68.278</c:v>
                </c:pt>
                <c:pt idx="318">
                  <c:v>68.272</c:v>
                </c:pt>
                <c:pt idx="319">
                  <c:v>68.267</c:v>
                </c:pt>
                <c:pt idx="320">
                  <c:v>68.262</c:v>
                </c:pt>
                <c:pt idx="321">
                  <c:v>68.259</c:v>
                </c:pt>
                <c:pt idx="322">
                  <c:v>68.255</c:v>
                </c:pt>
                <c:pt idx="323">
                  <c:v>68.253</c:v>
                </c:pt>
                <c:pt idx="324">
                  <c:v>68.251</c:v>
                </c:pt>
                <c:pt idx="325">
                  <c:v>68.249</c:v>
                </c:pt>
                <c:pt idx="326">
                  <c:v>68.248</c:v>
                </c:pt>
                <c:pt idx="327">
                  <c:v>68.248</c:v>
                </c:pt>
                <c:pt idx="328">
                  <c:v>68.247</c:v>
                </c:pt>
                <c:pt idx="329">
                  <c:v>68.247</c:v>
                </c:pt>
                <c:pt idx="330">
                  <c:v>68.247</c:v>
                </c:pt>
                <c:pt idx="331">
                  <c:v>68.247</c:v>
                </c:pt>
                <c:pt idx="332">
                  <c:v>68.248</c:v>
                </c:pt>
                <c:pt idx="333">
                  <c:v>68.248</c:v>
                </c:pt>
                <c:pt idx="334">
                  <c:v>68.249</c:v>
                </c:pt>
                <c:pt idx="335">
                  <c:v>68.25</c:v>
                </c:pt>
                <c:pt idx="336">
                  <c:v>68.251</c:v>
                </c:pt>
                <c:pt idx="337">
                  <c:v>68.252</c:v>
                </c:pt>
                <c:pt idx="338">
                  <c:v>68.253</c:v>
                </c:pt>
                <c:pt idx="339">
                  <c:v>68.255</c:v>
                </c:pt>
                <c:pt idx="340">
                  <c:v>68.256</c:v>
                </c:pt>
                <c:pt idx="341">
                  <c:v>68.259</c:v>
                </c:pt>
                <c:pt idx="342">
                  <c:v>68.26</c:v>
                </c:pt>
                <c:pt idx="343">
                  <c:v>68.263</c:v>
                </c:pt>
                <c:pt idx="344">
                  <c:v>68.265</c:v>
                </c:pt>
                <c:pt idx="345">
                  <c:v>68.268</c:v>
                </c:pt>
                <c:pt idx="346">
                  <c:v>68.271</c:v>
                </c:pt>
                <c:pt idx="347">
                  <c:v>68.273</c:v>
                </c:pt>
                <c:pt idx="348">
                  <c:v>68.276</c:v>
                </c:pt>
                <c:pt idx="349">
                  <c:v>68.279</c:v>
                </c:pt>
                <c:pt idx="350">
                  <c:v>68.282</c:v>
                </c:pt>
                <c:pt idx="351">
                  <c:v>68.285</c:v>
                </c:pt>
                <c:pt idx="352">
                  <c:v>68.287</c:v>
                </c:pt>
                <c:pt idx="353">
                  <c:v>68.289</c:v>
                </c:pt>
                <c:pt idx="354">
                  <c:v>68.291</c:v>
                </c:pt>
                <c:pt idx="355">
                  <c:v>68.292</c:v>
                </c:pt>
                <c:pt idx="356">
                  <c:v>68.292</c:v>
                </c:pt>
                <c:pt idx="357">
                  <c:v>68.292</c:v>
                </c:pt>
                <c:pt idx="358">
                  <c:v>68.291</c:v>
                </c:pt>
                <c:pt idx="359">
                  <c:v>68.288</c:v>
                </c:pt>
                <c:pt idx="360">
                  <c:v>68.285</c:v>
                </c:pt>
                <c:pt idx="361">
                  <c:v>68.281</c:v>
                </c:pt>
                <c:pt idx="362">
                  <c:v>68.275</c:v>
                </c:pt>
                <c:pt idx="363">
                  <c:v>68.268</c:v>
                </c:pt>
                <c:pt idx="364">
                  <c:v>68.26</c:v>
                </c:pt>
                <c:pt idx="365">
                  <c:v>68.251</c:v>
                </c:pt>
                <c:pt idx="366">
                  <c:v>68.24</c:v>
                </c:pt>
                <c:pt idx="367">
                  <c:v>68.228</c:v>
                </c:pt>
                <c:pt idx="368">
                  <c:v>68.216</c:v>
                </c:pt>
                <c:pt idx="369">
                  <c:v>68.201</c:v>
                </c:pt>
                <c:pt idx="370">
                  <c:v>68.186</c:v>
                </c:pt>
                <c:pt idx="371">
                  <c:v>68.17</c:v>
                </c:pt>
                <c:pt idx="372">
                  <c:v>68.153</c:v>
                </c:pt>
                <c:pt idx="373">
                  <c:v>68.135</c:v>
                </c:pt>
                <c:pt idx="374">
                  <c:v>68.117</c:v>
                </c:pt>
                <c:pt idx="375">
                  <c:v>68.098</c:v>
                </c:pt>
                <c:pt idx="376">
                  <c:v>68.078</c:v>
                </c:pt>
                <c:pt idx="377">
                  <c:v>68.058</c:v>
                </c:pt>
                <c:pt idx="378">
                  <c:v>68.038</c:v>
                </c:pt>
                <c:pt idx="379">
                  <c:v>68.017</c:v>
                </c:pt>
                <c:pt idx="380">
                  <c:v>67.996</c:v>
                </c:pt>
                <c:pt idx="381">
                  <c:v>67.975</c:v>
                </c:pt>
                <c:pt idx="382">
                  <c:v>67.954</c:v>
                </c:pt>
                <c:pt idx="383">
                  <c:v>67.933</c:v>
                </c:pt>
                <c:pt idx="384">
                  <c:v>67.912</c:v>
                </c:pt>
                <c:pt idx="385">
                  <c:v>67.892</c:v>
                </c:pt>
                <c:pt idx="386">
                  <c:v>67.872</c:v>
                </c:pt>
                <c:pt idx="387">
                  <c:v>67.852</c:v>
                </c:pt>
                <c:pt idx="388">
                  <c:v>67.832</c:v>
                </c:pt>
                <c:pt idx="389">
                  <c:v>67.813</c:v>
                </c:pt>
                <c:pt idx="390">
                  <c:v>67.795</c:v>
                </c:pt>
                <c:pt idx="391">
                  <c:v>67.776</c:v>
                </c:pt>
                <c:pt idx="392">
                  <c:v>67.759</c:v>
                </c:pt>
                <c:pt idx="393">
                  <c:v>67.742</c:v>
                </c:pt>
                <c:pt idx="394">
                  <c:v>67.725</c:v>
                </c:pt>
                <c:pt idx="395">
                  <c:v>67.709</c:v>
                </c:pt>
                <c:pt idx="396">
                  <c:v>67.693</c:v>
                </c:pt>
                <c:pt idx="397">
                  <c:v>67.677</c:v>
                </c:pt>
                <c:pt idx="398">
                  <c:v>67.662</c:v>
                </c:pt>
                <c:pt idx="399">
                  <c:v>67.648</c:v>
                </c:pt>
                <c:pt idx="400">
                  <c:v>67.633</c:v>
                </c:pt>
                <c:pt idx="401">
                  <c:v>67.619</c:v>
                </c:pt>
                <c:pt idx="402">
                  <c:v>67.605</c:v>
                </c:pt>
                <c:pt idx="403">
                  <c:v>67.592</c:v>
                </c:pt>
                <c:pt idx="404">
                  <c:v>67.579</c:v>
                </c:pt>
                <c:pt idx="405">
                  <c:v>67.566</c:v>
                </c:pt>
                <c:pt idx="406">
                  <c:v>67.553</c:v>
                </c:pt>
                <c:pt idx="407">
                  <c:v>67.541</c:v>
                </c:pt>
                <c:pt idx="408">
                  <c:v>67.53</c:v>
                </c:pt>
                <c:pt idx="409">
                  <c:v>67.518</c:v>
                </c:pt>
                <c:pt idx="410">
                  <c:v>67.507</c:v>
                </c:pt>
                <c:pt idx="411">
                  <c:v>67.496</c:v>
                </c:pt>
                <c:pt idx="412">
                  <c:v>67.486</c:v>
                </c:pt>
                <c:pt idx="413">
                  <c:v>67.477</c:v>
                </c:pt>
                <c:pt idx="414">
                  <c:v>67.468</c:v>
                </c:pt>
                <c:pt idx="415">
                  <c:v>67.459</c:v>
                </c:pt>
                <c:pt idx="416">
                  <c:v>67.452</c:v>
                </c:pt>
                <c:pt idx="417">
                  <c:v>67.445</c:v>
                </c:pt>
                <c:pt idx="418">
                  <c:v>67.438</c:v>
                </c:pt>
                <c:pt idx="419">
                  <c:v>67.432</c:v>
                </c:pt>
                <c:pt idx="420">
                  <c:v>67.426</c:v>
                </c:pt>
                <c:pt idx="421">
                  <c:v>67.421</c:v>
                </c:pt>
                <c:pt idx="422">
                  <c:v>67.416</c:v>
                </c:pt>
                <c:pt idx="423">
                  <c:v>67.412</c:v>
                </c:pt>
                <c:pt idx="424">
                  <c:v>67.408</c:v>
                </c:pt>
                <c:pt idx="425">
                  <c:v>67.404</c:v>
                </c:pt>
                <c:pt idx="426">
                  <c:v>67.4</c:v>
                </c:pt>
                <c:pt idx="427">
                  <c:v>67.396</c:v>
                </c:pt>
                <c:pt idx="428">
                  <c:v>67.393</c:v>
                </c:pt>
                <c:pt idx="429">
                  <c:v>67.39</c:v>
                </c:pt>
                <c:pt idx="430">
                  <c:v>67.386</c:v>
                </c:pt>
                <c:pt idx="431">
                  <c:v>67.383</c:v>
                </c:pt>
                <c:pt idx="432">
                  <c:v>67.38</c:v>
                </c:pt>
                <c:pt idx="433">
                  <c:v>67.377</c:v>
                </c:pt>
                <c:pt idx="434">
                  <c:v>67.374</c:v>
                </c:pt>
                <c:pt idx="435">
                  <c:v>67.371</c:v>
                </c:pt>
                <c:pt idx="436">
                  <c:v>67.368</c:v>
                </c:pt>
                <c:pt idx="437">
                  <c:v>67.365</c:v>
                </c:pt>
                <c:pt idx="438">
                  <c:v>67.363</c:v>
                </c:pt>
                <c:pt idx="439">
                  <c:v>67.36</c:v>
                </c:pt>
                <c:pt idx="440">
                  <c:v>67.357</c:v>
                </c:pt>
                <c:pt idx="441">
                  <c:v>67.355</c:v>
                </c:pt>
                <c:pt idx="442">
                  <c:v>67.353</c:v>
                </c:pt>
                <c:pt idx="443">
                  <c:v>67.351</c:v>
                </c:pt>
                <c:pt idx="444">
                  <c:v>67.348</c:v>
                </c:pt>
                <c:pt idx="445">
                  <c:v>67.346</c:v>
                </c:pt>
                <c:pt idx="446">
                  <c:v>67.344</c:v>
                </c:pt>
                <c:pt idx="447">
                  <c:v>67.341</c:v>
                </c:pt>
                <c:pt idx="448">
                  <c:v>67.339</c:v>
                </c:pt>
                <c:pt idx="449">
                  <c:v>67.337</c:v>
                </c:pt>
                <c:pt idx="450">
                  <c:v>67.334</c:v>
                </c:pt>
                <c:pt idx="451">
                  <c:v>67.331</c:v>
                </c:pt>
                <c:pt idx="452">
                  <c:v>67.328</c:v>
                </c:pt>
                <c:pt idx="453">
                  <c:v>67.325</c:v>
                </c:pt>
                <c:pt idx="454">
                  <c:v>67.322</c:v>
                </c:pt>
                <c:pt idx="455">
                  <c:v>67.319</c:v>
                </c:pt>
                <c:pt idx="456">
                  <c:v>67.316</c:v>
                </c:pt>
                <c:pt idx="457">
                  <c:v>67.312</c:v>
                </c:pt>
                <c:pt idx="458">
                  <c:v>67.308</c:v>
                </c:pt>
                <c:pt idx="459">
                  <c:v>67.304</c:v>
                </c:pt>
                <c:pt idx="460">
                  <c:v>67.3</c:v>
                </c:pt>
                <c:pt idx="461">
                  <c:v>67.297</c:v>
                </c:pt>
                <c:pt idx="462">
                  <c:v>67.293</c:v>
                </c:pt>
                <c:pt idx="463">
                  <c:v>67.29</c:v>
                </c:pt>
                <c:pt idx="464">
                  <c:v>67.287</c:v>
                </c:pt>
                <c:pt idx="465">
                  <c:v>67.284</c:v>
                </c:pt>
                <c:pt idx="466">
                  <c:v>67.281</c:v>
                </c:pt>
                <c:pt idx="467">
                  <c:v>67.279</c:v>
                </c:pt>
                <c:pt idx="468">
                  <c:v>67.277</c:v>
                </c:pt>
                <c:pt idx="469">
                  <c:v>67.275</c:v>
                </c:pt>
                <c:pt idx="470">
                  <c:v>67.274</c:v>
                </c:pt>
                <c:pt idx="471">
                  <c:v>67.274</c:v>
                </c:pt>
                <c:pt idx="472">
                  <c:v>67.274</c:v>
                </c:pt>
                <c:pt idx="473">
                  <c:v>67.274</c:v>
                </c:pt>
                <c:pt idx="474">
                  <c:v>67.274</c:v>
                </c:pt>
                <c:pt idx="475">
                  <c:v>67.275</c:v>
                </c:pt>
                <c:pt idx="476">
                  <c:v>67.275</c:v>
                </c:pt>
                <c:pt idx="477">
                  <c:v>67.276</c:v>
                </c:pt>
                <c:pt idx="478">
                  <c:v>67.278</c:v>
                </c:pt>
                <c:pt idx="479">
                  <c:v>67.279</c:v>
                </c:pt>
                <c:pt idx="480">
                  <c:v>67.28</c:v>
                </c:pt>
                <c:pt idx="481">
                  <c:v>67.281</c:v>
                </c:pt>
                <c:pt idx="482">
                  <c:v>67.282</c:v>
                </c:pt>
                <c:pt idx="483">
                  <c:v>67.284</c:v>
                </c:pt>
                <c:pt idx="484">
                  <c:v>67.285</c:v>
                </c:pt>
                <c:pt idx="485">
                  <c:v>67.286</c:v>
                </c:pt>
                <c:pt idx="486">
                  <c:v>67.288</c:v>
                </c:pt>
                <c:pt idx="487">
                  <c:v>67.289</c:v>
                </c:pt>
                <c:pt idx="488">
                  <c:v>67.29</c:v>
                </c:pt>
                <c:pt idx="489">
                  <c:v>67.291</c:v>
                </c:pt>
                <c:pt idx="490">
                  <c:v>67.293</c:v>
                </c:pt>
                <c:pt idx="491">
                  <c:v>67.294</c:v>
                </c:pt>
                <c:pt idx="492">
                  <c:v>67.295</c:v>
                </c:pt>
                <c:pt idx="493">
                  <c:v>67.295</c:v>
                </c:pt>
                <c:pt idx="494">
                  <c:v>67.296</c:v>
                </c:pt>
                <c:pt idx="495">
                  <c:v>67.296</c:v>
                </c:pt>
                <c:pt idx="496">
                  <c:v>67.296</c:v>
                </c:pt>
                <c:pt idx="497">
                  <c:v>67.296</c:v>
                </c:pt>
                <c:pt idx="498">
                  <c:v>67.295</c:v>
                </c:pt>
                <c:pt idx="499">
                  <c:v>67.294</c:v>
                </c:pt>
                <c:pt idx="500">
                  <c:v>67.293</c:v>
                </c:pt>
                <c:pt idx="501">
                  <c:v>67.291</c:v>
                </c:pt>
                <c:pt idx="502">
                  <c:v>67.289</c:v>
                </c:pt>
                <c:pt idx="503">
                  <c:v>67.287</c:v>
                </c:pt>
                <c:pt idx="504">
                  <c:v>67.284</c:v>
                </c:pt>
                <c:pt idx="505">
                  <c:v>67.281</c:v>
                </c:pt>
                <c:pt idx="506">
                  <c:v>67.277</c:v>
                </c:pt>
                <c:pt idx="507">
                  <c:v>67.274</c:v>
                </c:pt>
                <c:pt idx="508">
                  <c:v>67.27</c:v>
                </c:pt>
                <c:pt idx="509">
                  <c:v>67.266</c:v>
                </c:pt>
                <c:pt idx="510">
                  <c:v>67.262</c:v>
                </c:pt>
                <c:pt idx="511">
                  <c:v>67.257</c:v>
                </c:pt>
                <c:pt idx="512">
                  <c:v>67.253</c:v>
                </c:pt>
                <c:pt idx="513">
                  <c:v>67.249</c:v>
                </c:pt>
                <c:pt idx="514">
                  <c:v>67.245</c:v>
                </c:pt>
                <c:pt idx="515">
                  <c:v>67.241</c:v>
                </c:pt>
                <c:pt idx="516">
                  <c:v>67.237</c:v>
                </c:pt>
                <c:pt idx="517">
                  <c:v>67.233</c:v>
                </c:pt>
                <c:pt idx="518">
                  <c:v>67.23</c:v>
                </c:pt>
                <c:pt idx="519">
                  <c:v>67.227</c:v>
                </c:pt>
                <c:pt idx="520">
                  <c:v>67.224</c:v>
                </c:pt>
                <c:pt idx="521">
                  <c:v>67.221</c:v>
                </c:pt>
                <c:pt idx="522">
                  <c:v>67.218</c:v>
                </c:pt>
                <c:pt idx="523">
                  <c:v>67.216</c:v>
                </c:pt>
                <c:pt idx="524">
                  <c:v>67.213</c:v>
                </c:pt>
                <c:pt idx="525">
                  <c:v>67.211</c:v>
                </c:pt>
                <c:pt idx="526">
                  <c:v>67.209</c:v>
                </c:pt>
                <c:pt idx="527">
                  <c:v>67.207</c:v>
                </c:pt>
                <c:pt idx="528">
                  <c:v>67.205</c:v>
                </c:pt>
                <c:pt idx="529">
                  <c:v>67.202</c:v>
                </c:pt>
                <c:pt idx="530">
                  <c:v>67.2</c:v>
                </c:pt>
                <c:pt idx="531">
                  <c:v>67.197</c:v>
                </c:pt>
                <c:pt idx="532">
                  <c:v>67.194</c:v>
                </c:pt>
                <c:pt idx="533">
                  <c:v>67.191</c:v>
                </c:pt>
                <c:pt idx="534">
                  <c:v>67.187</c:v>
                </c:pt>
                <c:pt idx="535">
                  <c:v>67.183</c:v>
                </c:pt>
                <c:pt idx="536">
                  <c:v>67.178</c:v>
                </c:pt>
                <c:pt idx="537">
                  <c:v>67.173</c:v>
                </c:pt>
                <c:pt idx="538">
                  <c:v>67.168</c:v>
                </c:pt>
                <c:pt idx="539">
                  <c:v>67.162</c:v>
                </c:pt>
                <c:pt idx="540">
                  <c:v>67.156</c:v>
                </c:pt>
                <c:pt idx="541">
                  <c:v>67.149</c:v>
                </c:pt>
                <c:pt idx="542">
                  <c:v>67.141</c:v>
                </c:pt>
                <c:pt idx="543">
                  <c:v>67.133</c:v>
                </c:pt>
                <c:pt idx="544">
                  <c:v>67.124</c:v>
                </c:pt>
                <c:pt idx="545">
                  <c:v>67.114</c:v>
                </c:pt>
                <c:pt idx="546">
                  <c:v>67.104</c:v>
                </c:pt>
                <c:pt idx="547">
                  <c:v>67.094</c:v>
                </c:pt>
                <c:pt idx="548">
                  <c:v>67.083</c:v>
                </c:pt>
                <c:pt idx="549">
                  <c:v>67.071</c:v>
                </c:pt>
                <c:pt idx="550">
                  <c:v>67.058</c:v>
                </c:pt>
                <c:pt idx="551">
                  <c:v>67.045</c:v>
                </c:pt>
                <c:pt idx="552">
                  <c:v>67.032</c:v>
                </c:pt>
                <c:pt idx="553">
                  <c:v>67.018</c:v>
                </c:pt>
                <c:pt idx="554">
                  <c:v>67.004</c:v>
                </c:pt>
                <c:pt idx="555">
                  <c:v>66.989</c:v>
                </c:pt>
                <c:pt idx="556">
                  <c:v>66.974</c:v>
                </c:pt>
                <c:pt idx="557">
                  <c:v>66.959</c:v>
                </c:pt>
                <c:pt idx="558">
                  <c:v>66.943</c:v>
                </c:pt>
                <c:pt idx="559">
                  <c:v>66.928</c:v>
                </c:pt>
                <c:pt idx="560">
                  <c:v>66.912</c:v>
                </c:pt>
                <c:pt idx="561">
                  <c:v>66.896</c:v>
                </c:pt>
                <c:pt idx="562">
                  <c:v>66.881</c:v>
                </c:pt>
                <c:pt idx="563">
                  <c:v>66.866</c:v>
                </c:pt>
                <c:pt idx="564">
                  <c:v>66.85</c:v>
                </c:pt>
                <c:pt idx="565">
                  <c:v>66.835</c:v>
                </c:pt>
                <c:pt idx="566">
                  <c:v>66.82</c:v>
                </c:pt>
                <c:pt idx="567">
                  <c:v>66.805</c:v>
                </c:pt>
                <c:pt idx="568">
                  <c:v>66.791</c:v>
                </c:pt>
                <c:pt idx="569">
                  <c:v>66.777</c:v>
                </c:pt>
                <c:pt idx="570">
                  <c:v>66.764</c:v>
                </c:pt>
                <c:pt idx="571">
                  <c:v>66.751</c:v>
                </c:pt>
                <c:pt idx="572">
                  <c:v>66.738</c:v>
                </c:pt>
                <c:pt idx="573">
                  <c:v>66.726</c:v>
                </c:pt>
                <c:pt idx="574">
                  <c:v>66.714</c:v>
                </c:pt>
                <c:pt idx="575">
                  <c:v>66.703</c:v>
                </c:pt>
                <c:pt idx="576">
                  <c:v>66.692</c:v>
                </c:pt>
                <c:pt idx="577">
                  <c:v>66.683</c:v>
                </c:pt>
                <c:pt idx="578">
                  <c:v>66.673</c:v>
                </c:pt>
                <c:pt idx="579">
                  <c:v>66.664</c:v>
                </c:pt>
                <c:pt idx="580">
                  <c:v>66.657</c:v>
                </c:pt>
                <c:pt idx="581">
                  <c:v>66.649</c:v>
                </c:pt>
                <c:pt idx="582">
                  <c:v>66.643</c:v>
                </c:pt>
                <c:pt idx="583">
                  <c:v>66.637</c:v>
                </c:pt>
                <c:pt idx="584">
                  <c:v>66.633</c:v>
                </c:pt>
                <c:pt idx="585">
                  <c:v>66.629</c:v>
                </c:pt>
                <c:pt idx="586">
                  <c:v>66.626</c:v>
                </c:pt>
                <c:pt idx="587">
                  <c:v>66.624</c:v>
                </c:pt>
                <c:pt idx="588">
                  <c:v>66.622</c:v>
                </c:pt>
                <c:pt idx="589">
                  <c:v>66.622</c:v>
                </c:pt>
                <c:pt idx="590">
                  <c:v>66.623</c:v>
                </c:pt>
                <c:pt idx="591">
                  <c:v>66.624</c:v>
                </c:pt>
                <c:pt idx="592">
                  <c:v>66.626</c:v>
                </c:pt>
                <c:pt idx="593">
                  <c:v>66.629</c:v>
                </c:pt>
                <c:pt idx="594">
                  <c:v>66.632</c:v>
                </c:pt>
                <c:pt idx="595">
                  <c:v>66.636</c:v>
                </c:pt>
                <c:pt idx="596">
                  <c:v>66.64</c:v>
                </c:pt>
                <c:pt idx="597">
                  <c:v>66.645</c:v>
                </c:pt>
                <c:pt idx="598">
                  <c:v>66.651</c:v>
                </c:pt>
                <c:pt idx="599">
                  <c:v>66.657</c:v>
                </c:pt>
                <c:pt idx="600">
                  <c:v>66.663</c:v>
                </c:pt>
                <c:pt idx="601">
                  <c:v>66.67</c:v>
                </c:pt>
                <c:pt idx="602">
                  <c:v>66.677</c:v>
                </c:pt>
                <c:pt idx="603">
                  <c:v>66.685</c:v>
                </c:pt>
                <c:pt idx="604">
                  <c:v>66.693</c:v>
                </c:pt>
                <c:pt idx="605">
                  <c:v>66.701</c:v>
                </c:pt>
                <c:pt idx="606">
                  <c:v>66.709</c:v>
                </c:pt>
                <c:pt idx="607">
                  <c:v>66.718</c:v>
                </c:pt>
                <c:pt idx="608">
                  <c:v>66.726</c:v>
                </c:pt>
                <c:pt idx="609">
                  <c:v>66.735</c:v>
                </c:pt>
                <c:pt idx="610">
                  <c:v>66.745</c:v>
                </c:pt>
                <c:pt idx="611">
                  <c:v>66.755</c:v>
                </c:pt>
                <c:pt idx="612">
                  <c:v>66.765</c:v>
                </c:pt>
                <c:pt idx="613">
                  <c:v>66.775</c:v>
                </c:pt>
                <c:pt idx="614">
                  <c:v>66.785</c:v>
                </c:pt>
                <c:pt idx="615">
                  <c:v>66.796</c:v>
                </c:pt>
                <c:pt idx="616">
                  <c:v>66.806</c:v>
                </c:pt>
                <c:pt idx="617">
                  <c:v>66.817</c:v>
                </c:pt>
                <c:pt idx="618">
                  <c:v>66.828</c:v>
                </c:pt>
                <c:pt idx="619">
                  <c:v>66.839</c:v>
                </c:pt>
                <c:pt idx="620">
                  <c:v>66.85</c:v>
                </c:pt>
                <c:pt idx="621">
                  <c:v>66.861</c:v>
                </c:pt>
                <c:pt idx="622">
                  <c:v>66.872</c:v>
                </c:pt>
                <c:pt idx="623">
                  <c:v>66.882</c:v>
                </c:pt>
                <c:pt idx="624">
                  <c:v>66.892</c:v>
                </c:pt>
                <c:pt idx="625">
                  <c:v>66.902</c:v>
                </c:pt>
                <c:pt idx="626">
                  <c:v>66.911</c:v>
                </c:pt>
                <c:pt idx="627">
                  <c:v>66.92</c:v>
                </c:pt>
                <c:pt idx="628">
                  <c:v>66.928</c:v>
                </c:pt>
                <c:pt idx="629">
                  <c:v>66.935</c:v>
                </c:pt>
                <c:pt idx="630">
                  <c:v>66.942</c:v>
                </c:pt>
                <c:pt idx="631">
                  <c:v>66.948</c:v>
                </c:pt>
                <c:pt idx="632">
                  <c:v>66.953</c:v>
                </c:pt>
                <c:pt idx="633">
                  <c:v>66.958</c:v>
                </c:pt>
                <c:pt idx="634">
                  <c:v>66.961</c:v>
                </c:pt>
                <c:pt idx="635">
                  <c:v>66.965</c:v>
                </c:pt>
                <c:pt idx="636">
                  <c:v>66.967</c:v>
                </c:pt>
                <c:pt idx="637">
                  <c:v>66.969</c:v>
                </c:pt>
                <c:pt idx="638">
                  <c:v>66.97</c:v>
                </c:pt>
                <c:pt idx="639">
                  <c:v>66.971</c:v>
                </c:pt>
                <c:pt idx="640">
                  <c:v>66.971</c:v>
                </c:pt>
                <c:pt idx="641">
                  <c:v>66.971</c:v>
                </c:pt>
                <c:pt idx="642">
                  <c:v>66.971</c:v>
                </c:pt>
                <c:pt idx="643">
                  <c:v>66.97</c:v>
                </c:pt>
                <c:pt idx="644">
                  <c:v>66.97</c:v>
                </c:pt>
                <c:pt idx="645">
                  <c:v>66.968</c:v>
                </c:pt>
                <c:pt idx="646">
                  <c:v>66.967</c:v>
                </c:pt>
                <c:pt idx="647">
                  <c:v>66.966</c:v>
                </c:pt>
                <c:pt idx="648">
                  <c:v>66.965</c:v>
                </c:pt>
                <c:pt idx="649">
                  <c:v>66.964</c:v>
                </c:pt>
                <c:pt idx="650">
                  <c:v>66.962</c:v>
                </c:pt>
                <c:pt idx="651">
                  <c:v>66.961</c:v>
                </c:pt>
                <c:pt idx="652">
                  <c:v>66.959</c:v>
                </c:pt>
                <c:pt idx="653">
                  <c:v>66.957</c:v>
                </c:pt>
                <c:pt idx="654">
                  <c:v>66.955</c:v>
                </c:pt>
                <c:pt idx="655">
                  <c:v>66.953</c:v>
                </c:pt>
                <c:pt idx="656">
                  <c:v>66.951</c:v>
                </c:pt>
                <c:pt idx="657">
                  <c:v>66.949</c:v>
                </c:pt>
                <c:pt idx="658">
                  <c:v>66.946</c:v>
                </c:pt>
                <c:pt idx="659">
                  <c:v>66.943</c:v>
                </c:pt>
                <c:pt idx="660">
                  <c:v>66.94</c:v>
                </c:pt>
                <c:pt idx="661">
                  <c:v>66.936</c:v>
                </c:pt>
                <c:pt idx="662">
                  <c:v>66.932</c:v>
                </c:pt>
                <c:pt idx="663">
                  <c:v>66.927</c:v>
                </c:pt>
                <c:pt idx="664">
                  <c:v>66.922</c:v>
                </c:pt>
                <c:pt idx="665">
                  <c:v>66.916</c:v>
                </c:pt>
                <c:pt idx="666">
                  <c:v>66.91</c:v>
                </c:pt>
                <c:pt idx="667">
                  <c:v>66.903</c:v>
                </c:pt>
                <c:pt idx="668">
                  <c:v>66.895</c:v>
                </c:pt>
                <c:pt idx="669">
                  <c:v>66.887</c:v>
                </c:pt>
                <c:pt idx="670">
                  <c:v>66.878</c:v>
                </c:pt>
                <c:pt idx="671">
                  <c:v>66.868</c:v>
                </c:pt>
                <c:pt idx="672">
                  <c:v>66.858</c:v>
                </c:pt>
                <c:pt idx="673">
                  <c:v>66.846</c:v>
                </c:pt>
                <c:pt idx="674">
                  <c:v>66.834</c:v>
                </c:pt>
                <c:pt idx="675">
                  <c:v>66.821</c:v>
                </c:pt>
                <c:pt idx="676">
                  <c:v>66.808</c:v>
                </c:pt>
                <c:pt idx="677">
                  <c:v>66.793</c:v>
                </c:pt>
                <c:pt idx="678">
                  <c:v>66.778</c:v>
                </c:pt>
                <c:pt idx="679">
                  <c:v>66.762</c:v>
                </c:pt>
                <c:pt idx="680">
                  <c:v>66.745</c:v>
                </c:pt>
                <c:pt idx="681">
                  <c:v>66.728</c:v>
                </c:pt>
                <c:pt idx="682">
                  <c:v>66.71</c:v>
                </c:pt>
                <c:pt idx="683">
                  <c:v>66.692</c:v>
                </c:pt>
                <c:pt idx="684">
                  <c:v>66.674</c:v>
                </c:pt>
                <c:pt idx="685">
                  <c:v>66.655</c:v>
                </c:pt>
                <c:pt idx="686">
                  <c:v>66.636</c:v>
                </c:pt>
                <c:pt idx="687">
                  <c:v>66.618</c:v>
                </c:pt>
                <c:pt idx="688">
                  <c:v>66.599</c:v>
                </c:pt>
                <c:pt idx="689">
                  <c:v>66.58</c:v>
                </c:pt>
                <c:pt idx="690">
                  <c:v>66.562</c:v>
                </c:pt>
                <c:pt idx="691">
                  <c:v>66.544</c:v>
                </c:pt>
                <c:pt idx="692">
                  <c:v>66.526</c:v>
                </c:pt>
                <c:pt idx="693">
                  <c:v>66.508</c:v>
                </c:pt>
                <c:pt idx="694">
                  <c:v>66.491</c:v>
                </c:pt>
                <c:pt idx="695">
                  <c:v>66.474</c:v>
                </c:pt>
                <c:pt idx="696">
                  <c:v>66.457</c:v>
                </c:pt>
                <c:pt idx="697">
                  <c:v>66.441</c:v>
                </c:pt>
                <c:pt idx="698">
                  <c:v>66.425</c:v>
                </c:pt>
                <c:pt idx="699">
                  <c:v>66.409</c:v>
                </c:pt>
                <c:pt idx="700">
                  <c:v>66.394</c:v>
                </c:pt>
                <c:pt idx="701">
                  <c:v>66.378</c:v>
                </c:pt>
                <c:pt idx="702">
                  <c:v>66.364</c:v>
                </c:pt>
                <c:pt idx="703">
                  <c:v>66.349</c:v>
                </c:pt>
                <c:pt idx="704">
                  <c:v>66.335</c:v>
                </c:pt>
                <c:pt idx="705">
                  <c:v>66.322</c:v>
                </c:pt>
                <c:pt idx="706">
                  <c:v>66.309</c:v>
                </c:pt>
                <c:pt idx="707">
                  <c:v>66.296</c:v>
                </c:pt>
                <c:pt idx="708">
                  <c:v>66.284</c:v>
                </c:pt>
                <c:pt idx="709">
                  <c:v>66.273</c:v>
                </c:pt>
                <c:pt idx="710">
                  <c:v>66.262</c:v>
                </c:pt>
                <c:pt idx="711">
                  <c:v>66.252</c:v>
                </c:pt>
                <c:pt idx="712">
                  <c:v>66.243</c:v>
                </c:pt>
                <c:pt idx="713">
                  <c:v>66.234</c:v>
                </c:pt>
                <c:pt idx="714">
                  <c:v>66.225</c:v>
                </c:pt>
                <c:pt idx="715">
                  <c:v>66.218</c:v>
                </c:pt>
                <c:pt idx="716">
                  <c:v>66.211</c:v>
                </c:pt>
                <c:pt idx="717">
                  <c:v>66.205</c:v>
                </c:pt>
                <c:pt idx="718">
                  <c:v>66.199</c:v>
                </c:pt>
                <c:pt idx="719">
                  <c:v>66.194</c:v>
                </c:pt>
                <c:pt idx="720">
                  <c:v>66.19</c:v>
                </c:pt>
                <c:pt idx="721">
                  <c:v>66.186</c:v>
                </c:pt>
                <c:pt idx="722">
                  <c:v>66.184</c:v>
                </c:pt>
                <c:pt idx="723">
                  <c:v>66.181</c:v>
                </c:pt>
                <c:pt idx="724">
                  <c:v>66.179</c:v>
                </c:pt>
                <c:pt idx="725">
                  <c:v>66.178</c:v>
                </c:pt>
                <c:pt idx="726">
                  <c:v>66.177</c:v>
                </c:pt>
                <c:pt idx="727">
                  <c:v>66.176</c:v>
                </c:pt>
                <c:pt idx="728">
                  <c:v>66.176</c:v>
                </c:pt>
                <c:pt idx="729">
                  <c:v>66.177</c:v>
                </c:pt>
                <c:pt idx="730">
                  <c:v>66.178</c:v>
                </c:pt>
                <c:pt idx="731">
                  <c:v>66.179</c:v>
                </c:pt>
                <c:pt idx="732">
                  <c:v>66.181</c:v>
                </c:pt>
                <c:pt idx="733">
                  <c:v>66.184</c:v>
                </c:pt>
                <c:pt idx="734">
                  <c:v>66.187</c:v>
                </c:pt>
                <c:pt idx="735">
                  <c:v>66.19</c:v>
                </c:pt>
                <c:pt idx="736">
                  <c:v>66.194</c:v>
                </c:pt>
                <c:pt idx="737">
                  <c:v>66.198</c:v>
                </c:pt>
                <c:pt idx="738">
                  <c:v>66.203</c:v>
                </c:pt>
                <c:pt idx="739">
                  <c:v>66.209</c:v>
                </c:pt>
                <c:pt idx="740">
                  <c:v>66.215</c:v>
                </c:pt>
                <c:pt idx="741">
                  <c:v>66.221</c:v>
                </c:pt>
                <c:pt idx="742">
                  <c:v>66.227</c:v>
                </c:pt>
                <c:pt idx="743">
                  <c:v>66.234</c:v>
                </c:pt>
                <c:pt idx="744">
                  <c:v>66.242</c:v>
                </c:pt>
                <c:pt idx="745">
                  <c:v>66.249</c:v>
                </c:pt>
                <c:pt idx="746">
                  <c:v>66.257</c:v>
                </c:pt>
                <c:pt idx="747">
                  <c:v>66.265</c:v>
                </c:pt>
                <c:pt idx="748">
                  <c:v>66.273</c:v>
                </c:pt>
                <c:pt idx="749">
                  <c:v>66.281</c:v>
                </c:pt>
                <c:pt idx="750">
                  <c:v>66.289</c:v>
                </c:pt>
                <c:pt idx="751">
                  <c:v>66.297</c:v>
                </c:pt>
                <c:pt idx="752">
                  <c:v>66.305</c:v>
                </c:pt>
                <c:pt idx="753">
                  <c:v>66.313</c:v>
                </c:pt>
                <c:pt idx="754">
                  <c:v>66.32</c:v>
                </c:pt>
                <c:pt idx="755">
                  <c:v>66.328</c:v>
                </c:pt>
                <c:pt idx="756">
                  <c:v>66.335</c:v>
                </c:pt>
                <c:pt idx="757">
                  <c:v>66.343</c:v>
                </c:pt>
                <c:pt idx="758">
                  <c:v>66.351</c:v>
                </c:pt>
                <c:pt idx="759">
                  <c:v>66.358</c:v>
                </c:pt>
                <c:pt idx="760">
                  <c:v>66.366</c:v>
                </c:pt>
                <c:pt idx="761">
                  <c:v>66.374</c:v>
                </c:pt>
                <c:pt idx="762">
                  <c:v>66.382</c:v>
                </c:pt>
                <c:pt idx="763">
                  <c:v>66.39</c:v>
                </c:pt>
                <c:pt idx="764">
                  <c:v>66.398</c:v>
                </c:pt>
                <c:pt idx="765">
                  <c:v>66.407</c:v>
                </c:pt>
                <c:pt idx="766">
                  <c:v>66.416</c:v>
                </c:pt>
                <c:pt idx="767">
                  <c:v>66.426</c:v>
                </c:pt>
                <c:pt idx="768">
                  <c:v>66.435</c:v>
                </c:pt>
                <c:pt idx="769">
                  <c:v>66.446</c:v>
                </c:pt>
                <c:pt idx="770">
                  <c:v>66.457</c:v>
                </c:pt>
                <c:pt idx="771">
                  <c:v>66.468</c:v>
                </c:pt>
                <c:pt idx="772">
                  <c:v>66.48</c:v>
                </c:pt>
                <c:pt idx="773">
                  <c:v>66.492</c:v>
                </c:pt>
                <c:pt idx="774">
                  <c:v>66.505</c:v>
                </c:pt>
                <c:pt idx="775">
                  <c:v>66.518</c:v>
                </c:pt>
                <c:pt idx="776">
                  <c:v>66.531</c:v>
                </c:pt>
                <c:pt idx="777">
                  <c:v>66.546</c:v>
                </c:pt>
                <c:pt idx="778">
                  <c:v>66.56</c:v>
                </c:pt>
                <c:pt idx="779">
                  <c:v>66.575</c:v>
                </c:pt>
                <c:pt idx="780">
                  <c:v>66.59</c:v>
                </c:pt>
                <c:pt idx="781">
                  <c:v>66.605</c:v>
                </c:pt>
                <c:pt idx="782">
                  <c:v>66.621</c:v>
                </c:pt>
                <c:pt idx="783">
                  <c:v>66.636</c:v>
                </c:pt>
                <c:pt idx="784">
                  <c:v>66.652</c:v>
                </c:pt>
                <c:pt idx="785">
                  <c:v>66.667</c:v>
                </c:pt>
                <c:pt idx="786">
                  <c:v>66.682</c:v>
                </c:pt>
                <c:pt idx="787">
                  <c:v>66.698</c:v>
                </c:pt>
                <c:pt idx="788">
                  <c:v>66.713</c:v>
                </c:pt>
                <c:pt idx="789">
                  <c:v>66.727</c:v>
                </c:pt>
                <c:pt idx="790">
                  <c:v>66.742</c:v>
                </c:pt>
                <c:pt idx="791">
                  <c:v>66.756</c:v>
                </c:pt>
                <c:pt idx="792">
                  <c:v>66.769</c:v>
                </c:pt>
                <c:pt idx="793">
                  <c:v>66.782</c:v>
                </c:pt>
                <c:pt idx="794">
                  <c:v>66.794</c:v>
                </c:pt>
                <c:pt idx="795">
                  <c:v>66.805</c:v>
                </c:pt>
                <c:pt idx="796">
                  <c:v>66.816</c:v>
                </c:pt>
                <c:pt idx="797">
                  <c:v>66.826</c:v>
                </c:pt>
                <c:pt idx="798">
                  <c:v>66.836</c:v>
                </c:pt>
                <c:pt idx="799">
                  <c:v>66.844</c:v>
                </c:pt>
                <c:pt idx="800">
                  <c:v>66.852</c:v>
                </c:pt>
                <c:pt idx="801">
                  <c:v>66.859</c:v>
                </c:pt>
                <c:pt idx="802">
                  <c:v>66.866</c:v>
                </c:pt>
                <c:pt idx="803">
                  <c:v>66.871</c:v>
                </c:pt>
                <c:pt idx="804">
                  <c:v>66.875</c:v>
                </c:pt>
                <c:pt idx="805">
                  <c:v>66.879</c:v>
                </c:pt>
                <c:pt idx="806">
                  <c:v>66.881</c:v>
                </c:pt>
                <c:pt idx="807">
                  <c:v>66.882</c:v>
                </c:pt>
                <c:pt idx="808">
                  <c:v>66.882</c:v>
                </c:pt>
                <c:pt idx="809">
                  <c:v>66.881</c:v>
                </c:pt>
                <c:pt idx="810">
                  <c:v>66.878</c:v>
                </c:pt>
                <c:pt idx="811">
                  <c:v>66.873</c:v>
                </c:pt>
                <c:pt idx="812">
                  <c:v>66.867</c:v>
                </c:pt>
                <c:pt idx="813">
                  <c:v>66.86</c:v>
                </c:pt>
                <c:pt idx="814">
                  <c:v>66.852</c:v>
                </c:pt>
                <c:pt idx="815">
                  <c:v>66.842</c:v>
                </c:pt>
                <c:pt idx="816">
                  <c:v>66.83</c:v>
                </c:pt>
                <c:pt idx="817">
                  <c:v>66.817</c:v>
                </c:pt>
                <c:pt idx="818">
                  <c:v>66.803</c:v>
                </c:pt>
                <c:pt idx="819">
                  <c:v>66.788</c:v>
                </c:pt>
                <c:pt idx="820">
                  <c:v>66.771</c:v>
                </c:pt>
                <c:pt idx="821">
                  <c:v>66.754</c:v>
                </c:pt>
                <c:pt idx="822">
                  <c:v>66.737</c:v>
                </c:pt>
                <c:pt idx="823">
                  <c:v>66.719</c:v>
                </c:pt>
                <c:pt idx="824">
                  <c:v>66.702</c:v>
                </c:pt>
                <c:pt idx="825">
                  <c:v>66.684</c:v>
                </c:pt>
                <c:pt idx="826">
                  <c:v>66.667</c:v>
                </c:pt>
                <c:pt idx="827">
                  <c:v>66.65</c:v>
                </c:pt>
                <c:pt idx="828">
                  <c:v>66.634</c:v>
                </c:pt>
                <c:pt idx="829">
                  <c:v>66.619</c:v>
                </c:pt>
                <c:pt idx="830">
                  <c:v>66.605</c:v>
                </c:pt>
                <c:pt idx="831">
                  <c:v>66.592</c:v>
                </c:pt>
                <c:pt idx="832">
                  <c:v>66.579</c:v>
                </c:pt>
                <c:pt idx="833">
                  <c:v>66.568</c:v>
                </c:pt>
                <c:pt idx="834">
                  <c:v>66.557</c:v>
                </c:pt>
                <c:pt idx="835">
                  <c:v>66.548</c:v>
                </c:pt>
                <c:pt idx="836">
                  <c:v>66.539</c:v>
                </c:pt>
                <c:pt idx="837">
                  <c:v>66.531</c:v>
                </c:pt>
                <c:pt idx="838">
                  <c:v>66.524</c:v>
                </c:pt>
                <c:pt idx="839">
                  <c:v>66.518</c:v>
                </c:pt>
                <c:pt idx="840">
                  <c:v>66.512</c:v>
                </c:pt>
                <c:pt idx="841">
                  <c:v>66.507</c:v>
                </c:pt>
                <c:pt idx="842">
                  <c:v>66.503</c:v>
                </c:pt>
                <c:pt idx="843">
                  <c:v>66.499</c:v>
                </c:pt>
                <c:pt idx="844">
                  <c:v>66.496</c:v>
                </c:pt>
                <c:pt idx="845">
                  <c:v>66.493</c:v>
                </c:pt>
                <c:pt idx="846">
                  <c:v>66.491</c:v>
                </c:pt>
                <c:pt idx="847">
                  <c:v>66.49</c:v>
                </c:pt>
                <c:pt idx="848">
                  <c:v>66.489</c:v>
                </c:pt>
                <c:pt idx="849">
                  <c:v>66.489</c:v>
                </c:pt>
                <c:pt idx="850">
                  <c:v>66.489</c:v>
                </c:pt>
                <c:pt idx="851">
                  <c:v>66.489</c:v>
                </c:pt>
                <c:pt idx="852">
                  <c:v>66.49</c:v>
                </c:pt>
                <c:pt idx="853">
                  <c:v>66.491</c:v>
                </c:pt>
                <c:pt idx="854">
                  <c:v>66.492</c:v>
                </c:pt>
                <c:pt idx="855">
                  <c:v>66.493</c:v>
                </c:pt>
                <c:pt idx="856">
                  <c:v>66.495</c:v>
                </c:pt>
                <c:pt idx="857">
                  <c:v>66.496</c:v>
                </c:pt>
                <c:pt idx="858">
                  <c:v>66.498</c:v>
                </c:pt>
                <c:pt idx="859">
                  <c:v>66.5</c:v>
                </c:pt>
                <c:pt idx="860">
                  <c:v>66.502</c:v>
                </c:pt>
                <c:pt idx="861">
                  <c:v>66.504</c:v>
                </c:pt>
                <c:pt idx="862">
                  <c:v>66.505</c:v>
                </c:pt>
                <c:pt idx="863">
                  <c:v>66.507</c:v>
                </c:pt>
                <c:pt idx="864">
                  <c:v>66.509</c:v>
                </c:pt>
                <c:pt idx="865">
                  <c:v>66.511</c:v>
                </c:pt>
                <c:pt idx="866">
                  <c:v>66.513</c:v>
                </c:pt>
                <c:pt idx="867">
                  <c:v>66.515</c:v>
                </c:pt>
                <c:pt idx="868">
                  <c:v>66.517</c:v>
                </c:pt>
                <c:pt idx="869">
                  <c:v>66.518</c:v>
                </c:pt>
                <c:pt idx="870">
                  <c:v>66.52</c:v>
                </c:pt>
                <c:pt idx="871">
                  <c:v>66.523</c:v>
                </c:pt>
                <c:pt idx="872">
                  <c:v>66.525</c:v>
                </c:pt>
                <c:pt idx="873">
                  <c:v>66.527</c:v>
                </c:pt>
                <c:pt idx="874">
                  <c:v>66.529</c:v>
                </c:pt>
                <c:pt idx="875">
                  <c:v>66.532</c:v>
                </c:pt>
                <c:pt idx="876">
                  <c:v>66.535</c:v>
                </c:pt>
                <c:pt idx="877">
                  <c:v>66.538</c:v>
                </c:pt>
                <c:pt idx="878">
                  <c:v>66.542</c:v>
                </c:pt>
                <c:pt idx="879">
                  <c:v>66.545</c:v>
                </c:pt>
                <c:pt idx="880">
                  <c:v>66.549</c:v>
                </c:pt>
                <c:pt idx="881">
                  <c:v>66.554</c:v>
                </c:pt>
                <c:pt idx="882">
                  <c:v>66.558</c:v>
                </c:pt>
                <c:pt idx="883">
                  <c:v>66.563</c:v>
                </c:pt>
                <c:pt idx="884">
                  <c:v>66.567</c:v>
                </c:pt>
                <c:pt idx="885">
                  <c:v>66.572</c:v>
                </c:pt>
                <c:pt idx="886">
                  <c:v>66.576</c:v>
                </c:pt>
                <c:pt idx="887">
                  <c:v>66.579</c:v>
                </c:pt>
                <c:pt idx="888">
                  <c:v>66.582</c:v>
                </c:pt>
                <c:pt idx="889">
                  <c:v>66.584</c:v>
                </c:pt>
                <c:pt idx="890">
                  <c:v>66.586</c:v>
                </c:pt>
                <c:pt idx="891">
                  <c:v>66.586</c:v>
                </c:pt>
                <c:pt idx="892">
                  <c:v>66.585</c:v>
                </c:pt>
                <c:pt idx="893">
                  <c:v>66.583</c:v>
                </c:pt>
                <c:pt idx="894">
                  <c:v>66.581</c:v>
                </c:pt>
                <c:pt idx="895">
                  <c:v>66.577</c:v>
                </c:pt>
                <c:pt idx="896">
                  <c:v>66.572</c:v>
                </c:pt>
                <c:pt idx="897">
                  <c:v>66.566</c:v>
                </c:pt>
                <c:pt idx="898">
                  <c:v>66.559</c:v>
                </c:pt>
                <c:pt idx="899">
                  <c:v>66.551</c:v>
                </c:pt>
                <c:pt idx="900">
                  <c:v>66.543</c:v>
                </c:pt>
                <c:pt idx="901">
                  <c:v>66.534</c:v>
                </c:pt>
                <c:pt idx="902">
                  <c:v>66.524</c:v>
                </c:pt>
                <c:pt idx="903">
                  <c:v>66.514</c:v>
                </c:pt>
                <c:pt idx="904">
                  <c:v>66.503</c:v>
                </c:pt>
                <c:pt idx="905">
                  <c:v>66.492</c:v>
                </c:pt>
                <c:pt idx="906">
                  <c:v>66.48</c:v>
                </c:pt>
                <c:pt idx="907">
                  <c:v>66.469</c:v>
                </c:pt>
                <c:pt idx="908">
                  <c:v>66.457</c:v>
                </c:pt>
                <c:pt idx="909">
                  <c:v>66.445</c:v>
                </c:pt>
                <c:pt idx="910">
                  <c:v>66.434</c:v>
                </c:pt>
                <c:pt idx="911">
                  <c:v>66.423</c:v>
                </c:pt>
                <c:pt idx="912">
                  <c:v>66.412</c:v>
                </c:pt>
                <c:pt idx="913">
                  <c:v>66.403</c:v>
                </c:pt>
                <c:pt idx="914">
                  <c:v>66.394</c:v>
                </c:pt>
                <c:pt idx="915">
                  <c:v>66.386</c:v>
                </c:pt>
                <c:pt idx="916">
                  <c:v>66.379</c:v>
                </c:pt>
                <c:pt idx="917">
                  <c:v>66.373</c:v>
                </c:pt>
                <c:pt idx="918">
                  <c:v>66.367</c:v>
                </c:pt>
                <c:pt idx="919">
                  <c:v>66.364</c:v>
                </c:pt>
                <c:pt idx="920">
                  <c:v>66.361</c:v>
                </c:pt>
                <c:pt idx="921">
                  <c:v>66.359</c:v>
                </c:pt>
                <c:pt idx="922">
                  <c:v>66.358</c:v>
                </c:pt>
                <c:pt idx="923">
                  <c:v>66.358</c:v>
                </c:pt>
                <c:pt idx="924">
                  <c:v>66.36</c:v>
                </c:pt>
                <c:pt idx="925">
                  <c:v>66.361</c:v>
                </c:pt>
                <c:pt idx="926">
                  <c:v>66.364</c:v>
                </c:pt>
                <c:pt idx="927">
                  <c:v>66.367</c:v>
                </c:pt>
                <c:pt idx="928">
                  <c:v>66.37</c:v>
                </c:pt>
                <c:pt idx="929">
                  <c:v>66.374</c:v>
                </c:pt>
                <c:pt idx="930">
                  <c:v>66.379</c:v>
                </c:pt>
                <c:pt idx="931">
                  <c:v>66.383</c:v>
                </c:pt>
                <c:pt idx="932">
                  <c:v>66.388</c:v>
                </c:pt>
                <c:pt idx="933">
                  <c:v>66.393</c:v>
                </c:pt>
                <c:pt idx="934">
                  <c:v>66.398</c:v>
                </c:pt>
                <c:pt idx="935">
                  <c:v>66.403</c:v>
                </c:pt>
                <c:pt idx="936">
                  <c:v>66.408</c:v>
                </c:pt>
                <c:pt idx="937">
                  <c:v>66.413</c:v>
                </c:pt>
                <c:pt idx="938">
                  <c:v>66.418</c:v>
                </c:pt>
                <c:pt idx="939">
                  <c:v>66.423</c:v>
                </c:pt>
                <c:pt idx="940">
                  <c:v>66.427</c:v>
                </c:pt>
                <c:pt idx="941">
                  <c:v>66.431</c:v>
                </c:pt>
                <c:pt idx="942">
                  <c:v>66.436</c:v>
                </c:pt>
                <c:pt idx="943">
                  <c:v>66.44</c:v>
                </c:pt>
                <c:pt idx="944">
                  <c:v>66.443</c:v>
                </c:pt>
                <c:pt idx="945">
                  <c:v>66.446</c:v>
                </c:pt>
                <c:pt idx="946">
                  <c:v>66.45</c:v>
                </c:pt>
                <c:pt idx="947">
                  <c:v>66.452</c:v>
                </c:pt>
                <c:pt idx="948">
                  <c:v>66.454</c:v>
                </c:pt>
                <c:pt idx="949">
                  <c:v>66.456</c:v>
                </c:pt>
                <c:pt idx="950">
                  <c:v>66.458</c:v>
                </c:pt>
                <c:pt idx="951">
                  <c:v>66.459</c:v>
                </c:pt>
                <c:pt idx="952">
                  <c:v>66.46</c:v>
                </c:pt>
                <c:pt idx="953">
                  <c:v>66.461</c:v>
                </c:pt>
                <c:pt idx="954">
                  <c:v>66.463</c:v>
                </c:pt>
                <c:pt idx="955">
                  <c:v>66.464</c:v>
                </c:pt>
                <c:pt idx="956">
                  <c:v>66.465</c:v>
                </c:pt>
                <c:pt idx="957">
                  <c:v>66.466</c:v>
                </c:pt>
                <c:pt idx="958">
                  <c:v>66.468</c:v>
                </c:pt>
                <c:pt idx="959">
                  <c:v>66.47</c:v>
                </c:pt>
                <c:pt idx="960">
                  <c:v>66.472</c:v>
                </c:pt>
                <c:pt idx="961">
                  <c:v>66.475</c:v>
                </c:pt>
                <c:pt idx="962">
                  <c:v>66.478</c:v>
                </c:pt>
                <c:pt idx="963">
                  <c:v>66.481</c:v>
                </c:pt>
                <c:pt idx="964">
                  <c:v>66.484</c:v>
                </c:pt>
                <c:pt idx="965">
                  <c:v>66.488</c:v>
                </c:pt>
                <c:pt idx="966">
                  <c:v>66.492</c:v>
                </c:pt>
                <c:pt idx="967">
                  <c:v>66.497</c:v>
                </c:pt>
                <c:pt idx="968">
                  <c:v>66.501</c:v>
                </c:pt>
                <c:pt idx="969">
                  <c:v>66.506</c:v>
                </c:pt>
                <c:pt idx="970">
                  <c:v>66.511</c:v>
                </c:pt>
                <c:pt idx="971">
                  <c:v>66.516</c:v>
                </c:pt>
                <c:pt idx="972">
                  <c:v>66.521</c:v>
                </c:pt>
                <c:pt idx="973">
                  <c:v>66.526</c:v>
                </c:pt>
                <c:pt idx="974">
                  <c:v>66.531</c:v>
                </c:pt>
                <c:pt idx="975">
                  <c:v>66.536</c:v>
                </c:pt>
                <c:pt idx="976">
                  <c:v>66.541</c:v>
                </c:pt>
                <c:pt idx="977">
                  <c:v>66.545</c:v>
                </c:pt>
                <c:pt idx="978">
                  <c:v>66.549</c:v>
                </c:pt>
                <c:pt idx="979">
                  <c:v>66.553</c:v>
                </c:pt>
                <c:pt idx="980">
                  <c:v>66.556</c:v>
                </c:pt>
                <c:pt idx="981">
                  <c:v>66.559</c:v>
                </c:pt>
                <c:pt idx="982">
                  <c:v>66.562</c:v>
                </c:pt>
                <c:pt idx="983">
                  <c:v>66.564</c:v>
                </c:pt>
                <c:pt idx="984">
                  <c:v>66.566</c:v>
                </c:pt>
                <c:pt idx="985">
                  <c:v>66.567</c:v>
                </c:pt>
                <c:pt idx="986">
                  <c:v>66.568</c:v>
                </c:pt>
                <c:pt idx="987">
                  <c:v>66.568</c:v>
                </c:pt>
                <c:pt idx="988">
                  <c:v>66.569</c:v>
                </c:pt>
                <c:pt idx="989">
                  <c:v>66.568</c:v>
                </c:pt>
                <c:pt idx="990">
                  <c:v>66.568</c:v>
                </c:pt>
                <c:pt idx="991">
                  <c:v>66.567</c:v>
                </c:pt>
                <c:pt idx="992">
                  <c:v>66.567</c:v>
                </c:pt>
                <c:pt idx="993">
                  <c:v>66.565</c:v>
                </c:pt>
                <c:pt idx="994">
                  <c:v>66.564</c:v>
                </c:pt>
                <c:pt idx="995">
                  <c:v>66.563</c:v>
                </c:pt>
                <c:pt idx="996">
                  <c:v>66.562</c:v>
                </c:pt>
                <c:pt idx="997">
                  <c:v>66.56</c:v>
                </c:pt>
                <c:pt idx="998">
                  <c:v>66.559</c:v>
                </c:pt>
                <c:pt idx="999">
                  <c:v>66.557</c:v>
                </c:pt>
                <c:pt idx="1000">
                  <c:v>66.556</c:v>
                </c:pt>
                <c:pt idx="1001">
                  <c:v>66.555</c:v>
                </c:pt>
                <c:pt idx="1002">
                  <c:v>66.553</c:v>
                </c:pt>
                <c:pt idx="1003">
                  <c:v>66.552</c:v>
                </c:pt>
                <c:pt idx="1004">
                  <c:v>66.552</c:v>
                </c:pt>
                <c:pt idx="1005">
                  <c:v>66.55</c:v>
                </c:pt>
                <c:pt idx="1006">
                  <c:v>66.549</c:v>
                </c:pt>
                <c:pt idx="1007">
                  <c:v>66.549</c:v>
                </c:pt>
                <c:pt idx="1008">
                  <c:v>66.548</c:v>
                </c:pt>
                <c:pt idx="1009">
                  <c:v>66.547</c:v>
                </c:pt>
                <c:pt idx="1010">
                  <c:v>66.546</c:v>
                </c:pt>
                <c:pt idx="1011">
                  <c:v>66.545</c:v>
                </c:pt>
                <c:pt idx="1012">
                  <c:v>66.545</c:v>
                </c:pt>
                <c:pt idx="1013">
                  <c:v>66.544</c:v>
                </c:pt>
                <c:pt idx="1014">
                  <c:v>66.543</c:v>
                </c:pt>
                <c:pt idx="1015">
                  <c:v>66.542</c:v>
                </c:pt>
                <c:pt idx="1016">
                  <c:v>66.541</c:v>
                </c:pt>
                <c:pt idx="1017">
                  <c:v>66.54</c:v>
                </c:pt>
                <c:pt idx="1018">
                  <c:v>66.539</c:v>
                </c:pt>
                <c:pt idx="1019">
                  <c:v>66.538</c:v>
                </c:pt>
                <c:pt idx="1020">
                  <c:v>66.537</c:v>
                </c:pt>
                <c:pt idx="1021">
                  <c:v>66.535</c:v>
                </c:pt>
                <c:pt idx="1022">
                  <c:v>66.534</c:v>
                </c:pt>
                <c:pt idx="1023">
                  <c:v>66.532</c:v>
                </c:pt>
                <c:pt idx="1024">
                  <c:v>66.53</c:v>
                </c:pt>
                <c:pt idx="1025">
                  <c:v>66.528</c:v>
                </c:pt>
                <c:pt idx="1026">
                  <c:v>66.526</c:v>
                </c:pt>
                <c:pt idx="1027">
                  <c:v>66.524</c:v>
                </c:pt>
                <c:pt idx="1028">
                  <c:v>66.522</c:v>
                </c:pt>
                <c:pt idx="1029">
                  <c:v>66.52</c:v>
                </c:pt>
                <c:pt idx="1030">
                  <c:v>66.517</c:v>
                </c:pt>
                <c:pt idx="1031">
                  <c:v>66.514</c:v>
                </c:pt>
                <c:pt idx="1032">
                  <c:v>66.511</c:v>
                </c:pt>
                <c:pt idx="1033">
                  <c:v>66.508</c:v>
                </c:pt>
                <c:pt idx="1034">
                  <c:v>66.504</c:v>
                </c:pt>
                <c:pt idx="1035">
                  <c:v>66.501</c:v>
                </c:pt>
                <c:pt idx="1036">
                  <c:v>66.497</c:v>
                </c:pt>
                <c:pt idx="1037">
                  <c:v>66.493</c:v>
                </c:pt>
                <c:pt idx="1038">
                  <c:v>66.489</c:v>
                </c:pt>
                <c:pt idx="1039">
                  <c:v>66.485</c:v>
                </c:pt>
                <c:pt idx="1040">
                  <c:v>66.481</c:v>
                </c:pt>
                <c:pt idx="1041">
                  <c:v>66.477</c:v>
                </c:pt>
                <c:pt idx="1042">
                  <c:v>66.472</c:v>
                </c:pt>
                <c:pt idx="1043">
                  <c:v>66.468</c:v>
                </c:pt>
                <c:pt idx="1044">
                  <c:v>66.464</c:v>
                </c:pt>
                <c:pt idx="1045">
                  <c:v>66.46</c:v>
                </c:pt>
                <c:pt idx="1046">
                  <c:v>66.456</c:v>
                </c:pt>
                <c:pt idx="1047">
                  <c:v>66.452</c:v>
                </c:pt>
                <c:pt idx="1048">
                  <c:v>66.448</c:v>
                </c:pt>
                <c:pt idx="1049">
                  <c:v>66.445</c:v>
                </c:pt>
                <c:pt idx="1050">
                  <c:v>66.442</c:v>
                </c:pt>
                <c:pt idx="1051">
                  <c:v>66.439</c:v>
                </c:pt>
                <c:pt idx="1052">
                  <c:v>66.437</c:v>
                </c:pt>
                <c:pt idx="1053">
                  <c:v>66.435</c:v>
                </c:pt>
                <c:pt idx="1054">
                  <c:v>66.434</c:v>
                </c:pt>
                <c:pt idx="1055">
                  <c:v>66.433</c:v>
                </c:pt>
                <c:pt idx="1056">
                  <c:v>66.433</c:v>
                </c:pt>
                <c:pt idx="1057">
                  <c:v>66.434</c:v>
                </c:pt>
                <c:pt idx="1058">
                  <c:v>66.435</c:v>
                </c:pt>
                <c:pt idx="1059">
                  <c:v>66.437</c:v>
                </c:pt>
                <c:pt idx="1060">
                  <c:v>66.44</c:v>
                </c:pt>
                <c:pt idx="1061">
                  <c:v>66.444</c:v>
                </c:pt>
                <c:pt idx="1062">
                  <c:v>66.449</c:v>
                </c:pt>
                <c:pt idx="1063">
                  <c:v>66.454</c:v>
                </c:pt>
                <c:pt idx="1064">
                  <c:v>66.46</c:v>
                </c:pt>
                <c:pt idx="1065">
                  <c:v>66.466</c:v>
                </c:pt>
                <c:pt idx="1066">
                  <c:v>66.473</c:v>
                </c:pt>
                <c:pt idx="1067">
                  <c:v>66.48</c:v>
                </c:pt>
                <c:pt idx="1068">
                  <c:v>66.488</c:v>
                </c:pt>
                <c:pt idx="1069">
                  <c:v>66.496</c:v>
                </c:pt>
                <c:pt idx="1070">
                  <c:v>66.504</c:v>
                </c:pt>
                <c:pt idx="1071">
                  <c:v>66.512</c:v>
                </c:pt>
                <c:pt idx="1072">
                  <c:v>66.519</c:v>
                </c:pt>
                <c:pt idx="1073">
                  <c:v>66.526</c:v>
                </c:pt>
                <c:pt idx="1074">
                  <c:v>66.533</c:v>
                </c:pt>
                <c:pt idx="1075">
                  <c:v>66.539</c:v>
                </c:pt>
                <c:pt idx="1076">
                  <c:v>66.544</c:v>
                </c:pt>
                <c:pt idx="1077">
                  <c:v>66.549</c:v>
                </c:pt>
                <c:pt idx="1078">
                  <c:v>66.552</c:v>
                </c:pt>
                <c:pt idx="1079">
                  <c:v>66.555</c:v>
                </c:pt>
                <c:pt idx="1080">
                  <c:v>66.556</c:v>
                </c:pt>
                <c:pt idx="1081">
                  <c:v>66.557</c:v>
                </c:pt>
                <c:pt idx="1082">
                  <c:v>66.556</c:v>
                </c:pt>
                <c:pt idx="1083">
                  <c:v>66.555</c:v>
                </c:pt>
                <c:pt idx="1084">
                  <c:v>66.553</c:v>
                </c:pt>
                <c:pt idx="1085">
                  <c:v>66.55</c:v>
                </c:pt>
                <c:pt idx="1086">
                  <c:v>66.546</c:v>
                </c:pt>
                <c:pt idx="1087">
                  <c:v>66.542</c:v>
                </c:pt>
                <c:pt idx="1088">
                  <c:v>66.538</c:v>
                </c:pt>
                <c:pt idx="1089">
                  <c:v>66.533</c:v>
                </c:pt>
                <c:pt idx="1090">
                  <c:v>66.528</c:v>
                </c:pt>
                <c:pt idx="1091">
                  <c:v>66.524</c:v>
                </c:pt>
                <c:pt idx="1092">
                  <c:v>66.52</c:v>
                </c:pt>
                <c:pt idx="1093">
                  <c:v>66.516</c:v>
                </c:pt>
                <c:pt idx="1094">
                  <c:v>66.512</c:v>
                </c:pt>
                <c:pt idx="1095">
                  <c:v>66.509</c:v>
                </c:pt>
                <c:pt idx="1096">
                  <c:v>66.507</c:v>
                </c:pt>
                <c:pt idx="1097">
                  <c:v>66.505</c:v>
                </c:pt>
                <c:pt idx="1098">
                  <c:v>66.503</c:v>
                </c:pt>
                <c:pt idx="1099">
                  <c:v>66.502</c:v>
                </c:pt>
                <c:pt idx="1100">
                  <c:v>66.501</c:v>
                </c:pt>
                <c:pt idx="1101">
                  <c:v>66.5</c:v>
                </c:pt>
                <c:pt idx="1102">
                  <c:v>66.5</c:v>
                </c:pt>
                <c:pt idx="1103">
                  <c:v>66.5</c:v>
                </c:pt>
                <c:pt idx="1104">
                  <c:v>66.5</c:v>
                </c:pt>
                <c:pt idx="1105">
                  <c:v>66.5</c:v>
                </c:pt>
                <c:pt idx="1106">
                  <c:v>66.5</c:v>
                </c:pt>
                <c:pt idx="1107">
                  <c:v>66.501</c:v>
                </c:pt>
                <c:pt idx="1108">
                  <c:v>66.501</c:v>
                </c:pt>
                <c:pt idx="1109">
                  <c:v>66.501</c:v>
                </c:pt>
                <c:pt idx="1110">
                  <c:v>66.502</c:v>
                </c:pt>
                <c:pt idx="1111">
                  <c:v>66.502</c:v>
                </c:pt>
                <c:pt idx="1112">
                  <c:v>66.502</c:v>
                </c:pt>
                <c:pt idx="1113">
                  <c:v>66.501</c:v>
                </c:pt>
                <c:pt idx="1114">
                  <c:v>66.501</c:v>
                </c:pt>
                <c:pt idx="1115">
                  <c:v>66.5</c:v>
                </c:pt>
                <c:pt idx="1116">
                  <c:v>66.499</c:v>
                </c:pt>
                <c:pt idx="1117">
                  <c:v>66.497</c:v>
                </c:pt>
                <c:pt idx="1118">
                  <c:v>66.495</c:v>
                </c:pt>
                <c:pt idx="1119">
                  <c:v>66.492</c:v>
                </c:pt>
                <c:pt idx="1120">
                  <c:v>66.488</c:v>
                </c:pt>
                <c:pt idx="1121">
                  <c:v>66.484</c:v>
                </c:pt>
                <c:pt idx="1122">
                  <c:v>66.479</c:v>
                </c:pt>
                <c:pt idx="1123">
                  <c:v>66.473</c:v>
                </c:pt>
                <c:pt idx="1124">
                  <c:v>66.466</c:v>
                </c:pt>
                <c:pt idx="1125">
                  <c:v>66.459</c:v>
                </c:pt>
                <c:pt idx="1126">
                  <c:v>66.45</c:v>
                </c:pt>
                <c:pt idx="1127">
                  <c:v>66.441</c:v>
                </c:pt>
                <c:pt idx="1128">
                  <c:v>66.43</c:v>
                </c:pt>
                <c:pt idx="1129">
                  <c:v>66.419</c:v>
                </c:pt>
                <c:pt idx="1130">
                  <c:v>66.407</c:v>
                </c:pt>
                <c:pt idx="1131">
                  <c:v>66.394</c:v>
                </c:pt>
                <c:pt idx="1132">
                  <c:v>66.381</c:v>
                </c:pt>
                <c:pt idx="1133">
                  <c:v>66.367</c:v>
                </c:pt>
                <c:pt idx="1134">
                  <c:v>66.353</c:v>
                </c:pt>
                <c:pt idx="1135">
                  <c:v>66.339</c:v>
                </c:pt>
                <c:pt idx="1136">
                  <c:v>66.324</c:v>
                </c:pt>
                <c:pt idx="1137">
                  <c:v>66.31</c:v>
                </c:pt>
                <c:pt idx="1138">
                  <c:v>66.295</c:v>
                </c:pt>
                <c:pt idx="1139">
                  <c:v>66.281</c:v>
                </c:pt>
                <c:pt idx="1140">
                  <c:v>66.267</c:v>
                </c:pt>
                <c:pt idx="1141">
                  <c:v>66.253</c:v>
                </c:pt>
                <c:pt idx="1142">
                  <c:v>66.24</c:v>
                </c:pt>
                <c:pt idx="1143">
                  <c:v>66.227</c:v>
                </c:pt>
                <c:pt idx="1144">
                  <c:v>66.215</c:v>
                </c:pt>
                <c:pt idx="1145">
                  <c:v>66.203</c:v>
                </c:pt>
                <c:pt idx="1146">
                  <c:v>66.192</c:v>
                </c:pt>
                <c:pt idx="1147">
                  <c:v>66.182</c:v>
                </c:pt>
                <c:pt idx="1148">
                  <c:v>66.172</c:v>
                </c:pt>
                <c:pt idx="1149">
                  <c:v>66.162</c:v>
                </c:pt>
                <c:pt idx="1150">
                  <c:v>66.154</c:v>
                </c:pt>
                <c:pt idx="1151">
                  <c:v>66.146</c:v>
                </c:pt>
                <c:pt idx="1152">
                  <c:v>66.138</c:v>
                </c:pt>
                <c:pt idx="1153">
                  <c:v>66.132</c:v>
                </c:pt>
                <c:pt idx="1154">
                  <c:v>66.126</c:v>
                </c:pt>
                <c:pt idx="1155">
                  <c:v>66.12</c:v>
                </c:pt>
                <c:pt idx="1156">
                  <c:v>66.115</c:v>
                </c:pt>
                <c:pt idx="1157">
                  <c:v>66.11</c:v>
                </c:pt>
                <c:pt idx="1158">
                  <c:v>66.107</c:v>
                </c:pt>
                <c:pt idx="1159">
                  <c:v>66.103</c:v>
                </c:pt>
                <c:pt idx="1160">
                  <c:v>66.1</c:v>
                </c:pt>
                <c:pt idx="1161">
                  <c:v>66.098</c:v>
                </c:pt>
                <c:pt idx="1162">
                  <c:v>66.096</c:v>
                </c:pt>
                <c:pt idx="1163">
                  <c:v>66.095</c:v>
                </c:pt>
                <c:pt idx="1164">
                  <c:v>66.094</c:v>
                </c:pt>
                <c:pt idx="1165">
                  <c:v>66.094</c:v>
                </c:pt>
                <c:pt idx="1166">
                  <c:v>66.094</c:v>
                </c:pt>
                <c:pt idx="1167">
                  <c:v>66.095</c:v>
                </c:pt>
                <c:pt idx="1168">
                  <c:v>66.097</c:v>
                </c:pt>
                <c:pt idx="1169">
                  <c:v>66.099</c:v>
                </c:pt>
                <c:pt idx="1170">
                  <c:v>66.101</c:v>
                </c:pt>
                <c:pt idx="1171">
                  <c:v>66.105</c:v>
                </c:pt>
                <c:pt idx="1172">
                  <c:v>66.109</c:v>
                </c:pt>
                <c:pt idx="1173">
                  <c:v>66.113</c:v>
                </c:pt>
                <c:pt idx="1174">
                  <c:v>66.118</c:v>
                </c:pt>
                <c:pt idx="1175">
                  <c:v>66.124</c:v>
                </c:pt>
                <c:pt idx="1176">
                  <c:v>66.13</c:v>
                </c:pt>
                <c:pt idx="1177">
                  <c:v>66.137</c:v>
                </c:pt>
                <c:pt idx="1178">
                  <c:v>66.144</c:v>
                </c:pt>
                <c:pt idx="1179">
                  <c:v>66.152</c:v>
                </c:pt>
                <c:pt idx="1180">
                  <c:v>66.16</c:v>
                </c:pt>
                <c:pt idx="1181">
                  <c:v>66.168</c:v>
                </c:pt>
                <c:pt idx="1182">
                  <c:v>66.177</c:v>
                </c:pt>
                <c:pt idx="1183">
                  <c:v>66.185</c:v>
                </c:pt>
                <c:pt idx="1184">
                  <c:v>66.194</c:v>
                </c:pt>
                <c:pt idx="1185">
                  <c:v>66.202</c:v>
                </c:pt>
                <c:pt idx="1186">
                  <c:v>66.21</c:v>
                </c:pt>
                <c:pt idx="1187">
                  <c:v>66.219</c:v>
                </c:pt>
                <c:pt idx="1188">
                  <c:v>66.226</c:v>
                </c:pt>
                <c:pt idx="1189">
                  <c:v>66.233</c:v>
                </c:pt>
                <c:pt idx="1190">
                  <c:v>66.239</c:v>
                </c:pt>
                <c:pt idx="1191">
                  <c:v>66.245</c:v>
                </c:pt>
                <c:pt idx="1192">
                  <c:v>66.249</c:v>
                </c:pt>
                <c:pt idx="1193">
                  <c:v>66.254</c:v>
                </c:pt>
                <c:pt idx="1194">
                  <c:v>66.257</c:v>
                </c:pt>
                <c:pt idx="1195">
                  <c:v>66.259</c:v>
                </c:pt>
                <c:pt idx="1196">
                  <c:v>66.26</c:v>
                </c:pt>
                <c:pt idx="1197">
                  <c:v>66.26</c:v>
                </c:pt>
                <c:pt idx="1198">
                  <c:v>66.259</c:v>
                </c:pt>
                <c:pt idx="1199">
                  <c:v>66.258</c:v>
                </c:pt>
                <c:pt idx="1200">
                  <c:v>66.255</c:v>
                </c:pt>
                <c:pt idx="1201">
                  <c:v>66.251</c:v>
                </c:pt>
                <c:pt idx="1202">
                  <c:v>66.247</c:v>
                </c:pt>
                <c:pt idx="1203">
                  <c:v>66.241</c:v>
                </c:pt>
                <c:pt idx="1204">
                  <c:v>66.235</c:v>
                </c:pt>
                <c:pt idx="1205">
                  <c:v>66.228</c:v>
                </c:pt>
                <c:pt idx="1206">
                  <c:v>66.219</c:v>
                </c:pt>
                <c:pt idx="1207">
                  <c:v>66.211</c:v>
                </c:pt>
                <c:pt idx="1208">
                  <c:v>66.202</c:v>
                </c:pt>
                <c:pt idx="1209">
                  <c:v>66.192</c:v>
                </c:pt>
                <c:pt idx="1210">
                  <c:v>66.181</c:v>
                </c:pt>
                <c:pt idx="1211">
                  <c:v>66.171</c:v>
                </c:pt>
                <c:pt idx="1212">
                  <c:v>66.16</c:v>
                </c:pt>
                <c:pt idx="1213">
                  <c:v>66.149</c:v>
                </c:pt>
                <c:pt idx="1214">
                  <c:v>66.137</c:v>
                </c:pt>
                <c:pt idx="1215">
                  <c:v>66.126</c:v>
                </c:pt>
                <c:pt idx="1216">
                  <c:v>66.114</c:v>
                </c:pt>
                <c:pt idx="1217">
                  <c:v>66.103</c:v>
                </c:pt>
                <c:pt idx="1218">
                  <c:v>66.091</c:v>
                </c:pt>
                <c:pt idx="1219">
                  <c:v>66.081</c:v>
                </c:pt>
                <c:pt idx="1220">
                  <c:v>66.07</c:v>
                </c:pt>
                <c:pt idx="1221">
                  <c:v>66.059</c:v>
                </c:pt>
                <c:pt idx="1222">
                  <c:v>66.048</c:v>
                </c:pt>
                <c:pt idx="1223">
                  <c:v>66.038</c:v>
                </c:pt>
                <c:pt idx="1224">
                  <c:v>66.028</c:v>
                </c:pt>
                <c:pt idx="1225">
                  <c:v>66.018</c:v>
                </c:pt>
                <c:pt idx="1226">
                  <c:v>66.009</c:v>
                </c:pt>
                <c:pt idx="1227">
                  <c:v>65.999</c:v>
                </c:pt>
                <c:pt idx="1228">
                  <c:v>65.99</c:v>
                </c:pt>
                <c:pt idx="1229">
                  <c:v>65.98</c:v>
                </c:pt>
                <c:pt idx="1230">
                  <c:v>65.971</c:v>
                </c:pt>
                <c:pt idx="1231">
                  <c:v>65.961</c:v>
                </c:pt>
                <c:pt idx="1232">
                  <c:v>65.951</c:v>
                </c:pt>
                <c:pt idx="1233">
                  <c:v>65.941</c:v>
                </c:pt>
                <c:pt idx="1234">
                  <c:v>65.931</c:v>
                </c:pt>
                <c:pt idx="1235">
                  <c:v>65.921</c:v>
                </c:pt>
                <c:pt idx="1236">
                  <c:v>65.91</c:v>
                </c:pt>
                <c:pt idx="1237">
                  <c:v>65.9</c:v>
                </c:pt>
                <c:pt idx="1238">
                  <c:v>65.889</c:v>
                </c:pt>
                <c:pt idx="1239">
                  <c:v>65.877</c:v>
                </c:pt>
                <c:pt idx="1240">
                  <c:v>65.866</c:v>
                </c:pt>
                <c:pt idx="1241">
                  <c:v>65.854</c:v>
                </c:pt>
                <c:pt idx="1242">
                  <c:v>65.842</c:v>
                </c:pt>
                <c:pt idx="1243">
                  <c:v>65.83</c:v>
                </c:pt>
                <c:pt idx="1244">
                  <c:v>65.818</c:v>
                </c:pt>
                <c:pt idx="1245">
                  <c:v>65.806</c:v>
                </c:pt>
                <c:pt idx="1246">
                  <c:v>65.794</c:v>
                </c:pt>
                <c:pt idx="1247">
                  <c:v>65.782</c:v>
                </c:pt>
                <c:pt idx="1248">
                  <c:v>65.77</c:v>
                </c:pt>
                <c:pt idx="1249">
                  <c:v>65.758</c:v>
                </c:pt>
                <c:pt idx="1250">
                  <c:v>65.746</c:v>
                </c:pt>
                <c:pt idx="1251">
                  <c:v>65.735</c:v>
                </c:pt>
                <c:pt idx="1252">
                  <c:v>65.724</c:v>
                </c:pt>
                <c:pt idx="1253">
                  <c:v>65.712</c:v>
                </c:pt>
                <c:pt idx="1254">
                  <c:v>65.702</c:v>
                </c:pt>
                <c:pt idx="1255">
                  <c:v>65.691</c:v>
                </c:pt>
                <c:pt idx="1256">
                  <c:v>65.68</c:v>
                </c:pt>
                <c:pt idx="1257">
                  <c:v>65.67</c:v>
                </c:pt>
                <c:pt idx="1258">
                  <c:v>65.66</c:v>
                </c:pt>
                <c:pt idx="1259">
                  <c:v>65.651</c:v>
                </c:pt>
                <c:pt idx="1260">
                  <c:v>65.642</c:v>
                </c:pt>
                <c:pt idx="1261">
                  <c:v>65.633</c:v>
                </c:pt>
                <c:pt idx="1262">
                  <c:v>65.625</c:v>
                </c:pt>
                <c:pt idx="1263">
                  <c:v>65.617</c:v>
                </c:pt>
                <c:pt idx="1264">
                  <c:v>65.61</c:v>
                </c:pt>
                <c:pt idx="1265">
                  <c:v>65.603</c:v>
                </c:pt>
                <c:pt idx="1266">
                  <c:v>65.596</c:v>
                </c:pt>
                <c:pt idx="1267">
                  <c:v>65.59</c:v>
                </c:pt>
                <c:pt idx="1268">
                  <c:v>65.584</c:v>
                </c:pt>
                <c:pt idx="1269">
                  <c:v>65.579</c:v>
                </c:pt>
                <c:pt idx="1270">
                  <c:v>65.574</c:v>
                </c:pt>
                <c:pt idx="1271">
                  <c:v>65.57</c:v>
                </c:pt>
                <c:pt idx="1272">
                  <c:v>65.567</c:v>
                </c:pt>
                <c:pt idx="1273">
                  <c:v>65.564</c:v>
                </c:pt>
                <c:pt idx="1274">
                  <c:v>65.561</c:v>
                </c:pt>
                <c:pt idx="1275">
                  <c:v>65.559</c:v>
                </c:pt>
                <c:pt idx="1276">
                  <c:v>65.558</c:v>
                </c:pt>
                <c:pt idx="1277">
                  <c:v>65.557</c:v>
                </c:pt>
                <c:pt idx="1278">
                  <c:v>65.556</c:v>
                </c:pt>
                <c:pt idx="1279">
                  <c:v>65.556</c:v>
                </c:pt>
                <c:pt idx="1280">
                  <c:v>65.556</c:v>
                </c:pt>
                <c:pt idx="1281">
                  <c:v>65.557</c:v>
                </c:pt>
                <c:pt idx="1282">
                  <c:v>65.558</c:v>
                </c:pt>
                <c:pt idx="1283">
                  <c:v>65.559</c:v>
                </c:pt>
                <c:pt idx="1284">
                  <c:v>65.56</c:v>
                </c:pt>
                <c:pt idx="1285">
                  <c:v>65.562</c:v>
                </c:pt>
                <c:pt idx="1286">
                  <c:v>65.563</c:v>
                </c:pt>
                <c:pt idx="1287">
                  <c:v>65.564</c:v>
                </c:pt>
                <c:pt idx="1288">
                  <c:v>65.565</c:v>
                </c:pt>
                <c:pt idx="1289">
                  <c:v>65.565</c:v>
                </c:pt>
                <c:pt idx="1290">
                  <c:v>65.565</c:v>
                </c:pt>
                <c:pt idx="1291">
                  <c:v>65.565</c:v>
                </c:pt>
                <c:pt idx="1292">
                  <c:v>65.564</c:v>
                </c:pt>
                <c:pt idx="1293">
                  <c:v>65.563</c:v>
                </c:pt>
                <c:pt idx="1294">
                  <c:v>65.561</c:v>
                </c:pt>
                <c:pt idx="1295">
                  <c:v>65.558</c:v>
                </c:pt>
                <c:pt idx="1296">
                  <c:v>65.555</c:v>
                </c:pt>
                <c:pt idx="1297">
                  <c:v>65.552</c:v>
                </c:pt>
                <c:pt idx="1298">
                  <c:v>65.547</c:v>
                </c:pt>
                <c:pt idx="1299">
                  <c:v>65.543</c:v>
                </c:pt>
                <c:pt idx="1300">
                  <c:v>65.538</c:v>
                </c:pt>
                <c:pt idx="1301">
                  <c:v>65.533</c:v>
                </c:pt>
                <c:pt idx="1302">
                  <c:v>65.527</c:v>
                </c:pt>
                <c:pt idx="1303">
                  <c:v>65.521</c:v>
                </c:pt>
                <c:pt idx="1304">
                  <c:v>65.515</c:v>
                </c:pt>
                <c:pt idx="1305">
                  <c:v>65.509</c:v>
                </c:pt>
                <c:pt idx="1306">
                  <c:v>65.503</c:v>
                </c:pt>
                <c:pt idx="1307">
                  <c:v>65.497</c:v>
                </c:pt>
                <c:pt idx="1308">
                  <c:v>65.49</c:v>
                </c:pt>
                <c:pt idx="1309">
                  <c:v>65.484</c:v>
                </c:pt>
                <c:pt idx="1310">
                  <c:v>65.478</c:v>
                </c:pt>
                <c:pt idx="1311">
                  <c:v>65.473</c:v>
                </c:pt>
                <c:pt idx="1312">
                  <c:v>65.467</c:v>
                </c:pt>
                <c:pt idx="1313">
                  <c:v>65.462</c:v>
                </c:pt>
                <c:pt idx="1314">
                  <c:v>65.457</c:v>
                </c:pt>
                <c:pt idx="1315">
                  <c:v>65.452</c:v>
                </c:pt>
                <c:pt idx="1316">
                  <c:v>65.448</c:v>
                </c:pt>
                <c:pt idx="1317">
                  <c:v>65.445</c:v>
                </c:pt>
                <c:pt idx="1318">
                  <c:v>65.442</c:v>
                </c:pt>
                <c:pt idx="1319">
                  <c:v>65.44</c:v>
                </c:pt>
                <c:pt idx="1320">
                  <c:v>65.438</c:v>
                </c:pt>
                <c:pt idx="1321">
                  <c:v>65.436</c:v>
                </c:pt>
                <c:pt idx="1322">
                  <c:v>65.436</c:v>
                </c:pt>
                <c:pt idx="1323">
                  <c:v>65.436</c:v>
                </c:pt>
                <c:pt idx="1324">
                  <c:v>65.437</c:v>
                </c:pt>
                <c:pt idx="1325">
                  <c:v>65.438</c:v>
                </c:pt>
                <c:pt idx="1326">
                  <c:v>65.439</c:v>
                </c:pt>
                <c:pt idx="1327">
                  <c:v>65.442</c:v>
                </c:pt>
                <c:pt idx="1328">
                  <c:v>65.444</c:v>
                </c:pt>
                <c:pt idx="1329">
                  <c:v>65.447</c:v>
                </c:pt>
                <c:pt idx="1330">
                  <c:v>65.451</c:v>
                </c:pt>
                <c:pt idx="1331">
                  <c:v>65.454</c:v>
                </c:pt>
                <c:pt idx="1332">
                  <c:v>65.459</c:v>
                </c:pt>
                <c:pt idx="1333">
                  <c:v>65.463</c:v>
                </c:pt>
                <c:pt idx="1334">
                  <c:v>65.468</c:v>
                </c:pt>
                <c:pt idx="1335">
                  <c:v>65.473</c:v>
                </c:pt>
                <c:pt idx="1336">
                  <c:v>65.478</c:v>
                </c:pt>
                <c:pt idx="1337">
                  <c:v>65.483</c:v>
                </c:pt>
                <c:pt idx="1338">
                  <c:v>65.489</c:v>
                </c:pt>
                <c:pt idx="1339">
                  <c:v>65.495</c:v>
                </c:pt>
                <c:pt idx="1340">
                  <c:v>65.501</c:v>
                </c:pt>
                <c:pt idx="1341">
                  <c:v>65.507</c:v>
                </c:pt>
                <c:pt idx="1342">
                  <c:v>65.514</c:v>
                </c:pt>
                <c:pt idx="1343">
                  <c:v>65.522</c:v>
                </c:pt>
                <c:pt idx="1344">
                  <c:v>65.529</c:v>
                </c:pt>
                <c:pt idx="1345">
                  <c:v>65.538</c:v>
                </c:pt>
                <c:pt idx="1346">
                  <c:v>65.546</c:v>
                </c:pt>
                <c:pt idx="1347">
                  <c:v>65.556</c:v>
                </c:pt>
                <c:pt idx="1348">
                  <c:v>65.566</c:v>
                </c:pt>
                <c:pt idx="1349">
                  <c:v>65.576</c:v>
                </c:pt>
                <c:pt idx="1350">
                  <c:v>65.587</c:v>
                </c:pt>
                <c:pt idx="1351">
                  <c:v>65.598</c:v>
                </c:pt>
                <c:pt idx="1352">
                  <c:v>65.609</c:v>
                </c:pt>
                <c:pt idx="1353">
                  <c:v>65.621</c:v>
                </c:pt>
                <c:pt idx="1354">
                  <c:v>65.634</c:v>
                </c:pt>
                <c:pt idx="1355">
                  <c:v>65.646</c:v>
                </c:pt>
                <c:pt idx="1356">
                  <c:v>65.659</c:v>
                </c:pt>
                <c:pt idx="1357">
                  <c:v>65.672</c:v>
                </c:pt>
                <c:pt idx="1358">
                  <c:v>65.685</c:v>
                </c:pt>
                <c:pt idx="1359">
                  <c:v>65.698</c:v>
                </c:pt>
                <c:pt idx="1360">
                  <c:v>65.711</c:v>
                </c:pt>
                <c:pt idx="1361">
                  <c:v>65.725</c:v>
                </c:pt>
                <c:pt idx="1362">
                  <c:v>65.739</c:v>
                </c:pt>
                <c:pt idx="1363">
                  <c:v>65.752</c:v>
                </c:pt>
                <c:pt idx="1364">
                  <c:v>65.767</c:v>
                </c:pt>
                <c:pt idx="1365">
                  <c:v>65.781</c:v>
                </c:pt>
                <c:pt idx="1366">
                  <c:v>65.795</c:v>
                </c:pt>
                <c:pt idx="1367">
                  <c:v>65.811</c:v>
                </c:pt>
                <c:pt idx="1368">
                  <c:v>65.826</c:v>
                </c:pt>
                <c:pt idx="1369">
                  <c:v>65.841</c:v>
                </c:pt>
                <c:pt idx="1370">
                  <c:v>65.857</c:v>
                </c:pt>
                <c:pt idx="1371">
                  <c:v>65.874</c:v>
                </c:pt>
                <c:pt idx="1372">
                  <c:v>65.89</c:v>
                </c:pt>
                <c:pt idx="1373">
                  <c:v>65.907</c:v>
                </c:pt>
                <c:pt idx="1374">
                  <c:v>65.924</c:v>
                </c:pt>
                <c:pt idx="1375">
                  <c:v>65.941</c:v>
                </c:pt>
                <c:pt idx="1376">
                  <c:v>65.958</c:v>
                </c:pt>
                <c:pt idx="1377">
                  <c:v>65.975</c:v>
                </c:pt>
                <c:pt idx="1378">
                  <c:v>65.991</c:v>
                </c:pt>
                <c:pt idx="1379">
                  <c:v>66.008</c:v>
                </c:pt>
                <c:pt idx="1380">
                  <c:v>66.024</c:v>
                </c:pt>
                <c:pt idx="1381">
                  <c:v>66.04</c:v>
                </c:pt>
                <c:pt idx="1382">
                  <c:v>66.055</c:v>
                </c:pt>
                <c:pt idx="1383">
                  <c:v>66.07</c:v>
                </c:pt>
                <c:pt idx="1384">
                  <c:v>66.084</c:v>
                </c:pt>
                <c:pt idx="1385">
                  <c:v>66.098</c:v>
                </c:pt>
                <c:pt idx="1386">
                  <c:v>66.111</c:v>
                </c:pt>
                <c:pt idx="1387">
                  <c:v>66.123</c:v>
                </c:pt>
                <c:pt idx="1388">
                  <c:v>66.135</c:v>
                </c:pt>
                <c:pt idx="1389">
                  <c:v>66.146</c:v>
                </c:pt>
                <c:pt idx="1390">
                  <c:v>66.156</c:v>
                </c:pt>
                <c:pt idx="1391">
                  <c:v>66.166</c:v>
                </c:pt>
                <c:pt idx="1392">
                  <c:v>66.176</c:v>
                </c:pt>
                <c:pt idx="1393">
                  <c:v>66.185</c:v>
                </c:pt>
                <c:pt idx="1394">
                  <c:v>66.195</c:v>
                </c:pt>
                <c:pt idx="1395">
                  <c:v>66.204</c:v>
                </c:pt>
                <c:pt idx="1396">
                  <c:v>66.214</c:v>
                </c:pt>
                <c:pt idx="1397">
                  <c:v>66.224</c:v>
                </c:pt>
                <c:pt idx="1398">
                  <c:v>66.234</c:v>
                </c:pt>
                <c:pt idx="1399">
                  <c:v>66.245</c:v>
                </c:pt>
                <c:pt idx="1400">
                  <c:v>66.256</c:v>
                </c:pt>
                <c:pt idx="1401">
                  <c:v>66.268</c:v>
                </c:pt>
                <c:pt idx="1402">
                  <c:v>66.28</c:v>
                </c:pt>
                <c:pt idx="1403">
                  <c:v>66.293</c:v>
                </c:pt>
                <c:pt idx="1404">
                  <c:v>66.305</c:v>
                </c:pt>
                <c:pt idx="1405">
                  <c:v>66.318</c:v>
                </c:pt>
                <c:pt idx="1406">
                  <c:v>66.332</c:v>
                </c:pt>
                <c:pt idx="1407">
                  <c:v>66.344</c:v>
                </c:pt>
                <c:pt idx="1408">
                  <c:v>66.357</c:v>
                </c:pt>
                <c:pt idx="1409">
                  <c:v>66.37</c:v>
                </c:pt>
                <c:pt idx="1410">
                  <c:v>66.381</c:v>
                </c:pt>
                <c:pt idx="1411">
                  <c:v>66.392</c:v>
                </c:pt>
                <c:pt idx="1412">
                  <c:v>66.402</c:v>
                </c:pt>
                <c:pt idx="1413">
                  <c:v>66.412</c:v>
                </c:pt>
                <c:pt idx="1414">
                  <c:v>66.42</c:v>
                </c:pt>
                <c:pt idx="1415">
                  <c:v>66.427</c:v>
                </c:pt>
                <c:pt idx="1416">
                  <c:v>66.432</c:v>
                </c:pt>
                <c:pt idx="1417">
                  <c:v>66.436</c:v>
                </c:pt>
                <c:pt idx="1418">
                  <c:v>66.439</c:v>
                </c:pt>
                <c:pt idx="1419">
                  <c:v>66.441</c:v>
                </c:pt>
                <c:pt idx="1420">
                  <c:v>66.441</c:v>
                </c:pt>
                <c:pt idx="1421">
                  <c:v>66.439</c:v>
                </c:pt>
                <c:pt idx="1422">
                  <c:v>66.436</c:v>
                </c:pt>
                <c:pt idx="1423">
                  <c:v>66.432</c:v>
                </c:pt>
                <c:pt idx="1424">
                  <c:v>66.426</c:v>
                </c:pt>
                <c:pt idx="1425">
                  <c:v>66.42</c:v>
                </c:pt>
                <c:pt idx="1426">
                  <c:v>66.412</c:v>
                </c:pt>
                <c:pt idx="1427">
                  <c:v>66.403</c:v>
                </c:pt>
                <c:pt idx="1428">
                  <c:v>66.393</c:v>
                </c:pt>
                <c:pt idx="1429">
                  <c:v>66.382</c:v>
                </c:pt>
                <c:pt idx="1430">
                  <c:v>66.371</c:v>
                </c:pt>
                <c:pt idx="1431">
                  <c:v>66.359</c:v>
                </c:pt>
                <c:pt idx="1432">
                  <c:v>66.346</c:v>
                </c:pt>
                <c:pt idx="1433">
                  <c:v>66.333</c:v>
                </c:pt>
                <c:pt idx="1434">
                  <c:v>66.32</c:v>
                </c:pt>
                <c:pt idx="1435">
                  <c:v>66.306</c:v>
                </c:pt>
                <c:pt idx="1436">
                  <c:v>66.292</c:v>
                </c:pt>
                <c:pt idx="1437">
                  <c:v>66.278</c:v>
                </c:pt>
                <c:pt idx="1438">
                  <c:v>66.265</c:v>
                </c:pt>
                <c:pt idx="1439">
                  <c:v>66.251</c:v>
                </c:pt>
                <c:pt idx="1440">
                  <c:v>66.238</c:v>
                </c:pt>
                <c:pt idx="1441">
                  <c:v>66.226</c:v>
                </c:pt>
                <c:pt idx="1442">
                  <c:v>66.214</c:v>
                </c:pt>
                <c:pt idx="1443">
                  <c:v>66.203</c:v>
                </c:pt>
                <c:pt idx="1444">
                  <c:v>66.193</c:v>
                </c:pt>
                <c:pt idx="1445">
                  <c:v>66.183</c:v>
                </c:pt>
                <c:pt idx="1446">
                  <c:v>66.175</c:v>
                </c:pt>
                <c:pt idx="1447">
                  <c:v>66.168</c:v>
                </c:pt>
                <c:pt idx="1448">
                  <c:v>66.161</c:v>
                </c:pt>
                <c:pt idx="1449">
                  <c:v>66.156</c:v>
                </c:pt>
                <c:pt idx="1450">
                  <c:v>66.153</c:v>
                </c:pt>
                <c:pt idx="1451">
                  <c:v>66.15</c:v>
                </c:pt>
                <c:pt idx="1452">
                  <c:v>66.148</c:v>
                </c:pt>
                <c:pt idx="1453">
                  <c:v>66.147</c:v>
                </c:pt>
                <c:pt idx="1454">
                  <c:v>66.147</c:v>
                </c:pt>
                <c:pt idx="1455">
                  <c:v>66.147</c:v>
                </c:pt>
                <c:pt idx="1456">
                  <c:v>66.149</c:v>
                </c:pt>
                <c:pt idx="1457">
                  <c:v>66.15</c:v>
                </c:pt>
                <c:pt idx="1458">
                  <c:v>66.153</c:v>
                </c:pt>
                <c:pt idx="1459">
                  <c:v>66.156</c:v>
                </c:pt>
                <c:pt idx="1460">
                  <c:v>66.158</c:v>
                </c:pt>
                <c:pt idx="1461">
                  <c:v>66.161</c:v>
                </c:pt>
                <c:pt idx="1462">
                  <c:v>66.164</c:v>
                </c:pt>
                <c:pt idx="1463">
                  <c:v>66.167</c:v>
                </c:pt>
                <c:pt idx="1464">
                  <c:v>66.17</c:v>
                </c:pt>
                <c:pt idx="1465">
                  <c:v>66.172</c:v>
                </c:pt>
                <c:pt idx="1466">
                  <c:v>66.175</c:v>
                </c:pt>
                <c:pt idx="1467">
                  <c:v>66.177</c:v>
                </c:pt>
                <c:pt idx="1468">
                  <c:v>66.179</c:v>
                </c:pt>
                <c:pt idx="1469">
                  <c:v>66.181</c:v>
                </c:pt>
                <c:pt idx="1470">
                  <c:v>66.182</c:v>
                </c:pt>
                <c:pt idx="1471">
                  <c:v>66.183</c:v>
                </c:pt>
                <c:pt idx="1472">
                  <c:v>66.183</c:v>
                </c:pt>
                <c:pt idx="1473">
                  <c:v>66.183</c:v>
                </c:pt>
                <c:pt idx="1474">
                  <c:v>66.183</c:v>
                </c:pt>
                <c:pt idx="1475">
                  <c:v>66.183</c:v>
                </c:pt>
                <c:pt idx="1476">
                  <c:v>66.182</c:v>
                </c:pt>
                <c:pt idx="1477">
                  <c:v>66.181</c:v>
                </c:pt>
                <c:pt idx="1478">
                  <c:v>66.18</c:v>
                </c:pt>
                <c:pt idx="1479">
                  <c:v>66.178</c:v>
                </c:pt>
                <c:pt idx="1480">
                  <c:v>66.176</c:v>
                </c:pt>
                <c:pt idx="1481">
                  <c:v>66.174</c:v>
                </c:pt>
                <c:pt idx="1482">
                  <c:v>66.172</c:v>
                </c:pt>
                <c:pt idx="1483">
                  <c:v>66.17</c:v>
                </c:pt>
                <c:pt idx="1484">
                  <c:v>66.167</c:v>
                </c:pt>
                <c:pt idx="1485">
                  <c:v>66.165</c:v>
                </c:pt>
                <c:pt idx="1486">
                  <c:v>66.162</c:v>
                </c:pt>
                <c:pt idx="1487">
                  <c:v>66.159</c:v>
                </c:pt>
                <c:pt idx="1488">
                  <c:v>66.156</c:v>
                </c:pt>
                <c:pt idx="1489">
                  <c:v>66.153</c:v>
                </c:pt>
                <c:pt idx="1490">
                  <c:v>66.15</c:v>
                </c:pt>
                <c:pt idx="1491">
                  <c:v>66.147</c:v>
                </c:pt>
                <c:pt idx="1492">
                  <c:v>66.143</c:v>
                </c:pt>
                <c:pt idx="1493">
                  <c:v>66.14</c:v>
                </c:pt>
                <c:pt idx="1494">
                  <c:v>66.136</c:v>
                </c:pt>
                <c:pt idx="1495">
                  <c:v>66.132</c:v>
                </c:pt>
                <c:pt idx="1496">
                  <c:v>66.128</c:v>
                </c:pt>
                <c:pt idx="1497">
                  <c:v>66.124</c:v>
                </c:pt>
                <c:pt idx="1498">
                  <c:v>66.119</c:v>
                </c:pt>
                <c:pt idx="1499">
                  <c:v>66.115</c:v>
                </c:pt>
                <c:pt idx="1500">
                  <c:v>66.11</c:v>
                </c:pt>
                <c:pt idx="1501">
                  <c:v>66.105</c:v>
                </c:pt>
                <c:pt idx="1502">
                  <c:v>66.1</c:v>
                </c:pt>
                <c:pt idx="1503">
                  <c:v>66.094</c:v>
                </c:pt>
                <c:pt idx="1504">
                  <c:v>66.089</c:v>
                </c:pt>
                <c:pt idx="1505">
                  <c:v>66.083</c:v>
                </c:pt>
                <c:pt idx="1506">
                  <c:v>66.077</c:v>
                </c:pt>
                <c:pt idx="1507">
                  <c:v>66.071</c:v>
                </c:pt>
                <c:pt idx="1508">
                  <c:v>66.065</c:v>
                </c:pt>
                <c:pt idx="1509">
                  <c:v>66.059</c:v>
                </c:pt>
                <c:pt idx="1510">
                  <c:v>66.052</c:v>
                </c:pt>
                <c:pt idx="1511">
                  <c:v>66.046</c:v>
                </c:pt>
                <c:pt idx="1512">
                  <c:v>66.039</c:v>
                </c:pt>
                <c:pt idx="1513">
                  <c:v>66.033</c:v>
                </c:pt>
                <c:pt idx="1514">
                  <c:v>66.026</c:v>
                </c:pt>
                <c:pt idx="1515">
                  <c:v>66.019</c:v>
                </c:pt>
                <c:pt idx="1516">
                  <c:v>66.013</c:v>
                </c:pt>
                <c:pt idx="1517">
                  <c:v>66.007</c:v>
                </c:pt>
                <c:pt idx="1518">
                  <c:v>66</c:v>
                </c:pt>
                <c:pt idx="1519">
                  <c:v>65.994</c:v>
                </c:pt>
                <c:pt idx="1520">
                  <c:v>65.988</c:v>
                </c:pt>
                <c:pt idx="1521">
                  <c:v>65.982</c:v>
                </c:pt>
                <c:pt idx="1522">
                  <c:v>65.977</c:v>
                </c:pt>
                <c:pt idx="1523">
                  <c:v>65.972</c:v>
                </c:pt>
                <c:pt idx="1524">
                  <c:v>65.967</c:v>
                </c:pt>
                <c:pt idx="1525">
                  <c:v>65.962</c:v>
                </c:pt>
                <c:pt idx="1526">
                  <c:v>65.959</c:v>
                </c:pt>
                <c:pt idx="1527">
                  <c:v>65.955</c:v>
                </c:pt>
                <c:pt idx="1528">
                  <c:v>65.952</c:v>
                </c:pt>
                <c:pt idx="1529">
                  <c:v>65.95</c:v>
                </c:pt>
                <c:pt idx="1530">
                  <c:v>65.948</c:v>
                </c:pt>
                <c:pt idx="1531">
                  <c:v>65.946</c:v>
                </c:pt>
                <c:pt idx="1532">
                  <c:v>65.945</c:v>
                </c:pt>
                <c:pt idx="1533">
                  <c:v>65.945</c:v>
                </c:pt>
                <c:pt idx="1534">
                  <c:v>65.945</c:v>
                </c:pt>
                <c:pt idx="1535">
                  <c:v>65.946</c:v>
                </c:pt>
                <c:pt idx="1536">
                  <c:v>65.946</c:v>
                </c:pt>
                <c:pt idx="1537">
                  <c:v>65.948</c:v>
                </c:pt>
                <c:pt idx="1538">
                  <c:v>65.95</c:v>
                </c:pt>
                <c:pt idx="1539">
                  <c:v>65.953</c:v>
                </c:pt>
                <c:pt idx="1540">
                  <c:v>65.955</c:v>
                </c:pt>
                <c:pt idx="1541">
                  <c:v>65.959</c:v>
                </c:pt>
                <c:pt idx="1542">
                  <c:v>65.963</c:v>
                </c:pt>
                <c:pt idx="1543">
                  <c:v>65.967</c:v>
                </c:pt>
                <c:pt idx="1544">
                  <c:v>65.972</c:v>
                </c:pt>
                <c:pt idx="1545">
                  <c:v>65.977</c:v>
                </c:pt>
                <c:pt idx="1546">
                  <c:v>65.983</c:v>
                </c:pt>
                <c:pt idx="1547">
                  <c:v>65.989</c:v>
                </c:pt>
                <c:pt idx="1548">
                  <c:v>65.996</c:v>
                </c:pt>
                <c:pt idx="1549">
                  <c:v>66.004</c:v>
                </c:pt>
                <c:pt idx="1550">
                  <c:v>66.012</c:v>
                </c:pt>
                <c:pt idx="1551">
                  <c:v>66.02</c:v>
                </c:pt>
                <c:pt idx="1552">
                  <c:v>66.029</c:v>
                </c:pt>
                <c:pt idx="1553">
                  <c:v>66.038</c:v>
                </c:pt>
                <c:pt idx="1554">
                  <c:v>66.048</c:v>
                </c:pt>
                <c:pt idx="1555">
                  <c:v>66.058</c:v>
                </c:pt>
                <c:pt idx="1556">
                  <c:v>66.069</c:v>
                </c:pt>
                <c:pt idx="1557">
                  <c:v>66.08</c:v>
                </c:pt>
                <c:pt idx="1558">
                  <c:v>66.091</c:v>
                </c:pt>
                <c:pt idx="1559">
                  <c:v>66.102</c:v>
                </c:pt>
                <c:pt idx="1560">
                  <c:v>66.113</c:v>
                </c:pt>
                <c:pt idx="1561">
                  <c:v>66.123</c:v>
                </c:pt>
                <c:pt idx="1562">
                  <c:v>66.134</c:v>
                </c:pt>
                <c:pt idx="1563">
                  <c:v>66.144</c:v>
                </c:pt>
                <c:pt idx="1564">
                  <c:v>66.154</c:v>
                </c:pt>
                <c:pt idx="1565">
                  <c:v>66.162</c:v>
                </c:pt>
                <c:pt idx="1566">
                  <c:v>66.171</c:v>
                </c:pt>
                <c:pt idx="1567">
                  <c:v>66.178</c:v>
                </c:pt>
                <c:pt idx="1568">
                  <c:v>66.184</c:v>
                </c:pt>
                <c:pt idx="1569">
                  <c:v>66.19</c:v>
                </c:pt>
                <c:pt idx="1570">
                  <c:v>66.194</c:v>
                </c:pt>
                <c:pt idx="1571">
                  <c:v>66.197</c:v>
                </c:pt>
                <c:pt idx="1572">
                  <c:v>66.199</c:v>
                </c:pt>
                <c:pt idx="1573">
                  <c:v>66.2</c:v>
                </c:pt>
                <c:pt idx="1574">
                  <c:v>66.2</c:v>
                </c:pt>
                <c:pt idx="1575">
                  <c:v>66.199</c:v>
                </c:pt>
                <c:pt idx="1576">
                  <c:v>66.198</c:v>
                </c:pt>
                <c:pt idx="1577">
                  <c:v>66.195</c:v>
                </c:pt>
                <c:pt idx="1578">
                  <c:v>66.191</c:v>
                </c:pt>
                <c:pt idx="1579">
                  <c:v>66.187</c:v>
                </c:pt>
                <c:pt idx="1580">
                  <c:v>66.183</c:v>
                </c:pt>
                <c:pt idx="1581">
                  <c:v>66.178</c:v>
                </c:pt>
                <c:pt idx="1582">
                  <c:v>66.173</c:v>
                </c:pt>
                <c:pt idx="1583">
                  <c:v>66.168</c:v>
                </c:pt>
                <c:pt idx="1584">
                  <c:v>66.163</c:v>
                </c:pt>
                <c:pt idx="1585">
                  <c:v>66.158</c:v>
                </c:pt>
                <c:pt idx="1586">
                  <c:v>66.153</c:v>
                </c:pt>
                <c:pt idx="1587">
                  <c:v>66.149</c:v>
                </c:pt>
                <c:pt idx="1588">
                  <c:v>66.145</c:v>
                </c:pt>
                <c:pt idx="1589">
                  <c:v>66.141</c:v>
                </c:pt>
                <c:pt idx="1590">
                  <c:v>66.138</c:v>
                </c:pt>
                <c:pt idx="1591">
                  <c:v>66.136</c:v>
                </c:pt>
                <c:pt idx="1592">
                  <c:v>66.134</c:v>
                </c:pt>
                <c:pt idx="1593">
                  <c:v>66.132</c:v>
                </c:pt>
                <c:pt idx="1594">
                  <c:v>66.132</c:v>
                </c:pt>
                <c:pt idx="1595">
                  <c:v>66.131</c:v>
                </c:pt>
                <c:pt idx="1596">
                  <c:v>66.131</c:v>
                </c:pt>
                <c:pt idx="1597">
                  <c:v>66.132</c:v>
                </c:pt>
                <c:pt idx="1598">
                  <c:v>66.133</c:v>
                </c:pt>
                <c:pt idx="1599">
                  <c:v>66.135</c:v>
                </c:pt>
                <c:pt idx="1600">
                  <c:v>66.136</c:v>
                </c:pt>
                <c:pt idx="1601">
                  <c:v>66.139</c:v>
                </c:pt>
                <c:pt idx="1602">
                  <c:v>66.141</c:v>
                </c:pt>
                <c:pt idx="1603">
                  <c:v>66.144</c:v>
                </c:pt>
                <c:pt idx="1604">
                  <c:v>66.147</c:v>
                </c:pt>
                <c:pt idx="1605">
                  <c:v>66.15</c:v>
                </c:pt>
                <c:pt idx="1606">
                  <c:v>66.153</c:v>
                </c:pt>
                <c:pt idx="1607">
                  <c:v>66.156</c:v>
                </c:pt>
                <c:pt idx="1608">
                  <c:v>66.16</c:v>
                </c:pt>
                <c:pt idx="1609">
                  <c:v>66.163</c:v>
                </c:pt>
                <c:pt idx="1610">
                  <c:v>66.166</c:v>
                </c:pt>
                <c:pt idx="1611">
                  <c:v>66.169</c:v>
                </c:pt>
                <c:pt idx="1612">
                  <c:v>66.173</c:v>
                </c:pt>
                <c:pt idx="1613">
                  <c:v>66.176</c:v>
                </c:pt>
                <c:pt idx="1614">
                  <c:v>66.179</c:v>
                </c:pt>
                <c:pt idx="1615">
                  <c:v>66.181</c:v>
                </c:pt>
                <c:pt idx="1616">
                  <c:v>66.183</c:v>
                </c:pt>
                <c:pt idx="1617">
                  <c:v>66.185</c:v>
                </c:pt>
                <c:pt idx="1618">
                  <c:v>66.188</c:v>
                </c:pt>
                <c:pt idx="1619">
                  <c:v>66.189</c:v>
                </c:pt>
                <c:pt idx="1620">
                  <c:v>66.19</c:v>
                </c:pt>
                <c:pt idx="1621">
                  <c:v>66.191</c:v>
                </c:pt>
                <c:pt idx="1622">
                  <c:v>66.192</c:v>
                </c:pt>
                <c:pt idx="1623">
                  <c:v>66.192</c:v>
                </c:pt>
                <c:pt idx="1624">
                  <c:v>66.192</c:v>
                </c:pt>
                <c:pt idx="1625">
                  <c:v>66.192</c:v>
                </c:pt>
                <c:pt idx="1626">
                  <c:v>66.19</c:v>
                </c:pt>
                <c:pt idx="1627">
                  <c:v>66.189</c:v>
                </c:pt>
                <c:pt idx="1628">
                  <c:v>66.188</c:v>
                </c:pt>
                <c:pt idx="1629">
                  <c:v>66.185</c:v>
                </c:pt>
                <c:pt idx="1630">
                  <c:v>66.183</c:v>
                </c:pt>
                <c:pt idx="1631">
                  <c:v>66.18</c:v>
                </c:pt>
                <c:pt idx="1632">
                  <c:v>66.178</c:v>
                </c:pt>
                <c:pt idx="1633">
                  <c:v>66.174</c:v>
                </c:pt>
                <c:pt idx="1634">
                  <c:v>66.171</c:v>
                </c:pt>
                <c:pt idx="1635">
                  <c:v>66.167</c:v>
                </c:pt>
                <c:pt idx="1636">
                  <c:v>66.163</c:v>
                </c:pt>
                <c:pt idx="1637">
                  <c:v>66.158</c:v>
                </c:pt>
                <c:pt idx="1638">
                  <c:v>66.154</c:v>
                </c:pt>
                <c:pt idx="1639">
                  <c:v>66.15</c:v>
                </c:pt>
                <c:pt idx="1640">
                  <c:v>66.145</c:v>
                </c:pt>
                <c:pt idx="1641">
                  <c:v>66.141</c:v>
                </c:pt>
                <c:pt idx="1642">
                  <c:v>66.137</c:v>
                </c:pt>
                <c:pt idx="1643">
                  <c:v>66.132</c:v>
                </c:pt>
                <c:pt idx="1644">
                  <c:v>66.128</c:v>
                </c:pt>
                <c:pt idx="1645">
                  <c:v>66.124</c:v>
                </c:pt>
                <c:pt idx="1646">
                  <c:v>66.119</c:v>
                </c:pt>
                <c:pt idx="1647">
                  <c:v>66.116</c:v>
                </c:pt>
                <c:pt idx="1648">
                  <c:v>66.112</c:v>
                </c:pt>
                <c:pt idx="1649">
                  <c:v>66.109</c:v>
                </c:pt>
                <c:pt idx="1650">
                  <c:v>66.106</c:v>
                </c:pt>
                <c:pt idx="1651">
                  <c:v>66.103</c:v>
                </c:pt>
                <c:pt idx="1652">
                  <c:v>66.1</c:v>
                </c:pt>
                <c:pt idx="1653">
                  <c:v>66.098</c:v>
                </c:pt>
                <c:pt idx="1654">
                  <c:v>66.096</c:v>
                </c:pt>
                <c:pt idx="1655">
                  <c:v>66.093</c:v>
                </c:pt>
                <c:pt idx="1656">
                  <c:v>66.091</c:v>
                </c:pt>
                <c:pt idx="1657">
                  <c:v>66.09</c:v>
                </c:pt>
                <c:pt idx="1658">
                  <c:v>66.088</c:v>
                </c:pt>
                <c:pt idx="1659">
                  <c:v>66.086</c:v>
                </c:pt>
                <c:pt idx="1660">
                  <c:v>66.085</c:v>
                </c:pt>
                <c:pt idx="1661">
                  <c:v>66.083</c:v>
                </c:pt>
                <c:pt idx="1662">
                  <c:v>66.081</c:v>
                </c:pt>
                <c:pt idx="1663">
                  <c:v>66.079</c:v>
                </c:pt>
                <c:pt idx="1664">
                  <c:v>66.078</c:v>
                </c:pt>
                <c:pt idx="1665">
                  <c:v>66.075</c:v>
                </c:pt>
                <c:pt idx="1666">
                  <c:v>66.072</c:v>
                </c:pt>
                <c:pt idx="1667">
                  <c:v>66.069</c:v>
                </c:pt>
                <c:pt idx="1668">
                  <c:v>66.066</c:v>
                </c:pt>
                <c:pt idx="1669">
                  <c:v>66.062</c:v>
                </c:pt>
                <c:pt idx="1670">
                  <c:v>66.058</c:v>
                </c:pt>
                <c:pt idx="1671">
                  <c:v>66.054</c:v>
                </c:pt>
                <c:pt idx="1672">
                  <c:v>66.049</c:v>
                </c:pt>
                <c:pt idx="1673">
                  <c:v>66.045</c:v>
                </c:pt>
                <c:pt idx="1674">
                  <c:v>66.04</c:v>
                </c:pt>
                <c:pt idx="1675">
                  <c:v>66.035</c:v>
                </c:pt>
                <c:pt idx="1676">
                  <c:v>66.03</c:v>
                </c:pt>
                <c:pt idx="1677">
                  <c:v>66.026</c:v>
                </c:pt>
                <c:pt idx="1678">
                  <c:v>66.021</c:v>
                </c:pt>
                <c:pt idx="1679">
                  <c:v>66.018</c:v>
                </c:pt>
                <c:pt idx="1680">
                  <c:v>66.014</c:v>
                </c:pt>
                <c:pt idx="1681">
                  <c:v>66.011</c:v>
                </c:pt>
                <c:pt idx="1682">
                  <c:v>66.009</c:v>
                </c:pt>
                <c:pt idx="1683">
                  <c:v>66.007</c:v>
                </c:pt>
                <c:pt idx="1684">
                  <c:v>66.005</c:v>
                </c:pt>
                <c:pt idx="1685">
                  <c:v>66.004</c:v>
                </c:pt>
                <c:pt idx="1686">
                  <c:v>66.004</c:v>
                </c:pt>
                <c:pt idx="1687">
                  <c:v>66.005</c:v>
                </c:pt>
                <c:pt idx="1688">
                  <c:v>66.006</c:v>
                </c:pt>
                <c:pt idx="1689">
                  <c:v>66.007</c:v>
                </c:pt>
                <c:pt idx="1690">
                  <c:v>66.009</c:v>
                </c:pt>
                <c:pt idx="1691">
                  <c:v>66.012</c:v>
                </c:pt>
                <c:pt idx="1692">
                  <c:v>66.015</c:v>
                </c:pt>
                <c:pt idx="1693">
                  <c:v>66.019</c:v>
                </c:pt>
                <c:pt idx="1694">
                  <c:v>66.023</c:v>
                </c:pt>
                <c:pt idx="1695">
                  <c:v>66.028</c:v>
                </c:pt>
                <c:pt idx="1696">
                  <c:v>66.034</c:v>
                </c:pt>
                <c:pt idx="1697">
                  <c:v>66.04</c:v>
                </c:pt>
                <c:pt idx="1698">
                  <c:v>66.047</c:v>
                </c:pt>
                <c:pt idx="1699">
                  <c:v>66.054</c:v>
                </c:pt>
                <c:pt idx="1700">
                  <c:v>66.062</c:v>
                </c:pt>
                <c:pt idx="1701">
                  <c:v>66.07</c:v>
                </c:pt>
                <c:pt idx="1702">
                  <c:v>66.078</c:v>
                </c:pt>
                <c:pt idx="1703">
                  <c:v>66.087</c:v>
                </c:pt>
                <c:pt idx="1704">
                  <c:v>66.097</c:v>
                </c:pt>
                <c:pt idx="1705">
                  <c:v>66.107</c:v>
                </c:pt>
                <c:pt idx="1706">
                  <c:v>66.116</c:v>
                </c:pt>
                <c:pt idx="1707">
                  <c:v>66.127</c:v>
                </c:pt>
                <c:pt idx="1708">
                  <c:v>66.137</c:v>
                </c:pt>
                <c:pt idx="1709">
                  <c:v>66.147</c:v>
                </c:pt>
                <c:pt idx="1710">
                  <c:v>66.157</c:v>
                </c:pt>
                <c:pt idx="1711">
                  <c:v>66.167</c:v>
                </c:pt>
                <c:pt idx="1712">
                  <c:v>66.177</c:v>
                </c:pt>
                <c:pt idx="1713">
                  <c:v>66.187</c:v>
                </c:pt>
                <c:pt idx="1714">
                  <c:v>66.196</c:v>
                </c:pt>
                <c:pt idx="1715">
                  <c:v>66.205</c:v>
                </c:pt>
                <c:pt idx="1716">
                  <c:v>66.213</c:v>
                </c:pt>
                <c:pt idx="1717">
                  <c:v>66.221</c:v>
                </c:pt>
                <c:pt idx="1718">
                  <c:v>66.228</c:v>
                </c:pt>
                <c:pt idx="1719">
                  <c:v>66.235</c:v>
                </c:pt>
                <c:pt idx="1720">
                  <c:v>66.241</c:v>
                </c:pt>
                <c:pt idx="1721">
                  <c:v>66.246</c:v>
                </c:pt>
                <c:pt idx="1722">
                  <c:v>66.251</c:v>
                </c:pt>
                <c:pt idx="1723">
                  <c:v>66.255</c:v>
                </c:pt>
                <c:pt idx="1724">
                  <c:v>66.258</c:v>
                </c:pt>
                <c:pt idx="1725">
                  <c:v>66.261</c:v>
                </c:pt>
                <c:pt idx="1726">
                  <c:v>66.263</c:v>
                </c:pt>
                <c:pt idx="1727">
                  <c:v>66.265</c:v>
                </c:pt>
                <c:pt idx="1728">
                  <c:v>66.266</c:v>
                </c:pt>
                <c:pt idx="1729">
                  <c:v>66.267</c:v>
                </c:pt>
                <c:pt idx="1730">
                  <c:v>66.267</c:v>
                </c:pt>
                <c:pt idx="1731">
                  <c:v>66.267</c:v>
                </c:pt>
                <c:pt idx="1732">
                  <c:v>66.267</c:v>
                </c:pt>
                <c:pt idx="1733">
                  <c:v>66.267</c:v>
                </c:pt>
                <c:pt idx="1734">
                  <c:v>66.267</c:v>
                </c:pt>
                <c:pt idx="1735">
                  <c:v>66.267</c:v>
                </c:pt>
                <c:pt idx="1736">
                  <c:v>66.266</c:v>
                </c:pt>
                <c:pt idx="1737">
                  <c:v>66.266</c:v>
                </c:pt>
                <c:pt idx="1738">
                  <c:v>66.266</c:v>
                </c:pt>
                <c:pt idx="1739">
                  <c:v>66.266</c:v>
                </c:pt>
                <c:pt idx="1740">
                  <c:v>66.266</c:v>
                </c:pt>
                <c:pt idx="1741">
                  <c:v>66.267</c:v>
                </c:pt>
                <c:pt idx="1742">
                  <c:v>66.267</c:v>
                </c:pt>
                <c:pt idx="1743">
                  <c:v>66.268</c:v>
                </c:pt>
                <c:pt idx="1744">
                  <c:v>66.269</c:v>
                </c:pt>
                <c:pt idx="1745">
                  <c:v>66.27</c:v>
                </c:pt>
                <c:pt idx="1746">
                  <c:v>66.272</c:v>
                </c:pt>
                <c:pt idx="1747">
                  <c:v>66.274</c:v>
                </c:pt>
                <c:pt idx="1748">
                  <c:v>66.276</c:v>
                </c:pt>
                <c:pt idx="1749">
                  <c:v>66.278</c:v>
                </c:pt>
                <c:pt idx="1750">
                  <c:v>66.281</c:v>
                </c:pt>
                <c:pt idx="1751">
                  <c:v>66.284</c:v>
                </c:pt>
                <c:pt idx="1752">
                  <c:v>66.288</c:v>
                </c:pt>
                <c:pt idx="1753">
                  <c:v>66.292</c:v>
                </c:pt>
                <c:pt idx="1754">
                  <c:v>66.296</c:v>
                </c:pt>
                <c:pt idx="1755">
                  <c:v>66.301</c:v>
                </c:pt>
                <c:pt idx="1756">
                  <c:v>66.306</c:v>
                </c:pt>
                <c:pt idx="1757">
                  <c:v>66.312</c:v>
                </c:pt>
                <c:pt idx="1758">
                  <c:v>66.318</c:v>
                </c:pt>
                <c:pt idx="1759">
                  <c:v>66.324</c:v>
                </c:pt>
                <c:pt idx="1760">
                  <c:v>66.33</c:v>
                </c:pt>
                <c:pt idx="1761">
                  <c:v>66.336</c:v>
                </c:pt>
                <c:pt idx="1762">
                  <c:v>66.343</c:v>
                </c:pt>
                <c:pt idx="1763">
                  <c:v>66.35</c:v>
                </c:pt>
                <c:pt idx="1764">
                  <c:v>66.358</c:v>
                </c:pt>
                <c:pt idx="1765">
                  <c:v>66.365</c:v>
                </c:pt>
                <c:pt idx="1766">
                  <c:v>66.372</c:v>
                </c:pt>
                <c:pt idx="1767">
                  <c:v>66.379</c:v>
                </c:pt>
                <c:pt idx="1768">
                  <c:v>66.386</c:v>
                </c:pt>
                <c:pt idx="1769">
                  <c:v>66.393</c:v>
                </c:pt>
                <c:pt idx="1770">
                  <c:v>66.399</c:v>
                </c:pt>
                <c:pt idx="1771">
                  <c:v>66.405</c:v>
                </c:pt>
                <c:pt idx="1772">
                  <c:v>66.411</c:v>
                </c:pt>
                <c:pt idx="1773">
                  <c:v>66.417</c:v>
                </c:pt>
                <c:pt idx="1774">
                  <c:v>66.422</c:v>
                </c:pt>
                <c:pt idx="1775">
                  <c:v>66.427</c:v>
                </c:pt>
                <c:pt idx="1776">
                  <c:v>66.431</c:v>
                </c:pt>
                <c:pt idx="1777">
                  <c:v>66.435</c:v>
                </c:pt>
                <c:pt idx="1778">
                  <c:v>66.439</c:v>
                </c:pt>
                <c:pt idx="1779">
                  <c:v>66.442</c:v>
                </c:pt>
                <c:pt idx="1780">
                  <c:v>66.444</c:v>
                </c:pt>
                <c:pt idx="1781">
                  <c:v>66.446</c:v>
                </c:pt>
                <c:pt idx="1782">
                  <c:v>66.447</c:v>
                </c:pt>
                <c:pt idx="1783">
                  <c:v>66.449</c:v>
                </c:pt>
                <c:pt idx="1784">
                  <c:v>66.449</c:v>
                </c:pt>
                <c:pt idx="1785">
                  <c:v>66.449</c:v>
                </c:pt>
                <c:pt idx="1786">
                  <c:v>66.449</c:v>
                </c:pt>
                <c:pt idx="1787">
                  <c:v>66.449</c:v>
                </c:pt>
                <c:pt idx="1788">
                  <c:v>66.448</c:v>
                </c:pt>
                <c:pt idx="1789">
                  <c:v>66.447</c:v>
                </c:pt>
                <c:pt idx="1790">
                  <c:v>66.446</c:v>
                </c:pt>
                <c:pt idx="1791">
                  <c:v>66.445</c:v>
                </c:pt>
                <c:pt idx="1792">
                  <c:v>66.444</c:v>
                </c:pt>
                <c:pt idx="1793">
                  <c:v>66.443</c:v>
                </c:pt>
                <c:pt idx="1794">
                  <c:v>66.443</c:v>
                </c:pt>
                <c:pt idx="1795">
                  <c:v>66.442</c:v>
                </c:pt>
                <c:pt idx="1796">
                  <c:v>66.443</c:v>
                </c:pt>
                <c:pt idx="1797">
                  <c:v>66.444</c:v>
                </c:pt>
                <c:pt idx="1798">
                  <c:v>66.445</c:v>
                </c:pt>
                <c:pt idx="1799">
                  <c:v>66.448</c:v>
                </c:pt>
                <c:pt idx="1800">
                  <c:v>66.45</c:v>
                </c:pt>
                <c:pt idx="1801">
                  <c:v>66.454</c:v>
                </c:pt>
                <c:pt idx="1802">
                  <c:v>66.459</c:v>
                </c:pt>
                <c:pt idx="1803">
                  <c:v>66.464</c:v>
                </c:pt>
                <c:pt idx="1804">
                  <c:v>66.471</c:v>
                </c:pt>
                <c:pt idx="1805">
                  <c:v>66.478</c:v>
                </c:pt>
                <c:pt idx="1806">
                  <c:v>66.486</c:v>
                </c:pt>
                <c:pt idx="1807">
                  <c:v>66.495</c:v>
                </c:pt>
                <c:pt idx="1808">
                  <c:v>66.505</c:v>
                </c:pt>
                <c:pt idx="1809">
                  <c:v>66.516</c:v>
                </c:pt>
                <c:pt idx="1810">
                  <c:v>66.528</c:v>
                </c:pt>
                <c:pt idx="1811">
                  <c:v>66.54</c:v>
                </c:pt>
                <c:pt idx="1812">
                  <c:v>66.553</c:v>
                </c:pt>
                <c:pt idx="1813">
                  <c:v>66.566</c:v>
                </c:pt>
                <c:pt idx="1814">
                  <c:v>66.58</c:v>
                </c:pt>
                <c:pt idx="1815">
                  <c:v>66.594</c:v>
                </c:pt>
                <c:pt idx="1816">
                  <c:v>66.61</c:v>
                </c:pt>
                <c:pt idx="1817">
                  <c:v>66.625</c:v>
                </c:pt>
                <c:pt idx="1818">
                  <c:v>66.641</c:v>
                </c:pt>
                <c:pt idx="1819">
                  <c:v>66.658</c:v>
                </c:pt>
                <c:pt idx="1820">
                  <c:v>66.674</c:v>
                </c:pt>
                <c:pt idx="1821">
                  <c:v>66.692</c:v>
                </c:pt>
                <c:pt idx="1822">
                  <c:v>66.71</c:v>
                </c:pt>
                <c:pt idx="1823">
                  <c:v>66.728</c:v>
                </c:pt>
                <c:pt idx="1824">
                  <c:v>66.747</c:v>
                </c:pt>
                <c:pt idx="1825">
                  <c:v>66.766</c:v>
                </c:pt>
                <c:pt idx="1826">
                  <c:v>66.786</c:v>
                </c:pt>
                <c:pt idx="1827">
                  <c:v>66.807</c:v>
                </c:pt>
                <c:pt idx="1828">
                  <c:v>66.828</c:v>
                </c:pt>
                <c:pt idx="1829">
                  <c:v>66.85</c:v>
                </c:pt>
                <c:pt idx="1830">
                  <c:v>66.873</c:v>
                </c:pt>
                <c:pt idx="1831">
                  <c:v>66.896</c:v>
                </c:pt>
                <c:pt idx="1832">
                  <c:v>66.921</c:v>
                </c:pt>
                <c:pt idx="1833">
                  <c:v>66.945</c:v>
                </c:pt>
                <c:pt idx="1834">
                  <c:v>66.971</c:v>
                </c:pt>
                <c:pt idx="1835">
                  <c:v>66.997</c:v>
                </c:pt>
                <c:pt idx="1836">
                  <c:v>67.023</c:v>
                </c:pt>
                <c:pt idx="1837">
                  <c:v>67.05</c:v>
                </c:pt>
                <c:pt idx="1838">
                  <c:v>67.077</c:v>
                </c:pt>
                <c:pt idx="1839">
                  <c:v>67.105</c:v>
                </c:pt>
                <c:pt idx="1840">
                  <c:v>67.132</c:v>
                </c:pt>
                <c:pt idx="1841">
                  <c:v>67.16</c:v>
                </c:pt>
                <c:pt idx="1842">
                  <c:v>67.188</c:v>
                </c:pt>
                <c:pt idx="1843">
                  <c:v>67.216</c:v>
                </c:pt>
                <c:pt idx="1844">
                  <c:v>67.243</c:v>
                </c:pt>
                <c:pt idx="1845">
                  <c:v>67.271</c:v>
                </c:pt>
                <c:pt idx="1846">
                  <c:v>67.299</c:v>
                </c:pt>
                <c:pt idx="1847">
                  <c:v>67.327</c:v>
                </c:pt>
                <c:pt idx="1848">
                  <c:v>67.354</c:v>
                </c:pt>
                <c:pt idx="1849">
                  <c:v>67.382</c:v>
                </c:pt>
                <c:pt idx="1850">
                  <c:v>67.409</c:v>
                </c:pt>
                <c:pt idx="1851">
                  <c:v>67.436</c:v>
                </c:pt>
                <c:pt idx="1852">
                  <c:v>67.463</c:v>
                </c:pt>
                <c:pt idx="1853">
                  <c:v>67.489</c:v>
                </c:pt>
                <c:pt idx="1854">
                  <c:v>67.515</c:v>
                </c:pt>
                <c:pt idx="1855">
                  <c:v>67.541</c:v>
                </c:pt>
                <c:pt idx="1856">
                  <c:v>67.565</c:v>
                </c:pt>
                <c:pt idx="1857">
                  <c:v>67.589</c:v>
                </c:pt>
                <c:pt idx="1858">
                  <c:v>67.612</c:v>
                </c:pt>
                <c:pt idx="1859">
                  <c:v>67.634</c:v>
                </c:pt>
                <c:pt idx="1860">
                  <c:v>67.656</c:v>
                </c:pt>
                <c:pt idx="1861">
                  <c:v>67.677</c:v>
                </c:pt>
                <c:pt idx="1862">
                  <c:v>67.697</c:v>
                </c:pt>
                <c:pt idx="1863">
                  <c:v>67.716</c:v>
                </c:pt>
                <c:pt idx="1864">
                  <c:v>67.735</c:v>
                </c:pt>
                <c:pt idx="1865">
                  <c:v>67.753</c:v>
                </c:pt>
                <c:pt idx="1866">
                  <c:v>67.77</c:v>
                </c:pt>
                <c:pt idx="1867">
                  <c:v>67.787</c:v>
                </c:pt>
                <c:pt idx="1868">
                  <c:v>67.804</c:v>
                </c:pt>
                <c:pt idx="1869">
                  <c:v>67.82</c:v>
                </c:pt>
                <c:pt idx="1870">
                  <c:v>67.836</c:v>
                </c:pt>
                <c:pt idx="1871">
                  <c:v>67.852</c:v>
                </c:pt>
                <c:pt idx="1872">
                  <c:v>67.868</c:v>
                </c:pt>
                <c:pt idx="1873">
                  <c:v>67.884</c:v>
                </c:pt>
                <c:pt idx="1874">
                  <c:v>67.899</c:v>
                </c:pt>
                <c:pt idx="1875">
                  <c:v>67.915</c:v>
                </c:pt>
                <c:pt idx="1876">
                  <c:v>67.931</c:v>
                </c:pt>
                <c:pt idx="1877">
                  <c:v>67.947</c:v>
                </c:pt>
                <c:pt idx="1878">
                  <c:v>67.963</c:v>
                </c:pt>
                <c:pt idx="1879">
                  <c:v>67.979</c:v>
                </c:pt>
                <c:pt idx="1880">
                  <c:v>67.996</c:v>
                </c:pt>
                <c:pt idx="1881">
                  <c:v>68.013</c:v>
                </c:pt>
                <c:pt idx="1882">
                  <c:v>68.03</c:v>
                </c:pt>
                <c:pt idx="1883">
                  <c:v>68.048</c:v>
                </c:pt>
                <c:pt idx="1884">
                  <c:v>68.066</c:v>
                </c:pt>
                <c:pt idx="1885">
                  <c:v>68.085</c:v>
                </c:pt>
                <c:pt idx="1886">
                  <c:v>68.104</c:v>
                </c:pt>
                <c:pt idx="1887">
                  <c:v>68.123</c:v>
                </c:pt>
                <c:pt idx="1888">
                  <c:v>68.143</c:v>
                </c:pt>
                <c:pt idx="1889">
                  <c:v>68.163</c:v>
                </c:pt>
                <c:pt idx="1890">
                  <c:v>68.183</c:v>
                </c:pt>
                <c:pt idx="1891">
                  <c:v>68.204</c:v>
                </c:pt>
                <c:pt idx="1892">
                  <c:v>68.226</c:v>
                </c:pt>
                <c:pt idx="1893">
                  <c:v>68.247</c:v>
                </c:pt>
                <c:pt idx="1894">
                  <c:v>68.269</c:v>
                </c:pt>
                <c:pt idx="1895">
                  <c:v>68.291</c:v>
                </c:pt>
                <c:pt idx="1896">
                  <c:v>68.313</c:v>
                </c:pt>
                <c:pt idx="1897">
                  <c:v>68.335</c:v>
                </c:pt>
                <c:pt idx="1898">
                  <c:v>68.357</c:v>
                </c:pt>
                <c:pt idx="1899">
                  <c:v>68.379</c:v>
                </c:pt>
                <c:pt idx="1900">
                  <c:v>68.401</c:v>
                </c:pt>
                <c:pt idx="1901">
                  <c:v>68.423</c:v>
                </c:pt>
                <c:pt idx="1902">
                  <c:v>68.445</c:v>
                </c:pt>
                <c:pt idx="1903">
                  <c:v>68.467</c:v>
                </c:pt>
                <c:pt idx="1904">
                  <c:v>68.489</c:v>
                </c:pt>
                <c:pt idx="1905">
                  <c:v>68.512</c:v>
                </c:pt>
                <c:pt idx="1906">
                  <c:v>68.536</c:v>
                </c:pt>
                <c:pt idx="1907">
                  <c:v>68.561</c:v>
                </c:pt>
                <c:pt idx="1908">
                  <c:v>68.587</c:v>
                </c:pt>
                <c:pt idx="1909">
                  <c:v>68.614</c:v>
                </c:pt>
                <c:pt idx="1910">
                  <c:v>68.643</c:v>
                </c:pt>
                <c:pt idx="1911">
                  <c:v>68.673</c:v>
                </c:pt>
                <c:pt idx="1912">
                  <c:v>68.705</c:v>
                </c:pt>
                <c:pt idx="1913">
                  <c:v>68.738</c:v>
                </c:pt>
                <c:pt idx="1914">
                  <c:v>68.772</c:v>
                </c:pt>
                <c:pt idx="1915">
                  <c:v>68.808</c:v>
                </c:pt>
                <c:pt idx="1916">
                  <c:v>68.844</c:v>
                </c:pt>
                <c:pt idx="1917">
                  <c:v>68.881</c:v>
                </c:pt>
                <c:pt idx="1918">
                  <c:v>68.919</c:v>
                </c:pt>
                <c:pt idx="1919">
                  <c:v>68.957</c:v>
                </c:pt>
                <c:pt idx="1920">
                  <c:v>68.995</c:v>
                </c:pt>
                <c:pt idx="1921">
                  <c:v>69.033</c:v>
                </c:pt>
                <c:pt idx="1922">
                  <c:v>69.071</c:v>
                </c:pt>
                <c:pt idx="1923">
                  <c:v>69.109</c:v>
                </c:pt>
                <c:pt idx="1924">
                  <c:v>69.146</c:v>
                </c:pt>
                <c:pt idx="1925">
                  <c:v>69.184</c:v>
                </c:pt>
                <c:pt idx="1926">
                  <c:v>69.22</c:v>
                </c:pt>
                <c:pt idx="1927">
                  <c:v>69.256</c:v>
                </c:pt>
                <c:pt idx="1928">
                  <c:v>69.291</c:v>
                </c:pt>
                <c:pt idx="1929">
                  <c:v>69.326</c:v>
                </c:pt>
                <c:pt idx="1930">
                  <c:v>69.36</c:v>
                </c:pt>
                <c:pt idx="1931">
                  <c:v>69.393</c:v>
                </c:pt>
                <c:pt idx="1932">
                  <c:v>69.425</c:v>
                </c:pt>
                <c:pt idx="1933">
                  <c:v>69.457</c:v>
                </c:pt>
                <c:pt idx="1934">
                  <c:v>69.489</c:v>
                </c:pt>
                <c:pt idx="1935">
                  <c:v>69.519</c:v>
                </c:pt>
                <c:pt idx="1936">
                  <c:v>69.55</c:v>
                </c:pt>
                <c:pt idx="1937">
                  <c:v>69.579</c:v>
                </c:pt>
                <c:pt idx="1938">
                  <c:v>69.608</c:v>
                </c:pt>
                <c:pt idx="1939">
                  <c:v>69.637</c:v>
                </c:pt>
                <c:pt idx="1940">
                  <c:v>69.665</c:v>
                </c:pt>
                <c:pt idx="1941">
                  <c:v>69.692</c:v>
                </c:pt>
                <c:pt idx="1942">
                  <c:v>69.719</c:v>
                </c:pt>
                <c:pt idx="1943">
                  <c:v>69.745</c:v>
                </c:pt>
                <c:pt idx="1944">
                  <c:v>69.771</c:v>
                </c:pt>
                <c:pt idx="1945">
                  <c:v>69.796</c:v>
                </c:pt>
                <c:pt idx="1946">
                  <c:v>69.821</c:v>
                </c:pt>
                <c:pt idx="1947">
                  <c:v>69.844</c:v>
                </c:pt>
                <c:pt idx="1948">
                  <c:v>69.868</c:v>
                </c:pt>
                <c:pt idx="1949">
                  <c:v>69.891</c:v>
                </c:pt>
                <c:pt idx="1950">
                  <c:v>69.913</c:v>
                </c:pt>
                <c:pt idx="1951">
                  <c:v>69.934</c:v>
                </c:pt>
                <c:pt idx="1952">
                  <c:v>69.956</c:v>
                </c:pt>
                <c:pt idx="1953">
                  <c:v>69.976</c:v>
                </c:pt>
                <c:pt idx="1954">
                  <c:v>69.997</c:v>
                </c:pt>
                <c:pt idx="1955">
                  <c:v>70.016</c:v>
                </c:pt>
                <c:pt idx="1956">
                  <c:v>70.036</c:v>
                </c:pt>
                <c:pt idx="1957">
                  <c:v>70.055</c:v>
                </c:pt>
                <c:pt idx="1958">
                  <c:v>70.074</c:v>
                </c:pt>
                <c:pt idx="1959">
                  <c:v>70.093</c:v>
                </c:pt>
                <c:pt idx="1960">
                  <c:v>70.111</c:v>
                </c:pt>
                <c:pt idx="1961">
                  <c:v>70.13</c:v>
                </c:pt>
                <c:pt idx="1962">
                  <c:v>70.148</c:v>
                </c:pt>
                <c:pt idx="1963">
                  <c:v>70.167</c:v>
                </c:pt>
                <c:pt idx="1964">
                  <c:v>70.186</c:v>
                </c:pt>
                <c:pt idx="1965">
                  <c:v>70.205</c:v>
                </c:pt>
                <c:pt idx="1966">
                  <c:v>70.225</c:v>
                </c:pt>
                <c:pt idx="1967">
                  <c:v>70.245</c:v>
                </c:pt>
                <c:pt idx="1968">
                  <c:v>70.266</c:v>
                </c:pt>
                <c:pt idx="1969">
                  <c:v>70.287</c:v>
                </c:pt>
                <c:pt idx="1970">
                  <c:v>70.309</c:v>
                </c:pt>
                <c:pt idx="1971">
                  <c:v>70.332</c:v>
                </c:pt>
                <c:pt idx="1972">
                  <c:v>70.355</c:v>
                </c:pt>
                <c:pt idx="1973">
                  <c:v>70.379</c:v>
                </c:pt>
                <c:pt idx="1974">
                  <c:v>70.404</c:v>
                </c:pt>
                <c:pt idx="1975">
                  <c:v>70.43</c:v>
                </c:pt>
                <c:pt idx="1976">
                  <c:v>70.456</c:v>
                </c:pt>
                <c:pt idx="1977">
                  <c:v>70.482</c:v>
                </c:pt>
                <c:pt idx="1978">
                  <c:v>70.51</c:v>
                </c:pt>
                <c:pt idx="1979">
                  <c:v>70.538</c:v>
                </c:pt>
                <c:pt idx="1980">
                  <c:v>70.566</c:v>
                </c:pt>
                <c:pt idx="1981">
                  <c:v>70.594</c:v>
                </c:pt>
                <c:pt idx="1982">
                  <c:v>70.624</c:v>
                </c:pt>
                <c:pt idx="1983">
                  <c:v>70.653</c:v>
                </c:pt>
                <c:pt idx="1984">
                  <c:v>70.683</c:v>
                </c:pt>
                <c:pt idx="1985">
                  <c:v>70.713</c:v>
                </c:pt>
                <c:pt idx="1986">
                  <c:v>70.743</c:v>
                </c:pt>
                <c:pt idx="1987">
                  <c:v>70.773</c:v>
                </c:pt>
                <c:pt idx="1988">
                  <c:v>70.804</c:v>
                </c:pt>
                <c:pt idx="1989">
                  <c:v>70.834</c:v>
                </c:pt>
                <c:pt idx="1990">
                  <c:v>70.865</c:v>
                </c:pt>
                <c:pt idx="1991">
                  <c:v>70.896</c:v>
                </c:pt>
                <c:pt idx="1992">
                  <c:v>70.927</c:v>
                </c:pt>
                <c:pt idx="1993">
                  <c:v>70.957</c:v>
                </c:pt>
                <c:pt idx="1994">
                  <c:v>70.989</c:v>
                </c:pt>
                <c:pt idx="1995">
                  <c:v>71.02</c:v>
                </c:pt>
                <c:pt idx="1996">
                  <c:v>71.051</c:v>
                </c:pt>
                <c:pt idx="1997">
                  <c:v>71.083</c:v>
                </c:pt>
                <c:pt idx="1998">
                  <c:v>71.115</c:v>
                </c:pt>
                <c:pt idx="1999">
                  <c:v>71.147</c:v>
                </c:pt>
                <c:pt idx="2000">
                  <c:v>71.179</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
          <c:min val="0"/>
        </c:scaling>
        <c:delete val="1"/>
        <c:axPos val="b"/>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3C5566"/>
                </a:solidFill>
                <a:latin typeface="+mn-lt"/>
              </a:defRPr>
            </a:pPr>
            <a:endParaRPr lang="en-US"/>
          </a:p>
        </c:txPr>
        <c:crossAx val="2094734552"/>
        <c:crossesAt val="-100"/>
        <c:auto val="1"/>
        <c:lblAlgn val="ctr"/>
        <c:noMultiLvlLbl val="1"/>
        <c:majorUnit val="0.2"/>
      </c:valAx>
      <c:valAx>
        <c:axId val="2094734552"/>
        <c:scaling>
          <c:orientation val="minMax"/>
          <c:max val="100"/>
          <c:min val="-100"/>
        </c:scaling>
        <c:delete val="0"/>
        <c:axPos val="l"/>
        <c:majorGridlines>
          <c:spPr>
            <a:ln w="6350" cap="flat">
              <a:solidFill>
                <a:srgbClr val="E3E8EB"/>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3C5566"/>
                </a:solidFill>
                <a:latin typeface="+mn-lt"/>
              </a:defRPr>
            </a:pPr>
            <a:endParaRPr lang="en-US"/>
          </a:p>
        </c:txPr>
        <c:crossAx val="2094734554"/>
        <c:crosses val="autoZero"/>
        <c:crossBetween val="midCat"/>
        <c:majorUnit val="50"/>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Exact solution</c:v>
                </c:pt>
              </c:strCache>
            </c:strRef>
          </c:tx>
          <c:spPr>
            <a:solidFill>
              <a:srgbClr val="AEB8C0"/>
            </a:solidFill>
            <a:ln w="19050" cap="flat">
              <a:solidFill>
                <a:srgbClr val="AEB8C0"/>
              </a:solidFill>
              <a:prstDash val="solid"/>
              <a:round/>
            </a:ln>
            <a:effectLst/>
          </c:spPr>
          <c:marker>
            <c:symbol val="none"/>
            <c:size val="6"/>
            <c:spPr>
              <a:solidFill>
                <a:srgbClr val="AEB8C0"/>
              </a:solidFill>
              <a:ln w="9525" cap="flat">
                <a:solidFill>
                  <a:srgbClr val="AEB8C0"/>
                </a:solidFill>
                <a:prstDash val="solid"/>
                <a:round/>
              </a:ln>
              <a:effectLst/>
            </c:spPr>
          </c:marker>
          <c:xVal>
            <c:numRef>
              <c:f>Sheet1!$A$2:$A$2002</c:f>
              <c:numCache>
                <c:formatCode>General</c:formatCode>
                <c:ptCount val="2001"/>
                <c:pt idx="0">
                  <c:v>0</c:v>
                </c:pt>
                <c:pt idx="1">
                  <c:v>0.0005</c:v>
                </c:pt>
                <c:pt idx="2">
                  <c:v>0.001</c:v>
                </c:pt>
                <c:pt idx="3">
                  <c:v>0.0015</c:v>
                </c:pt>
                <c:pt idx="4">
                  <c:v>0.002</c:v>
                </c:pt>
                <c:pt idx="5">
                  <c:v>0.0025</c:v>
                </c:pt>
                <c:pt idx="6">
                  <c:v>0.003</c:v>
                </c:pt>
                <c:pt idx="7">
                  <c:v>0.0035</c:v>
                </c:pt>
                <c:pt idx="8">
                  <c:v>0.004</c:v>
                </c:pt>
                <c:pt idx="9">
                  <c:v>0.0045</c:v>
                </c:pt>
                <c:pt idx="10">
                  <c:v>0.005</c:v>
                </c:pt>
                <c:pt idx="11">
                  <c:v>0.0055</c:v>
                </c:pt>
                <c:pt idx="12">
                  <c:v>0.006</c:v>
                </c:pt>
                <c:pt idx="13">
                  <c:v>0.0065</c:v>
                </c:pt>
                <c:pt idx="14">
                  <c:v>0.007</c:v>
                </c:pt>
                <c:pt idx="15">
                  <c:v>0.0075</c:v>
                </c:pt>
                <c:pt idx="16">
                  <c:v>0.008</c:v>
                </c:pt>
                <c:pt idx="17">
                  <c:v>0.0085</c:v>
                </c:pt>
                <c:pt idx="18">
                  <c:v>0.009</c:v>
                </c:pt>
                <c:pt idx="19">
                  <c:v>0.0095</c:v>
                </c:pt>
                <c:pt idx="20">
                  <c:v>0.01</c:v>
                </c:pt>
                <c:pt idx="21">
                  <c:v>0.0105</c:v>
                </c:pt>
                <c:pt idx="22">
                  <c:v>0.011</c:v>
                </c:pt>
                <c:pt idx="23">
                  <c:v>0.0115</c:v>
                </c:pt>
                <c:pt idx="24">
                  <c:v>0.012</c:v>
                </c:pt>
                <c:pt idx="25">
                  <c:v>0.0125</c:v>
                </c:pt>
                <c:pt idx="26">
                  <c:v>0.013</c:v>
                </c:pt>
                <c:pt idx="27">
                  <c:v>0.0135</c:v>
                </c:pt>
                <c:pt idx="28">
                  <c:v>0.014</c:v>
                </c:pt>
                <c:pt idx="29">
                  <c:v>0.0145</c:v>
                </c:pt>
                <c:pt idx="30">
                  <c:v>0.015</c:v>
                </c:pt>
                <c:pt idx="31">
                  <c:v>0.0155</c:v>
                </c:pt>
                <c:pt idx="32">
                  <c:v>0.016</c:v>
                </c:pt>
                <c:pt idx="33">
                  <c:v>0.0165</c:v>
                </c:pt>
                <c:pt idx="34">
                  <c:v>0.017</c:v>
                </c:pt>
                <c:pt idx="35">
                  <c:v>0.0175</c:v>
                </c:pt>
                <c:pt idx="36">
                  <c:v>0.018</c:v>
                </c:pt>
                <c:pt idx="37">
                  <c:v>0.0185</c:v>
                </c:pt>
                <c:pt idx="38">
                  <c:v>0.019</c:v>
                </c:pt>
                <c:pt idx="39">
                  <c:v>0.0195</c:v>
                </c:pt>
                <c:pt idx="40">
                  <c:v>0.02</c:v>
                </c:pt>
                <c:pt idx="41">
                  <c:v>0.0205</c:v>
                </c:pt>
                <c:pt idx="42">
                  <c:v>0.021</c:v>
                </c:pt>
                <c:pt idx="43">
                  <c:v>0.0215</c:v>
                </c:pt>
                <c:pt idx="44">
                  <c:v>0.022</c:v>
                </c:pt>
                <c:pt idx="45">
                  <c:v>0.0225</c:v>
                </c:pt>
                <c:pt idx="46">
                  <c:v>0.023</c:v>
                </c:pt>
                <c:pt idx="47">
                  <c:v>0.0235</c:v>
                </c:pt>
                <c:pt idx="48">
                  <c:v>0.024</c:v>
                </c:pt>
                <c:pt idx="49">
                  <c:v>0.0245</c:v>
                </c:pt>
                <c:pt idx="50">
                  <c:v>0.025</c:v>
                </c:pt>
                <c:pt idx="51">
                  <c:v>0.0255</c:v>
                </c:pt>
                <c:pt idx="52">
                  <c:v>0.026</c:v>
                </c:pt>
                <c:pt idx="53">
                  <c:v>0.0265</c:v>
                </c:pt>
                <c:pt idx="54">
                  <c:v>0.027</c:v>
                </c:pt>
                <c:pt idx="55">
                  <c:v>0.0275</c:v>
                </c:pt>
                <c:pt idx="56">
                  <c:v>0.028</c:v>
                </c:pt>
                <c:pt idx="57">
                  <c:v>0.0285</c:v>
                </c:pt>
                <c:pt idx="58">
                  <c:v>0.029</c:v>
                </c:pt>
                <c:pt idx="59">
                  <c:v>0.0295</c:v>
                </c:pt>
                <c:pt idx="60">
                  <c:v>0.03</c:v>
                </c:pt>
                <c:pt idx="61">
                  <c:v>0.0305</c:v>
                </c:pt>
                <c:pt idx="62">
                  <c:v>0.031</c:v>
                </c:pt>
                <c:pt idx="63">
                  <c:v>0.0315</c:v>
                </c:pt>
                <c:pt idx="64">
                  <c:v>0.032</c:v>
                </c:pt>
                <c:pt idx="65">
                  <c:v>0.0325</c:v>
                </c:pt>
                <c:pt idx="66">
                  <c:v>0.033</c:v>
                </c:pt>
                <c:pt idx="67">
                  <c:v>0.0335</c:v>
                </c:pt>
                <c:pt idx="68">
                  <c:v>0.034</c:v>
                </c:pt>
                <c:pt idx="69">
                  <c:v>0.0345</c:v>
                </c:pt>
                <c:pt idx="70">
                  <c:v>0.035</c:v>
                </c:pt>
                <c:pt idx="71">
                  <c:v>0.0355</c:v>
                </c:pt>
                <c:pt idx="72">
                  <c:v>0.036</c:v>
                </c:pt>
                <c:pt idx="73">
                  <c:v>0.0365</c:v>
                </c:pt>
                <c:pt idx="74">
                  <c:v>0.037</c:v>
                </c:pt>
                <c:pt idx="75">
                  <c:v>0.0375</c:v>
                </c:pt>
                <c:pt idx="76">
                  <c:v>0.038</c:v>
                </c:pt>
                <c:pt idx="77">
                  <c:v>0.0385</c:v>
                </c:pt>
                <c:pt idx="78">
                  <c:v>0.039</c:v>
                </c:pt>
                <c:pt idx="79">
                  <c:v>0.0395</c:v>
                </c:pt>
                <c:pt idx="80">
                  <c:v>0.04</c:v>
                </c:pt>
                <c:pt idx="81">
                  <c:v>0.0405</c:v>
                </c:pt>
                <c:pt idx="82">
                  <c:v>0.041</c:v>
                </c:pt>
                <c:pt idx="83">
                  <c:v>0.0415</c:v>
                </c:pt>
                <c:pt idx="84">
                  <c:v>0.042</c:v>
                </c:pt>
                <c:pt idx="85">
                  <c:v>0.0425</c:v>
                </c:pt>
                <c:pt idx="86">
                  <c:v>0.043</c:v>
                </c:pt>
                <c:pt idx="87">
                  <c:v>0.0435</c:v>
                </c:pt>
                <c:pt idx="88">
                  <c:v>0.044</c:v>
                </c:pt>
                <c:pt idx="89">
                  <c:v>0.0445</c:v>
                </c:pt>
                <c:pt idx="90">
                  <c:v>0.045</c:v>
                </c:pt>
                <c:pt idx="91">
                  <c:v>0.0455</c:v>
                </c:pt>
                <c:pt idx="92">
                  <c:v>0.046</c:v>
                </c:pt>
                <c:pt idx="93">
                  <c:v>0.0465</c:v>
                </c:pt>
                <c:pt idx="94">
                  <c:v>0.047</c:v>
                </c:pt>
                <c:pt idx="95">
                  <c:v>0.0475</c:v>
                </c:pt>
                <c:pt idx="96">
                  <c:v>0.048</c:v>
                </c:pt>
                <c:pt idx="97">
                  <c:v>0.0485</c:v>
                </c:pt>
                <c:pt idx="98">
                  <c:v>0.049</c:v>
                </c:pt>
                <c:pt idx="99">
                  <c:v>0.0495</c:v>
                </c:pt>
                <c:pt idx="100">
                  <c:v>0.05</c:v>
                </c:pt>
                <c:pt idx="101">
                  <c:v>0.0505</c:v>
                </c:pt>
                <c:pt idx="102">
                  <c:v>0.051</c:v>
                </c:pt>
                <c:pt idx="103">
                  <c:v>0.0515</c:v>
                </c:pt>
                <c:pt idx="104">
                  <c:v>0.052</c:v>
                </c:pt>
                <c:pt idx="105">
                  <c:v>0.0525</c:v>
                </c:pt>
                <c:pt idx="106">
                  <c:v>0.053</c:v>
                </c:pt>
                <c:pt idx="107">
                  <c:v>0.0535</c:v>
                </c:pt>
                <c:pt idx="108">
                  <c:v>0.054</c:v>
                </c:pt>
                <c:pt idx="109">
                  <c:v>0.0545</c:v>
                </c:pt>
                <c:pt idx="110">
                  <c:v>0.055</c:v>
                </c:pt>
                <c:pt idx="111">
                  <c:v>0.0555</c:v>
                </c:pt>
                <c:pt idx="112">
                  <c:v>0.056</c:v>
                </c:pt>
                <c:pt idx="113">
                  <c:v>0.0565</c:v>
                </c:pt>
                <c:pt idx="114">
                  <c:v>0.057</c:v>
                </c:pt>
                <c:pt idx="115">
                  <c:v>0.0575</c:v>
                </c:pt>
                <c:pt idx="116">
                  <c:v>0.058</c:v>
                </c:pt>
                <c:pt idx="117">
                  <c:v>0.0585</c:v>
                </c:pt>
                <c:pt idx="118">
                  <c:v>0.059</c:v>
                </c:pt>
                <c:pt idx="119">
                  <c:v>0.0595</c:v>
                </c:pt>
                <c:pt idx="120">
                  <c:v>0.06</c:v>
                </c:pt>
                <c:pt idx="121">
                  <c:v>0.0605</c:v>
                </c:pt>
                <c:pt idx="122">
                  <c:v>0.061</c:v>
                </c:pt>
                <c:pt idx="123">
                  <c:v>0.0615</c:v>
                </c:pt>
                <c:pt idx="124">
                  <c:v>0.062</c:v>
                </c:pt>
                <c:pt idx="125">
                  <c:v>0.0625</c:v>
                </c:pt>
                <c:pt idx="126">
                  <c:v>0.063</c:v>
                </c:pt>
                <c:pt idx="127">
                  <c:v>0.0635</c:v>
                </c:pt>
                <c:pt idx="128">
                  <c:v>0.064</c:v>
                </c:pt>
                <c:pt idx="129">
                  <c:v>0.0645</c:v>
                </c:pt>
                <c:pt idx="130">
                  <c:v>0.065</c:v>
                </c:pt>
                <c:pt idx="131">
                  <c:v>0.0655</c:v>
                </c:pt>
                <c:pt idx="132">
                  <c:v>0.066</c:v>
                </c:pt>
                <c:pt idx="133">
                  <c:v>0.0665</c:v>
                </c:pt>
                <c:pt idx="134">
                  <c:v>0.067</c:v>
                </c:pt>
                <c:pt idx="135">
                  <c:v>0.0675</c:v>
                </c:pt>
                <c:pt idx="136">
                  <c:v>0.068</c:v>
                </c:pt>
                <c:pt idx="137">
                  <c:v>0.0685</c:v>
                </c:pt>
                <c:pt idx="138">
                  <c:v>0.069</c:v>
                </c:pt>
                <c:pt idx="139">
                  <c:v>0.0695</c:v>
                </c:pt>
                <c:pt idx="140">
                  <c:v>0.07</c:v>
                </c:pt>
                <c:pt idx="141">
                  <c:v>0.0705</c:v>
                </c:pt>
                <c:pt idx="142">
                  <c:v>0.071</c:v>
                </c:pt>
                <c:pt idx="143">
                  <c:v>0.0715</c:v>
                </c:pt>
                <c:pt idx="144">
                  <c:v>0.072</c:v>
                </c:pt>
                <c:pt idx="145">
                  <c:v>0.0725</c:v>
                </c:pt>
                <c:pt idx="146">
                  <c:v>0.073</c:v>
                </c:pt>
                <c:pt idx="147">
                  <c:v>0.0735</c:v>
                </c:pt>
                <c:pt idx="148">
                  <c:v>0.074</c:v>
                </c:pt>
                <c:pt idx="149">
                  <c:v>0.0745</c:v>
                </c:pt>
                <c:pt idx="150">
                  <c:v>0.075</c:v>
                </c:pt>
                <c:pt idx="151">
                  <c:v>0.0755</c:v>
                </c:pt>
                <c:pt idx="152">
                  <c:v>0.076</c:v>
                </c:pt>
                <c:pt idx="153">
                  <c:v>0.0765</c:v>
                </c:pt>
                <c:pt idx="154">
                  <c:v>0.077</c:v>
                </c:pt>
                <c:pt idx="155">
                  <c:v>0.0775</c:v>
                </c:pt>
                <c:pt idx="156">
                  <c:v>0.078</c:v>
                </c:pt>
                <c:pt idx="157">
                  <c:v>0.0785</c:v>
                </c:pt>
                <c:pt idx="158">
                  <c:v>0.079</c:v>
                </c:pt>
                <c:pt idx="159">
                  <c:v>0.0795</c:v>
                </c:pt>
                <c:pt idx="160">
                  <c:v>0.08</c:v>
                </c:pt>
                <c:pt idx="161">
                  <c:v>0.0805</c:v>
                </c:pt>
                <c:pt idx="162">
                  <c:v>0.081</c:v>
                </c:pt>
                <c:pt idx="163">
                  <c:v>0.0815</c:v>
                </c:pt>
                <c:pt idx="164">
                  <c:v>0.082</c:v>
                </c:pt>
                <c:pt idx="165">
                  <c:v>0.0825</c:v>
                </c:pt>
                <c:pt idx="166">
                  <c:v>0.083</c:v>
                </c:pt>
                <c:pt idx="167">
                  <c:v>0.0835</c:v>
                </c:pt>
                <c:pt idx="168">
                  <c:v>0.084</c:v>
                </c:pt>
                <c:pt idx="169">
                  <c:v>0.0845</c:v>
                </c:pt>
                <c:pt idx="170">
                  <c:v>0.085</c:v>
                </c:pt>
                <c:pt idx="171">
                  <c:v>0.0855</c:v>
                </c:pt>
                <c:pt idx="172">
                  <c:v>0.086</c:v>
                </c:pt>
                <c:pt idx="173">
                  <c:v>0.0865</c:v>
                </c:pt>
                <c:pt idx="174">
                  <c:v>0.087</c:v>
                </c:pt>
                <c:pt idx="175">
                  <c:v>0.0875</c:v>
                </c:pt>
                <c:pt idx="176">
                  <c:v>0.088</c:v>
                </c:pt>
                <c:pt idx="177">
                  <c:v>0.0885</c:v>
                </c:pt>
                <c:pt idx="178">
                  <c:v>0.089</c:v>
                </c:pt>
                <c:pt idx="179">
                  <c:v>0.0895</c:v>
                </c:pt>
                <c:pt idx="180">
                  <c:v>0.09</c:v>
                </c:pt>
                <c:pt idx="181">
                  <c:v>0.0905</c:v>
                </c:pt>
                <c:pt idx="182">
                  <c:v>0.091</c:v>
                </c:pt>
                <c:pt idx="183">
                  <c:v>0.0915</c:v>
                </c:pt>
                <c:pt idx="184">
                  <c:v>0.092</c:v>
                </c:pt>
                <c:pt idx="185">
                  <c:v>0.0925</c:v>
                </c:pt>
                <c:pt idx="186">
                  <c:v>0.093</c:v>
                </c:pt>
                <c:pt idx="187">
                  <c:v>0.0935</c:v>
                </c:pt>
                <c:pt idx="188">
                  <c:v>0.094</c:v>
                </c:pt>
                <c:pt idx="189">
                  <c:v>0.0945</c:v>
                </c:pt>
                <c:pt idx="190">
                  <c:v>0.095</c:v>
                </c:pt>
                <c:pt idx="191">
                  <c:v>0.0955</c:v>
                </c:pt>
                <c:pt idx="192">
                  <c:v>0.096</c:v>
                </c:pt>
                <c:pt idx="193">
                  <c:v>0.0965</c:v>
                </c:pt>
                <c:pt idx="194">
                  <c:v>0.097</c:v>
                </c:pt>
                <c:pt idx="195">
                  <c:v>0.0975</c:v>
                </c:pt>
                <c:pt idx="196">
                  <c:v>0.098</c:v>
                </c:pt>
                <c:pt idx="197">
                  <c:v>0.0985</c:v>
                </c:pt>
                <c:pt idx="198">
                  <c:v>0.099</c:v>
                </c:pt>
                <c:pt idx="199">
                  <c:v>0.0995</c:v>
                </c:pt>
                <c:pt idx="200">
                  <c:v>0.1</c:v>
                </c:pt>
                <c:pt idx="201">
                  <c:v>0.1005</c:v>
                </c:pt>
                <c:pt idx="202">
                  <c:v>0.101</c:v>
                </c:pt>
                <c:pt idx="203">
                  <c:v>0.1015</c:v>
                </c:pt>
                <c:pt idx="204">
                  <c:v>0.102</c:v>
                </c:pt>
                <c:pt idx="205">
                  <c:v>0.1025</c:v>
                </c:pt>
                <c:pt idx="206">
                  <c:v>0.103</c:v>
                </c:pt>
                <c:pt idx="207">
                  <c:v>0.1035</c:v>
                </c:pt>
                <c:pt idx="208">
                  <c:v>0.104</c:v>
                </c:pt>
                <c:pt idx="209">
                  <c:v>0.1045</c:v>
                </c:pt>
                <c:pt idx="210">
                  <c:v>0.105</c:v>
                </c:pt>
                <c:pt idx="211">
                  <c:v>0.1055</c:v>
                </c:pt>
                <c:pt idx="212">
                  <c:v>0.106</c:v>
                </c:pt>
                <c:pt idx="213">
                  <c:v>0.1065</c:v>
                </c:pt>
                <c:pt idx="214">
                  <c:v>0.107</c:v>
                </c:pt>
                <c:pt idx="215">
                  <c:v>0.1075</c:v>
                </c:pt>
                <c:pt idx="216">
                  <c:v>0.108</c:v>
                </c:pt>
                <c:pt idx="217">
                  <c:v>0.1085</c:v>
                </c:pt>
                <c:pt idx="218">
                  <c:v>0.109</c:v>
                </c:pt>
                <c:pt idx="219">
                  <c:v>0.1095</c:v>
                </c:pt>
                <c:pt idx="220">
                  <c:v>0.11</c:v>
                </c:pt>
                <c:pt idx="221">
                  <c:v>0.1105</c:v>
                </c:pt>
                <c:pt idx="222">
                  <c:v>0.111</c:v>
                </c:pt>
                <c:pt idx="223">
                  <c:v>0.1115</c:v>
                </c:pt>
                <c:pt idx="224">
                  <c:v>0.112</c:v>
                </c:pt>
                <c:pt idx="225">
                  <c:v>0.1125</c:v>
                </c:pt>
                <c:pt idx="226">
                  <c:v>0.113</c:v>
                </c:pt>
                <c:pt idx="227">
                  <c:v>0.1135</c:v>
                </c:pt>
                <c:pt idx="228">
                  <c:v>0.114</c:v>
                </c:pt>
                <c:pt idx="229">
                  <c:v>0.1145</c:v>
                </c:pt>
                <c:pt idx="230">
                  <c:v>0.115</c:v>
                </c:pt>
                <c:pt idx="231">
                  <c:v>0.1155</c:v>
                </c:pt>
                <c:pt idx="232">
                  <c:v>0.116</c:v>
                </c:pt>
                <c:pt idx="233">
                  <c:v>0.1165</c:v>
                </c:pt>
                <c:pt idx="234">
                  <c:v>0.117</c:v>
                </c:pt>
                <c:pt idx="235">
                  <c:v>0.1175</c:v>
                </c:pt>
                <c:pt idx="236">
                  <c:v>0.118</c:v>
                </c:pt>
                <c:pt idx="237">
                  <c:v>0.1185</c:v>
                </c:pt>
                <c:pt idx="238">
                  <c:v>0.119</c:v>
                </c:pt>
                <c:pt idx="239">
                  <c:v>0.1195</c:v>
                </c:pt>
                <c:pt idx="240">
                  <c:v>0.12</c:v>
                </c:pt>
                <c:pt idx="241">
                  <c:v>0.1205</c:v>
                </c:pt>
                <c:pt idx="242">
                  <c:v>0.121</c:v>
                </c:pt>
                <c:pt idx="243">
                  <c:v>0.1215</c:v>
                </c:pt>
                <c:pt idx="244">
                  <c:v>0.122</c:v>
                </c:pt>
                <c:pt idx="245">
                  <c:v>0.1225</c:v>
                </c:pt>
                <c:pt idx="246">
                  <c:v>0.123</c:v>
                </c:pt>
                <c:pt idx="247">
                  <c:v>0.1235</c:v>
                </c:pt>
                <c:pt idx="248">
                  <c:v>0.124</c:v>
                </c:pt>
                <c:pt idx="249">
                  <c:v>0.1245</c:v>
                </c:pt>
                <c:pt idx="250">
                  <c:v>0.125</c:v>
                </c:pt>
                <c:pt idx="251">
                  <c:v>0.1255</c:v>
                </c:pt>
                <c:pt idx="252">
                  <c:v>0.126</c:v>
                </c:pt>
                <c:pt idx="253">
                  <c:v>0.1265</c:v>
                </c:pt>
                <c:pt idx="254">
                  <c:v>0.127</c:v>
                </c:pt>
                <c:pt idx="255">
                  <c:v>0.1275</c:v>
                </c:pt>
                <c:pt idx="256">
                  <c:v>0.128</c:v>
                </c:pt>
                <c:pt idx="257">
                  <c:v>0.1285</c:v>
                </c:pt>
                <c:pt idx="258">
                  <c:v>0.129</c:v>
                </c:pt>
                <c:pt idx="259">
                  <c:v>0.1295</c:v>
                </c:pt>
                <c:pt idx="260">
                  <c:v>0.13</c:v>
                </c:pt>
                <c:pt idx="261">
                  <c:v>0.1305</c:v>
                </c:pt>
                <c:pt idx="262">
                  <c:v>0.131</c:v>
                </c:pt>
                <c:pt idx="263">
                  <c:v>0.1315</c:v>
                </c:pt>
                <c:pt idx="264">
                  <c:v>0.132</c:v>
                </c:pt>
                <c:pt idx="265">
                  <c:v>0.1325</c:v>
                </c:pt>
                <c:pt idx="266">
                  <c:v>0.133</c:v>
                </c:pt>
                <c:pt idx="267">
                  <c:v>0.1335</c:v>
                </c:pt>
                <c:pt idx="268">
                  <c:v>0.134</c:v>
                </c:pt>
                <c:pt idx="269">
                  <c:v>0.1345</c:v>
                </c:pt>
                <c:pt idx="270">
                  <c:v>0.135</c:v>
                </c:pt>
                <c:pt idx="271">
                  <c:v>0.1355</c:v>
                </c:pt>
                <c:pt idx="272">
                  <c:v>0.136</c:v>
                </c:pt>
                <c:pt idx="273">
                  <c:v>0.1365</c:v>
                </c:pt>
                <c:pt idx="274">
                  <c:v>0.137</c:v>
                </c:pt>
                <c:pt idx="275">
                  <c:v>0.1375</c:v>
                </c:pt>
                <c:pt idx="276">
                  <c:v>0.138</c:v>
                </c:pt>
                <c:pt idx="277">
                  <c:v>0.1385</c:v>
                </c:pt>
                <c:pt idx="278">
                  <c:v>0.139</c:v>
                </c:pt>
                <c:pt idx="279">
                  <c:v>0.1395</c:v>
                </c:pt>
                <c:pt idx="280">
                  <c:v>0.14</c:v>
                </c:pt>
                <c:pt idx="281">
                  <c:v>0.1405</c:v>
                </c:pt>
                <c:pt idx="282">
                  <c:v>0.141</c:v>
                </c:pt>
                <c:pt idx="283">
                  <c:v>0.1415</c:v>
                </c:pt>
                <c:pt idx="284">
                  <c:v>0.142</c:v>
                </c:pt>
                <c:pt idx="285">
                  <c:v>0.1425</c:v>
                </c:pt>
                <c:pt idx="286">
                  <c:v>0.143</c:v>
                </c:pt>
                <c:pt idx="287">
                  <c:v>0.1435</c:v>
                </c:pt>
                <c:pt idx="288">
                  <c:v>0.144</c:v>
                </c:pt>
                <c:pt idx="289">
                  <c:v>0.1445</c:v>
                </c:pt>
                <c:pt idx="290">
                  <c:v>0.145</c:v>
                </c:pt>
                <c:pt idx="291">
                  <c:v>0.1455</c:v>
                </c:pt>
                <c:pt idx="292">
                  <c:v>0.146</c:v>
                </c:pt>
                <c:pt idx="293">
                  <c:v>0.1465</c:v>
                </c:pt>
                <c:pt idx="294">
                  <c:v>0.147</c:v>
                </c:pt>
                <c:pt idx="295">
                  <c:v>0.1475</c:v>
                </c:pt>
                <c:pt idx="296">
                  <c:v>0.148</c:v>
                </c:pt>
                <c:pt idx="297">
                  <c:v>0.1485</c:v>
                </c:pt>
                <c:pt idx="298">
                  <c:v>0.149</c:v>
                </c:pt>
                <c:pt idx="299">
                  <c:v>0.1495</c:v>
                </c:pt>
                <c:pt idx="300">
                  <c:v>0.15</c:v>
                </c:pt>
                <c:pt idx="301">
                  <c:v>0.1505</c:v>
                </c:pt>
                <c:pt idx="302">
                  <c:v>0.151</c:v>
                </c:pt>
                <c:pt idx="303">
                  <c:v>0.1515</c:v>
                </c:pt>
                <c:pt idx="304">
                  <c:v>0.152</c:v>
                </c:pt>
                <c:pt idx="305">
                  <c:v>0.1525</c:v>
                </c:pt>
                <c:pt idx="306">
                  <c:v>0.153</c:v>
                </c:pt>
                <c:pt idx="307">
                  <c:v>0.1535</c:v>
                </c:pt>
                <c:pt idx="308">
                  <c:v>0.154</c:v>
                </c:pt>
                <c:pt idx="309">
                  <c:v>0.1545</c:v>
                </c:pt>
                <c:pt idx="310">
                  <c:v>0.155</c:v>
                </c:pt>
                <c:pt idx="311">
                  <c:v>0.1555</c:v>
                </c:pt>
                <c:pt idx="312">
                  <c:v>0.156</c:v>
                </c:pt>
                <c:pt idx="313">
                  <c:v>0.1565</c:v>
                </c:pt>
                <c:pt idx="314">
                  <c:v>0.157</c:v>
                </c:pt>
                <c:pt idx="315">
                  <c:v>0.1575</c:v>
                </c:pt>
                <c:pt idx="316">
                  <c:v>0.158</c:v>
                </c:pt>
                <c:pt idx="317">
                  <c:v>0.1585</c:v>
                </c:pt>
                <c:pt idx="318">
                  <c:v>0.159</c:v>
                </c:pt>
                <c:pt idx="319">
                  <c:v>0.1595</c:v>
                </c:pt>
                <c:pt idx="320">
                  <c:v>0.16</c:v>
                </c:pt>
                <c:pt idx="321">
                  <c:v>0.1605</c:v>
                </c:pt>
                <c:pt idx="322">
                  <c:v>0.161</c:v>
                </c:pt>
                <c:pt idx="323">
                  <c:v>0.1615</c:v>
                </c:pt>
                <c:pt idx="324">
                  <c:v>0.162</c:v>
                </c:pt>
                <c:pt idx="325">
                  <c:v>0.1625</c:v>
                </c:pt>
                <c:pt idx="326">
                  <c:v>0.163</c:v>
                </c:pt>
                <c:pt idx="327">
                  <c:v>0.1635</c:v>
                </c:pt>
                <c:pt idx="328">
                  <c:v>0.164</c:v>
                </c:pt>
                <c:pt idx="329">
                  <c:v>0.1645</c:v>
                </c:pt>
                <c:pt idx="330">
                  <c:v>0.165</c:v>
                </c:pt>
                <c:pt idx="331">
                  <c:v>0.1655</c:v>
                </c:pt>
                <c:pt idx="332">
                  <c:v>0.166</c:v>
                </c:pt>
                <c:pt idx="333">
                  <c:v>0.1665</c:v>
                </c:pt>
                <c:pt idx="334">
                  <c:v>0.167</c:v>
                </c:pt>
                <c:pt idx="335">
                  <c:v>0.1675</c:v>
                </c:pt>
                <c:pt idx="336">
                  <c:v>0.168</c:v>
                </c:pt>
                <c:pt idx="337">
                  <c:v>0.1685</c:v>
                </c:pt>
                <c:pt idx="338">
                  <c:v>0.169</c:v>
                </c:pt>
                <c:pt idx="339">
                  <c:v>0.1695</c:v>
                </c:pt>
                <c:pt idx="340">
                  <c:v>0.17</c:v>
                </c:pt>
                <c:pt idx="341">
                  <c:v>0.1705</c:v>
                </c:pt>
                <c:pt idx="342">
                  <c:v>0.171</c:v>
                </c:pt>
                <c:pt idx="343">
                  <c:v>0.1715</c:v>
                </c:pt>
                <c:pt idx="344">
                  <c:v>0.172</c:v>
                </c:pt>
                <c:pt idx="345">
                  <c:v>0.1725</c:v>
                </c:pt>
                <c:pt idx="346">
                  <c:v>0.173</c:v>
                </c:pt>
                <c:pt idx="347">
                  <c:v>0.1735</c:v>
                </c:pt>
                <c:pt idx="348">
                  <c:v>0.174</c:v>
                </c:pt>
                <c:pt idx="349">
                  <c:v>0.1745</c:v>
                </c:pt>
                <c:pt idx="350">
                  <c:v>0.175</c:v>
                </c:pt>
                <c:pt idx="351">
                  <c:v>0.1755</c:v>
                </c:pt>
                <c:pt idx="352">
                  <c:v>0.176</c:v>
                </c:pt>
                <c:pt idx="353">
                  <c:v>0.1765</c:v>
                </c:pt>
                <c:pt idx="354">
                  <c:v>0.177</c:v>
                </c:pt>
                <c:pt idx="355">
                  <c:v>0.1775</c:v>
                </c:pt>
                <c:pt idx="356">
                  <c:v>0.178</c:v>
                </c:pt>
                <c:pt idx="357">
                  <c:v>0.1785</c:v>
                </c:pt>
                <c:pt idx="358">
                  <c:v>0.179</c:v>
                </c:pt>
                <c:pt idx="359">
                  <c:v>0.1795</c:v>
                </c:pt>
                <c:pt idx="360">
                  <c:v>0.18</c:v>
                </c:pt>
                <c:pt idx="361">
                  <c:v>0.1805</c:v>
                </c:pt>
                <c:pt idx="362">
                  <c:v>0.181</c:v>
                </c:pt>
                <c:pt idx="363">
                  <c:v>0.1815</c:v>
                </c:pt>
                <c:pt idx="364">
                  <c:v>0.182</c:v>
                </c:pt>
                <c:pt idx="365">
                  <c:v>0.1825</c:v>
                </c:pt>
                <c:pt idx="366">
                  <c:v>0.183</c:v>
                </c:pt>
                <c:pt idx="367">
                  <c:v>0.1835</c:v>
                </c:pt>
                <c:pt idx="368">
                  <c:v>0.184</c:v>
                </c:pt>
                <c:pt idx="369">
                  <c:v>0.1845</c:v>
                </c:pt>
                <c:pt idx="370">
                  <c:v>0.185</c:v>
                </c:pt>
                <c:pt idx="371">
                  <c:v>0.1855</c:v>
                </c:pt>
                <c:pt idx="372">
                  <c:v>0.186</c:v>
                </c:pt>
                <c:pt idx="373">
                  <c:v>0.1865</c:v>
                </c:pt>
                <c:pt idx="374">
                  <c:v>0.187</c:v>
                </c:pt>
                <c:pt idx="375">
                  <c:v>0.1875</c:v>
                </c:pt>
                <c:pt idx="376">
                  <c:v>0.188</c:v>
                </c:pt>
                <c:pt idx="377">
                  <c:v>0.1885</c:v>
                </c:pt>
                <c:pt idx="378">
                  <c:v>0.189</c:v>
                </c:pt>
                <c:pt idx="379">
                  <c:v>0.1895</c:v>
                </c:pt>
                <c:pt idx="380">
                  <c:v>0.19</c:v>
                </c:pt>
                <c:pt idx="381">
                  <c:v>0.1905</c:v>
                </c:pt>
                <c:pt idx="382">
                  <c:v>0.191</c:v>
                </c:pt>
                <c:pt idx="383">
                  <c:v>0.1915</c:v>
                </c:pt>
                <c:pt idx="384">
                  <c:v>0.192</c:v>
                </c:pt>
                <c:pt idx="385">
                  <c:v>0.1925</c:v>
                </c:pt>
                <c:pt idx="386">
                  <c:v>0.193</c:v>
                </c:pt>
                <c:pt idx="387">
                  <c:v>0.1935</c:v>
                </c:pt>
                <c:pt idx="388">
                  <c:v>0.194</c:v>
                </c:pt>
                <c:pt idx="389">
                  <c:v>0.1945</c:v>
                </c:pt>
                <c:pt idx="390">
                  <c:v>0.195</c:v>
                </c:pt>
                <c:pt idx="391">
                  <c:v>0.1955</c:v>
                </c:pt>
                <c:pt idx="392">
                  <c:v>0.196</c:v>
                </c:pt>
                <c:pt idx="393">
                  <c:v>0.1965</c:v>
                </c:pt>
                <c:pt idx="394">
                  <c:v>0.197</c:v>
                </c:pt>
                <c:pt idx="395">
                  <c:v>0.1975</c:v>
                </c:pt>
                <c:pt idx="396">
                  <c:v>0.198</c:v>
                </c:pt>
                <c:pt idx="397">
                  <c:v>0.1985</c:v>
                </c:pt>
                <c:pt idx="398">
                  <c:v>0.199</c:v>
                </c:pt>
                <c:pt idx="399">
                  <c:v>0.1995</c:v>
                </c:pt>
                <c:pt idx="400">
                  <c:v>0.2</c:v>
                </c:pt>
                <c:pt idx="401">
                  <c:v>0.2005</c:v>
                </c:pt>
                <c:pt idx="402">
                  <c:v>0.201</c:v>
                </c:pt>
                <c:pt idx="403">
                  <c:v>0.2015</c:v>
                </c:pt>
                <c:pt idx="404">
                  <c:v>0.202</c:v>
                </c:pt>
                <c:pt idx="405">
                  <c:v>0.2025</c:v>
                </c:pt>
                <c:pt idx="406">
                  <c:v>0.203</c:v>
                </c:pt>
                <c:pt idx="407">
                  <c:v>0.2035</c:v>
                </c:pt>
                <c:pt idx="408">
                  <c:v>0.204</c:v>
                </c:pt>
                <c:pt idx="409">
                  <c:v>0.2045</c:v>
                </c:pt>
                <c:pt idx="410">
                  <c:v>0.205</c:v>
                </c:pt>
                <c:pt idx="411">
                  <c:v>0.2055</c:v>
                </c:pt>
                <c:pt idx="412">
                  <c:v>0.206</c:v>
                </c:pt>
                <c:pt idx="413">
                  <c:v>0.2065</c:v>
                </c:pt>
                <c:pt idx="414">
                  <c:v>0.207</c:v>
                </c:pt>
                <c:pt idx="415">
                  <c:v>0.2075</c:v>
                </c:pt>
                <c:pt idx="416">
                  <c:v>0.208</c:v>
                </c:pt>
                <c:pt idx="417">
                  <c:v>0.2085</c:v>
                </c:pt>
                <c:pt idx="418">
                  <c:v>0.209</c:v>
                </c:pt>
                <c:pt idx="419">
                  <c:v>0.2095</c:v>
                </c:pt>
                <c:pt idx="420">
                  <c:v>0.21</c:v>
                </c:pt>
                <c:pt idx="421">
                  <c:v>0.2105</c:v>
                </c:pt>
                <c:pt idx="422">
                  <c:v>0.211</c:v>
                </c:pt>
                <c:pt idx="423">
                  <c:v>0.2115</c:v>
                </c:pt>
                <c:pt idx="424">
                  <c:v>0.212</c:v>
                </c:pt>
                <c:pt idx="425">
                  <c:v>0.2125</c:v>
                </c:pt>
                <c:pt idx="426">
                  <c:v>0.213</c:v>
                </c:pt>
                <c:pt idx="427">
                  <c:v>0.2135</c:v>
                </c:pt>
                <c:pt idx="428">
                  <c:v>0.214</c:v>
                </c:pt>
                <c:pt idx="429">
                  <c:v>0.2145</c:v>
                </c:pt>
                <c:pt idx="430">
                  <c:v>0.215</c:v>
                </c:pt>
                <c:pt idx="431">
                  <c:v>0.2155</c:v>
                </c:pt>
                <c:pt idx="432">
                  <c:v>0.216</c:v>
                </c:pt>
                <c:pt idx="433">
                  <c:v>0.2165</c:v>
                </c:pt>
                <c:pt idx="434">
                  <c:v>0.217</c:v>
                </c:pt>
                <c:pt idx="435">
                  <c:v>0.2175</c:v>
                </c:pt>
                <c:pt idx="436">
                  <c:v>0.218</c:v>
                </c:pt>
                <c:pt idx="437">
                  <c:v>0.2185</c:v>
                </c:pt>
                <c:pt idx="438">
                  <c:v>0.219</c:v>
                </c:pt>
                <c:pt idx="439">
                  <c:v>0.2195</c:v>
                </c:pt>
                <c:pt idx="440">
                  <c:v>0.22</c:v>
                </c:pt>
                <c:pt idx="441">
                  <c:v>0.2205</c:v>
                </c:pt>
                <c:pt idx="442">
                  <c:v>0.221</c:v>
                </c:pt>
                <c:pt idx="443">
                  <c:v>0.2215</c:v>
                </c:pt>
                <c:pt idx="444">
                  <c:v>0.222</c:v>
                </c:pt>
                <c:pt idx="445">
                  <c:v>0.2225</c:v>
                </c:pt>
                <c:pt idx="446">
                  <c:v>0.223</c:v>
                </c:pt>
                <c:pt idx="447">
                  <c:v>0.2235</c:v>
                </c:pt>
                <c:pt idx="448">
                  <c:v>0.224</c:v>
                </c:pt>
                <c:pt idx="449">
                  <c:v>0.2245</c:v>
                </c:pt>
                <c:pt idx="450">
                  <c:v>0.225</c:v>
                </c:pt>
                <c:pt idx="451">
                  <c:v>0.2255</c:v>
                </c:pt>
                <c:pt idx="452">
                  <c:v>0.226</c:v>
                </c:pt>
                <c:pt idx="453">
                  <c:v>0.2265</c:v>
                </c:pt>
                <c:pt idx="454">
                  <c:v>0.227</c:v>
                </c:pt>
                <c:pt idx="455">
                  <c:v>0.2275</c:v>
                </c:pt>
                <c:pt idx="456">
                  <c:v>0.228</c:v>
                </c:pt>
                <c:pt idx="457">
                  <c:v>0.2285</c:v>
                </c:pt>
                <c:pt idx="458">
                  <c:v>0.229</c:v>
                </c:pt>
                <c:pt idx="459">
                  <c:v>0.2295</c:v>
                </c:pt>
                <c:pt idx="460">
                  <c:v>0.23</c:v>
                </c:pt>
                <c:pt idx="461">
                  <c:v>0.2305</c:v>
                </c:pt>
                <c:pt idx="462">
                  <c:v>0.231</c:v>
                </c:pt>
                <c:pt idx="463">
                  <c:v>0.2315</c:v>
                </c:pt>
                <c:pt idx="464">
                  <c:v>0.232</c:v>
                </c:pt>
                <c:pt idx="465">
                  <c:v>0.2325</c:v>
                </c:pt>
                <c:pt idx="466">
                  <c:v>0.233</c:v>
                </c:pt>
                <c:pt idx="467">
                  <c:v>0.2335</c:v>
                </c:pt>
                <c:pt idx="468">
                  <c:v>0.234</c:v>
                </c:pt>
                <c:pt idx="469">
                  <c:v>0.2345</c:v>
                </c:pt>
                <c:pt idx="470">
                  <c:v>0.235</c:v>
                </c:pt>
                <c:pt idx="471">
                  <c:v>0.2355</c:v>
                </c:pt>
                <c:pt idx="472">
                  <c:v>0.236</c:v>
                </c:pt>
                <c:pt idx="473">
                  <c:v>0.2365</c:v>
                </c:pt>
                <c:pt idx="474">
                  <c:v>0.237</c:v>
                </c:pt>
                <c:pt idx="475">
                  <c:v>0.2375</c:v>
                </c:pt>
                <c:pt idx="476">
                  <c:v>0.238</c:v>
                </c:pt>
                <c:pt idx="477">
                  <c:v>0.2385</c:v>
                </c:pt>
                <c:pt idx="478">
                  <c:v>0.239</c:v>
                </c:pt>
                <c:pt idx="479">
                  <c:v>0.2395</c:v>
                </c:pt>
                <c:pt idx="480">
                  <c:v>0.24</c:v>
                </c:pt>
                <c:pt idx="481">
                  <c:v>0.2405</c:v>
                </c:pt>
                <c:pt idx="482">
                  <c:v>0.241</c:v>
                </c:pt>
                <c:pt idx="483">
                  <c:v>0.2415</c:v>
                </c:pt>
                <c:pt idx="484">
                  <c:v>0.242</c:v>
                </c:pt>
                <c:pt idx="485">
                  <c:v>0.2425</c:v>
                </c:pt>
                <c:pt idx="486">
                  <c:v>0.243</c:v>
                </c:pt>
                <c:pt idx="487">
                  <c:v>0.2435</c:v>
                </c:pt>
                <c:pt idx="488">
                  <c:v>0.244</c:v>
                </c:pt>
                <c:pt idx="489">
                  <c:v>0.2445</c:v>
                </c:pt>
                <c:pt idx="490">
                  <c:v>0.245</c:v>
                </c:pt>
                <c:pt idx="491">
                  <c:v>0.2455</c:v>
                </c:pt>
                <c:pt idx="492">
                  <c:v>0.246</c:v>
                </c:pt>
                <c:pt idx="493">
                  <c:v>0.2465</c:v>
                </c:pt>
                <c:pt idx="494">
                  <c:v>0.247</c:v>
                </c:pt>
                <c:pt idx="495">
                  <c:v>0.2475</c:v>
                </c:pt>
                <c:pt idx="496">
                  <c:v>0.248</c:v>
                </c:pt>
                <c:pt idx="497">
                  <c:v>0.2485</c:v>
                </c:pt>
                <c:pt idx="498">
                  <c:v>0.249</c:v>
                </c:pt>
                <c:pt idx="499">
                  <c:v>0.2495</c:v>
                </c:pt>
                <c:pt idx="500">
                  <c:v>0.25</c:v>
                </c:pt>
                <c:pt idx="501">
                  <c:v>0.2505</c:v>
                </c:pt>
                <c:pt idx="502">
                  <c:v>0.251</c:v>
                </c:pt>
                <c:pt idx="503">
                  <c:v>0.2515</c:v>
                </c:pt>
                <c:pt idx="504">
                  <c:v>0.252</c:v>
                </c:pt>
                <c:pt idx="505">
                  <c:v>0.2525</c:v>
                </c:pt>
                <c:pt idx="506">
                  <c:v>0.253</c:v>
                </c:pt>
                <c:pt idx="507">
                  <c:v>0.2535</c:v>
                </c:pt>
                <c:pt idx="508">
                  <c:v>0.254</c:v>
                </c:pt>
                <c:pt idx="509">
                  <c:v>0.2545</c:v>
                </c:pt>
                <c:pt idx="510">
                  <c:v>0.255</c:v>
                </c:pt>
                <c:pt idx="511">
                  <c:v>0.2555</c:v>
                </c:pt>
                <c:pt idx="512">
                  <c:v>0.256</c:v>
                </c:pt>
                <c:pt idx="513">
                  <c:v>0.2565</c:v>
                </c:pt>
                <c:pt idx="514">
                  <c:v>0.257</c:v>
                </c:pt>
                <c:pt idx="515">
                  <c:v>0.2575</c:v>
                </c:pt>
                <c:pt idx="516">
                  <c:v>0.258</c:v>
                </c:pt>
                <c:pt idx="517">
                  <c:v>0.2585</c:v>
                </c:pt>
                <c:pt idx="518">
                  <c:v>0.259</c:v>
                </c:pt>
                <c:pt idx="519">
                  <c:v>0.2595</c:v>
                </c:pt>
                <c:pt idx="520">
                  <c:v>0.26</c:v>
                </c:pt>
                <c:pt idx="521">
                  <c:v>0.2605</c:v>
                </c:pt>
                <c:pt idx="522">
                  <c:v>0.261</c:v>
                </c:pt>
                <c:pt idx="523">
                  <c:v>0.2615</c:v>
                </c:pt>
                <c:pt idx="524">
                  <c:v>0.262</c:v>
                </c:pt>
                <c:pt idx="525">
                  <c:v>0.2625</c:v>
                </c:pt>
                <c:pt idx="526">
                  <c:v>0.263</c:v>
                </c:pt>
                <c:pt idx="527">
                  <c:v>0.2635</c:v>
                </c:pt>
                <c:pt idx="528">
                  <c:v>0.264</c:v>
                </c:pt>
                <c:pt idx="529">
                  <c:v>0.2645</c:v>
                </c:pt>
                <c:pt idx="530">
                  <c:v>0.265</c:v>
                </c:pt>
                <c:pt idx="531">
                  <c:v>0.2655</c:v>
                </c:pt>
                <c:pt idx="532">
                  <c:v>0.266</c:v>
                </c:pt>
                <c:pt idx="533">
                  <c:v>0.2665</c:v>
                </c:pt>
                <c:pt idx="534">
                  <c:v>0.267</c:v>
                </c:pt>
                <c:pt idx="535">
                  <c:v>0.2675</c:v>
                </c:pt>
                <c:pt idx="536">
                  <c:v>0.268</c:v>
                </c:pt>
                <c:pt idx="537">
                  <c:v>0.2685</c:v>
                </c:pt>
                <c:pt idx="538">
                  <c:v>0.269</c:v>
                </c:pt>
                <c:pt idx="539">
                  <c:v>0.2695</c:v>
                </c:pt>
                <c:pt idx="540">
                  <c:v>0.27</c:v>
                </c:pt>
                <c:pt idx="541">
                  <c:v>0.2705</c:v>
                </c:pt>
                <c:pt idx="542">
                  <c:v>0.271</c:v>
                </c:pt>
                <c:pt idx="543">
                  <c:v>0.2715</c:v>
                </c:pt>
                <c:pt idx="544">
                  <c:v>0.272</c:v>
                </c:pt>
                <c:pt idx="545">
                  <c:v>0.2725</c:v>
                </c:pt>
                <c:pt idx="546">
                  <c:v>0.273</c:v>
                </c:pt>
                <c:pt idx="547">
                  <c:v>0.2735</c:v>
                </c:pt>
                <c:pt idx="548">
                  <c:v>0.274</c:v>
                </c:pt>
                <c:pt idx="549">
                  <c:v>0.2745</c:v>
                </c:pt>
                <c:pt idx="550">
                  <c:v>0.275</c:v>
                </c:pt>
                <c:pt idx="551">
                  <c:v>0.2755</c:v>
                </c:pt>
                <c:pt idx="552">
                  <c:v>0.276</c:v>
                </c:pt>
                <c:pt idx="553">
                  <c:v>0.2765</c:v>
                </c:pt>
                <c:pt idx="554">
                  <c:v>0.277</c:v>
                </c:pt>
                <c:pt idx="555">
                  <c:v>0.2775</c:v>
                </c:pt>
                <c:pt idx="556">
                  <c:v>0.278</c:v>
                </c:pt>
                <c:pt idx="557">
                  <c:v>0.2785</c:v>
                </c:pt>
                <c:pt idx="558">
                  <c:v>0.279</c:v>
                </c:pt>
                <c:pt idx="559">
                  <c:v>0.2795</c:v>
                </c:pt>
                <c:pt idx="560">
                  <c:v>0.28</c:v>
                </c:pt>
                <c:pt idx="561">
                  <c:v>0.2805</c:v>
                </c:pt>
                <c:pt idx="562">
                  <c:v>0.281</c:v>
                </c:pt>
                <c:pt idx="563">
                  <c:v>0.2815</c:v>
                </c:pt>
                <c:pt idx="564">
                  <c:v>0.282</c:v>
                </c:pt>
                <c:pt idx="565">
                  <c:v>0.2825</c:v>
                </c:pt>
                <c:pt idx="566">
                  <c:v>0.283</c:v>
                </c:pt>
                <c:pt idx="567">
                  <c:v>0.2835</c:v>
                </c:pt>
                <c:pt idx="568">
                  <c:v>0.284</c:v>
                </c:pt>
                <c:pt idx="569">
                  <c:v>0.2845</c:v>
                </c:pt>
                <c:pt idx="570">
                  <c:v>0.285</c:v>
                </c:pt>
                <c:pt idx="571">
                  <c:v>0.2855</c:v>
                </c:pt>
                <c:pt idx="572">
                  <c:v>0.286</c:v>
                </c:pt>
                <c:pt idx="573">
                  <c:v>0.2865</c:v>
                </c:pt>
                <c:pt idx="574">
                  <c:v>0.287</c:v>
                </c:pt>
                <c:pt idx="575">
                  <c:v>0.2875</c:v>
                </c:pt>
                <c:pt idx="576">
                  <c:v>0.288</c:v>
                </c:pt>
                <c:pt idx="577">
                  <c:v>0.2885</c:v>
                </c:pt>
                <c:pt idx="578">
                  <c:v>0.289</c:v>
                </c:pt>
                <c:pt idx="579">
                  <c:v>0.2895</c:v>
                </c:pt>
                <c:pt idx="580">
                  <c:v>0.29</c:v>
                </c:pt>
                <c:pt idx="581">
                  <c:v>0.2905</c:v>
                </c:pt>
                <c:pt idx="582">
                  <c:v>0.291</c:v>
                </c:pt>
                <c:pt idx="583">
                  <c:v>0.2915</c:v>
                </c:pt>
                <c:pt idx="584">
                  <c:v>0.292</c:v>
                </c:pt>
                <c:pt idx="585">
                  <c:v>0.2925</c:v>
                </c:pt>
                <c:pt idx="586">
                  <c:v>0.293</c:v>
                </c:pt>
                <c:pt idx="587">
                  <c:v>0.2935</c:v>
                </c:pt>
                <c:pt idx="588">
                  <c:v>0.294</c:v>
                </c:pt>
                <c:pt idx="589">
                  <c:v>0.2945</c:v>
                </c:pt>
                <c:pt idx="590">
                  <c:v>0.295</c:v>
                </c:pt>
                <c:pt idx="591">
                  <c:v>0.2955</c:v>
                </c:pt>
                <c:pt idx="592">
                  <c:v>0.296</c:v>
                </c:pt>
                <c:pt idx="593">
                  <c:v>0.2965</c:v>
                </c:pt>
                <c:pt idx="594">
                  <c:v>0.297</c:v>
                </c:pt>
                <c:pt idx="595">
                  <c:v>0.2975</c:v>
                </c:pt>
                <c:pt idx="596">
                  <c:v>0.298</c:v>
                </c:pt>
                <c:pt idx="597">
                  <c:v>0.2985</c:v>
                </c:pt>
                <c:pt idx="598">
                  <c:v>0.299</c:v>
                </c:pt>
                <c:pt idx="599">
                  <c:v>0.2995</c:v>
                </c:pt>
                <c:pt idx="600">
                  <c:v>0.3</c:v>
                </c:pt>
                <c:pt idx="601">
                  <c:v>0.3005</c:v>
                </c:pt>
                <c:pt idx="602">
                  <c:v>0.301</c:v>
                </c:pt>
                <c:pt idx="603">
                  <c:v>0.3015</c:v>
                </c:pt>
                <c:pt idx="604">
                  <c:v>0.302</c:v>
                </c:pt>
                <c:pt idx="605">
                  <c:v>0.3025</c:v>
                </c:pt>
                <c:pt idx="606">
                  <c:v>0.303</c:v>
                </c:pt>
                <c:pt idx="607">
                  <c:v>0.3035</c:v>
                </c:pt>
                <c:pt idx="608">
                  <c:v>0.304</c:v>
                </c:pt>
                <c:pt idx="609">
                  <c:v>0.3045</c:v>
                </c:pt>
                <c:pt idx="610">
                  <c:v>0.305</c:v>
                </c:pt>
                <c:pt idx="611">
                  <c:v>0.3055</c:v>
                </c:pt>
                <c:pt idx="612">
                  <c:v>0.306</c:v>
                </c:pt>
                <c:pt idx="613">
                  <c:v>0.3065</c:v>
                </c:pt>
                <c:pt idx="614">
                  <c:v>0.307</c:v>
                </c:pt>
                <c:pt idx="615">
                  <c:v>0.3075</c:v>
                </c:pt>
                <c:pt idx="616">
                  <c:v>0.308</c:v>
                </c:pt>
                <c:pt idx="617">
                  <c:v>0.3085</c:v>
                </c:pt>
                <c:pt idx="618">
                  <c:v>0.309</c:v>
                </c:pt>
                <c:pt idx="619">
                  <c:v>0.3095</c:v>
                </c:pt>
                <c:pt idx="620">
                  <c:v>0.31</c:v>
                </c:pt>
                <c:pt idx="621">
                  <c:v>0.3105</c:v>
                </c:pt>
                <c:pt idx="622">
                  <c:v>0.311</c:v>
                </c:pt>
                <c:pt idx="623">
                  <c:v>0.3115</c:v>
                </c:pt>
                <c:pt idx="624">
                  <c:v>0.312</c:v>
                </c:pt>
                <c:pt idx="625">
                  <c:v>0.3125</c:v>
                </c:pt>
                <c:pt idx="626">
                  <c:v>0.313</c:v>
                </c:pt>
                <c:pt idx="627">
                  <c:v>0.3135</c:v>
                </c:pt>
                <c:pt idx="628">
                  <c:v>0.314</c:v>
                </c:pt>
                <c:pt idx="629">
                  <c:v>0.3145</c:v>
                </c:pt>
                <c:pt idx="630">
                  <c:v>0.315</c:v>
                </c:pt>
                <c:pt idx="631">
                  <c:v>0.3155</c:v>
                </c:pt>
                <c:pt idx="632">
                  <c:v>0.316</c:v>
                </c:pt>
                <c:pt idx="633">
                  <c:v>0.3165</c:v>
                </c:pt>
                <c:pt idx="634">
                  <c:v>0.317</c:v>
                </c:pt>
                <c:pt idx="635">
                  <c:v>0.3175</c:v>
                </c:pt>
                <c:pt idx="636">
                  <c:v>0.318</c:v>
                </c:pt>
                <c:pt idx="637">
                  <c:v>0.3185</c:v>
                </c:pt>
                <c:pt idx="638">
                  <c:v>0.319</c:v>
                </c:pt>
                <c:pt idx="639">
                  <c:v>0.3195</c:v>
                </c:pt>
                <c:pt idx="640">
                  <c:v>0.32</c:v>
                </c:pt>
                <c:pt idx="641">
                  <c:v>0.3205</c:v>
                </c:pt>
                <c:pt idx="642">
                  <c:v>0.321</c:v>
                </c:pt>
                <c:pt idx="643">
                  <c:v>0.3215</c:v>
                </c:pt>
                <c:pt idx="644">
                  <c:v>0.322</c:v>
                </c:pt>
                <c:pt idx="645">
                  <c:v>0.3225</c:v>
                </c:pt>
                <c:pt idx="646">
                  <c:v>0.323</c:v>
                </c:pt>
                <c:pt idx="647">
                  <c:v>0.3235</c:v>
                </c:pt>
                <c:pt idx="648">
                  <c:v>0.324</c:v>
                </c:pt>
                <c:pt idx="649">
                  <c:v>0.3245</c:v>
                </c:pt>
                <c:pt idx="650">
                  <c:v>0.325</c:v>
                </c:pt>
                <c:pt idx="651">
                  <c:v>0.3255</c:v>
                </c:pt>
                <c:pt idx="652">
                  <c:v>0.326</c:v>
                </c:pt>
                <c:pt idx="653">
                  <c:v>0.3265</c:v>
                </c:pt>
                <c:pt idx="654">
                  <c:v>0.327</c:v>
                </c:pt>
                <c:pt idx="655">
                  <c:v>0.3275</c:v>
                </c:pt>
                <c:pt idx="656">
                  <c:v>0.328</c:v>
                </c:pt>
                <c:pt idx="657">
                  <c:v>0.3285</c:v>
                </c:pt>
                <c:pt idx="658">
                  <c:v>0.329</c:v>
                </c:pt>
                <c:pt idx="659">
                  <c:v>0.3295</c:v>
                </c:pt>
                <c:pt idx="660">
                  <c:v>0.33</c:v>
                </c:pt>
                <c:pt idx="661">
                  <c:v>0.3305</c:v>
                </c:pt>
                <c:pt idx="662">
                  <c:v>0.331</c:v>
                </c:pt>
                <c:pt idx="663">
                  <c:v>0.3315</c:v>
                </c:pt>
                <c:pt idx="664">
                  <c:v>0.332</c:v>
                </c:pt>
                <c:pt idx="665">
                  <c:v>0.3325</c:v>
                </c:pt>
                <c:pt idx="666">
                  <c:v>0.333</c:v>
                </c:pt>
                <c:pt idx="667">
                  <c:v>0.3335</c:v>
                </c:pt>
                <c:pt idx="668">
                  <c:v>0.334</c:v>
                </c:pt>
                <c:pt idx="669">
                  <c:v>0.3345</c:v>
                </c:pt>
                <c:pt idx="670">
                  <c:v>0.335</c:v>
                </c:pt>
                <c:pt idx="671">
                  <c:v>0.3355</c:v>
                </c:pt>
                <c:pt idx="672">
                  <c:v>0.336</c:v>
                </c:pt>
                <c:pt idx="673">
                  <c:v>0.3365</c:v>
                </c:pt>
                <c:pt idx="674">
                  <c:v>0.337</c:v>
                </c:pt>
                <c:pt idx="675">
                  <c:v>0.3375</c:v>
                </c:pt>
                <c:pt idx="676">
                  <c:v>0.338</c:v>
                </c:pt>
                <c:pt idx="677">
                  <c:v>0.3385</c:v>
                </c:pt>
                <c:pt idx="678">
                  <c:v>0.339</c:v>
                </c:pt>
                <c:pt idx="679">
                  <c:v>0.3395</c:v>
                </c:pt>
                <c:pt idx="680">
                  <c:v>0.34</c:v>
                </c:pt>
                <c:pt idx="681">
                  <c:v>0.3405</c:v>
                </c:pt>
                <c:pt idx="682">
                  <c:v>0.341</c:v>
                </c:pt>
                <c:pt idx="683">
                  <c:v>0.3415</c:v>
                </c:pt>
                <c:pt idx="684">
                  <c:v>0.342</c:v>
                </c:pt>
                <c:pt idx="685">
                  <c:v>0.3425</c:v>
                </c:pt>
                <c:pt idx="686">
                  <c:v>0.343</c:v>
                </c:pt>
                <c:pt idx="687">
                  <c:v>0.3435</c:v>
                </c:pt>
                <c:pt idx="688">
                  <c:v>0.344</c:v>
                </c:pt>
                <c:pt idx="689">
                  <c:v>0.3445</c:v>
                </c:pt>
                <c:pt idx="690">
                  <c:v>0.345</c:v>
                </c:pt>
                <c:pt idx="691">
                  <c:v>0.3455</c:v>
                </c:pt>
                <c:pt idx="692">
                  <c:v>0.346</c:v>
                </c:pt>
                <c:pt idx="693">
                  <c:v>0.3465</c:v>
                </c:pt>
                <c:pt idx="694">
                  <c:v>0.347</c:v>
                </c:pt>
                <c:pt idx="695">
                  <c:v>0.3475</c:v>
                </c:pt>
                <c:pt idx="696">
                  <c:v>0.348</c:v>
                </c:pt>
                <c:pt idx="697">
                  <c:v>0.3485</c:v>
                </c:pt>
                <c:pt idx="698">
                  <c:v>0.349</c:v>
                </c:pt>
                <c:pt idx="699">
                  <c:v>0.3495</c:v>
                </c:pt>
                <c:pt idx="700">
                  <c:v>0.35</c:v>
                </c:pt>
                <c:pt idx="701">
                  <c:v>0.3505</c:v>
                </c:pt>
                <c:pt idx="702">
                  <c:v>0.351</c:v>
                </c:pt>
                <c:pt idx="703">
                  <c:v>0.3515</c:v>
                </c:pt>
                <c:pt idx="704">
                  <c:v>0.352</c:v>
                </c:pt>
                <c:pt idx="705">
                  <c:v>0.3525</c:v>
                </c:pt>
                <c:pt idx="706">
                  <c:v>0.353</c:v>
                </c:pt>
                <c:pt idx="707">
                  <c:v>0.3535</c:v>
                </c:pt>
                <c:pt idx="708">
                  <c:v>0.354</c:v>
                </c:pt>
                <c:pt idx="709">
                  <c:v>0.3545</c:v>
                </c:pt>
                <c:pt idx="710">
                  <c:v>0.355</c:v>
                </c:pt>
                <c:pt idx="711">
                  <c:v>0.3555</c:v>
                </c:pt>
                <c:pt idx="712">
                  <c:v>0.356</c:v>
                </c:pt>
                <c:pt idx="713">
                  <c:v>0.3565</c:v>
                </c:pt>
                <c:pt idx="714">
                  <c:v>0.357</c:v>
                </c:pt>
                <c:pt idx="715">
                  <c:v>0.3575</c:v>
                </c:pt>
                <c:pt idx="716">
                  <c:v>0.358</c:v>
                </c:pt>
                <c:pt idx="717">
                  <c:v>0.3585</c:v>
                </c:pt>
                <c:pt idx="718">
                  <c:v>0.359</c:v>
                </c:pt>
                <c:pt idx="719">
                  <c:v>0.3595</c:v>
                </c:pt>
                <c:pt idx="720">
                  <c:v>0.36</c:v>
                </c:pt>
                <c:pt idx="721">
                  <c:v>0.3605</c:v>
                </c:pt>
                <c:pt idx="722">
                  <c:v>0.361</c:v>
                </c:pt>
                <c:pt idx="723">
                  <c:v>0.3615</c:v>
                </c:pt>
                <c:pt idx="724">
                  <c:v>0.362</c:v>
                </c:pt>
                <c:pt idx="725">
                  <c:v>0.3625</c:v>
                </c:pt>
                <c:pt idx="726">
                  <c:v>0.363</c:v>
                </c:pt>
                <c:pt idx="727">
                  <c:v>0.3635</c:v>
                </c:pt>
                <c:pt idx="728">
                  <c:v>0.364</c:v>
                </c:pt>
                <c:pt idx="729">
                  <c:v>0.3645</c:v>
                </c:pt>
                <c:pt idx="730">
                  <c:v>0.365</c:v>
                </c:pt>
                <c:pt idx="731">
                  <c:v>0.3655</c:v>
                </c:pt>
                <c:pt idx="732">
                  <c:v>0.366</c:v>
                </c:pt>
                <c:pt idx="733">
                  <c:v>0.3665</c:v>
                </c:pt>
                <c:pt idx="734">
                  <c:v>0.367</c:v>
                </c:pt>
                <c:pt idx="735">
                  <c:v>0.3675</c:v>
                </c:pt>
                <c:pt idx="736">
                  <c:v>0.368</c:v>
                </c:pt>
                <c:pt idx="737">
                  <c:v>0.3685</c:v>
                </c:pt>
                <c:pt idx="738">
                  <c:v>0.369</c:v>
                </c:pt>
                <c:pt idx="739">
                  <c:v>0.3695</c:v>
                </c:pt>
                <c:pt idx="740">
                  <c:v>0.37</c:v>
                </c:pt>
                <c:pt idx="741">
                  <c:v>0.3705</c:v>
                </c:pt>
                <c:pt idx="742">
                  <c:v>0.371</c:v>
                </c:pt>
                <c:pt idx="743">
                  <c:v>0.3715</c:v>
                </c:pt>
                <c:pt idx="744">
                  <c:v>0.372</c:v>
                </c:pt>
                <c:pt idx="745">
                  <c:v>0.3725</c:v>
                </c:pt>
                <c:pt idx="746">
                  <c:v>0.373</c:v>
                </c:pt>
                <c:pt idx="747">
                  <c:v>0.3735</c:v>
                </c:pt>
                <c:pt idx="748">
                  <c:v>0.374</c:v>
                </c:pt>
                <c:pt idx="749">
                  <c:v>0.3745</c:v>
                </c:pt>
                <c:pt idx="750">
                  <c:v>0.375</c:v>
                </c:pt>
                <c:pt idx="751">
                  <c:v>0.3755</c:v>
                </c:pt>
                <c:pt idx="752">
                  <c:v>0.376</c:v>
                </c:pt>
                <c:pt idx="753">
                  <c:v>0.3765</c:v>
                </c:pt>
                <c:pt idx="754">
                  <c:v>0.377</c:v>
                </c:pt>
                <c:pt idx="755">
                  <c:v>0.3775</c:v>
                </c:pt>
                <c:pt idx="756">
                  <c:v>0.378</c:v>
                </c:pt>
                <c:pt idx="757">
                  <c:v>0.3785</c:v>
                </c:pt>
                <c:pt idx="758">
                  <c:v>0.379</c:v>
                </c:pt>
                <c:pt idx="759">
                  <c:v>0.3795</c:v>
                </c:pt>
                <c:pt idx="760">
                  <c:v>0.38</c:v>
                </c:pt>
                <c:pt idx="761">
                  <c:v>0.3805</c:v>
                </c:pt>
                <c:pt idx="762">
                  <c:v>0.381</c:v>
                </c:pt>
                <c:pt idx="763">
                  <c:v>0.3815</c:v>
                </c:pt>
                <c:pt idx="764">
                  <c:v>0.382</c:v>
                </c:pt>
                <c:pt idx="765">
                  <c:v>0.3825</c:v>
                </c:pt>
                <c:pt idx="766">
                  <c:v>0.383</c:v>
                </c:pt>
                <c:pt idx="767">
                  <c:v>0.3835</c:v>
                </c:pt>
                <c:pt idx="768">
                  <c:v>0.384</c:v>
                </c:pt>
                <c:pt idx="769">
                  <c:v>0.3845</c:v>
                </c:pt>
                <c:pt idx="770">
                  <c:v>0.385</c:v>
                </c:pt>
                <c:pt idx="771">
                  <c:v>0.3855</c:v>
                </c:pt>
                <c:pt idx="772">
                  <c:v>0.386</c:v>
                </c:pt>
                <c:pt idx="773">
                  <c:v>0.3865</c:v>
                </c:pt>
                <c:pt idx="774">
                  <c:v>0.387</c:v>
                </c:pt>
                <c:pt idx="775">
                  <c:v>0.3875</c:v>
                </c:pt>
                <c:pt idx="776">
                  <c:v>0.388</c:v>
                </c:pt>
                <c:pt idx="777">
                  <c:v>0.3885</c:v>
                </c:pt>
                <c:pt idx="778">
                  <c:v>0.389</c:v>
                </c:pt>
                <c:pt idx="779">
                  <c:v>0.3895</c:v>
                </c:pt>
                <c:pt idx="780">
                  <c:v>0.39</c:v>
                </c:pt>
                <c:pt idx="781">
                  <c:v>0.3905</c:v>
                </c:pt>
                <c:pt idx="782">
                  <c:v>0.391</c:v>
                </c:pt>
                <c:pt idx="783">
                  <c:v>0.3915</c:v>
                </c:pt>
                <c:pt idx="784">
                  <c:v>0.392</c:v>
                </c:pt>
                <c:pt idx="785">
                  <c:v>0.3925</c:v>
                </c:pt>
                <c:pt idx="786">
                  <c:v>0.393</c:v>
                </c:pt>
                <c:pt idx="787">
                  <c:v>0.3935</c:v>
                </c:pt>
                <c:pt idx="788">
                  <c:v>0.394</c:v>
                </c:pt>
                <c:pt idx="789">
                  <c:v>0.3945</c:v>
                </c:pt>
                <c:pt idx="790">
                  <c:v>0.395</c:v>
                </c:pt>
                <c:pt idx="791">
                  <c:v>0.3955</c:v>
                </c:pt>
                <c:pt idx="792">
                  <c:v>0.396</c:v>
                </c:pt>
                <c:pt idx="793">
                  <c:v>0.3965</c:v>
                </c:pt>
                <c:pt idx="794">
                  <c:v>0.397</c:v>
                </c:pt>
                <c:pt idx="795">
                  <c:v>0.3975</c:v>
                </c:pt>
                <c:pt idx="796">
                  <c:v>0.398</c:v>
                </c:pt>
                <c:pt idx="797">
                  <c:v>0.3985</c:v>
                </c:pt>
                <c:pt idx="798">
                  <c:v>0.399</c:v>
                </c:pt>
                <c:pt idx="799">
                  <c:v>0.3995</c:v>
                </c:pt>
                <c:pt idx="800">
                  <c:v>0.4</c:v>
                </c:pt>
                <c:pt idx="801">
                  <c:v>0.4005</c:v>
                </c:pt>
                <c:pt idx="802">
                  <c:v>0.401</c:v>
                </c:pt>
                <c:pt idx="803">
                  <c:v>0.4015</c:v>
                </c:pt>
                <c:pt idx="804">
                  <c:v>0.402</c:v>
                </c:pt>
                <c:pt idx="805">
                  <c:v>0.4025</c:v>
                </c:pt>
                <c:pt idx="806">
                  <c:v>0.403</c:v>
                </c:pt>
                <c:pt idx="807">
                  <c:v>0.4035</c:v>
                </c:pt>
                <c:pt idx="808">
                  <c:v>0.404</c:v>
                </c:pt>
                <c:pt idx="809">
                  <c:v>0.4045</c:v>
                </c:pt>
                <c:pt idx="810">
                  <c:v>0.405</c:v>
                </c:pt>
                <c:pt idx="811">
                  <c:v>0.4055</c:v>
                </c:pt>
                <c:pt idx="812">
                  <c:v>0.406</c:v>
                </c:pt>
                <c:pt idx="813">
                  <c:v>0.4065</c:v>
                </c:pt>
                <c:pt idx="814">
                  <c:v>0.407</c:v>
                </c:pt>
                <c:pt idx="815">
                  <c:v>0.4075</c:v>
                </c:pt>
                <c:pt idx="816">
                  <c:v>0.408</c:v>
                </c:pt>
                <c:pt idx="817">
                  <c:v>0.4085</c:v>
                </c:pt>
                <c:pt idx="818">
                  <c:v>0.409</c:v>
                </c:pt>
                <c:pt idx="819">
                  <c:v>0.4095</c:v>
                </c:pt>
                <c:pt idx="820">
                  <c:v>0.41</c:v>
                </c:pt>
                <c:pt idx="821">
                  <c:v>0.4105</c:v>
                </c:pt>
                <c:pt idx="822">
                  <c:v>0.411</c:v>
                </c:pt>
                <c:pt idx="823">
                  <c:v>0.4115</c:v>
                </c:pt>
                <c:pt idx="824">
                  <c:v>0.412</c:v>
                </c:pt>
                <c:pt idx="825">
                  <c:v>0.4125</c:v>
                </c:pt>
                <c:pt idx="826">
                  <c:v>0.413</c:v>
                </c:pt>
                <c:pt idx="827">
                  <c:v>0.4135</c:v>
                </c:pt>
                <c:pt idx="828">
                  <c:v>0.414</c:v>
                </c:pt>
                <c:pt idx="829">
                  <c:v>0.4145</c:v>
                </c:pt>
                <c:pt idx="830">
                  <c:v>0.415</c:v>
                </c:pt>
                <c:pt idx="831">
                  <c:v>0.4155</c:v>
                </c:pt>
                <c:pt idx="832">
                  <c:v>0.416</c:v>
                </c:pt>
                <c:pt idx="833">
                  <c:v>0.4165</c:v>
                </c:pt>
                <c:pt idx="834">
                  <c:v>0.417</c:v>
                </c:pt>
                <c:pt idx="835">
                  <c:v>0.4175</c:v>
                </c:pt>
                <c:pt idx="836">
                  <c:v>0.418</c:v>
                </c:pt>
                <c:pt idx="837">
                  <c:v>0.4185</c:v>
                </c:pt>
                <c:pt idx="838">
                  <c:v>0.419</c:v>
                </c:pt>
                <c:pt idx="839">
                  <c:v>0.4195</c:v>
                </c:pt>
                <c:pt idx="840">
                  <c:v>0.42</c:v>
                </c:pt>
                <c:pt idx="841">
                  <c:v>0.4205</c:v>
                </c:pt>
                <c:pt idx="842">
                  <c:v>0.421</c:v>
                </c:pt>
                <c:pt idx="843">
                  <c:v>0.4215</c:v>
                </c:pt>
                <c:pt idx="844">
                  <c:v>0.422</c:v>
                </c:pt>
                <c:pt idx="845">
                  <c:v>0.4225</c:v>
                </c:pt>
                <c:pt idx="846">
                  <c:v>0.423</c:v>
                </c:pt>
                <c:pt idx="847">
                  <c:v>0.4235</c:v>
                </c:pt>
                <c:pt idx="848">
                  <c:v>0.424</c:v>
                </c:pt>
                <c:pt idx="849">
                  <c:v>0.4245</c:v>
                </c:pt>
                <c:pt idx="850">
                  <c:v>0.425</c:v>
                </c:pt>
                <c:pt idx="851">
                  <c:v>0.4255</c:v>
                </c:pt>
                <c:pt idx="852">
                  <c:v>0.426</c:v>
                </c:pt>
                <c:pt idx="853">
                  <c:v>0.4265</c:v>
                </c:pt>
                <c:pt idx="854">
                  <c:v>0.427</c:v>
                </c:pt>
                <c:pt idx="855">
                  <c:v>0.4275</c:v>
                </c:pt>
                <c:pt idx="856">
                  <c:v>0.428</c:v>
                </c:pt>
                <c:pt idx="857">
                  <c:v>0.4285</c:v>
                </c:pt>
                <c:pt idx="858">
                  <c:v>0.429</c:v>
                </c:pt>
                <c:pt idx="859">
                  <c:v>0.4295</c:v>
                </c:pt>
                <c:pt idx="860">
                  <c:v>0.43</c:v>
                </c:pt>
                <c:pt idx="861">
                  <c:v>0.4305</c:v>
                </c:pt>
                <c:pt idx="862">
                  <c:v>0.431</c:v>
                </c:pt>
                <c:pt idx="863">
                  <c:v>0.4315</c:v>
                </c:pt>
                <c:pt idx="864">
                  <c:v>0.432</c:v>
                </c:pt>
                <c:pt idx="865">
                  <c:v>0.4325</c:v>
                </c:pt>
                <c:pt idx="866">
                  <c:v>0.433</c:v>
                </c:pt>
                <c:pt idx="867">
                  <c:v>0.4335</c:v>
                </c:pt>
                <c:pt idx="868">
                  <c:v>0.434</c:v>
                </c:pt>
                <c:pt idx="869">
                  <c:v>0.4345</c:v>
                </c:pt>
                <c:pt idx="870">
                  <c:v>0.435</c:v>
                </c:pt>
                <c:pt idx="871">
                  <c:v>0.4355</c:v>
                </c:pt>
                <c:pt idx="872">
                  <c:v>0.436</c:v>
                </c:pt>
                <c:pt idx="873">
                  <c:v>0.4365</c:v>
                </c:pt>
                <c:pt idx="874">
                  <c:v>0.437</c:v>
                </c:pt>
                <c:pt idx="875">
                  <c:v>0.4375</c:v>
                </c:pt>
                <c:pt idx="876">
                  <c:v>0.438</c:v>
                </c:pt>
                <c:pt idx="877">
                  <c:v>0.4385</c:v>
                </c:pt>
                <c:pt idx="878">
                  <c:v>0.439</c:v>
                </c:pt>
                <c:pt idx="879">
                  <c:v>0.4395</c:v>
                </c:pt>
                <c:pt idx="880">
                  <c:v>0.44</c:v>
                </c:pt>
                <c:pt idx="881">
                  <c:v>0.4405</c:v>
                </c:pt>
                <c:pt idx="882">
                  <c:v>0.441</c:v>
                </c:pt>
                <c:pt idx="883">
                  <c:v>0.4415</c:v>
                </c:pt>
                <c:pt idx="884">
                  <c:v>0.442</c:v>
                </c:pt>
                <c:pt idx="885">
                  <c:v>0.4425</c:v>
                </c:pt>
                <c:pt idx="886">
                  <c:v>0.443</c:v>
                </c:pt>
                <c:pt idx="887">
                  <c:v>0.4435</c:v>
                </c:pt>
                <c:pt idx="888">
                  <c:v>0.444</c:v>
                </c:pt>
                <c:pt idx="889">
                  <c:v>0.4445</c:v>
                </c:pt>
                <c:pt idx="890">
                  <c:v>0.445</c:v>
                </c:pt>
                <c:pt idx="891">
                  <c:v>0.4455</c:v>
                </c:pt>
                <c:pt idx="892">
                  <c:v>0.446</c:v>
                </c:pt>
                <c:pt idx="893">
                  <c:v>0.4465</c:v>
                </c:pt>
                <c:pt idx="894">
                  <c:v>0.447</c:v>
                </c:pt>
                <c:pt idx="895">
                  <c:v>0.4475</c:v>
                </c:pt>
                <c:pt idx="896">
                  <c:v>0.448</c:v>
                </c:pt>
                <c:pt idx="897">
                  <c:v>0.4485</c:v>
                </c:pt>
                <c:pt idx="898">
                  <c:v>0.449</c:v>
                </c:pt>
                <c:pt idx="899">
                  <c:v>0.4495</c:v>
                </c:pt>
                <c:pt idx="900">
                  <c:v>0.45</c:v>
                </c:pt>
                <c:pt idx="901">
                  <c:v>0.4505</c:v>
                </c:pt>
                <c:pt idx="902">
                  <c:v>0.451</c:v>
                </c:pt>
                <c:pt idx="903">
                  <c:v>0.4515</c:v>
                </c:pt>
                <c:pt idx="904">
                  <c:v>0.452</c:v>
                </c:pt>
                <c:pt idx="905">
                  <c:v>0.4525</c:v>
                </c:pt>
                <c:pt idx="906">
                  <c:v>0.453</c:v>
                </c:pt>
                <c:pt idx="907">
                  <c:v>0.4535</c:v>
                </c:pt>
                <c:pt idx="908">
                  <c:v>0.454</c:v>
                </c:pt>
                <c:pt idx="909">
                  <c:v>0.4545</c:v>
                </c:pt>
                <c:pt idx="910">
                  <c:v>0.455</c:v>
                </c:pt>
                <c:pt idx="911">
                  <c:v>0.4555</c:v>
                </c:pt>
                <c:pt idx="912">
                  <c:v>0.456</c:v>
                </c:pt>
                <c:pt idx="913">
                  <c:v>0.4565</c:v>
                </c:pt>
                <c:pt idx="914">
                  <c:v>0.457</c:v>
                </c:pt>
                <c:pt idx="915">
                  <c:v>0.4575</c:v>
                </c:pt>
                <c:pt idx="916">
                  <c:v>0.458</c:v>
                </c:pt>
                <c:pt idx="917">
                  <c:v>0.4585</c:v>
                </c:pt>
                <c:pt idx="918">
                  <c:v>0.459</c:v>
                </c:pt>
                <c:pt idx="919">
                  <c:v>0.4595</c:v>
                </c:pt>
                <c:pt idx="920">
                  <c:v>0.46</c:v>
                </c:pt>
                <c:pt idx="921">
                  <c:v>0.4605</c:v>
                </c:pt>
                <c:pt idx="922">
                  <c:v>0.461</c:v>
                </c:pt>
                <c:pt idx="923">
                  <c:v>0.4615</c:v>
                </c:pt>
                <c:pt idx="924">
                  <c:v>0.462</c:v>
                </c:pt>
                <c:pt idx="925">
                  <c:v>0.4625</c:v>
                </c:pt>
                <c:pt idx="926">
                  <c:v>0.463</c:v>
                </c:pt>
                <c:pt idx="927">
                  <c:v>0.4635</c:v>
                </c:pt>
                <c:pt idx="928">
                  <c:v>0.464</c:v>
                </c:pt>
                <c:pt idx="929">
                  <c:v>0.4645</c:v>
                </c:pt>
                <c:pt idx="930">
                  <c:v>0.465</c:v>
                </c:pt>
                <c:pt idx="931">
                  <c:v>0.4655</c:v>
                </c:pt>
                <c:pt idx="932">
                  <c:v>0.466</c:v>
                </c:pt>
                <c:pt idx="933">
                  <c:v>0.4665</c:v>
                </c:pt>
                <c:pt idx="934">
                  <c:v>0.467</c:v>
                </c:pt>
                <c:pt idx="935">
                  <c:v>0.4675</c:v>
                </c:pt>
                <c:pt idx="936">
                  <c:v>0.468</c:v>
                </c:pt>
                <c:pt idx="937">
                  <c:v>0.4685</c:v>
                </c:pt>
                <c:pt idx="938">
                  <c:v>0.469</c:v>
                </c:pt>
                <c:pt idx="939">
                  <c:v>0.4695</c:v>
                </c:pt>
                <c:pt idx="940">
                  <c:v>0.47</c:v>
                </c:pt>
                <c:pt idx="941">
                  <c:v>0.4705</c:v>
                </c:pt>
                <c:pt idx="942">
                  <c:v>0.471</c:v>
                </c:pt>
                <c:pt idx="943">
                  <c:v>0.4715</c:v>
                </c:pt>
                <c:pt idx="944">
                  <c:v>0.472</c:v>
                </c:pt>
                <c:pt idx="945">
                  <c:v>0.4725</c:v>
                </c:pt>
                <c:pt idx="946">
                  <c:v>0.473</c:v>
                </c:pt>
                <c:pt idx="947">
                  <c:v>0.4735</c:v>
                </c:pt>
                <c:pt idx="948">
                  <c:v>0.474</c:v>
                </c:pt>
                <c:pt idx="949">
                  <c:v>0.4745</c:v>
                </c:pt>
                <c:pt idx="950">
                  <c:v>0.475</c:v>
                </c:pt>
                <c:pt idx="951">
                  <c:v>0.4755</c:v>
                </c:pt>
                <c:pt idx="952">
                  <c:v>0.476</c:v>
                </c:pt>
                <c:pt idx="953">
                  <c:v>0.4765</c:v>
                </c:pt>
                <c:pt idx="954">
                  <c:v>0.477</c:v>
                </c:pt>
                <c:pt idx="955">
                  <c:v>0.4775</c:v>
                </c:pt>
                <c:pt idx="956">
                  <c:v>0.478</c:v>
                </c:pt>
                <c:pt idx="957">
                  <c:v>0.4785</c:v>
                </c:pt>
                <c:pt idx="958">
                  <c:v>0.479</c:v>
                </c:pt>
                <c:pt idx="959">
                  <c:v>0.4795</c:v>
                </c:pt>
                <c:pt idx="960">
                  <c:v>0.48</c:v>
                </c:pt>
                <c:pt idx="961">
                  <c:v>0.4805</c:v>
                </c:pt>
                <c:pt idx="962">
                  <c:v>0.481</c:v>
                </c:pt>
                <c:pt idx="963">
                  <c:v>0.4815</c:v>
                </c:pt>
                <c:pt idx="964">
                  <c:v>0.482</c:v>
                </c:pt>
                <c:pt idx="965">
                  <c:v>0.4825</c:v>
                </c:pt>
                <c:pt idx="966">
                  <c:v>0.483</c:v>
                </c:pt>
                <c:pt idx="967">
                  <c:v>0.4835</c:v>
                </c:pt>
                <c:pt idx="968">
                  <c:v>0.484</c:v>
                </c:pt>
                <c:pt idx="969">
                  <c:v>0.4845</c:v>
                </c:pt>
                <c:pt idx="970">
                  <c:v>0.485</c:v>
                </c:pt>
                <c:pt idx="971">
                  <c:v>0.4855</c:v>
                </c:pt>
                <c:pt idx="972">
                  <c:v>0.486</c:v>
                </c:pt>
                <c:pt idx="973">
                  <c:v>0.4865</c:v>
                </c:pt>
                <c:pt idx="974">
                  <c:v>0.487</c:v>
                </c:pt>
                <c:pt idx="975">
                  <c:v>0.4875</c:v>
                </c:pt>
                <c:pt idx="976">
                  <c:v>0.488</c:v>
                </c:pt>
                <c:pt idx="977">
                  <c:v>0.4885</c:v>
                </c:pt>
                <c:pt idx="978">
                  <c:v>0.489</c:v>
                </c:pt>
                <c:pt idx="979">
                  <c:v>0.4895</c:v>
                </c:pt>
                <c:pt idx="980">
                  <c:v>0.49</c:v>
                </c:pt>
                <c:pt idx="981">
                  <c:v>0.4905</c:v>
                </c:pt>
                <c:pt idx="982">
                  <c:v>0.491</c:v>
                </c:pt>
                <c:pt idx="983">
                  <c:v>0.4915</c:v>
                </c:pt>
                <c:pt idx="984">
                  <c:v>0.492</c:v>
                </c:pt>
                <c:pt idx="985">
                  <c:v>0.4925</c:v>
                </c:pt>
                <c:pt idx="986">
                  <c:v>0.493</c:v>
                </c:pt>
                <c:pt idx="987">
                  <c:v>0.4935</c:v>
                </c:pt>
                <c:pt idx="988">
                  <c:v>0.494</c:v>
                </c:pt>
                <c:pt idx="989">
                  <c:v>0.4945</c:v>
                </c:pt>
                <c:pt idx="990">
                  <c:v>0.495</c:v>
                </c:pt>
                <c:pt idx="991">
                  <c:v>0.4955</c:v>
                </c:pt>
                <c:pt idx="992">
                  <c:v>0.496</c:v>
                </c:pt>
                <c:pt idx="993">
                  <c:v>0.4965</c:v>
                </c:pt>
                <c:pt idx="994">
                  <c:v>0.497</c:v>
                </c:pt>
                <c:pt idx="995">
                  <c:v>0.4975</c:v>
                </c:pt>
                <c:pt idx="996">
                  <c:v>0.498</c:v>
                </c:pt>
                <c:pt idx="997">
                  <c:v>0.4985</c:v>
                </c:pt>
                <c:pt idx="998">
                  <c:v>0.499</c:v>
                </c:pt>
                <c:pt idx="999">
                  <c:v>0.4995</c:v>
                </c:pt>
                <c:pt idx="1000">
                  <c:v>0.5</c:v>
                </c:pt>
                <c:pt idx="1001">
                  <c:v>0.5005</c:v>
                </c:pt>
                <c:pt idx="1002">
                  <c:v>0.501</c:v>
                </c:pt>
                <c:pt idx="1003">
                  <c:v>0.5015</c:v>
                </c:pt>
                <c:pt idx="1004">
                  <c:v>0.502</c:v>
                </c:pt>
                <c:pt idx="1005">
                  <c:v>0.5025</c:v>
                </c:pt>
                <c:pt idx="1006">
                  <c:v>0.503</c:v>
                </c:pt>
                <c:pt idx="1007">
                  <c:v>0.5035</c:v>
                </c:pt>
                <c:pt idx="1008">
                  <c:v>0.504</c:v>
                </c:pt>
                <c:pt idx="1009">
                  <c:v>0.5045</c:v>
                </c:pt>
                <c:pt idx="1010">
                  <c:v>0.505</c:v>
                </c:pt>
                <c:pt idx="1011">
                  <c:v>0.5055</c:v>
                </c:pt>
                <c:pt idx="1012">
                  <c:v>0.506</c:v>
                </c:pt>
                <c:pt idx="1013">
                  <c:v>0.5065</c:v>
                </c:pt>
                <c:pt idx="1014">
                  <c:v>0.507</c:v>
                </c:pt>
                <c:pt idx="1015">
                  <c:v>0.5075</c:v>
                </c:pt>
                <c:pt idx="1016">
                  <c:v>0.508</c:v>
                </c:pt>
                <c:pt idx="1017">
                  <c:v>0.5085</c:v>
                </c:pt>
                <c:pt idx="1018">
                  <c:v>0.509</c:v>
                </c:pt>
                <c:pt idx="1019">
                  <c:v>0.5095</c:v>
                </c:pt>
                <c:pt idx="1020">
                  <c:v>0.51</c:v>
                </c:pt>
                <c:pt idx="1021">
                  <c:v>0.5105</c:v>
                </c:pt>
                <c:pt idx="1022">
                  <c:v>0.511</c:v>
                </c:pt>
                <c:pt idx="1023">
                  <c:v>0.5115</c:v>
                </c:pt>
                <c:pt idx="1024">
                  <c:v>0.512</c:v>
                </c:pt>
                <c:pt idx="1025">
                  <c:v>0.5125</c:v>
                </c:pt>
                <c:pt idx="1026">
                  <c:v>0.513</c:v>
                </c:pt>
                <c:pt idx="1027">
                  <c:v>0.5135</c:v>
                </c:pt>
                <c:pt idx="1028">
                  <c:v>0.514</c:v>
                </c:pt>
                <c:pt idx="1029">
                  <c:v>0.5145</c:v>
                </c:pt>
                <c:pt idx="1030">
                  <c:v>0.515</c:v>
                </c:pt>
                <c:pt idx="1031">
                  <c:v>0.5155</c:v>
                </c:pt>
                <c:pt idx="1032">
                  <c:v>0.516</c:v>
                </c:pt>
                <c:pt idx="1033">
                  <c:v>0.5165</c:v>
                </c:pt>
                <c:pt idx="1034">
                  <c:v>0.517</c:v>
                </c:pt>
                <c:pt idx="1035">
                  <c:v>0.5175</c:v>
                </c:pt>
                <c:pt idx="1036">
                  <c:v>0.518</c:v>
                </c:pt>
                <c:pt idx="1037">
                  <c:v>0.5185</c:v>
                </c:pt>
                <c:pt idx="1038">
                  <c:v>0.519</c:v>
                </c:pt>
                <c:pt idx="1039">
                  <c:v>0.5195</c:v>
                </c:pt>
                <c:pt idx="1040">
                  <c:v>0.52</c:v>
                </c:pt>
                <c:pt idx="1041">
                  <c:v>0.5205</c:v>
                </c:pt>
                <c:pt idx="1042">
                  <c:v>0.521</c:v>
                </c:pt>
                <c:pt idx="1043">
                  <c:v>0.5215</c:v>
                </c:pt>
                <c:pt idx="1044">
                  <c:v>0.522</c:v>
                </c:pt>
                <c:pt idx="1045">
                  <c:v>0.5225</c:v>
                </c:pt>
                <c:pt idx="1046">
                  <c:v>0.523</c:v>
                </c:pt>
                <c:pt idx="1047">
                  <c:v>0.5235</c:v>
                </c:pt>
                <c:pt idx="1048">
                  <c:v>0.524</c:v>
                </c:pt>
                <c:pt idx="1049">
                  <c:v>0.5245</c:v>
                </c:pt>
                <c:pt idx="1050">
                  <c:v>0.525</c:v>
                </c:pt>
                <c:pt idx="1051">
                  <c:v>0.5255</c:v>
                </c:pt>
                <c:pt idx="1052">
                  <c:v>0.526</c:v>
                </c:pt>
                <c:pt idx="1053">
                  <c:v>0.5265</c:v>
                </c:pt>
                <c:pt idx="1054">
                  <c:v>0.527</c:v>
                </c:pt>
                <c:pt idx="1055">
                  <c:v>0.5275</c:v>
                </c:pt>
                <c:pt idx="1056">
                  <c:v>0.528</c:v>
                </c:pt>
                <c:pt idx="1057">
                  <c:v>0.5285</c:v>
                </c:pt>
                <c:pt idx="1058">
                  <c:v>0.529</c:v>
                </c:pt>
                <c:pt idx="1059">
                  <c:v>0.5295</c:v>
                </c:pt>
                <c:pt idx="1060">
                  <c:v>0.53</c:v>
                </c:pt>
                <c:pt idx="1061">
                  <c:v>0.5305</c:v>
                </c:pt>
                <c:pt idx="1062">
                  <c:v>0.531</c:v>
                </c:pt>
                <c:pt idx="1063">
                  <c:v>0.5315</c:v>
                </c:pt>
                <c:pt idx="1064">
                  <c:v>0.532</c:v>
                </c:pt>
                <c:pt idx="1065">
                  <c:v>0.5325</c:v>
                </c:pt>
                <c:pt idx="1066">
                  <c:v>0.533</c:v>
                </c:pt>
                <c:pt idx="1067">
                  <c:v>0.5335</c:v>
                </c:pt>
                <c:pt idx="1068">
                  <c:v>0.534</c:v>
                </c:pt>
                <c:pt idx="1069">
                  <c:v>0.5345</c:v>
                </c:pt>
                <c:pt idx="1070">
                  <c:v>0.535</c:v>
                </c:pt>
                <c:pt idx="1071">
                  <c:v>0.5355</c:v>
                </c:pt>
                <c:pt idx="1072">
                  <c:v>0.536</c:v>
                </c:pt>
                <c:pt idx="1073">
                  <c:v>0.5365</c:v>
                </c:pt>
                <c:pt idx="1074">
                  <c:v>0.537</c:v>
                </c:pt>
                <c:pt idx="1075">
                  <c:v>0.5375</c:v>
                </c:pt>
                <c:pt idx="1076">
                  <c:v>0.538</c:v>
                </c:pt>
                <c:pt idx="1077">
                  <c:v>0.5385</c:v>
                </c:pt>
                <c:pt idx="1078">
                  <c:v>0.539</c:v>
                </c:pt>
                <c:pt idx="1079">
                  <c:v>0.5395</c:v>
                </c:pt>
                <c:pt idx="1080">
                  <c:v>0.54</c:v>
                </c:pt>
                <c:pt idx="1081">
                  <c:v>0.5405</c:v>
                </c:pt>
                <c:pt idx="1082">
                  <c:v>0.541</c:v>
                </c:pt>
                <c:pt idx="1083">
                  <c:v>0.5415</c:v>
                </c:pt>
                <c:pt idx="1084">
                  <c:v>0.542</c:v>
                </c:pt>
                <c:pt idx="1085">
                  <c:v>0.5425</c:v>
                </c:pt>
                <c:pt idx="1086">
                  <c:v>0.543</c:v>
                </c:pt>
                <c:pt idx="1087">
                  <c:v>0.5435</c:v>
                </c:pt>
                <c:pt idx="1088">
                  <c:v>0.544</c:v>
                </c:pt>
                <c:pt idx="1089">
                  <c:v>0.5445</c:v>
                </c:pt>
                <c:pt idx="1090">
                  <c:v>0.545</c:v>
                </c:pt>
                <c:pt idx="1091">
                  <c:v>0.5455</c:v>
                </c:pt>
                <c:pt idx="1092">
                  <c:v>0.546</c:v>
                </c:pt>
                <c:pt idx="1093">
                  <c:v>0.5465</c:v>
                </c:pt>
                <c:pt idx="1094">
                  <c:v>0.547</c:v>
                </c:pt>
                <c:pt idx="1095">
                  <c:v>0.5475</c:v>
                </c:pt>
                <c:pt idx="1096">
                  <c:v>0.548</c:v>
                </c:pt>
                <c:pt idx="1097">
                  <c:v>0.5485</c:v>
                </c:pt>
                <c:pt idx="1098">
                  <c:v>0.549</c:v>
                </c:pt>
                <c:pt idx="1099">
                  <c:v>0.5495</c:v>
                </c:pt>
                <c:pt idx="1100">
                  <c:v>0.55</c:v>
                </c:pt>
                <c:pt idx="1101">
                  <c:v>0.5505</c:v>
                </c:pt>
                <c:pt idx="1102">
                  <c:v>0.551</c:v>
                </c:pt>
                <c:pt idx="1103">
                  <c:v>0.5515</c:v>
                </c:pt>
                <c:pt idx="1104">
                  <c:v>0.552</c:v>
                </c:pt>
                <c:pt idx="1105">
                  <c:v>0.5525</c:v>
                </c:pt>
                <c:pt idx="1106">
                  <c:v>0.553</c:v>
                </c:pt>
                <c:pt idx="1107">
                  <c:v>0.5535</c:v>
                </c:pt>
                <c:pt idx="1108">
                  <c:v>0.554</c:v>
                </c:pt>
                <c:pt idx="1109">
                  <c:v>0.5545</c:v>
                </c:pt>
                <c:pt idx="1110">
                  <c:v>0.555</c:v>
                </c:pt>
                <c:pt idx="1111">
                  <c:v>0.5555</c:v>
                </c:pt>
                <c:pt idx="1112">
                  <c:v>0.556</c:v>
                </c:pt>
                <c:pt idx="1113">
                  <c:v>0.5565</c:v>
                </c:pt>
                <c:pt idx="1114">
                  <c:v>0.557</c:v>
                </c:pt>
                <c:pt idx="1115">
                  <c:v>0.5575</c:v>
                </c:pt>
                <c:pt idx="1116">
                  <c:v>0.558</c:v>
                </c:pt>
                <c:pt idx="1117">
                  <c:v>0.5585</c:v>
                </c:pt>
                <c:pt idx="1118">
                  <c:v>0.559</c:v>
                </c:pt>
                <c:pt idx="1119">
                  <c:v>0.5595</c:v>
                </c:pt>
                <c:pt idx="1120">
                  <c:v>0.56</c:v>
                </c:pt>
                <c:pt idx="1121">
                  <c:v>0.5605</c:v>
                </c:pt>
                <c:pt idx="1122">
                  <c:v>0.561</c:v>
                </c:pt>
                <c:pt idx="1123">
                  <c:v>0.5615</c:v>
                </c:pt>
                <c:pt idx="1124">
                  <c:v>0.562</c:v>
                </c:pt>
                <c:pt idx="1125">
                  <c:v>0.5625</c:v>
                </c:pt>
                <c:pt idx="1126">
                  <c:v>0.563</c:v>
                </c:pt>
                <c:pt idx="1127">
                  <c:v>0.5635</c:v>
                </c:pt>
                <c:pt idx="1128">
                  <c:v>0.564</c:v>
                </c:pt>
                <c:pt idx="1129">
                  <c:v>0.5645</c:v>
                </c:pt>
                <c:pt idx="1130">
                  <c:v>0.565</c:v>
                </c:pt>
                <c:pt idx="1131">
                  <c:v>0.5655</c:v>
                </c:pt>
                <c:pt idx="1132">
                  <c:v>0.566</c:v>
                </c:pt>
                <c:pt idx="1133">
                  <c:v>0.5665</c:v>
                </c:pt>
                <c:pt idx="1134">
                  <c:v>0.567</c:v>
                </c:pt>
                <c:pt idx="1135">
                  <c:v>0.5675</c:v>
                </c:pt>
                <c:pt idx="1136">
                  <c:v>0.568</c:v>
                </c:pt>
                <c:pt idx="1137">
                  <c:v>0.5685</c:v>
                </c:pt>
                <c:pt idx="1138">
                  <c:v>0.569</c:v>
                </c:pt>
                <c:pt idx="1139">
                  <c:v>0.5695</c:v>
                </c:pt>
                <c:pt idx="1140">
                  <c:v>0.57</c:v>
                </c:pt>
                <c:pt idx="1141">
                  <c:v>0.5705</c:v>
                </c:pt>
                <c:pt idx="1142">
                  <c:v>0.571</c:v>
                </c:pt>
                <c:pt idx="1143">
                  <c:v>0.5715</c:v>
                </c:pt>
                <c:pt idx="1144">
                  <c:v>0.572</c:v>
                </c:pt>
                <c:pt idx="1145">
                  <c:v>0.5725</c:v>
                </c:pt>
                <c:pt idx="1146">
                  <c:v>0.573</c:v>
                </c:pt>
                <c:pt idx="1147">
                  <c:v>0.5735</c:v>
                </c:pt>
                <c:pt idx="1148">
                  <c:v>0.574</c:v>
                </c:pt>
                <c:pt idx="1149">
                  <c:v>0.5745</c:v>
                </c:pt>
                <c:pt idx="1150">
                  <c:v>0.575</c:v>
                </c:pt>
                <c:pt idx="1151">
                  <c:v>0.5755</c:v>
                </c:pt>
                <c:pt idx="1152">
                  <c:v>0.576</c:v>
                </c:pt>
                <c:pt idx="1153">
                  <c:v>0.5765</c:v>
                </c:pt>
                <c:pt idx="1154">
                  <c:v>0.577</c:v>
                </c:pt>
                <c:pt idx="1155">
                  <c:v>0.5775</c:v>
                </c:pt>
                <c:pt idx="1156">
                  <c:v>0.578</c:v>
                </c:pt>
                <c:pt idx="1157">
                  <c:v>0.5785</c:v>
                </c:pt>
                <c:pt idx="1158">
                  <c:v>0.579</c:v>
                </c:pt>
                <c:pt idx="1159">
                  <c:v>0.5795</c:v>
                </c:pt>
                <c:pt idx="1160">
                  <c:v>0.58</c:v>
                </c:pt>
                <c:pt idx="1161">
                  <c:v>0.5805</c:v>
                </c:pt>
                <c:pt idx="1162">
                  <c:v>0.581</c:v>
                </c:pt>
                <c:pt idx="1163">
                  <c:v>0.5815</c:v>
                </c:pt>
                <c:pt idx="1164">
                  <c:v>0.582</c:v>
                </c:pt>
                <c:pt idx="1165">
                  <c:v>0.5825</c:v>
                </c:pt>
                <c:pt idx="1166">
                  <c:v>0.583</c:v>
                </c:pt>
                <c:pt idx="1167">
                  <c:v>0.5835</c:v>
                </c:pt>
                <c:pt idx="1168">
                  <c:v>0.584</c:v>
                </c:pt>
                <c:pt idx="1169">
                  <c:v>0.5845</c:v>
                </c:pt>
                <c:pt idx="1170">
                  <c:v>0.585</c:v>
                </c:pt>
                <c:pt idx="1171">
                  <c:v>0.5855</c:v>
                </c:pt>
                <c:pt idx="1172">
                  <c:v>0.586</c:v>
                </c:pt>
                <c:pt idx="1173">
                  <c:v>0.5865</c:v>
                </c:pt>
                <c:pt idx="1174">
                  <c:v>0.587</c:v>
                </c:pt>
                <c:pt idx="1175">
                  <c:v>0.5875</c:v>
                </c:pt>
                <c:pt idx="1176">
                  <c:v>0.588</c:v>
                </c:pt>
                <c:pt idx="1177">
                  <c:v>0.5885</c:v>
                </c:pt>
                <c:pt idx="1178">
                  <c:v>0.589</c:v>
                </c:pt>
                <c:pt idx="1179">
                  <c:v>0.5895</c:v>
                </c:pt>
                <c:pt idx="1180">
                  <c:v>0.59</c:v>
                </c:pt>
                <c:pt idx="1181">
                  <c:v>0.5905</c:v>
                </c:pt>
                <c:pt idx="1182">
                  <c:v>0.591</c:v>
                </c:pt>
                <c:pt idx="1183">
                  <c:v>0.5915</c:v>
                </c:pt>
                <c:pt idx="1184">
                  <c:v>0.592</c:v>
                </c:pt>
                <c:pt idx="1185">
                  <c:v>0.5925</c:v>
                </c:pt>
                <c:pt idx="1186">
                  <c:v>0.593</c:v>
                </c:pt>
                <c:pt idx="1187">
                  <c:v>0.5935</c:v>
                </c:pt>
                <c:pt idx="1188">
                  <c:v>0.594</c:v>
                </c:pt>
                <c:pt idx="1189">
                  <c:v>0.5945</c:v>
                </c:pt>
                <c:pt idx="1190">
                  <c:v>0.595</c:v>
                </c:pt>
                <c:pt idx="1191">
                  <c:v>0.5955</c:v>
                </c:pt>
                <c:pt idx="1192">
                  <c:v>0.596</c:v>
                </c:pt>
                <c:pt idx="1193">
                  <c:v>0.5965</c:v>
                </c:pt>
                <c:pt idx="1194">
                  <c:v>0.597</c:v>
                </c:pt>
                <c:pt idx="1195">
                  <c:v>0.5975</c:v>
                </c:pt>
                <c:pt idx="1196">
                  <c:v>0.598</c:v>
                </c:pt>
                <c:pt idx="1197">
                  <c:v>0.5985</c:v>
                </c:pt>
                <c:pt idx="1198">
                  <c:v>0.599</c:v>
                </c:pt>
                <c:pt idx="1199">
                  <c:v>0.5995</c:v>
                </c:pt>
                <c:pt idx="1200">
                  <c:v>0.6</c:v>
                </c:pt>
                <c:pt idx="1201">
                  <c:v>0.6005</c:v>
                </c:pt>
                <c:pt idx="1202">
                  <c:v>0.601</c:v>
                </c:pt>
                <c:pt idx="1203">
                  <c:v>0.6015</c:v>
                </c:pt>
                <c:pt idx="1204">
                  <c:v>0.602</c:v>
                </c:pt>
                <c:pt idx="1205">
                  <c:v>0.6025</c:v>
                </c:pt>
                <c:pt idx="1206">
                  <c:v>0.603</c:v>
                </c:pt>
                <c:pt idx="1207">
                  <c:v>0.6035</c:v>
                </c:pt>
                <c:pt idx="1208">
                  <c:v>0.604</c:v>
                </c:pt>
                <c:pt idx="1209">
                  <c:v>0.6045</c:v>
                </c:pt>
                <c:pt idx="1210">
                  <c:v>0.605</c:v>
                </c:pt>
                <c:pt idx="1211">
                  <c:v>0.6055</c:v>
                </c:pt>
                <c:pt idx="1212">
                  <c:v>0.606</c:v>
                </c:pt>
                <c:pt idx="1213">
                  <c:v>0.6065</c:v>
                </c:pt>
                <c:pt idx="1214">
                  <c:v>0.607</c:v>
                </c:pt>
                <c:pt idx="1215">
                  <c:v>0.6075</c:v>
                </c:pt>
                <c:pt idx="1216">
                  <c:v>0.608</c:v>
                </c:pt>
                <c:pt idx="1217">
                  <c:v>0.6085</c:v>
                </c:pt>
                <c:pt idx="1218">
                  <c:v>0.609</c:v>
                </c:pt>
                <c:pt idx="1219">
                  <c:v>0.6095</c:v>
                </c:pt>
                <c:pt idx="1220">
                  <c:v>0.61</c:v>
                </c:pt>
                <c:pt idx="1221">
                  <c:v>0.6105</c:v>
                </c:pt>
                <c:pt idx="1222">
                  <c:v>0.611</c:v>
                </c:pt>
                <c:pt idx="1223">
                  <c:v>0.6115</c:v>
                </c:pt>
                <c:pt idx="1224">
                  <c:v>0.612</c:v>
                </c:pt>
                <c:pt idx="1225">
                  <c:v>0.6125</c:v>
                </c:pt>
                <c:pt idx="1226">
                  <c:v>0.613</c:v>
                </c:pt>
                <c:pt idx="1227">
                  <c:v>0.6135</c:v>
                </c:pt>
                <c:pt idx="1228">
                  <c:v>0.614</c:v>
                </c:pt>
                <c:pt idx="1229">
                  <c:v>0.6145</c:v>
                </c:pt>
                <c:pt idx="1230">
                  <c:v>0.615</c:v>
                </c:pt>
                <c:pt idx="1231">
                  <c:v>0.6155</c:v>
                </c:pt>
                <c:pt idx="1232">
                  <c:v>0.616</c:v>
                </c:pt>
                <c:pt idx="1233">
                  <c:v>0.6165</c:v>
                </c:pt>
                <c:pt idx="1234">
                  <c:v>0.617</c:v>
                </c:pt>
                <c:pt idx="1235">
                  <c:v>0.6175</c:v>
                </c:pt>
                <c:pt idx="1236">
                  <c:v>0.618</c:v>
                </c:pt>
                <c:pt idx="1237">
                  <c:v>0.6185</c:v>
                </c:pt>
                <c:pt idx="1238">
                  <c:v>0.619</c:v>
                </c:pt>
                <c:pt idx="1239">
                  <c:v>0.6195</c:v>
                </c:pt>
                <c:pt idx="1240">
                  <c:v>0.62</c:v>
                </c:pt>
                <c:pt idx="1241">
                  <c:v>0.6205</c:v>
                </c:pt>
                <c:pt idx="1242">
                  <c:v>0.621</c:v>
                </c:pt>
                <c:pt idx="1243">
                  <c:v>0.6215</c:v>
                </c:pt>
                <c:pt idx="1244">
                  <c:v>0.622</c:v>
                </c:pt>
                <c:pt idx="1245">
                  <c:v>0.6225</c:v>
                </c:pt>
                <c:pt idx="1246">
                  <c:v>0.623</c:v>
                </c:pt>
                <c:pt idx="1247">
                  <c:v>0.6235</c:v>
                </c:pt>
                <c:pt idx="1248">
                  <c:v>0.624</c:v>
                </c:pt>
                <c:pt idx="1249">
                  <c:v>0.6245</c:v>
                </c:pt>
                <c:pt idx="1250">
                  <c:v>0.625</c:v>
                </c:pt>
                <c:pt idx="1251">
                  <c:v>0.6255</c:v>
                </c:pt>
                <c:pt idx="1252">
                  <c:v>0.626</c:v>
                </c:pt>
                <c:pt idx="1253">
                  <c:v>0.6265</c:v>
                </c:pt>
                <c:pt idx="1254">
                  <c:v>0.627</c:v>
                </c:pt>
                <c:pt idx="1255">
                  <c:v>0.6275</c:v>
                </c:pt>
                <c:pt idx="1256">
                  <c:v>0.628</c:v>
                </c:pt>
                <c:pt idx="1257">
                  <c:v>0.6285</c:v>
                </c:pt>
                <c:pt idx="1258">
                  <c:v>0.629</c:v>
                </c:pt>
                <c:pt idx="1259">
                  <c:v>0.6295</c:v>
                </c:pt>
                <c:pt idx="1260">
                  <c:v>0.63</c:v>
                </c:pt>
                <c:pt idx="1261">
                  <c:v>0.6305</c:v>
                </c:pt>
                <c:pt idx="1262">
                  <c:v>0.631</c:v>
                </c:pt>
                <c:pt idx="1263">
                  <c:v>0.6315</c:v>
                </c:pt>
                <c:pt idx="1264">
                  <c:v>0.632</c:v>
                </c:pt>
                <c:pt idx="1265">
                  <c:v>0.6325</c:v>
                </c:pt>
                <c:pt idx="1266">
                  <c:v>0.633</c:v>
                </c:pt>
                <c:pt idx="1267">
                  <c:v>0.6335</c:v>
                </c:pt>
                <c:pt idx="1268">
                  <c:v>0.634</c:v>
                </c:pt>
                <c:pt idx="1269">
                  <c:v>0.6345</c:v>
                </c:pt>
                <c:pt idx="1270">
                  <c:v>0.635</c:v>
                </c:pt>
                <c:pt idx="1271">
                  <c:v>0.6355</c:v>
                </c:pt>
                <c:pt idx="1272">
                  <c:v>0.636</c:v>
                </c:pt>
                <c:pt idx="1273">
                  <c:v>0.6365</c:v>
                </c:pt>
                <c:pt idx="1274">
                  <c:v>0.637</c:v>
                </c:pt>
                <c:pt idx="1275">
                  <c:v>0.6375</c:v>
                </c:pt>
                <c:pt idx="1276">
                  <c:v>0.638</c:v>
                </c:pt>
                <c:pt idx="1277">
                  <c:v>0.6385</c:v>
                </c:pt>
                <c:pt idx="1278">
                  <c:v>0.639</c:v>
                </c:pt>
                <c:pt idx="1279">
                  <c:v>0.6395</c:v>
                </c:pt>
                <c:pt idx="1280">
                  <c:v>0.64</c:v>
                </c:pt>
                <c:pt idx="1281">
                  <c:v>0.6405</c:v>
                </c:pt>
                <c:pt idx="1282">
                  <c:v>0.641</c:v>
                </c:pt>
                <c:pt idx="1283">
                  <c:v>0.6415</c:v>
                </c:pt>
                <c:pt idx="1284">
                  <c:v>0.642</c:v>
                </c:pt>
                <c:pt idx="1285">
                  <c:v>0.6425</c:v>
                </c:pt>
                <c:pt idx="1286">
                  <c:v>0.643</c:v>
                </c:pt>
                <c:pt idx="1287">
                  <c:v>0.6435</c:v>
                </c:pt>
                <c:pt idx="1288">
                  <c:v>0.644</c:v>
                </c:pt>
                <c:pt idx="1289">
                  <c:v>0.6445</c:v>
                </c:pt>
                <c:pt idx="1290">
                  <c:v>0.645</c:v>
                </c:pt>
                <c:pt idx="1291">
                  <c:v>0.6455</c:v>
                </c:pt>
                <c:pt idx="1292">
                  <c:v>0.646</c:v>
                </c:pt>
                <c:pt idx="1293">
                  <c:v>0.6465</c:v>
                </c:pt>
                <c:pt idx="1294">
                  <c:v>0.647</c:v>
                </c:pt>
                <c:pt idx="1295">
                  <c:v>0.6475</c:v>
                </c:pt>
                <c:pt idx="1296">
                  <c:v>0.648</c:v>
                </c:pt>
                <c:pt idx="1297">
                  <c:v>0.6485</c:v>
                </c:pt>
                <c:pt idx="1298">
                  <c:v>0.649</c:v>
                </c:pt>
                <c:pt idx="1299">
                  <c:v>0.6495</c:v>
                </c:pt>
                <c:pt idx="1300">
                  <c:v>0.65</c:v>
                </c:pt>
                <c:pt idx="1301">
                  <c:v>0.6505</c:v>
                </c:pt>
                <c:pt idx="1302">
                  <c:v>0.651</c:v>
                </c:pt>
                <c:pt idx="1303">
                  <c:v>0.6515</c:v>
                </c:pt>
                <c:pt idx="1304">
                  <c:v>0.652</c:v>
                </c:pt>
                <c:pt idx="1305">
                  <c:v>0.6525</c:v>
                </c:pt>
                <c:pt idx="1306">
                  <c:v>0.653</c:v>
                </c:pt>
                <c:pt idx="1307">
                  <c:v>0.6535</c:v>
                </c:pt>
                <c:pt idx="1308">
                  <c:v>0.654</c:v>
                </c:pt>
                <c:pt idx="1309">
                  <c:v>0.6545</c:v>
                </c:pt>
                <c:pt idx="1310">
                  <c:v>0.655</c:v>
                </c:pt>
                <c:pt idx="1311">
                  <c:v>0.6555</c:v>
                </c:pt>
                <c:pt idx="1312">
                  <c:v>0.656</c:v>
                </c:pt>
                <c:pt idx="1313">
                  <c:v>0.6565</c:v>
                </c:pt>
                <c:pt idx="1314">
                  <c:v>0.657</c:v>
                </c:pt>
                <c:pt idx="1315">
                  <c:v>0.6575</c:v>
                </c:pt>
                <c:pt idx="1316">
                  <c:v>0.658</c:v>
                </c:pt>
                <c:pt idx="1317">
                  <c:v>0.6585</c:v>
                </c:pt>
                <c:pt idx="1318">
                  <c:v>0.659</c:v>
                </c:pt>
                <c:pt idx="1319">
                  <c:v>0.6595</c:v>
                </c:pt>
                <c:pt idx="1320">
                  <c:v>0.66</c:v>
                </c:pt>
                <c:pt idx="1321">
                  <c:v>0.6605</c:v>
                </c:pt>
                <c:pt idx="1322">
                  <c:v>0.661</c:v>
                </c:pt>
                <c:pt idx="1323">
                  <c:v>0.6615</c:v>
                </c:pt>
                <c:pt idx="1324">
                  <c:v>0.662</c:v>
                </c:pt>
                <c:pt idx="1325">
                  <c:v>0.6625</c:v>
                </c:pt>
                <c:pt idx="1326">
                  <c:v>0.663</c:v>
                </c:pt>
                <c:pt idx="1327">
                  <c:v>0.6635</c:v>
                </c:pt>
                <c:pt idx="1328">
                  <c:v>0.664</c:v>
                </c:pt>
                <c:pt idx="1329">
                  <c:v>0.6645</c:v>
                </c:pt>
                <c:pt idx="1330">
                  <c:v>0.665</c:v>
                </c:pt>
                <c:pt idx="1331">
                  <c:v>0.6655</c:v>
                </c:pt>
                <c:pt idx="1332">
                  <c:v>0.666</c:v>
                </c:pt>
                <c:pt idx="1333">
                  <c:v>0.6665</c:v>
                </c:pt>
                <c:pt idx="1334">
                  <c:v>0.667</c:v>
                </c:pt>
                <c:pt idx="1335">
                  <c:v>0.6675</c:v>
                </c:pt>
                <c:pt idx="1336">
                  <c:v>0.668</c:v>
                </c:pt>
                <c:pt idx="1337">
                  <c:v>0.6685</c:v>
                </c:pt>
                <c:pt idx="1338">
                  <c:v>0.669</c:v>
                </c:pt>
                <c:pt idx="1339">
                  <c:v>0.6695</c:v>
                </c:pt>
                <c:pt idx="1340">
                  <c:v>0.67</c:v>
                </c:pt>
                <c:pt idx="1341">
                  <c:v>0.6705</c:v>
                </c:pt>
                <c:pt idx="1342">
                  <c:v>0.671</c:v>
                </c:pt>
                <c:pt idx="1343">
                  <c:v>0.6715</c:v>
                </c:pt>
                <c:pt idx="1344">
                  <c:v>0.672</c:v>
                </c:pt>
                <c:pt idx="1345">
                  <c:v>0.6725</c:v>
                </c:pt>
                <c:pt idx="1346">
                  <c:v>0.673</c:v>
                </c:pt>
                <c:pt idx="1347">
                  <c:v>0.6735</c:v>
                </c:pt>
                <c:pt idx="1348">
                  <c:v>0.674</c:v>
                </c:pt>
                <c:pt idx="1349">
                  <c:v>0.6745</c:v>
                </c:pt>
                <c:pt idx="1350">
                  <c:v>0.675</c:v>
                </c:pt>
                <c:pt idx="1351">
                  <c:v>0.6755</c:v>
                </c:pt>
                <c:pt idx="1352">
                  <c:v>0.676</c:v>
                </c:pt>
                <c:pt idx="1353">
                  <c:v>0.6765</c:v>
                </c:pt>
                <c:pt idx="1354">
                  <c:v>0.677</c:v>
                </c:pt>
                <c:pt idx="1355">
                  <c:v>0.6775</c:v>
                </c:pt>
                <c:pt idx="1356">
                  <c:v>0.678</c:v>
                </c:pt>
                <c:pt idx="1357">
                  <c:v>0.6785</c:v>
                </c:pt>
                <c:pt idx="1358">
                  <c:v>0.679</c:v>
                </c:pt>
                <c:pt idx="1359">
                  <c:v>0.6795</c:v>
                </c:pt>
                <c:pt idx="1360">
                  <c:v>0.68</c:v>
                </c:pt>
                <c:pt idx="1361">
                  <c:v>0.6805</c:v>
                </c:pt>
                <c:pt idx="1362">
                  <c:v>0.681</c:v>
                </c:pt>
                <c:pt idx="1363">
                  <c:v>0.6815</c:v>
                </c:pt>
                <c:pt idx="1364">
                  <c:v>0.682</c:v>
                </c:pt>
                <c:pt idx="1365">
                  <c:v>0.6825</c:v>
                </c:pt>
                <c:pt idx="1366">
                  <c:v>0.683</c:v>
                </c:pt>
                <c:pt idx="1367">
                  <c:v>0.6835</c:v>
                </c:pt>
                <c:pt idx="1368">
                  <c:v>0.684</c:v>
                </c:pt>
                <c:pt idx="1369">
                  <c:v>0.6845</c:v>
                </c:pt>
                <c:pt idx="1370">
                  <c:v>0.685</c:v>
                </c:pt>
                <c:pt idx="1371">
                  <c:v>0.6855</c:v>
                </c:pt>
                <c:pt idx="1372">
                  <c:v>0.686</c:v>
                </c:pt>
                <c:pt idx="1373">
                  <c:v>0.6865</c:v>
                </c:pt>
                <c:pt idx="1374">
                  <c:v>0.687</c:v>
                </c:pt>
                <c:pt idx="1375">
                  <c:v>0.6875</c:v>
                </c:pt>
                <c:pt idx="1376">
                  <c:v>0.688</c:v>
                </c:pt>
                <c:pt idx="1377">
                  <c:v>0.6885</c:v>
                </c:pt>
                <c:pt idx="1378">
                  <c:v>0.689</c:v>
                </c:pt>
                <c:pt idx="1379">
                  <c:v>0.6895</c:v>
                </c:pt>
                <c:pt idx="1380">
                  <c:v>0.69</c:v>
                </c:pt>
                <c:pt idx="1381">
                  <c:v>0.6905</c:v>
                </c:pt>
                <c:pt idx="1382">
                  <c:v>0.691</c:v>
                </c:pt>
                <c:pt idx="1383">
                  <c:v>0.6915</c:v>
                </c:pt>
                <c:pt idx="1384">
                  <c:v>0.692</c:v>
                </c:pt>
                <c:pt idx="1385">
                  <c:v>0.6925</c:v>
                </c:pt>
                <c:pt idx="1386">
                  <c:v>0.693</c:v>
                </c:pt>
                <c:pt idx="1387">
                  <c:v>0.6935</c:v>
                </c:pt>
                <c:pt idx="1388">
                  <c:v>0.694</c:v>
                </c:pt>
                <c:pt idx="1389">
                  <c:v>0.6945</c:v>
                </c:pt>
                <c:pt idx="1390">
                  <c:v>0.695</c:v>
                </c:pt>
                <c:pt idx="1391">
                  <c:v>0.6955</c:v>
                </c:pt>
                <c:pt idx="1392">
                  <c:v>0.696</c:v>
                </c:pt>
                <c:pt idx="1393">
                  <c:v>0.6965</c:v>
                </c:pt>
                <c:pt idx="1394">
                  <c:v>0.697</c:v>
                </c:pt>
                <c:pt idx="1395">
                  <c:v>0.6975</c:v>
                </c:pt>
                <c:pt idx="1396">
                  <c:v>0.698</c:v>
                </c:pt>
                <c:pt idx="1397">
                  <c:v>0.6985</c:v>
                </c:pt>
                <c:pt idx="1398">
                  <c:v>0.699</c:v>
                </c:pt>
                <c:pt idx="1399">
                  <c:v>0.6995</c:v>
                </c:pt>
                <c:pt idx="1400">
                  <c:v>0.7</c:v>
                </c:pt>
                <c:pt idx="1401">
                  <c:v>0.7005</c:v>
                </c:pt>
                <c:pt idx="1402">
                  <c:v>0.701</c:v>
                </c:pt>
                <c:pt idx="1403">
                  <c:v>0.7015</c:v>
                </c:pt>
                <c:pt idx="1404">
                  <c:v>0.702</c:v>
                </c:pt>
                <c:pt idx="1405">
                  <c:v>0.7025</c:v>
                </c:pt>
                <c:pt idx="1406">
                  <c:v>0.703</c:v>
                </c:pt>
                <c:pt idx="1407">
                  <c:v>0.7035</c:v>
                </c:pt>
                <c:pt idx="1408">
                  <c:v>0.704</c:v>
                </c:pt>
                <c:pt idx="1409">
                  <c:v>0.7045</c:v>
                </c:pt>
                <c:pt idx="1410">
                  <c:v>0.705</c:v>
                </c:pt>
                <c:pt idx="1411">
                  <c:v>0.7055</c:v>
                </c:pt>
                <c:pt idx="1412">
                  <c:v>0.706</c:v>
                </c:pt>
                <c:pt idx="1413">
                  <c:v>0.7065</c:v>
                </c:pt>
                <c:pt idx="1414">
                  <c:v>0.707</c:v>
                </c:pt>
                <c:pt idx="1415">
                  <c:v>0.7075</c:v>
                </c:pt>
                <c:pt idx="1416">
                  <c:v>0.708</c:v>
                </c:pt>
                <c:pt idx="1417">
                  <c:v>0.7085</c:v>
                </c:pt>
                <c:pt idx="1418">
                  <c:v>0.709</c:v>
                </c:pt>
                <c:pt idx="1419">
                  <c:v>0.7095</c:v>
                </c:pt>
                <c:pt idx="1420">
                  <c:v>0.71</c:v>
                </c:pt>
                <c:pt idx="1421">
                  <c:v>0.7105</c:v>
                </c:pt>
                <c:pt idx="1422">
                  <c:v>0.711</c:v>
                </c:pt>
                <c:pt idx="1423">
                  <c:v>0.7115</c:v>
                </c:pt>
                <c:pt idx="1424">
                  <c:v>0.712</c:v>
                </c:pt>
                <c:pt idx="1425">
                  <c:v>0.7125</c:v>
                </c:pt>
                <c:pt idx="1426">
                  <c:v>0.713</c:v>
                </c:pt>
                <c:pt idx="1427">
                  <c:v>0.7135</c:v>
                </c:pt>
                <c:pt idx="1428">
                  <c:v>0.714</c:v>
                </c:pt>
                <c:pt idx="1429">
                  <c:v>0.7145</c:v>
                </c:pt>
                <c:pt idx="1430">
                  <c:v>0.715</c:v>
                </c:pt>
                <c:pt idx="1431">
                  <c:v>0.7155</c:v>
                </c:pt>
                <c:pt idx="1432">
                  <c:v>0.716</c:v>
                </c:pt>
                <c:pt idx="1433">
                  <c:v>0.7165</c:v>
                </c:pt>
                <c:pt idx="1434">
                  <c:v>0.717</c:v>
                </c:pt>
                <c:pt idx="1435">
                  <c:v>0.7175</c:v>
                </c:pt>
                <c:pt idx="1436">
                  <c:v>0.718</c:v>
                </c:pt>
                <c:pt idx="1437">
                  <c:v>0.7185</c:v>
                </c:pt>
                <c:pt idx="1438">
                  <c:v>0.719</c:v>
                </c:pt>
                <c:pt idx="1439">
                  <c:v>0.7195</c:v>
                </c:pt>
                <c:pt idx="1440">
                  <c:v>0.72</c:v>
                </c:pt>
                <c:pt idx="1441">
                  <c:v>0.7205</c:v>
                </c:pt>
                <c:pt idx="1442">
                  <c:v>0.721</c:v>
                </c:pt>
                <c:pt idx="1443">
                  <c:v>0.7215</c:v>
                </c:pt>
                <c:pt idx="1444">
                  <c:v>0.722</c:v>
                </c:pt>
                <c:pt idx="1445">
                  <c:v>0.7225</c:v>
                </c:pt>
                <c:pt idx="1446">
                  <c:v>0.723</c:v>
                </c:pt>
                <c:pt idx="1447">
                  <c:v>0.7235</c:v>
                </c:pt>
                <c:pt idx="1448">
                  <c:v>0.724</c:v>
                </c:pt>
                <c:pt idx="1449">
                  <c:v>0.7245</c:v>
                </c:pt>
                <c:pt idx="1450">
                  <c:v>0.725</c:v>
                </c:pt>
                <c:pt idx="1451">
                  <c:v>0.7255</c:v>
                </c:pt>
                <c:pt idx="1452">
                  <c:v>0.726</c:v>
                </c:pt>
                <c:pt idx="1453">
                  <c:v>0.7265</c:v>
                </c:pt>
                <c:pt idx="1454">
                  <c:v>0.727</c:v>
                </c:pt>
                <c:pt idx="1455">
                  <c:v>0.7275</c:v>
                </c:pt>
                <c:pt idx="1456">
                  <c:v>0.728</c:v>
                </c:pt>
                <c:pt idx="1457">
                  <c:v>0.7285</c:v>
                </c:pt>
                <c:pt idx="1458">
                  <c:v>0.729</c:v>
                </c:pt>
                <c:pt idx="1459">
                  <c:v>0.7295</c:v>
                </c:pt>
                <c:pt idx="1460">
                  <c:v>0.73</c:v>
                </c:pt>
                <c:pt idx="1461">
                  <c:v>0.7305</c:v>
                </c:pt>
                <c:pt idx="1462">
                  <c:v>0.731</c:v>
                </c:pt>
                <c:pt idx="1463">
                  <c:v>0.7315</c:v>
                </c:pt>
                <c:pt idx="1464">
                  <c:v>0.732</c:v>
                </c:pt>
                <c:pt idx="1465">
                  <c:v>0.7325</c:v>
                </c:pt>
                <c:pt idx="1466">
                  <c:v>0.733</c:v>
                </c:pt>
                <c:pt idx="1467">
                  <c:v>0.7335</c:v>
                </c:pt>
                <c:pt idx="1468">
                  <c:v>0.734</c:v>
                </c:pt>
                <c:pt idx="1469">
                  <c:v>0.7345</c:v>
                </c:pt>
                <c:pt idx="1470">
                  <c:v>0.735</c:v>
                </c:pt>
                <c:pt idx="1471">
                  <c:v>0.7355</c:v>
                </c:pt>
                <c:pt idx="1472">
                  <c:v>0.736</c:v>
                </c:pt>
                <c:pt idx="1473">
                  <c:v>0.7365</c:v>
                </c:pt>
                <c:pt idx="1474">
                  <c:v>0.737</c:v>
                </c:pt>
                <c:pt idx="1475">
                  <c:v>0.7375</c:v>
                </c:pt>
                <c:pt idx="1476">
                  <c:v>0.738</c:v>
                </c:pt>
                <c:pt idx="1477">
                  <c:v>0.7385</c:v>
                </c:pt>
                <c:pt idx="1478">
                  <c:v>0.739</c:v>
                </c:pt>
                <c:pt idx="1479">
                  <c:v>0.7395</c:v>
                </c:pt>
                <c:pt idx="1480">
                  <c:v>0.74</c:v>
                </c:pt>
                <c:pt idx="1481">
                  <c:v>0.7405</c:v>
                </c:pt>
                <c:pt idx="1482">
                  <c:v>0.741</c:v>
                </c:pt>
                <c:pt idx="1483">
                  <c:v>0.7415</c:v>
                </c:pt>
                <c:pt idx="1484">
                  <c:v>0.742</c:v>
                </c:pt>
                <c:pt idx="1485">
                  <c:v>0.7425</c:v>
                </c:pt>
                <c:pt idx="1486">
                  <c:v>0.743</c:v>
                </c:pt>
                <c:pt idx="1487">
                  <c:v>0.7435</c:v>
                </c:pt>
                <c:pt idx="1488">
                  <c:v>0.744</c:v>
                </c:pt>
                <c:pt idx="1489">
                  <c:v>0.7445</c:v>
                </c:pt>
                <c:pt idx="1490">
                  <c:v>0.745</c:v>
                </c:pt>
                <c:pt idx="1491">
                  <c:v>0.7455</c:v>
                </c:pt>
                <c:pt idx="1492">
                  <c:v>0.746</c:v>
                </c:pt>
                <c:pt idx="1493">
                  <c:v>0.7465</c:v>
                </c:pt>
                <c:pt idx="1494">
                  <c:v>0.747</c:v>
                </c:pt>
                <c:pt idx="1495">
                  <c:v>0.7475</c:v>
                </c:pt>
                <c:pt idx="1496">
                  <c:v>0.748</c:v>
                </c:pt>
                <c:pt idx="1497">
                  <c:v>0.7485</c:v>
                </c:pt>
                <c:pt idx="1498">
                  <c:v>0.749</c:v>
                </c:pt>
                <c:pt idx="1499">
                  <c:v>0.7495</c:v>
                </c:pt>
                <c:pt idx="1500">
                  <c:v>0.75</c:v>
                </c:pt>
                <c:pt idx="1501">
                  <c:v>0.7505</c:v>
                </c:pt>
                <c:pt idx="1502">
                  <c:v>0.751</c:v>
                </c:pt>
                <c:pt idx="1503">
                  <c:v>0.7515</c:v>
                </c:pt>
                <c:pt idx="1504">
                  <c:v>0.752</c:v>
                </c:pt>
                <c:pt idx="1505">
                  <c:v>0.7525</c:v>
                </c:pt>
                <c:pt idx="1506">
                  <c:v>0.753</c:v>
                </c:pt>
                <c:pt idx="1507">
                  <c:v>0.7535</c:v>
                </c:pt>
                <c:pt idx="1508">
                  <c:v>0.754</c:v>
                </c:pt>
                <c:pt idx="1509">
                  <c:v>0.7545</c:v>
                </c:pt>
                <c:pt idx="1510">
                  <c:v>0.755</c:v>
                </c:pt>
                <c:pt idx="1511">
                  <c:v>0.7555</c:v>
                </c:pt>
                <c:pt idx="1512">
                  <c:v>0.756</c:v>
                </c:pt>
                <c:pt idx="1513">
                  <c:v>0.7565</c:v>
                </c:pt>
                <c:pt idx="1514">
                  <c:v>0.757</c:v>
                </c:pt>
                <c:pt idx="1515">
                  <c:v>0.7575</c:v>
                </c:pt>
                <c:pt idx="1516">
                  <c:v>0.758</c:v>
                </c:pt>
                <c:pt idx="1517">
                  <c:v>0.7585</c:v>
                </c:pt>
                <c:pt idx="1518">
                  <c:v>0.759</c:v>
                </c:pt>
                <c:pt idx="1519">
                  <c:v>0.7595</c:v>
                </c:pt>
                <c:pt idx="1520">
                  <c:v>0.76</c:v>
                </c:pt>
                <c:pt idx="1521">
                  <c:v>0.7605</c:v>
                </c:pt>
                <c:pt idx="1522">
                  <c:v>0.761</c:v>
                </c:pt>
                <c:pt idx="1523">
                  <c:v>0.7615</c:v>
                </c:pt>
                <c:pt idx="1524">
                  <c:v>0.762</c:v>
                </c:pt>
                <c:pt idx="1525">
                  <c:v>0.7625</c:v>
                </c:pt>
                <c:pt idx="1526">
                  <c:v>0.763</c:v>
                </c:pt>
                <c:pt idx="1527">
                  <c:v>0.7635</c:v>
                </c:pt>
                <c:pt idx="1528">
                  <c:v>0.764</c:v>
                </c:pt>
                <c:pt idx="1529">
                  <c:v>0.7645</c:v>
                </c:pt>
                <c:pt idx="1530">
                  <c:v>0.765</c:v>
                </c:pt>
                <c:pt idx="1531">
                  <c:v>0.7655</c:v>
                </c:pt>
                <c:pt idx="1532">
                  <c:v>0.766</c:v>
                </c:pt>
                <c:pt idx="1533">
                  <c:v>0.7665</c:v>
                </c:pt>
                <c:pt idx="1534">
                  <c:v>0.767</c:v>
                </c:pt>
                <c:pt idx="1535">
                  <c:v>0.7675</c:v>
                </c:pt>
                <c:pt idx="1536">
                  <c:v>0.768</c:v>
                </c:pt>
                <c:pt idx="1537">
                  <c:v>0.7685</c:v>
                </c:pt>
                <c:pt idx="1538">
                  <c:v>0.769</c:v>
                </c:pt>
                <c:pt idx="1539">
                  <c:v>0.7695</c:v>
                </c:pt>
                <c:pt idx="1540">
                  <c:v>0.77</c:v>
                </c:pt>
                <c:pt idx="1541">
                  <c:v>0.7705</c:v>
                </c:pt>
                <c:pt idx="1542">
                  <c:v>0.771</c:v>
                </c:pt>
                <c:pt idx="1543">
                  <c:v>0.7715</c:v>
                </c:pt>
                <c:pt idx="1544">
                  <c:v>0.772</c:v>
                </c:pt>
                <c:pt idx="1545">
                  <c:v>0.7725</c:v>
                </c:pt>
                <c:pt idx="1546">
                  <c:v>0.773</c:v>
                </c:pt>
                <c:pt idx="1547">
                  <c:v>0.7735</c:v>
                </c:pt>
                <c:pt idx="1548">
                  <c:v>0.774</c:v>
                </c:pt>
                <c:pt idx="1549">
                  <c:v>0.7745</c:v>
                </c:pt>
                <c:pt idx="1550">
                  <c:v>0.775</c:v>
                </c:pt>
                <c:pt idx="1551">
                  <c:v>0.7755</c:v>
                </c:pt>
                <c:pt idx="1552">
                  <c:v>0.776</c:v>
                </c:pt>
                <c:pt idx="1553">
                  <c:v>0.7765</c:v>
                </c:pt>
                <c:pt idx="1554">
                  <c:v>0.777</c:v>
                </c:pt>
                <c:pt idx="1555">
                  <c:v>0.7775</c:v>
                </c:pt>
                <c:pt idx="1556">
                  <c:v>0.778</c:v>
                </c:pt>
                <c:pt idx="1557">
                  <c:v>0.7785</c:v>
                </c:pt>
                <c:pt idx="1558">
                  <c:v>0.779</c:v>
                </c:pt>
                <c:pt idx="1559">
                  <c:v>0.7795</c:v>
                </c:pt>
                <c:pt idx="1560">
                  <c:v>0.78</c:v>
                </c:pt>
                <c:pt idx="1561">
                  <c:v>0.7805</c:v>
                </c:pt>
                <c:pt idx="1562">
                  <c:v>0.781</c:v>
                </c:pt>
                <c:pt idx="1563">
                  <c:v>0.7815</c:v>
                </c:pt>
                <c:pt idx="1564">
                  <c:v>0.782</c:v>
                </c:pt>
                <c:pt idx="1565">
                  <c:v>0.7825</c:v>
                </c:pt>
                <c:pt idx="1566">
                  <c:v>0.783</c:v>
                </c:pt>
                <c:pt idx="1567">
                  <c:v>0.7835</c:v>
                </c:pt>
                <c:pt idx="1568">
                  <c:v>0.784</c:v>
                </c:pt>
                <c:pt idx="1569">
                  <c:v>0.7845</c:v>
                </c:pt>
                <c:pt idx="1570">
                  <c:v>0.785</c:v>
                </c:pt>
                <c:pt idx="1571">
                  <c:v>0.7855</c:v>
                </c:pt>
                <c:pt idx="1572">
                  <c:v>0.786</c:v>
                </c:pt>
                <c:pt idx="1573">
                  <c:v>0.7865</c:v>
                </c:pt>
                <c:pt idx="1574">
                  <c:v>0.787</c:v>
                </c:pt>
                <c:pt idx="1575">
                  <c:v>0.7875</c:v>
                </c:pt>
                <c:pt idx="1576">
                  <c:v>0.788</c:v>
                </c:pt>
                <c:pt idx="1577">
                  <c:v>0.7885</c:v>
                </c:pt>
                <c:pt idx="1578">
                  <c:v>0.789</c:v>
                </c:pt>
                <c:pt idx="1579">
                  <c:v>0.7895</c:v>
                </c:pt>
                <c:pt idx="1580">
                  <c:v>0.79</c:v>
                </c:pt>
                <c:pt idx="1581">
                  <c:v>0.7905</c:v>
                </c:pt>
                <c:pt idx="1582">
                  <c:v>0.791</c:v>
                </c:pt>
                <c:pt idx="1583">
                  <c:v>0.7915</c:v>
                </c:pt>
                <c:pt idx="1584">
                  <c:v>0.792</c:v>
                </c:pt>
                <c:pt idx="1585">
                  <c:v>0.7925</c:v>
                </c:pt>
                <c:pt idx="1586">
                  <c:v>0.793</c:v>
                </c:pt>
                <c:pt idx="1587">
                  <c:v>0.7935</c:v>
                </c:pt>
                <c:pt idx="1588">
                  <c:v>0.794</c:v>
                </c:pt>
                <c:pt idx="1589">
                  <c:v>0.7945</c:v>
                </c:pt>
                <c:pt idx="1590">
                  <c:v>0.795</c:v>
                </c:pt>
                <c:pt idx="1591">
                  <c:v>0.7955</c:v>
                </c:pt>
                <c:pt idx="1592">
                  <c:v>0.796</c:v>
                </c:pt>
                <c:pt idx="1593">
                  <c:v>0.7965</c:v>
                </c:pt>
                <c:pt idx="1594">
                  <c:v>0.797</c:v>
                </c:pt>
                <c:pt idx="1595">
                  <c:v>0.7975</c:v>
                </c:pt>
                <c:pt idx="1596">
                  <c:v>0.798</c:v>
                </c:pt>
                <c:pt idx="1597">
                  <c:v>0.7985</c:v>
                </c:pt>
                <c:pt idx="1598">
                  <c:v>0.799</c:v>
                </c:pt>
                <c:pt idx="1599">
                  <c:v>0.7995</c:v>
                </c:pt>
                <c:pt idx="1600">
                  <c:v>0.8</c:v>
                </c:pt>
                <c:pt idx="1601">
                  <c:v>0.8005</c:v>
                </c:pt>
                <c:pt idx="1602">
                  <c:v>0.801</c:v>
                </c:pt>
                <c:pt idx="1603">
                  <c:v>0.8015</c:v>
                </c:pt>
                <c:pt idx="1604">
                  <c:v>0.802</c:v>
                </c:pt>
                <c:pt idx="1605">
                  <c:v>0.8025</c:v>
                </c:pt>
                <c:pt idx="1606">
                  <c:v>0.803</c:v>
                </c:pt>
                <c:pt idx="1607">
                  <c:v>0.8035</c:v>
                </c:pt>
                <c:pt idx="1608">
                  <c:v>0.804</c:v>
                </c:pt>
                <c:pt idx="1609">
                  <c:v>0.8045</c:v>
                </c:pt>
                <c:pt idx="1610">
                  <c:v>0.805</c:v>
                </c:pt>
                <c:pt idx="1611">
                  <c:v>0.8055</c:v>
                </c:pt>
                <c:pt idx="1612">
                  <c:v>0.806</c:v>
                </c:pt>
                <c:pt idx="1613">
                  <c:v>0.8065</c:v>
                </c:pt>
                <c:pt idx="1614">
                  <c:v>0.807</c:v>
                </c:pt>
                <c:pt idx="1615">
                  <c:v>0.8075</c:v>
                </c:pt>
                <c:pt idx="1616">
                  <c:v>0.808</c:v>
                </c:pt>
                <c:pt idx="1617">
                  <c:v>0.8085</c:v>
                </c:pt>
                <c:pt idx="1618">
                  <c:v>0.809</c:v>
                </c:pt>
                <c:pt idx="1619">
                  <c:v>0.8095</c:v>
                </c:pt>
                <c:pt idx="1620">
                  <c:v>0.81</c:v>
                </c:pt>
                <c:pt idx="1621">
                  <c:v>0.8105</c:v>
                </c:pt>
                <c:pt idx="1622">
                  <c:v>0.811</c:v>
                </c:pt>
                <c:pt idx="1623">
                  <c:v>0.8115</c:v>
                </c:pt>
                <c:pt idx="1624">
                  <c:v>0.812</c:v>
                </c:pt>
                <c:pt idx="1625">
                  <c:v>0.8125</c:v>
                </c:pt>
                <c:pt idx="1626">
                  <c:v>0.813</c:v>
                </c:pt>
                <c:pt idx="1627">
                  <c:v>0.8135</c:v>
                </c:pt>
                <c:pt idx="1628">
                  <c:v>0.814</c:v>
                </c:pt>
                <c:pt idx="1629">
                  <c:v>0.8145</c:v>
                </c:pt>
                <c:pt idx="1630">
                  <c:v>0.815</c:v>
                </c:pt>
                <c:pt idx="1631">
                  <c:v>0.8155</c:v>
                </c:pt>
                <c:pt idx="1632">
                  <c:v>0.816</c:v>
                </c:pt>
                <c:pt idx="1633">
                  <c:v>0.8165</c:v>
                </c:pt>
                <c:pt idx="1634">
                  <c:v>0.817</c:v>
                </c:pt>
                <c:pt idx="1635">
                  <c:v>0.8175</c:v>
                </c:pt>
                <c:pt idx="1636">
                  <c:v>0.818</c:v>
                </c:pt>
                <c:pt idx="1637">
                  <c:v>0.8185</c:v>
                </c:pt>
                <c:pt idx="1638">
                  <c:v>0.819</c:v>
                </c:pt>
                <c:pt idx="1639">
                  <c:v>0.8195</c:v>
                </c:pt>
                <c:pt idx="1640">
                  <c:v>0.82</c:v>
                </c:pt>
                <c:pt idx="1641">
                  <c:v>0.8205</c:v>
                </c:pt>
                <c:pt idx="1642">
                  <c:v>0.821</c:v>
                </c:pt>
                <c:pt idx="1643">
                  <c:v>0.8215</c:v>
                </c:pt>
                <c:pt idx="1644">
                  <c:v>0.822</c:v>
                </c:pt>
                <c:pt idx="1645">
                  <c:v>0.8225</c:v>
                </c:pt>
                <c:pt idx="1646">
                  <c:v>0.823</c:v>
                </c:pt>
                <c:pt idx="1647">
                  <c:v>0.8235</c:v>
                </c:pt>
                <c:pt idx="1648">
                  <c:v>0.824</c:v>
                </c:pt>
                <c:pt idx="1649">
                  <c:v>0.8245</c:v>
                </c:pt>
                <c:pt idx="1650">
                  <c:v>0.825</c:v>
                </c:pt>
                <c:pt idx="1651">
                  <c:v>0.8255</c:v>
                </c:pt>
                <c:pt idx="1652">
                  <c:v>0.826</c:v>
                </c:pt>
                <c:pt idx="1653">
                  <c:v>0.8265</c:v>
                </c:pt>
                <c:pt idx="1654">
                  <c:v>0.827</c:v>
                </c:pt>
                <c:pt idx="1655">
                  <c:v>0.8275</c:v>
                </c:pt>
                <c:pt idx="1656">
                  <c:v>0.828</c:v>
                </c:pt>
                <c:pt idx="1657">
                  <c:v>0.8285</c:v>
                </c:pt>
                <c:pt idx="1658">
                  <c:v>0.829</c:v>
                </c:pt>
                <c:pt idx="1659">
                  <c:v>0.8295</c:v>
                </c:pt>
                <c:pt idx="1660">
                  <c:v>0.83</c:v>
                </c:pt>
                <c:pt idx="1661">
                  <c:v>0.8305</c:v>
                </c:pt>
                <c:pt idx="1662">
                  <c:v>0.831</c:v>
                </c:pt>
                <c:pt idx="1663">
                  <c:v>0.8315</c:v>
                </c:pt>
                <c:pt idx="1664">
                  <c:v>0.832</c:v>
                </c:pt>
                <c:pt idx="1665">
                  <c:v>0.8325</c:v>
                </c:pt>
                <c:pt idx="1666">
                  <c:v>0.833</c:v>
                </c:pt>
                <c:pt idx="1667">
                  <c:v>0.8335</c:v>
                </c:pt>
                <c:pt idx="1668">
                  <c:v>0.834</c:v>
                </c:pt>
                <c:pt idx="1669">
                  <c:v>0.8345</c:v>
                </c:pt>
                <c:pt idx="1670">
                  <c:v>0.835</c:v>
                </c:pt>
                <c:pt idx="1671">
                  <c:v>0.8355</c:v>
                </c:pt>
                <c:pt idx="1672">
                  <c:v>0.836</c:v>
                </c:pt>
                <c:pt idx="1673">
                  <c:v>0.8365</c:v>
                </c:pt>
                <c:pt idx="1674">
                  <c:v>0.837</c:v>
                </c:pt>
                <c:pt idx="1675">
                  <c:v>0.8375</c:v>
                </c:pt>
                <c:pt idx="1676">
                  <c:v>0.838</c:v>
                </c:pt>
                <c:pt idx="1677">
                  <c:v>0.8385</c:v>
                </c:pt>
                <c:pt idx="1678">
                  <c:v>0.839</c:v>
                </c:pt>
                <c:pt idx="1679">
                  <c:v>0.8395</c:v>
                </c:pt>
                <c:pt idx="1680">
                  <c:v>0.84</c:v>
                </c:pt>
                <c:pt idx="1681">
                  <c:v>0.8405</c:v>
                </c:pt>
                <c:pt idx="1682">
                  <c:v>0.841</c:v>
                </c:pt>
                <c:pt idx="1683">
                  <c:v>0.8415</c:v>
                </c:pt>
                <c:pt idx="1684">
                  <c:v>0.842</c:v>
                </c:pt>
                <c:pt idx="1685">
                  <c:v>0.8425</c:v>
                </c:pt>
                <c:pt idx="1686">
                  <c:v>0.843</c:v>
                </c:pt>
                <c:pt idx="1687">
                  <c:v>0.8435</c:v>
                </c:pt>
                <c:pt idx="1688">
                  <c:v>0.844</c:v>
                </c:pt>
                <c:pt idx="1689">
                  <c:v>0.8445</c:v>
                </c:pt>
                <c:pt idx="1690">
                  <c:v>0.845</c:v>
                </c:pt>
                <c:pt idx="1691">
                  <c:v>0.8455</c:v>
                </c:pt>
                <c:pt idx="1692">
                  <c:v>0.846</c:v>
                </c:pt>
                <c:pt idx="1693">
                  <c:v>0.8465</c:v>
                </c:pt>
                <c:pt idx="1694">
                  <c:v>0.847</c:v>
                </c:pt>
                <c:pt idx="1695">
                  <c:v>0.8475</c:v>
                </c:pt>
                <c:pt idx="1696">
                  <c:v>0.848</c:v>
                </c:pt>
                <c:pt idx="1697">
                  <c:v>0.8485</c:v>
                </c:pt>
                <c:pt idx="1698">
                  <c:v>0.849</c:v>
                </c:pt>
                <c:pt idx="1699">
                  <c:v>0.8495</c:v>
                </c:pt>
                <c:pt idx="1700">
                  <c:v>0.85</c:v>
                </c:pt>
                <c:pt idx="1701">
                  <c:v>0.8505</c:v>
                </c:pt>
                <c:pt idx="1702">
                  <c:v>0.851</c:v>
                </c:pt>
                <c:pt idx="1703">
                  <c:v>0.8515</c:v>
                </c:pt>
                <c:pt idx="1704">
                  <c:v>0.852</c:v>
                </c:pt>
                <c:pt idx="1705">
                  <c:v>0.8525</c:v>
                </c:pt>
                <c:pt idx="1706">
                  <c:v>0.853</c:v>
                </c:pt>
                <c:pt idx="1707">
                  <c:v>0.8535</c:v>
                </c:pt>
                <c:pt idx="1708">
                  <c:v>0.854</c:v>
                </c:pt>
                <c:pt idx="1709">
                  <c:v>0.8545</c:v>
                </c:pt>
                <c:pt idx="1710">
                  <c:v>0.855</c:v>
                </c:pt>
                <c:pt idx="1711">
                  <c:v>0.8555</c:v>
                </c:pt>
                <c:pt idx="1712">
                  <c:v>0.856</c:v>
                </c:pt>
                <c:pt idx="1713">
                  <c:v>0.8565</c:v>
                </c:pt>
                <c:pt idx="1714">
                  <c:v>0.857</c:v>
                </c:pt>
                <c:pt idx="1715">
                  <c:v>0.8575</c:v>
                </c:pt>
                <c:pt idx="1716">
                  <c:v>0.858</c:v>
                </c:pt>
                <c:pt idx="1717">
                  <c:v>0.8585</c:v>
                </c:pt>
                <c:pt idx="1718">
                  <c:v>0.859</c:v>
                </c:pt>
                <c:pt idx="1719">
                  <c:v>0.8595</c:v>
                </c:pt>
                <c:pt idx="1720">
                  <c:v>0.86</c:v>
                </c:pt>
                <c:pt idx="1721">
                  <c:v>0.8605</c:v>
                </c:pt>
                <c:pt idx="1722">
                  <c:v>0.861</c:v>
                </c:pt>
                <c:pt idx="1723">
                  <c:v>0.8615</c:v>
                </c:pt>
                <c:pt idx="1724">
                  <c:v>0.862</c:v>
                </c:pt>
                <c:pt idx="1725">
                  <c:v>0.8625</c:v>
                </c:pt>
                <c:pt idx="1726">
                  <c:v>0.863</c:v>
                </c:pt>
                <c:pt idx="1727">
                  <c:v>0.8635</c:v>
                </c:pt>
                <c:pt idx="1728">
                  <c:v>0.864</c:v>
                </c:pt>
                <c:pt idx="1729">
                  <c:v>0.8645</c:v>
                </c:pt>
                <c:pt idx="1730">
                  <c:v>0.865</c:v>
                </c:pt>
                <c:pt idx="1731">
                  <c:v>0.8655</c:v>
                </c:pt>
                <c:pt idx="1732">
                  <c:v>0.866</c:v>
                </c:pt>
                <c:pt idx="1733">
                  <c:v>0.8665</c:v>
                </c:pt>
                <c:pt idx="1734">
                  <c:v>0.867</c:v>
                </c:pt>
                <c:pt idx="1735">
                  <c:v>0.8675</c:v>
                </c:pt>
                <c:pt idx="1736">
                  <c:v>0.868</c:v>
                </c:pt>
                <c:pt idx="1737">
                  <c:v>0.8685</c:v>
                </c:pt>
                <c:pt idx="1738">
                  <c:v>0.869</c:v>
                </c:pt>
                <c:pt idx="1739">
                  <c:v>0.8695</c:v>
                </c:pt>
                <c:pt idx="1740">
                  <c:v>0.87</c:v>
                </c:pt>
                <c:pt idx="1741">
                  <c:v>0.8705</c:v>
                </c:pt>
                <c:pt idx="1742">
                  <c:v>0.871</c:v>
                </c:pt>
                <c:pt idx="1743">
                  <c:v>0.8715</c:v>
                </c:pt>
                <c:pt idx="1744">
                  <c:v>0.872</c:v>
                </c:pt>
                <c:pt idx="1745">
                  <c:v>0.8725</c:v>
                </c:pt>
                <c:pt idx="1746">
                  <c:v>0.873</c:v>
                </c:pt>
                <c:pt idx="1747">
                  <c:v>0.8735</c:v>
                </c:pt>
                <c:pt idx="1748">
                  <c:v>0.874</c:v>
                </c:pt>
                <c:pt idx="1749">
                  <c:v>0.8745</c:v>
                </c:pt>
                <c:pt idx="1750">
                  <c:v>0.875</c:v>
                </c:pt>
                <c:pt idx="1751">
                  <c:v>0.8755</c:v>
                </c:pt>
                <c:pt idx="1752">
                  <c:v>0.876</c:v>
                </c:pt>
                <c:pt idx="1753">
                  <c:v>0.8765</c:v>
                </c:pt>
                <c:pt idx="1754">
                  <c:v>0.877</c:v>
                </c:pt>
                <c:pt idx="1755">
                  <c:v>0.8775</c:v>
                </c:pt>
                <c:pt idx="1756">
                  <c:v>0.878</c:v>
                </c:pt>
                <c:pt idx="1757">
                  <c:v>0.8785</c:v>
                </c:pt>
                <c:pt idx="1758">
                  <c:v>0.879</c:v>
                </c:pt>
                <c:pt idx="1759">
                  <c:v>0.8795</c:v>
                </c:pt>
                <c:pt idx="1760">
                  <c:v>0.88</c:v>
                </c:pt>
                <c:pt idx="1761">
                  <c:v>0.8805</c:v>
                </c:pt>
                <c:pt idx="1762">
                  <c:v>0.881</c:v>
                </c:pt>
                <c:pt idx="1763">
                  <c:v>0.8815</c:v>
                </c:pt>
                <c:pt idx="1764">
                  <c:v>0.882</c:v>
                </c:pt>
                <c:pt idx="1765">
                  <c:v>0.8825</c:v>
                </c:pt>
                <c:pt idx="1766">
                  <c:v>0.883</c:v>
                </c:pt>
                <c:pt idx="1767">
                  <c:v>0.8835</c:v>
                </c:pt>
                <c:pt idx="1768">
                  <c:v>0.884</c:v>
                </c:pt>
                <c:pt idx="1769">
                  <c:v>0.8845</c:v>
                </c:pt>
                <c:pt idx="1770">
                  <c:v>0.885</c:v>
                </c:pt>
                <c:pt idx="1771">
                  <c:v>0.8855</c:v>
                </c:pt>
                <c:pt idx="1772">
                  <c:v>0.886</c:v>
                </c:pt>
                <c:pt idx="1773">
                  <c:v>0.8865</c:v>
                </c:pt>
                <c:pt idx="1774">
                  <c:v>0.887</c:v>
                </c:pt>
                <c:pt idx="1775">
                  <c:v>0.8875</c:v>
                </c:pt>
                <c:pt idx="1776">
                  <c:v>0.888</c:v>
                </c:pt>
                <c:pt idx="1777">
                  <c:v>0.8885</c:v>
                </c:pt>
                <c:pt idx="1778">
                  <c:v>0.889</c:v>
                </c:pt>
                <c:pt idx="1779">
                  <c:v>0.8895</c:v>
                </c:pt>
                <c:pt idx="1780">
                  <c:v>0.89</c:v>
                </c:pt>
                <c:pt idx="1781">
                  <c:v>0.8905</c:v>
                </c:pt>
                <c:pt idx="1782">
                  <c:v>0.891</c:v>
                </c:pt>
                <c:pt idx="1783">
                  <c:v>0.8915</c:v>
                </c:pt>
                <c:pt idx="1784">
                  <c:v>0.892</c:v>
                </c:pt>
                <c:pt idx="1785">
                  <c:v>0.8925</c:v>
                </c:pt>
                <c:pt idx="1786">
                  <c:v>0.893</c:v>
                </c:pt>
                <c:pt idx="1787">
                  <c:v>0.8935</c:v>
                </c:pt>
                <c:pt idx="1788">
                  <c:v>0.894</c:v>
                </c:pt>
                <c:pt idx="1789">
                  <c:v>0.8945</c:v>
                </c:pt>
                <c:pt idx="1790">
                  <c:v>0.895</c:v>
                </c:pt>
                <c:pt idx="1791">
                  <c:v>0.8955</c:v>
                </c:pt>
                <c:pt idx="1792">
                  <c:v>0.896</c:v>
                </c:pt>
                <c:pt idx="1793">
                  <c:v>0.8965</c:v>
                </c:pt>
                <c:pt idx="1794">
                  <c:v>0.897</c:v>
                </c:pt>
                <c:pt idx="1795">
                  <c:v>0.8975</c:v>
                </c:pt>
                <c:pt idx="1796">
                  <c:v>0.898</c:v>
                </c:pt>
                <c:pt idx="1797">
                  <c:v>0.8985</c:v>
                </c:pt>
                <c:pt idx="1798">
                  <c:v>0.899</c:v>
                </c:pt>
                <c:pt idx="1799">
                  <c:v>0.8995</c:v>
                </c:pt>
                <c:pt idx="1800">
                  <c:v>0.9</c:v>
                </c:pt>
                <c:pt idx="1801">
                  <c:v>0.9005</c:v>
                </c:pt>
                <c:pt idx="1802">
                  <c:v>0.901</c:v>
                </c:pt>
                <c:pt idx="1803">
                  <c:v>0.9015</c:v>
                </c:pt>
                <c:pt idx="1804">
                  <c:v>0.902</c:v>
                </c:pt>
                <c:pt idx="1805">
                  <c:v>0.9025</c:v>
                </c:pt>
                <c:pt idx="1806">
                  <c:v>0.903</c:v>
                </c:pt>
                <c:pt idx="1807">
                  <c:v>0.9035</c:v>
                </c:pt>
                <c:pt idx="1808">
                  <c:v>0.904</c:v>
                </c:pt>
                <c:pt idx="1809">
                  <c:v>0.9045</c:v>
                </c:pt>
                <c:pt idx="1810">
                  <c:v>0.905</c:v>
                </c:pt>
                <c:pt idx="1811">
                  <c:v>0.9055</c:v>
                </c:pt>
                <c:pt idx="1812">
                  <c:v>0.906</c:v>
                </c:pt>
                <c:pt idx="1813">
                  <c:v>0.9065</c:v>
                </c:pt>
                <c:pt idx="1814">
                  <c:v>0.907</c:v>
                </c:pt>
                <c:pt idx="1815">
                  <c:v>0.9075</c:v>
                </c:pt>
                <c:pt idx="1816">
                  <c:v>0.908</c:v>
                </c:pt>
                <c:pt idx="1817">
                  <c:v>0.9085</c:v>
                </c:pt>
                <c:pt idx="1818">
                  <c:v>0.909</c:v>
                </c:pt>
                <c:pt idx="1819">
                  <c:v>0.9095</c:v>
                </c:pt>
                <c:pt idx="1820">
                  <c:v>0.91</c:v>
                </c:pt>
                <c:pt idx="1821">
                  <c:v>0.9105</c:v>
                </c:pt>
                <c:pt idx="1822">
                  <c:v>0.911</c:v>
                </c:pt>
                <c:pt idx="1823">
                  <c:v>0.9115</c:v>
                </c:pt>
                <c:pt idx="1824">
                  <c:v>0.912</c:v>
                </c:pt>
                <c:pt idx="1825">
                  <c:v>0.9125</c:v>
                </c:pt>
                <c:pt idx="1826">
                  <c:v>0.913</c:v>
                </c:pt>
                <c:pt idx="1827">
                  <c:v>0.9135</c:v>
                </c:pt>
                <c:pt idx="1828">
                  <c:v>0.914</c:v>
                </c:pt>
                <c:pt idx="1829">
                  <c:v>0.9145</c:v>
                </c:pt>
                <c:pt idx="1830">
                  <c:v>0.915</c:v>
                </c:pt>
                <c:pt idx="1831">
                  <c:v>0.9155</c:v>
                </c:pt>
                <c:pt idx="1832">
                  <c:v>0.916</c:v>
                </c:pt>
                <c:pt idx="1833">
                  <c:v>0.9165</c:v>
                </c:pt>
                <c:pt idx="1834">
                  <c:v>0.917</c:v>
                </c:pt>
                <c:pt idx="1835">
                  <c:v>0.9175</c:v>
                </c:pt>
                <c:pt idx="1836">
                  <c:v>0.918</c:v>
                </c:pt>
                <c:pt idx="1837">
                  <c:v>0.9185</c:v>
                </c:pt>
                <c:pt idx="1838">
                  <c:v>0.919</c:v>
                </c:pt>
                <c:pt idx="1839">
                  <c:v>0.9195</c:v>
                </c:pt>
                <c:pt idx="1840">
                  <c:v>0.92</c:v>
                </c:pt>
                <c:pt idx="1841">
                  <c:v>0.9205</c:v>
                </c:pt>
                <c:pt idx="1842">
                  <c:v>0.921</c:v>
                </c:pt>
                <c:pt idx="1843">
                  <c:v>0.9215</c:v>
                </c:pt>
                <c:pt idx="1844">
                  <c:v>0.922</c:v>
                </c:pt>
                <c:pt idx="1845">
                  <c:v>0.9225</c:v>
                </c:pt>
                <c:pt idx="1846">
                  <c:v>0.923</c:v>
                </c:pt>
                <c:pt idx="1847">
                  <c:v>0.9235</c:v>
                </c:pt>
                <c:pt idx="1848">
                  <c:v>0.924</c:v>
                </c:pt>
                <c:pt idx="1849">
                  <c:v>0.9245</c:v>
                </c:pt>
                <c:pt idx="1850">
                  <c:v>0.925</c:v>
                </c:pt>
                <c:pt idx="1851">
                  <c:v>0.9255</c:v>
                </c:pt>
                <c:pt idx="1852">
                  <c:v>0.926</c:v>
                </c:pt>
                <c:pt idx="1853">
                  <c:v>0.9265</c:v>
                </c:pt>
                <c:pt idx="1854">
                  <c:v>0.927</c:v>
                </c:pt>
                <c:pt idx="1855">
                  <c:v>0.9275</c:v>
                </c:pt>
                <c:pt idx="1856">
                  <c:v>0.928</c:v>
                </c:pt>
                <c:pt idx="1857">
                  <c:v>0.9285</c:v>
                </c:pt>
                <c:pt idx="1858">
                  <c:v>0.929</c:v>
                </c:pt>
                <c:pt idx="1859">
                  <c:v>0.9295</c:v>
                </c:pt>
                <c:pt idx="1860">
                  <c:v>0.93</c:v>
                </c:pt>
                <c:pt idx="1861">
                  <c:v>0.9305</c:v>
                </c:pt>
                <c:pt idx="1862">
                  <c:v>0.931</c:v>
                </c:pt>
                <c:pt idx="1863">
                  <c:v>0.9315</c:v>
                </c:pt>
                <c:pt idx="1864">
                  <c:v>0.932</c:v>
                </c:pt>
                <c:pt idx="1865">
                  <c:v>0.9325</c:v>
                </c:pt>
                <c:pt idx="1866">
                  <c:v>0.933</c:v>
                </c:pt>
                <c:pt idx="1867">
                  <c:v>0.9335</c:v>
                </c:pt>
                <c:pt idx="1868">
                  <c:v>0.934</c:v>
                </c:pt>
                <c:pt idx="1869">
                  <c:v>0.9345</c:v>
                </c:pt>
                <c:pt idx="1870">
                  <c:v>0.935</c:v>
                </c:pt>
                <c:pt idx="1871">
                  <c:v>0.9355</c:v>
                </c:pt>
                <c:pt idx="1872">
                  <c:v>0.936</c:v>
                </c:pt>
                <c:pt idx="1873">
                  <c:v>0.9365</c:v>
                </c:pt>
                <c:pt idx="1874">
                  <c:v>0.937</c:v>
                </c:pt>
                <c:pt idx="1875">
                  <c:v>0.9375</c:v>
                </c:pt>
                <c:pt idx="1876">
                  <c:v>0.938</c:v>
                </c:pt>
                <c:pt idx="1877">
                  <c:v>0.9385</c:v>
                </c:pt>
                <c:pt idx="1878">
                  <c:v>0.939</c:v>
                </c:pt>
                <c:pt idx="1879">
                  <c:v>0.9395</c:v>
                </c:pt>
                <c:pt idx="1880">
                  <c:v>0.94</c:v>
                </c:pt>
                <c:pt idx="1881">
                  <c:v>0.9405</c:v>
                </c:pt>
                <c:pt idx="1882">
                  <c:v>0.941</c:v>
                </c:pt>
                <c:pt idx="1883">
                  <c:v>0.9415</c:v>
                </c:pt>
                <c:pt idx="1884">
                  <c:v>0.942</c:v>
                </c:pt>
                <c:pt idx="1885">
                  <c:v>0.9425</c:v>
                </c:pt>
                <c:pt idx="1886">
                  <c:v>0.943</c:v>
                </c:pt>
                <c:pt idx="1887">
                  <c:v>0.9435</c:v>
                </c:pt>
                <c:pt idx="1888">
                  <c:v>0.944</c:v>
                </c:pt>
                <c:pt idx="1889">
                  <c:v>0.9445</c:v>
                </c:pt>
                <c:pt idx="1890">
                  <c:v>0.945</c:v>
                </c:pt>
                <c:pt idx="1891">
                  <c:v>0.9455</c:v>
                </c:pt>
                <c:pt idx="1892">
                  <c:v>0.946</c:v>
                </c:pt>
                <c:pt idx="1893">
                  <c:v>0.9465</c:v>
                </c:pt>
                <c:pt idx="1894">
                  <c:v>0.947</c:v>
                </c:pt>
                <c:pt idx="1895">
                  <c:v>0.9475</c:v>
                </c:pt>
                <c:pt idx="1896">
                  <c:v>0.948</c:v>
                </c:pt>
                <c:pt idx="1897">
                  <c:v>0.9485</c:v>
                </c:pt>
                <c:pt idx="1898">
                  <c:v>0.949</c:v>
                </c:pt>
                <c:pt idx="1899">
                  <c:v>0.9495</c:v>
                </c:pt>
                <c:pt idx="1900">
                  <c:v>0.95</c:v>
                </c:pt>
                <c:pt idx="1901">
                  <c:v>0.9505</c:v>
                </c:pt>
                <c:pt idx="1902">
                  <c:v>0.951</c:v>
                </c:pt>
                <c:pt idx="1903">
                  <c:v>0.9515</c:v>
                </c:pt>
                <c:pt idx="1904">
                  <c:v>0.952</c:v>
                </c:pt>
                <c:pt idx="1905">
                  <c:v>0.9525</c:v>
                </c:pt>
                <c:pt idx="1906">
                  <c:v>0.953</c:v>
                </c:pt>
                <c:pt idx="1907">
                  <c:v>0.9535</c:v>
                </c:pt>
                <c:pt idx="1908">
                  <c:v>0.954</c:v>
                </c:pt>
                <c:pt idx="1909">
                  <c:v>0.9545</c:v>
                </c:pt>
                <c:pt idx="1910">
                  <c:v>0.955</c:v>
                </c:pt>
                <c:pt idx="1911">
                  <c:v>0.9555</c:v>
                </c:pt>
                <c:pt idx="1912">
                  <c:v>0.956</c:v>
                </c:pt>
                <c:pt idx="1913">
                  <c:v>0.9565</c:v>
                </c:pt>
                <c:pt idx="1914">
                  <c:v>0.957</c:v>
                </c:pt>
                <c:pt idx="1915">
                  <c:v>0.9575</c:v>
                </c:pt>
                <c:pt idx="1916">
                  <c:v>0.958</c:v>
                </c:pt>
                <c:pt idx="1917">
                  <c:v>0.9585</c:v>
                </c:pt>
                <c:pt idx="1918">
                  <c:v>0.959</c:v>
                </c:pt>
                <c:pt idx="1919">
                  <c:v>0.9595</c:v>
                </c:pt>
                <c:pt idx="1920">
                  <c:v>0.96</c:v>
                </c:pt>
                <c:pt idx="1921">
                  <c:v>0.9605</c:v>
                </c:pt>
                <c:pt idx="1922">
                  <c:v>0.961</c:v>
                </c:pt>
                <c:pt idx="1923">
                  <c:v>0.9615</c:v>
                </c:pt>
                <c:pt idx="1924">
                  <c:v>0.962</c:v>
                </c:pt>
                <c:pt idx="1925">
                  <c:v>0.9625</c:v>
                </c:pt>
                <c:pt idx="1926">
                  <c:v>0.963</c:v>
                </c:pt>
                <c:pt idx="1927">
                  <c:v>0.9635</c:v>
                </c:pt>
                <c:pt idx="1928">
                  <c:v>0.964</c:v>
                </c:pt>
                <c:pt idx="1929">
                  <c:v>0.9645</c:v>
                </c:pt>
                <c:pt idx="1930">
                  <c:v>0.965</c:v>
                </c:pt>
                <c:pt idx="1931">
                  <c:v>0.9655</c:v>
                </c:pt>
                <c:pt idx="1932">
                  <c:v>0.966</c:v>
                </c:pt>
                <c:pt idx="1933">
                  <c:v>0.9665</c:v>
                </c:pt>
                <c:pt idx="1934">
                  <c:v>0.967</c:v>
                </c:pt>
                <c:pt idx="1935">
                  <c:v>0.9675</c:v>
                </c:pt>
                <c:pt idx="1936">
                  <c:v>0.968</c:v>
                </c:pt>
                <c:pt idx="1937">
                  <c:v>0.9685</c:v>
                </c:pt>
                <c:pt idx="1938">
                  <c:v>0.969</c:v>
                </c:pt>
                <c:pt idx="1939">
                  <c:v>0.9695</c:v>
                </c:pt>
                <c:pt idx="1940">
                  <c:v>0.97</c:v>
                </c:pt>
                <c:pt idx="1941">
                  <c:v>0.9705</c:v>
                </c:pt>
                <c:pt idx="1942">
                  <c:v>0.971</c:v>
                </c:pt>
                <c:pt idx="1943">
                  <c:v>0.9715</c:v>
                </c:pt>
                <c:pt idx="1944">
                  <c:v>0.972</c:v>
                </c:pt>
                <c:pt idx="1945">
                  <c:v>0.9725</c:v>
                </c:pt>
                <c:pt idx="1946">
                  <c:v>0.973</c:v>
                </c:pt>
                <c:pt idx="1947">
                  <c:v>0.9735</c:v>
                </c:pt>
                <c:pt idx="1948">
                  <c:v>0.974</c:v>
                </c:pt>
                <c:pt idx="1949">
                  <c:v>0.9745</c:v>
                </c:pt>
                <c:pt idx="1950">
                  <c:v>0.975</c:v>
                </c:pt>
                <c:pt idx="1951">
                  <c:v>0.9755</c:v>
                </c:pt>
                <c:pt idx="1952">
                  <c:v>0.976</c:v>
                </c:pt>
                <c:pt idx="1953">
                  <c:v>0.9765</c:v>
                </c:pt>
                <c:pt idx="1954">
                  <c:v>0.977</c:v>
                </c:pt>
                <c:pt idx="1955">
                  <c:v>0.9775</c:v>
                </c:pt>
                <c:pt idx="1956">
                  <c:v>0.978</c:v>
                </c:pt>
                <c:pt idx="1957">
                  <c:v>0.9785</c:v>
                </c:pt>
                <c:pt idx="1958">
                  <c:v>0.979</c:v>
                </c:pt>
                <c:pt idx="1959">
                  <c:v>0.9795</c:v>
                </c:pt>
                <c:pt idx="1960">
                  <c:v>0.98</c:v>
                </c:pt>
                <c:pt idx="1961">
                  <c:v>0.9805</c:v>
                </c:pt>
                <c:pt idx="1962">
                  <c:v>0.981</c:v>
                </c:pt>
                <c:pt idx="1963">
                  <c:v>0.9815</c:v>
                </c:pt>
                <c:pt idx="1964">
                  <c:v>0.982</c:v>
                </c:pt>
                <c:pt idx="1965">
                  <c:v>0.9825</c:v>
                </c:pt>
                <c:pt idx="1966">
                  <c:v>0.983</c:v>
                </c:pt>
                <c:pt idx="1967">
                  <c:v>0.9835</c:v>
                </c:pt>
                <c:pt idx="1968">
                  <c:v>0.984</c:v>
                </c:pt>
                <c:pt idx="1969">
                  <c:v>0.9845</c:v>
                </c:pt>
                <c:pt idx="1970">
                  <c:v>0.985</c:v>
                </c:pt>
                <c:pt idx="1971">
                  <c:v>0.9855</c:v>
                </c:pt>
                <c:pt idx="1972">
                  <c:v>0.986</c:v>
                </c:pt>
                <c:pt idx="1973">
                  <c:v>0.9865</c:v>
                </c:pt>
                <c:pt idx="1974">
                  <c:v>0.987</c:v>
                </c:pt>
                <c:pt idx="1975">
                  <c:v>0.9875</c:v>
                </c:pt>
                <c:pt idx="1976">
                  <c:v>0.988</c:v>
                </c:pt>
                <c:pt idx="1977">
                  <c:v>0.9885</c:v>
                </c:pt>
                <c:pt idx="1978">
                  <c:v>0.989</c:v>
                </c:pt>
                <c:pt idx="1979">
                  <c:v>0.9895</c:v>
                </c:pt>
                <c:pt idx="1980">
                  <c:v>0.99</c:v>
                </c:pt>
                <c:pt idx="1981">
                  <c:v>0.9905</c:v>
                </c:pt>
                <c:pt idx="1982">
                  <c:v>0.991</c:v>
                </c:pt>
                <c:pt idx="1983">
                  <c:v>0.9915</c:v>
                </c:pt>
                <c:pt idx="1984">
                  <c:v>0.992</c:v>
                </c:pt>
                <c:pt idx="1985">
                  <c:v>0.9925</c:v>
                </c:pt>
                <c:pt idx="1986">
                  <c:v>0.993</c:v>
                </c:pt>
                <c:pt idx="1987">
                  <c:v>0.9935</c:v>
                </c:pt>
                <c:pt idx="1988">
                  <c:v>0.994</c:v>
                </c:pt>
                <c:pt idx="1989">
                  <c:v>0.9945</c:v>
                </c:pt>
                <c:pt idx="1990">
                  <c:v>0.995</c:v>
                </c:pt>
                <c:pt idx="1991">
                  <c:v>0.9955</c:v>
                </c:pt>
                <c:pt idx="1992">
                  <c:v>0.996</c:v>
                </c:pt>
                <c:pt idx="1993">
                  <c:v>0.9965</c:v>
                </c:pt>
                <c:pt idx="1994">
                  <c:v>0.997</c:v>
                </c:pt>
                <c:pt idx="1995">
                  <c:v>0.9975</c:v>
                </c:pt>
                <c:pt idx="1996">
                  <c:v>0.998</c:v>
                </c:pt>
                <c:pt idx="1997">
                  <c:v>0.9985</c:v>
                </c:pt>
                <c:pt idx="1998">
                  <c:v>0.999</c:v>
                </c:pt>
                <c:pt idx="1999">
                  <c:v>0.9995</c:v>
                </c:pt>
                <c:pt idx="2000">
                  <c:v>1</c:v>
                </c:pt>
              </c:numCache>
            </c:numRef>
          </c:xVal>
          <c:yVal>
            <c:numRef>
              <c:f>Sheet1!$B$2:$B$2002</c:f>
              <c:numCache>
                <c:formatCode>General</c:formatCode>
                <c:ptCount val="2001"/>
                <c:pt idx="0">
                  <c:v>80</c:v>
                </c:pt>
                <c:pt idx="1">
                  <c:v>79.833</c:v>
                </c:pt>
                <c:pt idx="2">
                  <c:v>79.333</c:v>
                </c:pt>
                <c:pt idx="3">
                  <c:v>78.504</c:v>
                </c:pt>
                <c:pt idx="4">
                  <c:v>77.349</c:v>
                </c:pt>
                <c:pt idx="5">
                  <c:v>75.876</c:v>
                </c:pt>
                <c:pt idx="6">
                  <c:v>74.092</c:v>
                </c:pt>
                <c:pt idx="7">
                  <c:v>72.004</c:v>
                </c:pt>
                <c:pt idx="8">
                  <c:v>69.623</c:v>
                </c:pt>
                <c:pt idx="9">
                  <c:v>66.959</c:v>
                </c:pt>
                <c:pt idx="10">
                  <c:v>64.026</c:v>
                </c:pt>
                <c:pt idx="11">
                  <c:v>60.835</c:v>
                </c:pt>
                <c:pt idx="12">
                  <c:v>57.402</c:v>
                </c:pt>
                <c:pt idx="13">
                  <c:v>53.741</c:v>
                </c:pt>
                <c:pt idx="14">
                  <c:v>49.869</c:v>
                </c:pt>
                <c:pt idx="15">
                  <c:v>45.802</c:v>
                </c:pt>
                <c:pt idx="16">
                  <c:v>41.559</c:v>
                </c:pt>
                <c:pt idx="17">
                  <c:v>37.156</c:v>
                </c:pt>
                <c:pt idx="18">
                  <c:v>32.615</c:v>
                </c:pt>
                <c:pt idx="19">
                  <c:v>27.953</c:v>
                </c:pt>
                <c:pt idx="20">
                  <c:v>23.19</c:v>
                </c:pt>
                <c:pt idx="21">
                  <c:v>18.348</c:v>
                </c:pt>
                <c:pt idx="22">
                  <c:v>13.447</c:v>
                </c:pt>
                <c:pt idx="23">
                  <c:v>8.506</c:v>
                </c:pt>
                <c:pt idx="24">
                  <c:v>3.547</c:v>
                </c:pt>
                <c:pt idx="25">
                  <c:v>-1.408</c:v>
                </c:pt>
                <c:pt idx="26">
                  <c:v>-6.341</c:v>
                </c:pt>
                <c:pt idx="27">
                  <c:v>-11.229</c:v>
                </c:pt>
                <c:pt idx="28">
                  <c:v>-16.054</c:v>
                </c:pt>
                <c:pt idx="29">
                  <c:v>-20.794</c:v>
                </c:pt>
                <c:pt idx="30">
                  <c:v>-25.431</c:v>
                </c:pt>
                <c:pt idx="31">
                  <c:v>-29.945</c:v>
                </c:pt>
                <c:pt idx="32">
                  <c:v>-34.318</c:v>
                </c:pt>
                <c:pt idx="33">
                  <c:v>-38.533</c:v>
                </c:pt>
                <c:pt idx="34">
                  <c:v>-42.571</c:v>
                </c:pt>
                <c:pt idx="35">
                  <c:v>-46.418</c:v>
                </c:pt>
                <c:pt idx="36">
                  <c:v>-50.057</c:v>
                </c:pt>
                <c:pt idx="37">
                  <c:v>-53.474</c:v>
                </c:pt>
                <c:pt idx="38">
                  <c:v>-56.656</c:v>
                </c:pt>
                <c:pt idx="39">
                  <c:v>-59.591</c:v>
                </c:pt>
                <c:pt idx="40">
                  <c:v>-62.265</c:v>
                </c:pt>
                <c:pt idx="41">
                  <c:v>-64.671</c:v>
                </c:pt>
                <c:pt idx="42">
                  <c:v>-66.798</c:v>
                </c:pt>
                <c:pt idx="43">
                  <c:v>-68.639</c:v>
                </c:pt>
                <c:pt idx="44">
                  <c:v>-70.186</c:v>
                </c:pt>
                <c:pt idx="45">
                  <c:v>-71.435</c:v>
                </c:pt>
                <c:pt idx="46">
                  <c:v>-72.381</c:v>
                </c:pt>
                <c:pt idx="47">
                  <c:v>-73.022</c:v>
                </c:pt>
                <c:pt idx="48">
                  <c:v>-73.355</c:v>
                </c:pt>
                <c:pt idx="49">
                  <c:v>-73.381</c:v>
                </c:pt>
                <c:pt idx="50">
                  <c:v>-73.101</c:v>
                </c:pt>
                <c:pt idx="51">
                  <c:v>-72.516</c:v>
                </c:pt>
                <c:pt idx="52">
                  <c:v>-71.631</c:v>
                </c:pt>
                <c:pt idx="53">
                  <c:v>-70.449</c:v>
                </c:pt>
                <c:pt idx="54">
                  <c:v>-68.978</c:v>
                </c:pt>
                <c:pt idx="55">
                  <c:v>-67.224</c:v>
                </c:pt>
                <c:pt idx="56">
                  <c:v>-65.195</c:v>
                </c:pt>
                <c:pt idx="57">
                  <c:v>-62.901</c:v>
                </c:pt>
                <c:pt idx="58">
                  <c:v>-60.353</c:v>
                </c:pt>
                <c:pt idx="59">
                  <c:v>-57.562</c:v>
                </c:pt>
                <c:pt idx="60">
                  <c:v>-54.54</c:v>
                </c:pt>
                <c:pt idx="61">
                  <c:v>-51.301</c:v>
                </c:pt>
                <c:pt idx="62">
                  <c:v>-47.86</c:v>
                </c:pt>
                <c:pt idx="63">
                  <c:v>-44.23</c:v>
                </c:pt>
                <c:pt idx="64">
                  <c:v>-40.429</c:v>
                </c:pt>
                <c:pt idx="65">
                  <c:v>-36.473</c:v>
                </c:pt>
                <c:pt idx="66">
                  <c:v>-32.378</c:v>
                </c:pt>
                <c:pt idx="67">
                  <c:v>-28.162</c:v>
                </c:pt>
                <c:pt idx="68">
                  <c:v>-23.844</c:v>
                </c:pt>
                <c:pt idx="69">
                  <c:v>-19.442</c:v>
                </c:pt>
                <c:pt idx="70">
                  <c:v>-14.974</c:v>
                </c:pt>
                <c:pt idx="71">
                  <c:v>-10.459</c:v>
                </c:pt>
                <c:pt idx="72">
                  <c:v>-5.916</c:v>
                </c:pt>
                <c:pt idx="73">
                  <c:v>-1.365</c:v>
                </c:pt>
                <c:pt idx="74">
                  <c:v>3.176</c:v>
                </c:pt>
                <c:pt idx="75">
                  <c:v>7.688</c:v>
                </c:pt>
                <c:pt idx="76">
                  <c:v>12.151</c:v>
                </c:pt>
                <c:pt idx="77">
                  <c:v>16.548</c:v>
                </c:pt>
                <c:pt idx="78">
                  <c:v>20.861</c:v>
                </c:pt>
                <c:pt idx="79">
                  <c:v>25.071</c:v>
                </c:pt>
                <c:pt idx="80">
                  <c:v>29.161</c:v>
                </c:pt>
                <c:pt idx="81">
                  <c:v>33.115</c:v>
                </c:pt>
                <c:pt idx="82">
                  <c:v>36.917</c:v>
                </c:pt>
                <c:pt idx="83">
                  <c:v>40.552</c:v>
                </c:pt>
                <c:pt idx="84">
                  <c:v>44.004</c:v>
                </c:pt>
                <c:pt idx="85">
                  <c:v>47.26</c:v>
                </c:pt>
                <c:pt idx="86">
                  <c:v>50.308</c:v>
                </c:pt>
                <c:pt idx="87">
                  <c:v>53.134</c:v>
                </c:pt>
                <c:pt idx="88">
                  <c:v>55.729</c:v>
                </c:pt>
                <c:pt idx="89">
                  <c:v>58.082</c:v>
                </c:pt>
                <c:pt idx="90">
                  <c:v>60.184</c:v>
                </c:pt>
                <c:pt idx="91">
                  <c:v>62.028</c:v>
                </c:pt>
                <c:pt idx="92">
                  <c:v>63.606</c:v>
                </c:pt>
                <c:pt idx="93">
                  <c:v>64.912</c:v>
                </c:pt>
                <c:pt idx="94">
                  <c:v>65.943</c:v>
                </c:pt>
                <c:pt idx="95">
                  <c:v>66.695</c:v>
                </c:pt>
                <c:pt idx="96">
                  <c:v>67.166</c:v>
                </c:pt>
                <c:pt idx="97">
                  <c:v>67.355</c:v>
                </c:pt>
                <c:pt idx="98">
                  <c:v>67.262</c:v>
                </c:pt>
                <c:pt idx="99">
                  <c:v>66.888</c:v>
                </c:pt>
                <c:pt idx="100">
                  <c:v>66.237</c:v>
                </c:pt>
                <c:pt idx="101">
                  <c:v>65.311</c:v>
                </c:pt>
                <c:pt idx="102">
                  <c:v>64.115</c:v>
                </c:pt>
                <c:pt idx="103">
                  <c:v>62.657</c:v>
                </c:pt>
                <c:pt idx="104">
                  <c:v>60.941</c:v>
                </c:pt>
                <c:pt idx="105">
                  <c:v>58.978</c:v>
                </c:pt>
                <c:pt idx="106">
                  <c:v>56.775</c:v>
                </c:pt>
                <c:pt idx="107">
                  <c:v>54.342</c:v>
                </c:pt>
                <c:pt idx="108">
                  <c:v>51.692</c:v>
                </c:pt>
                <c:pt idx="109">
                  <c:v>48.835</c:v>
                </c:pt>
                <c:pt idx="110">
                  <c:v>45.784</c:v>
                </c:pt>
                <c:pt idx="111">
                  <c:v>42.553</c:v>
                </c:pt>
                <c:pt idx="112">
                  <c:v>39.155</c:v>
                </c:pt>
                <c:pt idx="113">
                  <c:v>35.606</c:v>
                </c:pt>
                <c:pt idx="114">
                  <c:v>31.921</c:v>
                </c:pt>
                <c:pt idx="115">
                  <c:v>28.116</c:v>
                </c:pt>
                <c:pt idx="116">
                  <c:v>24.206</c:v>
                </c:pt>
                <c:pt idx="117">
                  <c:v>20.21</c:v>
                </c:pt>
                <c:pt idx="118">
                  <c:v>16.143</c:v>
                </c:pt>
                <c:pt idx="119">
                  <c:v>12.023</c:v>
                </c:pt>
                <c:pt idx="120">
                  <c:v>7.867</c:v>
                </c:pt>
                <c:pt idx="121">
                  <c:v>3.694</c:v>
                </c:pt>
                <c:pt idx="122">
                  <c:v>-0.481</c:v>
                </c:pt>
                <c:pt idx="123">
                  <c:v>-4.638</c:v>
                </c:pt>
                <c:pt idx="124">
                  <c:v>-8.762</c:v>
                </c:pt>
                <c:pt idx="125">
                  <c:v>-12.834</c:v>
                </c:pt>
                <c:pt idx="126">
                  <c:v>-16.839</c:v>
                </c:pt>
                <c:pt idx="127">
                  <c:v>-20.759</c:v>
                </c:pt>
                <c:pt idx="128">
                  <c:v>-24.578</c:v>
                </c:pt>
                <c:pt idx="129">
                  <c:v>-28.281</c:v>
                </c:pt>
                <c:pt idx="130">
                  <c:v>-31.854</c:v>
                </c:pt>
                <c:pt idx="131">
                  <c:v>-35.28</c:v>
                </c:pt>
                <c:pt idx="132">
                  <c:v>-38.547</c:v>
                </c:pt>
                <c:pt idx="133">
                  <c:v>-41.642</c:v>
                </c:pt>
                <c:pt idx="134">
                  <c:v>-44.552</c:v>
                </c:pt>
                <c:pt idx="135">
                  <c:v>-47.265</c:v>
                </c:pt>
                <c:pt idx="136">
                  <c:v>-49.772</c:v>
                </c:pt>
                <c:pt idx="137">
                  <c:v>-52.061</c:v>
                </c:pt>
                <c:pt idx="138">
                  <c:v>-54.126</c:v>
                </c:pt>
                <c:pt idx="139">
                  <c:v>-55.957</c:v>
                </c:pt>
                <c:pt idx="140">
                  <c:v>-57.548</c:v>
                </c:pt>
                <c:pt idx="141">
                  <c:v>-58.893</c:v>
                </c:pt>
                <c:pt idx="142">
                  <c:v>-59.987</c:v>
                </c:pt>
                <c:pt idx="143">
                  <c:v>-60.827</c:v>
                </c:pt>
                <c:pt idx="144">
                  <c:v>-61.41</c:v>
                </c:pt>
                <c:pt idx="145">
                  <c:v>-61.735</c:v>
                </c:pt>
                <c:pt idx="146">
                  <c:v>-61.801</c:v>
                </c:pt>
                <c:pt idx="147">
                  <c:v>-61.608</c:v>
                </c:pt>
                <c:pt idx="148">
                  <c:v>-61.159</c:v>
                </c:pt>
                <c:pt idx="149">
                  <c:v>-60.456</c:v>
                </c:pt>
                <c:pt idx="150">
                  <c:v>-59.503</c:v>
                </c:pt>
                <c:pt idx="151">
                  <c:v>-58.305</c:v>
                </c:pt>
                <c:pt idx="152">
                  <c:v>-56.868</c:v>
                </c:pt>
                <c:pt idx="153">
                  <c:v>-55.198</c:v>
                </c:pt>
                <c:pt idx="154">
                  <c:v>-53.304</c:v>
                </c:pt>
                <c:pt idx="155">
                  <c:v>-51.194</c:v>
                </c:pt>
                <c:pt idx="156">
                  <c:v>-48.878</c:v>
                </c:pt>
                <c:pt idx="157">
                  <c:v>-46.366</c:v>
                </c:pt>
                <c:pt idx="158">
                  <c:v>-43.669</c:v>
                </c:pt>
                <c:pt idx="159">
                  <c:v>-40.799</c:v>
                </c:pt>
                <c:pt idx="160">
                  <c:v>-37.769</c:v>
                </c:pt>
                <c:pt idx="161">
                  <c:v>-34.592</c:v>
                </c:pt>
                <c:pt idx="162">
                  <c:v>-31.282</c:v>
                </c:pt>
                <c:pt idx="163">
                  <c:v>-27.853</c:v>
                </c:pt>
                <c:pt idx="164">
                  <c:v>-24.32</c:v>
                </c:pt>
                <c:pt idx="165">
                  <c:v>-20.697</c:v>
                </c:pt>
                <c:pt idx="166">
                  <c:v>-17.001</c:v>
                </c:pt>
                <c:pt idx="167">
                  <c:v>-13.247</c:v>
                </c:pt>
                <c:pt idx="168">
                  <c:v>-9.451</c:v>
                </c:pt>
                <c:pt idx="169">
                  <c:v>-5.629</c:v>
                </c:pt>
                <c:pt idx="170">
                  <c:v>-1.797</c:v>
                </c:pt>
                <c:pt idx="171">
                  <c:v>2.029</c:v>
                </c:pt>
                <c:pt idx="172">
                  <c:v>5.833</c:v>
                </c:pt>
                <c:pt idx="173">
                  <c:v>9.599</c:v>
                </c:pt>
                <c:pt idx="174">
                  <c:v>13.312</c:v>
                </c:pt>
                <c:pt idx="175">
                  <c:v>16.956</c:v>
                </c:pt>
                <c:pt idx="176">
                  <c:v>20.516</c:v>
                </c:pt>
                <c:pt idx="177">
                  <c:v>23.978</c:v>
                </c:pt>
                <c:pt idx="178">
                  <c:v>27.328</c:v>
                </c:pt>
                <c:pt idx="179">
                  <c:v>30.552</c:v>
                </c:pt>
                <c:pt idx="180">
                  <c:v>33.637</c:v>
                </c:pt>
                <c:pt idx="181">
                  <c:v>36.57</c:v>
                </c:pt>
                <c:pt idx="182">
                  <c:v>39.341</c:v>
                </c:pt>
                <c:pt idx="183">
                  <c:v>41.937</c:v>
                </c:pt>
                <c:pt idx="184">
                  <c:v>44.349</c:v>
                </c:pt>
                <c:pt idx="185">
                  <c:v>46.568</c:v>
                </c:pt>
                <c:pt idx="186">
                  <c:v>48.584</c:v>
                </c:pt>
                <c:pt idx="187">
                  <c:v>50.39</c:v>
                </c:pt>
                <c:pt idx="188">
                  <c:v>51.979</c:v>
                </c:pt>
                <c:pt idx="189">
                  <c:v>53.346</c:v>
                </c:pt>
                <c:pt idx="190">
                  <c:v>54.485</c:v>
                </c:pt>
                <c:pt idx="191">
                  <c:v>55.393</c:v>
                </c:pt>
                <c:pt idx="192">
                  <c:v>56.066</c:v>
                </c:pt>
                <c:pt idx="193">
                  <c:v>56.503</c:v>
                </c:pt>
                <c:pt idx="194">
                  <c:v>56.702</c:v>
                </c:pt>
                <c:pt idx="195">
                  <c:v>56.664</c:v>
                </c:pt>
                <c:pt idx="196">
                  <c:v>56.389</c:v>
                </c:pt>
                <c:pt idx="197">
                  <c:v>55.88</c:v>
                </c:pt>
                <c:pt idx="198">
                  <c:v>55.139</c:v>
                </c:pt>
                <c:pt idx="199">
                  <c:v>54.17</c:v>
                </c:pt>
                <c:pt idx="200">
                  <c:v>52.979</c:v>
                </c:pt>
                <c:pt idx="201">
                  <c:v>51.571</c:v>
                </c:pt>
                <c:pt idx="202">
                  <c:v>49.953</c:v>
                </c:pt>
                <c:pt idx="203">
                  <c:v>48.131</c:v>
                </c:pt>
                <c:pt idx="204">
                  <c:v>46.115</c:v>
                </c:pt>
                <c:pt idx="205">
                  <c:v>43.914</c:v>
                </c:pt>
                <c:pt idx="206">
                  <c:v>41.537</c:v>
                </c:pt>
                <c:pt idx="207">
                  <c:v>38.995</c:v>
                </c:pt>
                <c:pt idx="208">
                  <c:v>36.299</c:v>
                </c:pt>
                <c:pt idx="209">
                  <c:v>33.462</c:v>
                </c:pt>
                <c:pt idx="210">
                  <c:v>30.494</c:v>
                </c:pt>
                <c:pt idx="211">
                  <c:v>27.41</c:v>
                </c:pt>
                <c:pt idx="212">
                  <c:v>24.222</c:v>
                </c:pt>
                <c:pt idx="213">
                  <c:v>20.944</c:v>
                </c:pt>
                <c:pt idx="214">
                  <c:v>17.59</c:v>
                </c:pt>
                <c:pt idx="215">
                  <c:v>14.175</c:v>
                </c:pt>
                <c:pt idx="216">
                  <c:v>10.713</c:v>
                </c:pt>
                <c:pt idx="217">
                  <c:v>7.218</c:v>
                </c:pt>
                <c:pt idx="218">
                  <c:v>3.705</c:v>
                </c:pt>
                <c:pt idx="219">
                  <c:v>0.189</c:v>
                </c:pt>
                <c:pt idx="220">
                  <c:v>-3.315</c:v>
                </c:pt>
                <c:pt idx="221">
                  <c:v>-6.793</c:v>
                </c:pt>
                <c:pt idx="222">
                  <c:v>-10.23</c:v>
                </c:pt>
                <c:pt idx="223">
                  <c:v>-13.612</c:v>
                </c:pt>
                <c:pt idx="224">
                  <c:v>-16.926</c:v>
                </c:pt>
                <c:pt idx="225">
                  <c:v>-20.157</c:v>
                </c:pt>
                <c:pt idx="226">
                  <c:v>-23.292</c:v>
                </c:pt>
                <c:pt idx="227">
                  <c:v>-26.32</c:v>
                </c:pt>
                <c:pt idx="228">
                  <c:v>-29.226</c:v>
                </c:pt>
                <c:pt idx="229">
                  <c:v>-32.001</c:v>
                </c:pt>
                <c:pt idx="230">
                  <c:v>-34.632</c:v>
                </c:pt>
                <c:pt idx="231">
                  <c:v>-37.109</c:v>
                </c:pt>
                <c:pt idx="232">
                  <c:v>-39.422</c:v>
                </c:pt>
                <c:pt idx="233">
                  <c:v>-41.563</c:v>
                </c:pt>
                <c:pt idx="234">
                  <c:v>-43.522</c:v>
                </c:pt>
                <c:pt idx="235">
                  <c:v>-45.293</c:v>
                </c:pt>
                <c:pt idx="236">
                  <c:v>-46.868</c:v>
                </c:pt>
                <c:pt idx="237">
                  <c:v>-48.242</c:v>
                </c:pt>
                <c:pt idx="238">
                  <c:v>-49.41</c:v>
                </c:pt>
                <c:pt idx="239">
                  <c:v>-50.368</c:v>
                </c:pt>
                <c:pt idx="240">
                  <c:v>-51.111</c:v>
                </c:pt>
                <c:pt idx="241">
                  <c:v>-51.639</c:v>
                </c:pt>
                <c:pt idx="242">
                  <c:v>-51.949</c:v>
                </c:pt>
                <c:pt idx="243">
                  <c:v>-52.041</c:v>
                </c:pt>
                <c:pt idx="244">
                  <c:v>-51.916</c:v>
                </c:pt>
                <c:pt idx="245">
                  <c:v>-51.574</c:v>
                </c:pt>
                <c:pt idx="246">
                  <c:v>-51.018</c:v>
                </c:pt>
                <c:pt idx="247">
                  <c:v>-50.251</c:v>
                </c:pt>
                <c:pt idx="248">
                  <c:v>-49.277</c:v>
                </c:pt>
                <c:pt idx="249">
                  <c:v>-48.101</c:v>
                </c:pt>
                <c:pt idx="250">
                  <c:v>-46.728</c:v>
                </c:pt>
                <c:pt idx="251">
                  <c:v>-45.164</c:v>
                </c:pt>
                <c:pt idx="252">
                  <c:v>-43.418</c:v>
                </c:pt>
                <c:pt idx="253">
                  <c:v>-41.497</c:v>
                </c:pt>
                <c:pt idx="254">
                  <c:v>-39.409</c:v>
                </c:pt>
                <c:pt idx="255">
                  <c:v>-37.163</c:v>
                </c:pt>
                <c:pt idx="256">
                  <c:v>-34.771</c:v>
                </c:pt>
                <c:pt idx="257">
                  <c:v>-32.242</c:v>
                </c:pt>
                <c:pt idx="258">
                  <c:v>-29.587</c:v>
                </c:pt>
                <c:pt idx="259">
                  <c:v>-26.818</c:v>
                </c:pt>
                <c:pt idx="260">
                  <c:v>-23.947</c:v>
                </c:pt>
                <c:pt idx="261">
                  <c:v>-20.986</c:v>
                </c:pt>
                <c:pt idx="262">
                  <c:v>-17.948</c:v>
                </c:pt>
                <c:pt idx="263">
                  <c:v>-14.845</c:v>
                </c:pt>
                <c:pt idx="264">
                  <c:v>-11.692</c:v>
                </c:pt>
                <c:pt idx="265">
                  <c:v>-8.501</c:v>
                </c:pt>
                <c:pt idx="266">
                  <c:v>-5.285</c:v>
                </c:pt>
                <c:pt idx="267">
                  <c:v>-2.059</c:v>
                </c:pt>
                <c:pt idx="268">
                  <c:v>1.164</c:v>
                </c:pt>
                <c:pt idx="269">
                  <c:v>4.371</c:v>
                </c:pt>
                <c:pt idx="270">
                  <c:v>7.548</c:v>
                </c:pt>
                <c:pt idx="271">
                  <c:v>10.683</c:v>
                </c:pt>
                <c:pt idx="272">
                  <c:v>13.762</c:v>
                </c:pt>
                <c:pt idx="273">
                  <c:v>16.772</c:v>
                </c:pt>
                <c:pt idx="274">
                  <c:v>19.702</c:v>
                </c:pt>
                <c:pt idx="275">
                  <c:v>22.54</c:v>
                </c:pt>
                <c:pt idx="276">
                  <c:v>25.273</c:v>
                </c:pt>
                <c:pt idx="277">
                  <c:v>27.891</c:v>
                </c:pt>
                <c:pt idx="278">
                  <c:v>30.383</c:v>
                </c:pt>
                <c:pt idx="279">
                  <c:v>32.74</c:v>
                </c:pt>
                <c:pt idx="280">
                  <c:v>34.951</c:v>
                </c:pt>
                <c:pt idx="281">
                  <c:v>37.009</c:v>
                </c:pt>
                <c:pt idx="282">
                  <c:v>38.905</c:v>
                </c:pt>
                <c:pt idx="283">
                  <c:v>40.632</c:v>
                </c:pt>
                <c:pt idx="284">
                  <c:v>42.183</c:v>
                </c:pt>
                <c:pt idx="285">
                  <c:v>43.553</c:v>
                </c:pt>
                <c:pt idx="286">
                  <c:v>44.736</c:v>
                </c:pt>
                <c:pt idx="287">
                  <c:v>45.727</c:v>
                </c:pt>
                <c:pt idx="288">
                  <c:v>46.525</c:v>
                </c:pt>
                <c:pt idx="289">
                  <c:v>47.125</c:v>
                </c:pt>
                <c:pt idx="290">
                  <c:v>47.526</c:v>
                </c:pt>
                <c:pt idx="291">
                  <c:v>47.728</c:v>
                </c:pt>
                <c:pt idx="292">
                  <c:v>47.73</c:v>
                </c:pt>
                <c:pt idx="293">
                  <c:v>47.532</c:v>
                </c:pt>
                <c:pt idx="294">
                  <c:v>47.136</c:v>
                </c:pt>
                <c:pt idx="295">
                  <c:v>46.545</c:v>
                </c:pt>
                <c:pt idx="296">
                  <c:v>45.762</c:v>
                </c:pt>
                <c:pt idx="297">
                  <c:v>44.791</c:v>
                </c:pt>
                <c:pt idx="298">
                  <c:v>43.636</c:v>
                </c:pt>
                <c:pt idx="299">
                  <c:v>42.302</c:v>
                </c:pt>
                <c:pt idx="300">
                  <c:v>40.797</c:v>
                </c:pt>
                <c:pt idx="301">
                  <c:v>39.127</c:v>
                </c:pt>
                <c:pt idx="302">
                  <c:v>37.299</c:v>
                </c:pt>
                <c:pt idx="303">
                  <c:v>35.322</c:v>
                </c:pt>
                <c:pt idx="304">
                  <c:v>33.205</c:v>
                </c:pt>
                <c:pt idx="305">
                  <c:v>30.956</c:v>
                </c:pt>
                <c:pt idx="306">
                  <c:v>28.587</c:v>
                </c:pt>
                <c:pt idx="307">
                  <c:v>26.106</c:v>
                </c:pt>
                <c:pt idx="308">
                  <c:v>23.524</c:v>
                </c:pt>
                <c:pt idx="309">
                  <c:v>20.854</c:v>
                </c:pt>
                <c:pt idx="310">
                  <c:v>18.106</c:v>
                </c:pt>
                <c:pt idx="311">
                  <c:v>15.293</c:v>
                </c:pt>
                <c:pt idx="312">
                  <c:v>12.425</c:v>
                </c:pt>
                <c:pt idx="313">
                  <c:v>9.515</c:v>
                </c:pt>
                <c:pt idx="314">
                  <c:v>6.577</c:v>
                </c:pt>
                <c:pt idx="315">
                  <c:v>3.621</c:v>
                </c:pt>
                <c:pt idx="316">
                  <c:v>0.66</c:v>
                </c:pt>
                <c:pt idx="317">
                  <c:v>-2.293</c:v>
                </c:pt>
                <c:pt idx="318">
                  <c:v>-5.226</c:v>
                </c:pt>
                <c:pt idx="319">
                  <c:v>-8.127</c:v>
                </c:pt>
                <c:pt idx="320">
                  <c:v>-10.983</c:v>
                </c:pt>
                <c:pt idx="321">
                  <c:v>-13.784</c:v>
                </c:pt>
                <c:pt idx="322">
                  <c:v>-16.517</c:v>
                </c:pt>
                <c:pt idx="323">
                  <c:v>-19.171</c:v>
                </c:pt>
                <c:pt idx="324">
                  <c:v>-21.736</c:v>
                </c:pt>
                <c:pt idx="325">
                  <c:v>-24.202</c:v>
                </c:pt>
                <c:pt idx="326">
                  <c:v>-26.557</c:v>
                </c:pt>
                <c:pt idx="327">
                  <c:v>-28.793</c:v>
                </c:pt>
                <c:pt idx="328">
                  <c:v>-30.902</c:v>
                </c:pt>
                <c:pt idx="329">
                  <c:v>-32.873</c:v>
                </c:pt>
                <c:pt idx="330">
                  <c:v>-34.701</c:v>
                </c:pt>
                <c:pt idx="331">
                  <c:v>-36.377</c:v>
                </c:pt>
                <c:pt idx="332">
                  <c:v>-37.895</c:v>
                </c:pt>
                <c:pt idx="333">
                  <c:v>-39.25</c:v>
                </c:pt>
                <c:pt idx="334">
                  <c:v>-40.436</c:v>
                </c:pt>
                <c:pt idx="335">
                  <c:v>-41.449</c:v>
                </c:pt>
                <c:pt idx="336">
                  <c:v>-42.285</c:v>
                </c:pt>
                <c:pt idx="337">
                  <c:v>-42.942</c:v>
                </c:pt>
                <c:pt idx="338">
                  <c:v>-43.417</c:v>
                </c:pt>
                <c:pt idx="339">
                  <c:v>-43.709</c:v>
                </c:pt>
                <c:pt idx="340">
                  <c:v>-43.818</c:v>
                </c:pt>
                <c:pt idx="341">
                  <c:v>-43.743</c:v>
                </c:pt>
                <c:pt idx="342">
                  <c:v>-43.486</c:v>
                </c:pt>
                <c:pt idx="343">
                  <c:v>-43.049</c:v>
                </c:pt>
                <c:pt idx="344">
                  <c:v>-42.433</c:v>
                </c:pt>
                <c:pt idx="345">
                  <c:v>-41.642</c:v>
                </c:pt>
                <c:pt idx="346">
                  <c:v>-40.68</c:v>
                </c:pt>
                <c:pt idx="347">
                  <c:v>-39.551</c:v>
                </c:pt>
                <c:pt idx="348">
                  <c:v>-38.262</c:v>
                </c:pt>
                <c:pt idx="349">
                  <c:v>-36.817</c:v>
                </c:pt>
                <c:pt idx="350">
                  <c:v>-35.223</c:v>
                </c:pt>
                <c:pt idx="351">
                  <c:v>-33.489</c:v>
                </c:pt>
                <c:pt idx="352">
                  <c:v>-31.62</c:v>
                </c:pt>
                <c:pt idx="353">
                  <c:v>-29.626</c:v>
                </c:pt>
                <c:pt idx="354">
                  <c:v>-27.515</c:v>
                </c:pt>
                <c:pt idx="355">
                  <c:v>-25.297</c:v>
                </c:pt>
                <c:pt idx="356">
                  <c:v>-22.981</c:v>
                </c:pt>
                <c:pt idx="357">
                  <c:v>-20.578</c:v>
                </c:pt>
                <c:pt idx="358">
                  <c:v>-18.096</c:v>
                </c:pt>
                <c:pt idx="359">
                  <c:v>-15.549</c:v>
                </c:pt>
                <c:pt idx="360">
                  <c:v>-12.945</c:v>
                </c:pt>
                <c:pt idx="361">
                  <c:v>-10.296</c:v>
                </c:pt>
                <c:pt idx="362">
                  <c:v>-7.614</c:v>
                </c:pt>
                <c:pt idx="363">
                  <c:v>-4.909</c:v>
                </c:pt>
                <c:pt idx="364">
                  <c:v>-2.194</c:v>
                </c:pt>
                <c:pt idx="365">
                  <c:v>0.521</c:v>
                </c:pt>
                <c:pt idx="366">
                  <c:v>3.225</c:v>
                </c:pt>
                <c:pt idx="367">
                  <c:v>5.905</c:v>
                </c:pt>
                <c:pt idx="368">
                  <c:v>8.551</c:v>
                </c:pt>
                <c:pt idx="369">
                  <c:v>11.152</c:v>
                </c:pt>
                <c:pt idx="370">
                  <c:v>13.698</c:v>
                </c:pt>
                <c:pt idx="371">
                  <c:v>16.177</c:v>
                </c:pt>
                <c:pt idx="372">
                  <c:v>18.58</c:v>
                </c:pt>
                <c:pt idx="373">
                  <c:v>20.897</c:v>
                </c:pt>
                <c:pt idx="374">
                  <c:v>23.118</c:v>
                </c:pt>
                <c:pt idx="375">
                  <c:v>25.235</c:v>
                </c:pt>
                <c:pt idx="376">
                  <c:v>27.239</c:v>
                </c:pt>
                <c:pt idx="377">
                  <c:v>29.122</c:v>
                </c:pt>
                <c:pt idx="378">
                  <c:v>30.878</c:v>
                </c:pt>
                <c:pt idx="379">
                  <c:v>32.497</c:v>
                </c:pt>
                <c:pt idx="380">
                  <c:v>33.976</c:v>
                </c:pt>
                <c:pt idx="381">
                  <c:v>35.307</c:v>
                </c:pt>
                <c:pt idx="382">
                  <c:v>36.487</c:v>
                </c:pt>
                <c:pt idx="383">
                  <c:v>37.509</c:v>
                </c:pt>
                <c:pt idx="384">
                  <c:v>38.372</c:v>
                </c:pt>
                <c:pt idx="385">
                  <c:v>39.071</c:v>
                </c:pt>
                <c:pt idx="386">
                  <c:v>39.605</c:v>
                </c:pt>
                <c:pt idx="387">
                  <c:v>39.971</c:v>
                </c:pt>
                <c:pt idx="388">
                  <c:v>40.17</c:v>
                </c:pt>
                <c:pt idx="389">
                  <c:v>40.199</c:v>
                </c:pt>
                <c:pt idx="390">
                  <c:v>40.061</c:v>
                </c:pt>
                <c:pt idx="391">
                  <c:v>39.756</c:v>
                </c:pt>
                <c:pt idx="392">
                  <c:v>39.286</c:v>
                </c:pt>
                <c:pt idx="393">
                  <c:v>38.654</c:v>
                </c:pt>
                <c:pt idx="394">
                  <c:v>37.863</c:v>
                </c:pt>
                <c:pt idx="395">
                  <c:v>36.916</c:v>
                </c:pt>
                <c:pt idx="396">
                  <c:v>35.818</c:v>
                </c:pt>
                <c:pt idx="397">
                  <c:v>34.575</c:v>
                </c:pt>
                <c:pt idx="398">
                  <c:v>33.192</c:v>
                </c:pt>
                <c:pt idx="399">
                  <c:v>31.675</c:v>
                </c:pt>
                <c:pt idx="400">
                  <c:v>30.031</c:v>
                </c:pt>
                <c:pt idx="401">
                  <c:v>28.268</c:v>
                </c:pt>
                <c:pt idx="402">
                  <c:v>26.393</c:v>
                </c:pt>
                <c:pt idx="403">
                  <c:v>24.414</c:v>
                </c:pt>
                <c:pt idx="404">
                  <c:v>22.34</c:v>
                </c:pt>
                <c:pt idx="405">
                  <c:v>20.181</c:v>
                </c:pt>
                <c:pt idx="406">
                  <c:v>17.944</c:v>
                </c:pt>
                <c:pt idx="407">
                  <c:v>15.641</c:v>
                </c:pt>
                <c:pt idx="408">
                  <c:v>13.281</c:v>
                </c:pt>
                <c:pt idx="409">
                  <c:v>10.873</c:v>
                </c:pt>
                <c:pt idx="410">
                  <c:v>8.428</c:v>
                </c:pt>
                <c:pt idx="411">
                  <c:v>5.957</c:v>
                </c:pt>
                <c:pt idx="412">
                  <c:v>3.47</c:v>
                </c:pt>
                <c:pt idx="413">
                  <c:v>0.977</c:v>
                </c:pt>
                <c:pt idx="414">
                  <c:v>-1.511</c:v>
                </c:pt>
                <c:pt idx="415">
                  <c:v>-3.984</c:v>
                </c:pt>
                <c:pt idx="416">
                  <c:v>-6.432</c:v>
                </c:pt>
                <c:pt idx="417">
                  <c:v>-8.844</c:v>
                </c:pt>
                <c:pt idx="418">
                  <c:v>-11.21</c:v>
                </c:pt>
                <c:pt idx="419">
                  <c:v>-13.522</c:v>
                </c:pt>
                <c:pt idx="420">
                  <c:v>-15.769</c:v>
                </c:pt>
                <c:pt idx="421">
                  <c:v>-17.942</c:v>
                </c:pt>
                <c:pt idx="422">
                  <c:v>-20.033</c:v>
                </c:pt>
                <c:pt idx="423">
                  <c:v>-22.032</c:v>
                </c:pt>
                <c:pt idx="424">
                  <c:v>-23.933</c:v>
                </c:pt>
                <c:pt idx="425">
                  <c:v>-25.726</c:v>
                </c:pt>
                <c:pt idx="426">
                  <c:v>-27.406</c:v>
                </c:pt>
                <c:pt idx="427">
                  <c:v>-28.966</c:v>
                </c:pt>
                <c:pt idx="428">
                  <c:v>-30.399</c:v>
                </c:pt>
                <c:pt idx="429">
                  <c:v>-31.7</c:v>
                </c:pt>
                <c:pt idx="430">
                  <c:v>-32.865</c:v>
                </c:pt>
                <c:pt idx="431">
                  <c:v>-33.888</c:v>
                </c:pt>
                <c:pt idx="432">
                  <c:v>-34.765</c:v>
                </c:pt>
                <c:pt idx="433">
                  <c:v>-35.495</c:v>
                </c:pt>
                <c:pt idx="434">
                  <c:v>-36.074</c:v>
                </c:pt>
                <c:pt idx="435">
                  <c:v>-36.5</c:v>
                </c:pt>
                <c:pt idx="436">
                  <c:v>-36.772</c:v>
                </c:pt>
                <c:pt idx="437">
                  <c:v>-36.89</c:v>
                </c:pt>
                <c:pt idx="438">
                  <c:v>-36.853</c:v>
                </c:pt>
                <c:pt idx="439">
                  <c:v>-36.662</c:v>
                </c:pt>
                <c:pt idx="440">
                  <c:v>-36.319</c:v>
                </c:pt>
                <c:pt idx="441">
                  <c:v>-35.826</c:v>
                </c:pt>
                <c:pt idx="442">
                  <c:v>-35.185</c:v>
                </c:pt>
                <c:pt idx="443">
                  <c:v>-34.399</c:v>
                </c:pt>
                <c:pt idx="444">
                  <c:v>-33.472</c:v>
                </c:pt>
                <c:pt idx="445">
                  <c:v>-32.409</c:v>
                </c:pt>
                <c:pt idx="446">
                  <c:v>-31.214</c:v>
                </c:pt>
                <c:pt idx="447">
                  <c:v>-29.893</c:v>
                </c:pt>
                <c:pt idx="448">
                  <c:v>-28.452</c:v>
                </c:pt>
                <c:pt idx="449">
                  <c:v>-26.897</c:v>
                </c:pt>
                <c:pt idx="450">
                  <c:v>-25.236</c:v>
                </c:pt>
                <c:pt idx="451">
                  <c:v>-23.475</c:v>
                </c:pt>
                <c:pt idx="452">
                  <c:v>-21.622</c:v>
                </c:pt>
                <c:pt idx="453">
                  <c:v>-19.685</c:v>
                </c:pt>
                <c:pt idx="454">
                  <c:v>-17.673</c:v>
                </c:pt>
                <c:pt idx="455">
                  <c:v>-15.595</c:v>
                </c:pt>
                <c:pt idx="456">
                  <c:v>-13.458</c:v>
                </c:pt>
                <c:pt idx="457">
                  <c:v>-11.273</c:v>
                </c:pt>
                <c:pt idx="458">
                  <c:v>-9.049</c:v>
                </c:pt>
                <c:pt idx="459">
                  <c:v>-6.794</c:v>
                </c:pt>
                <c:pt idx="460">
                  <c:v>-4.52</c:v>
                </c:pt>
                <c:pt idx="461">
                  <c:v>-2.234</c:v>
                </c:pt>
                <c:pt idx="462">
                  <c:v>0.053</c:v>
                </c:pt>
                <c:pt idx="463">
                  <c:v>2.331</c:v>
                </c:pt>
                <c:pt idx="464">
                  <c:v>4.592</c:v>
                </c:pt>
                <c:pt idx="465">
                  <c:v>6.826</c:v>
                </c:pt>
                <c:pt idx="466">
                  <c:v>9.023</c:v>
                </c:pt>
                <c:pt idx="467">
                  <c:v>11.174</c:v>
                </c:pt>
                <c:pt idx="468">
                  <c:v>13.272</c:v>
                </c:pt>
                <c:pt idx="469">
                  <c:v>15.307</c:v>
                </c:pt>
                <c:pt idx="470">
                  <c:v>17.27</c:v>
                </c:pt>
                <c:pt idx="471">
                  <c:v>19.155</c:v>
                </c:pt>
                <c:pt idx="472">
                  <c:v>20.952</c:v>
                </c:pt>
                <c:pt idx="473">
                  <c:v>22.656</c:v>
                </c:pt>
                <c:pt idx="474">
                  <c:v>24.26</c:v>
                </c:pt>
                <c:pt idx="475">
                  <c:v>25.756</c:v>
                </c:pt>
                <c:pt idx="476">
                  <c:v>27.14</c:v>
                </c:pt>
                <c:pt idx="477">
                  <c:v>28.405</c:v>
                </c:pt>
                <c:pt idx="478">
                  <c:v>29.548</c:v>
                </c:pt>
                <c:pt idx="479">
                  <c:v>30.563</c:v>
                </c:pt>
                <c:pt idx="480">
                  <c:v>31.446</c:v>
                </c:pt>
                <c:pt idx="481">
                  <c:v>32.195</c:v>
                </c:pt>
                <c:pt idx="482">
                  <c:v>32.808</c:v>
                </c:pt>
                <c:pt idx="483">
                  <c:v>33.281</c:v>
                </c:pt>
                <c:pt idx="484">
                  <c:v>33.613</c:v>
                </c:pt>
                <c:pt idx="485">
                  <c:v>33.804</c:v>
                </c:pt>
                <c:pt idx="486">
                  <c:v>33.853</c:v>
                </c:pt>
                <c:pt idx="487">
                  <c:v>33.761</c:v>
                </c:pt>
                <c:pt idx="488">
                  <c:v>33.527</c:v>
                </c:pt>
                <c:pt idx="489">
                  <c:v>33.155</c:v>
                </c:pt>
                <c:pt idx="490">
                  <c:v>32.646</c:v>
                </c:pt>
                <c:pt idx="491">
                  <c:v>32.002</c:v>
                </c:pt>
                <c:pt idx="492">
                  <c:v>31.227</c:v>
                </c:pt>
                <c:pt idx="493">
                  <c:v>30.324</c:v>
                </c:pt>
                <c:pt idx="494">
                  <c:v>29.297</c:v>
                </c:pt>
                <c:pt idx="495">
                  <c:v>28.152</c:v>
                </c:pt>
                <c:pt idx="496">
                  <c:v>26.894</c:v>
                </c:pt>
                <c:pt idx="497">
                  <c:v>25.527</c:v>
                </c:pt>
                <c:pt idx="498">
                  <c:v>24.059</c:v>
                </c:pt>
                <c:pt idx="499">
                  <c:v>22.496</c:v>
                </c:pt>
                <c:pt idx="500">
                  <c:v>20.844</c:v>
                </c:pt>
                <c:pt idx="501">
                  <c:v>19.111</c:v>
                </c:pt>
                <c:pt idx="502">
                  <c:v>17.304</c:v>
                </c:pt>
                <c:pt idx="503">
                  <c:v>15.432</c:v>
                </c:pt>
                <c:pt idx="504">
                  <c:v>13.501</c:v>
                </c:pt>
                <c:pt idx="505">
                  <c:v>11.521</c:v>
                </c:pt>
                <c:pt idx="506">
                  <c:v>9.5</c:v>
                </c:pt>
                <c:pt idx="507">
                  <c:v>7.447</c:v>
                </c:pt>
                <c:pt idx="508">
                  <c:v>5.369</c:v>
                </c:pt>
                <c:pt idx="509">
                  <c:v>3.277</c:v>
                </c:pt>
                <c:pt idx="510">
                  <c:v>1.178</c:v>
                </c:pt>
                <c:pt idx="511">
                  <c:v>-0.918</c:v>
                </c:pt>
                <c:pt idx="512">
                  <c:v>-3.003</c:v>
                </c:pt>
                <c:pt idx="513">
                  <c:v>-5.068</c:v>
                </c:pt>
                <c:pt idx="514">
                  <c:v>-7.105</c:v>
                </c:pt>
                <c:pt idx="515">
                  <c:v>-9.105</c:v>
                </c:pt>
                <c:pt idx="516">
                  <c:v>-11.06</c:v>
                </c:pt>
                <c:pt idx="517">
                  <c:v>-12.961</c:v>
                </c:pt>
                <c:pt idx="518">
                  <c:v>-14.802</c:v>
                </c:pt>
                <c:pt idx="519">
                  <c:v>-16.575</c:v>
                </c:pt>
                <c:pt idx="520">
                  <c:v>-18.272</c:v>
                </c:pt>
                <c:pt idx="521">
                  <c:v>-19.886</c:v>
                </c:pt>
                <c:pt idx="522">
                  <c:v>-21.412</c:v>
                </c:pt>
                <c:pt idx="523">
                  <c:v>-22.843</c:v>
                </c:pt>
                <c:pt idx="524">
                  <c:v>-24.174</c:v>
                </c:pt>
                <c:pt idx="525">
                  <c:v>-25.399</c:v>
                </c:pt>
                <c:pt idx="526">
                  <c:v>-26.514</c:v>
                </c:pt>
                <c:pt idx="527">
                  <c:v>-27.514</c:v>
                </c:pt>
                <c:pt idx="528">
                  <c:v>-28.396</c:v>
                </c:pt>
                <c:pt idx="529">
                  <c:v>-29.156</c:v>
                </c:pt>
                <c:pt idx="530">
                  <c:v>-29.791</c:v>
                </c:pt>
                <c:pt idx="531">
                  <c:v>-30.3</c:v>
                </c:pt>
                <c:pt idx="532">
                  <c:v>-30.681</c:v>
                </c:pt>
                <c:pt idx="533">
                  <c:v>-30.932</c:v>
                </c:pt>
                <c:pt idx="534">
                  <c:v>-31.053</c:v>
                </c:pt>
                <c:pt idx="535">
                  <c:v>-31.044</c:v>
                </c:pt>
                <c:pt idx="536">
                  <c:v>-30.905</c:v>
                </c:pt>
                <c:pt idx="537">
                  <c:v>-30.638</c:v>
                </c:pt>
                <c:pt idx="538">
                  <c:v>-30.244</c:v>
                </c:pt>
                <c:pt idx="539">
                  <c:v>-29.725</c:v>
                </c:pt>
                <c:pt idx="540">
                  <c:v>-29.084</c:v>
                </c:pt>
                <c:pt idx="541">
                  <c:v>-28.323</c:v>
                </c:pt>
                <c:pt idx="542">
                  <c:v>-27.447</c:v>
                </c:pt>
                <c:pt idx="543">
                  <c:v>-26.46</c:v>
                </c:pt>
                <c:pt idx="544">
                  <c:v>-25.365</c:v>
                </c:pt>
                <c:pt idx="545">
                  <c:v>-24.169</c:v>
                </c:pt>
                <c:pt idx="546">
                  <c:v>-22.875</c:v>
                </c:pt>
                <c:pt idx="547">
                  <c:v>-21.491</c:v>
                </c:pt>
                <c:pt idx="548">
                  <c:v>-20.022</c:v>
                </c:pt>
                <c:pt idx="549">
                  <c:v>-18.475</c:v>
                </c:pt>
                <c:pt idx="550">
                  <c:v>-16.855</c:v>
                </c:pt>
                <c:pt idx="551">
                  <c:v>-15.172</c:v>
                </c:pt>
                <c:pt idx="552">
                  <c:v>-13.43</c:v>
                </c:pt>
                <c:pt idx="553">
                  <c:v>-11.639</c:v>
                </c:pt>
                <c:pt idx="554">
                  <c:v>-9.806</c:v>
                </c:pt>
                <c:pt idx="555">
                  <c:v>-7.938</c:v>
                </c:pt>
                <c:pt idx="556">
                  <c:v>-6.043</c:v>
                </c:pt>
                <c:pt idx="557">
                  <c:v>-4.13</c:v>
                </c:pt>
                <c:pt idx="558">
                  <c:v>-2.207</c:v>
                </c:pt>
                <c:pt idx="559">
                  <c:v>-0.281</c:v>
                </c:pt>
                <c:pt idx="560">
                  <c:v>1.639</c:v>
                </c:pt>
                <c:pt idx="561">
                  <c:v>3.546</c:v>
                </c:pt>
                <c:pt idx="562">
                  <c:v>5.431</c:v>
                </c:pt>
                <c:pt idx="563">
                  <c:v>7.286</c:v>
                </c:pt>
                <c:pt idx="564">
                  <c:v>9.105</c:v>
                </c:pt>
                <c:pt idx="565">
                  <c:v>10.879</c:v>
                </c:pt>
                <c:pt idx="566">
                  <c:v>12.602</c:v>
                </c:pt>
                <c:pt idx="567">
                  <c:v>14.266</c:v>
                </c:pt>
                <c:pt idx="568">
                  <c:v>15.864</c:v>
                </c:pt>
                <c:pt idx="569">
                  <c:v>17.391</c:v>
                </c:pt>
                <c:pt idx="570">
                  <c:v>18.84</c:v>
                </c:pt>
                <c:pt idx="571">
                  <c:v>20.204</c:v>
                </c:pt>
                <c:pt idx="572">
                  <c:v>21.48</c:v>
                </c:pt>
                <c:pt idx="573">
                  <c:v>22.661</c:v>
                </c:pt>
                <c:pt idx="574">
                  <c:v>23.744</c:v>
                </c:pt>
                <c:pt idx="575">
                  <c:v>24.723</c:v>
                </c:pt>
                <c:pt idx="576">
                  <c:v>25.596</c:v>
                </c:pt>
                <c:pt idx="577">
                  <c:v>26.359</c:v>
                </c:pt>
                <c:pt idx="578">
                  <c:v>27.01</c:v>
                </c:pt>
                <c:pt idx="579">
                  <c:v>27.545</c:v>
                </c:pt>
                <c:pt idx="580">
                  <c:v>27.963</c:v>
                </c:pt>
                <c:pt idx="581">
                  <c:v>28.263</c:v>
                </c:pt>
                <c:pt idx="582">
                  <c:v>28.444</c:v>
                </c:pt>
                <c:pt idx="583">
                  <c:v>28.505</c:v>
                </c:pt>
                <c:pt idx="584">
                  <c:v>28.448</c:v>
                </c:pt>
                <c:pt idx="585">
                  <c:v>28.271</c:v>
                </c:pt>
                <c:pt idx="586">
                  <c:v>27.977</c:v>
                </c:pt>
                <c:pt idx="587">
                  <c:v>27.568</c:v>
                </c:pt>
                <c:pt idx="588">
                  <c:v>27.045</c:v>
                </c:pt>
                <c:pt idx="589">
                  <c:v>26.411</c:v>
                </c:pt>
                <c:pt idx="590">
                  <c:v>25.668</c:v>
                </c:pt>
                <c:pt idx="591">
                  <c:v>24.821</c:v>
                </c:pt>
                <c:pt idx="592">
                  <c:v>23.874</c:v>
                </c:pt>
                <c:pt idx="593">
                  <c:v>22.83</c:v>
                </c:pt>
                <c:pt idx="594">
                  <c:v>21.695</c:v>
                </c:pt>
                <c:pt idx="595">
                  <c:v>20.473</c:v>
                </c:pt>
                <c:pt idx="596">
                  <c:v>19.169</c:v>
                </c:pt>
                <c:pt idx="597">
                  <c:v>17.791</c:v>
                </c:pt>
                <c:pt idx="598">
                  <c:v>16.343</c:v>
                </c:pt>
                <c:pt idx="599">
                  <c:v>14.831</c:v>
                </c:pt>
                <c:pt idx="600">
                  <c:v>13.264</c:v>
                </c:pt>
                <c:pt idx="601">
                  <c:v>11.646</c:v>
                </c:pt>
                <c:pt idx="602">
                  <c:v>9.986</c:v>
                </c:pt>
                <c:pt idx="603">
                  <c:v>8.289</c:v>
                </c:pt>
                <c:pt idx="604">
                  <c:v>6.564</c:v>
                </c:pt>
                <c:pt idx="605">
                  <c:v>4.818</c:v>
                </c:pt>
                <c:pt idx="606">
                  <c:v>3.058</c:v>
                </c:pt>
                <c:pt idx="607">
                  <c:v>1.291</c:v>
                </c:pt>
                <c:pt idx="608">
                  <c:v>-0.475</c:v>
                </c:pt>
                <c:pt idx="609">
                  <c:v>-2.233</c:v>
                </c:pt>
                <c:pt idx="610">
                  <c:v>-3.975</c:v>
                </c:pt>
                <c:pt idx="611">
                  <c:v>-5.694</c:v>
                </c:pt>
                <c:pt idx="612">
                  <c:v>-7.384</c:v>
                </c:pt>
                <c:pt idx="613">
                  <c:v>-9.037</c:v>
                </c:pt>
                <c:pt idx="614">
                  <c:v>-10.646</c:v>
                </c:pt>
                <c:pt idx="615">
                  <c:v>-12.205</c:v>
                </c:pt>
                <c:pt idx="616">
                  <c:v>-13.707</c:v>
                </c:pt>
                <c:pt idx="617">
                  <c:v>-15.147</c:v>
                </c:pt>
                <c:pt idx="618">
                  <c:v>-16.519</c:v>
                </c:pt>
                <c:pt idx="619">
                  <c:v>-17.817</c:v>
                </c:pt>
                <c:pt idx="620">
                  <c:v>-19.036</c:v>
                </c:pt>
                <c:pt idx="621">
                  <c:v>-20.171</c:v>
                </c:pt>
                <c:pt idx="622">
                  <c:v>-21.218</c:v>
                </c:pt>
                <c:pt idx="623">
                  <c:v>-22.172</c:v>
                </c:pt>
                <c:pt idx="624">
                  <c:v>-23.031</c:v>
                </c:pt>
                <c:pt idx="625">
                  <c:v>-23.79</c:v>
                </c:pt>
                <c:pt idx="626">
                  <c:v>-24.448</c:v>
                </c:pt>
                <c:pt idx="627">
                  <c:v>-25.001</c:v>
                </c:pt>
                <c:pt idx="628">
                  <c:v>-25.447</c:v>
                </c:pt>
                <c:pt idx="629">
                  <c:v>-25.786</c:v>
                </c:pt>
                <c:pt idx="630">
                  <c:v>-26.016</c:v>
                </c:pt>
                <c:pt idx="631">
                  <c:v>-26.137</c:v>
                </c:pt>
                <c:pt idx="632">
                  <c:v>-26.148</c:v>
                </c:pt>
                <c:pt idx="633">
                  <c:v>-26.049</c:v>
                </c:pt>
                <c:pt idx="634">
                  <c:v>-25.843</c:v>
                </c:pt>
                <c:pt idx="635">
                  <c:v>-25.529</c:v>
                </c:pt>
                <c:pt idx="636">
                  <c:v>-25.109</c:v>
                </c:pt>
                <c:pt idx="637">
                  <c:v>-24.587</c:v>
                </c:pt>
                <c:pt idx="638">
                  <c:v>-23.963</c:v>
                </c:pt>
                <c:pt idx="639">
                  <c:v>-23.242</c:v>
                </c:pt>
                <c:pt idx="640">
                  <c:v>-22.426</c:v>
                </c:pt>
                <c:pt idx="641">
                  <c:v>-21.519</c:v>
                </c:pt>
                <c:pt idx="642">
                  <c:v>-20.526</c:v>
                </c:pt>
                <c:pt idx="643">
                  <c:v>-19.451</c:v>
                </c:pt>
                <c:pt idx="644">
                  <c:v>-18.298</c:v>
                </c:pt>
                <c:pt idx="645">
                  <c:v>-17.072</c:v>
                </c:pt>
                <c:pt idx="646">
                  <c:v>-15.78</c:v>
                </c:pt>
                <c:pt idx="647">
                  <c:v>-14.427</c:v>
                </c:pt>
                <c:pt idx="648">
                  <c:v>-13.018</c:v>
                </c:pt>
                <c:pt idx="649">
                  <c:v>-11.559</c:v>
                </c:pt>
                <c:pt idx="650">
                  <c:v>-10.058</c:v>
                </c:pt>
                <c:pt idx="651">
                  <c:v>-8.52</c:v>
                </c:pt>
                <c:pt idx="652">
                  <c:v>-6.951</c:v>
                </c:pt>
                <c:pt idx="653">
                  <c:v>-5.36</c:v>
                </c:pt>
                <c:pt idx="654">
                  <c:v>-3.751</c:v>
                </c:pt>
                <c:pt idx="655">
                  <c:v>-2.133</c:v>
                </c:pt>
                <c:pt idx="656">
                  <c:v>-0.511</c:v>
                </c:pt>
                <c:pt idx="657">
                  <c:v>1.107</c:v>
                </c:pt>
                <c:pt idx="658">
                  <c:v>2.715</c:v>
                </c:pt>
                <c:pt idx="659">
                  <c:v>4.306</c:v>
                </c:pt>
                <c:pt idx="660">
                  <c:v>5.873</c:v>
                </c:pt>
                <c:pt idx="661">
                  <c:v>7.41</c:v>
                </c:pt>
                <c:pt idx="662">
                  <c:v>8.911</c:v>
                </c:pt>
                <c:pt idx="663">
                  <c:v>10.369</c:v>
                </c:pt>
                <c:pt idx="664">
                  <c:v>11.778</c:v>
                </c:pt>
                <c:pt idx="665">
                  <c:v>13.134</c:v>
                </c:pt>
                <c:pt idx="666">
                  <c:v>14.43</c:v>
                </c:pt>
                <c:pt idx="667">
                  <c:v>15.661</c:v>
                </c:pt>
                <c:pt idx="668">
                  <c:v>16.822</c:v>
                </c:pt>
                <c:pt idx="669">
                  <c:v>17.91</c:v>
                </c:pt>
                <c:pt idx="670">
                  <c:v>18.918</c:v>
                </c:pt>
                <c:pt idx="671">
                  <c:v>19.844</c:v>
                </c:pt>
                <c:pt idx="672">
                  <c:v>20.684</c:v>
                </c:pt>
                <c:pt idx="673">
                  <c:v>21.434</c:v>
                </c:pt>
                <c:pt idx="674">
                  <c:v>22.092</c:v>
                </c:pt>
                <c:pt idx="675">
                  <c:v>22.656</c:v>
                </c:pt>
                <c:pt idx="676">
                  <c:v>23.123</c:v>
                </c:pt>
                <c:pt idx="677">
                  <c:v>23.492</c:v>
                </c:pt>
                <c:pt idx="678">
                  <c:v>23.761</c:v>
                </c:pt>
                <c:pt idx="679">
                  <c:v>23.931</c:v>
                </c:pt>
                <c:pt idx="680">
                  <c:v>23.999</c:v>
                </c:pt>
                <c:pt idx="681">
                  <c:v>23.968</c:v>
                </c:pt>
                <c:pt idx="682">
                  <c:v>23.836</c:v>
                </c:pt>
                <c:pt idx="683">
                  <c:v>23.605</c:v>
                </c:pt>
                <c:pt idx="684">
                  <c:v>23.277</c:v>
                </c:pt>
                <c:pt idx="685">
                  <c:v>22.853</c:v>
                </c:pt>
                <c:pt idx="686">
                  <c:v>22.334</c:v>
                </c:pt>
                <c:pt idx="687">
                  <c:v>21.724</c:v>
                </c:pt>
                <c:pt idx="688">
                  <c:v>21.026</c:v>
                </c:pt>
                <c:pt idx="689">
                  <c:v>20.242</c:v>
                </c:pt>
                <c:pt idx="690">
                  <c:v>19.377</c:v>
                </c:pt>
                <c:pt idx="691">
                  <c:v>18.434</c:v>
                </c:pt>
                <c:pt idx="692">
                  <c:v>17.417</c:v>
                </c:pt>
                <c:pt idx="693">
                  <c:v>16.331</c:v>
                </c:pt>
                <c:pt idx="694">
                  <c:v>15.18</c:v>
                </c:pt>
                <c:pt idx="695">
                  <c:v>13.97</c:v>
                </c:pt>
                <c:pt idx="696">
                  <c:v>12.707</c:v>
                </c:pt>
                <c:pt idx="697">
                  <c:v>11.394</c:v>
                </c:pt>
                <c:pt idx="698">
                  <c:v>10.039</c:v>
                </c:pt>
                <c:pt idx="699">
                  <c:v>8.647</c:v>
                </c:pt>
                <c:pt idx="700">
                  <c:v>7.223</c:v>
                </c:pt>
                <c:pt idx="701">
                  <c:v>5.774</c:v>
                </c:pt>
                <c:pt idx="702">
                  <c:v>4.306</c:v>
                </c:pt>
                <c:pt idx="703">
                  <c:v>2.826</c:v>
                </c:pt>
                <c:pt idx="704">
                  <c:v>1.339</c:v>
                </c:pt>
                <c:pt idx="705">
                  <c:v>-0.149</c:v>
                </c:pt>
                <c:pt idx="706">
                  <c:v>-1.63</c:v>
                </c:pt>
                <c:pt idx="707">
                  <c:v>-3.1</c:v>
                </c:pt>
                <c:pt idx="708">
                  <c:v>-4.551</c:v>
                </c:pt>
                <c:pt idx="709">
                  <c:v>-5.978</c:v>
                </c:pt>
                <c:pt idx="710">
                  <c:v>-7.376</c:v>
                </c:pt>
                <c:pt idx="711">
                  <c:v>-8.737</c:v>
                </c:pt>
                <c:pt idx="712">
                  <c:v>-10.057</c:v>
                </c:pt>
                <c:pt idx="713">
                  <c:v>-11.331</c:v>
                </c:pt>
                <c:pt idx="714">
                  <c:v>-12.553</c:v>
                </c:pt>
                <c:pt idx="715">
                  <c:v>-13.718</c:v>
                </c:pt>
                <c:pt idx="716">
                  <c:v>-14.821</c:v>
                </c:pt>
                <c:pt idx="717">
                  <c:v>-15.859</c:v>
                </c:pt>
                <c:pt idx="718">
                  <c:v>-16.827</c:v>
                </c:pt>
                <c:pt idx="719">
                  <c:v>-17.721</c:v>
                </c:pt>
                <c:pt idx="720">
                  <c:v>-18.538</c:v>
                </c:pt>
                <c:pt idx="721">
                  <c:v>-19.275</c:v>
                </c:pt>
                <c:pt idx="722">
                  <c:v>-19.929</c:v>
                </c:pt>
                <c:pt idx="723">
                  <c:v>-20.497</c:v>
                </c:pt>
                <c:pt idx="724">
                  <c:v>-20.978</c:v>
                </c:pt>
                <c:pt idx="725">
                  <c:v>-21.369</c:v>
                </c:pt>
                <c:pt idx="726">
                  <c:v>-21.67</c:v>
                </c:pt>
                <c:pt idx="727">
                  <c:v>-21.879</c:v>
                </c:pt>
                <c:pt idx="728">
                  <c:v>-21.996</c:v>
                </c:pt>
                <c:pt idx="729">
                  <c:v>-22.021</c:v>
                </c:pt>
                <c:pt idx="730">
                  <c:v>-21.954</c:v>
                </c:pt>
                <c:pt idx="731">
                  <c:v>-21.795</c:v>
                </c:pt>
                <c:pt idx="732">
                  <c:v>-21.546</c:v>
                </c:pt>
                <c:pt idx="733">
                  <c:v>-21.208</c:v>
                </c:pt>
                <c:pt idx="734">
                  <c:v>-20.782</c:v>
                </c:pt>
                <c:pt idx="735">
                  <c:v>-20.271</c:v>
                </c:pt>
                <c:pt idx="736">
                  <c:v>-19.678</c:v>
                </c:pt>
                <c:pt idx="737">
                  <c:v>-19.004</c:v>
                </c:pt>
                <c:pt idx="738">
                  <c:v>-18.253</c:v>
                </c:pt>
                <c:pt idx="739">
                  <c:v>-17.429</c:v>
                </c:pt>
                <c:pt idx="740">
                  <c:v>-16.535</c:v>
                </c:pt>
                <c:pt idx="741">
                  <c:v>-15.575</c:v>
                </c:pt>
                <c:pt idx="742">
                  <c:v>-14.553</c:v>
                </c:pt>
                <c:pt idx="743">
                  <c:v>-13.475</c:v>
                </c:pt>
                <c:pt idx="744">
                  <c:v>-12.343</c:v>
                </c:pt>
                <c:pt idx="745">
                  <c:v>-11.165</c:v>
                </c:pt>
                <c:pt idx="746">
                  <c:v>-9.943</c:v>
                </c:pt>
                <c:pt idx="747">
                  <c:v>-8.685</c:v>
                </c:pt>
                <c:pt idx="748">
                  <c:v>-7.395</c:v>
                </c:pt>
                <c:pt idx="749">
                  <c:v>-6.078</c:v>
                </c:pt>
                <c:pt idx="750">
                  <c:v>-4.741</c:v>
                </c:pt>
                <c:pt idx="751">
                  <c:v>-3.388</c:v>
                </c:pt>
                <c:pt idx="752">
                  <c:v>-2.027</c:v>
                </c:pt>
                <c:pt idx="753">
                  <c:v>-0.661</c:v>
                </c:pt>
                <c:pt idx="754">
                  <c:v>0.702</c:v>
                </c:pt>
                <c:pt idx="755">
                  <c:v>2.058</c:v>
                </c:pt>
                <c:pt idx="756">
                  <c:v>3.4</c:v>
                </c:pt>
                <c:pt idx="757">
                  <c:v>4.723</c:v>
                </c:pt>
                <c:pt idx="758">
                  <c:v>6.022</c:v>
                </c:pt>
                <c:pt idx="759">
                  <c:v>7.291</c:v>
                </c:pt>
                <c:pt idx="760">
                  <c:v>8.525</c:v>
                </c:pt>
                <c:pt idx="761">
                  <c:v>9.72</c:v>
                </c:pt>
                <c:pt idx="762">
                  <c:v>10.869</c:v>
                </c:pt>
                <c:pt idx="763">
                  <c:v>11.969</c:v>
                </c:pt>
                <c:pt idx="764">
                  <c:v>13.015</c:v>
                </c:pt>
                <c:pt idx="765">
                  <c:v>14.003</c:v>
                </c:pt>
                <c:pt idx="766">
                  <c:v>14.929</c:v>
                </c:pt>
                <c:pt idx="767">
                  <c:v>15.79</c:v>
                </c:pt>
                <c:pt idx="768">
                  <c:v>16.581</c:v>
                </c:pt>
                <c:pt idx="769">
                  <c:v>17.301</c:v>
                </c:pt>
                <c:pt idx="770">
                  <c:v>17.946</c:v>
                </c:pt>
                <c:pt idx="771">
                  <c:v>18.513</c:v>
                </c:pt>
                <c:pt idx="772">
                  <c:v>19.001</c:v>
                </c:pt>
                <c:pt idx="773">
                  <c:v>19.408</c:v>
                </c:pt>
                <c:pt idx="774">
                  <c:v>19.733</c:v>
                </c:pt>
                <c:pt idx="775">
                  <c:v>19.974</c:v>
                </c:pt>
                <c:pt idx="776">
                  <c:v>20.131</c:v>
                </c:pt>
                <c:pt idx="777">
                  <c:v>20.203</c:v>
                </c:pt>
                <c:pt idx="778">
                  <c:v>20.191</c:v>
                </c:pt>
                <c:pt idx="779">
                  <c:v>20.094</c:v>
                </c:pt>
                <c:pt idx="780">
                  <c:v>19.914</c:v>
                </c:pt>
                <c:pt idx="781">
                  <c:v>19.651</c:v>
                </c:pt>
                <c:pt idx="782">
                  <c:v>19.308</c:v>
                </c:pt>
                <c:pt idx="783">
                  <c:v>18.884</c:v>
                </c:pt>
                <c:pt idx="784">
                  <c:v>18.384</c:v>
                </c:pt>
                <c:pt idx="785">
                  <c:v>17.808</c:v>
                </c:pt>
                <c:pt idx="786">
                  <c:v>17.16</c:v>
                </c:pt>
                <c:pt idx="787">
                  <c:v>16.443</c:v>
                </c:pt>
                <c:pt idx="788">
                  <c:v>15.66</c:v>
                </c:pt>
                <c:pt idx="789">
                  <c:v>14.814</c:v>
                </c:pt>
                <c:pt idx="790">
                  <c:v>13.909</c:v>
                </c:pt>
                <c:pt idx="791">
                  <c:v>12.949</c:v>
                </c:pt>
                <c:pt idx="792">
                  <c:v>11.939</c:v>
                </c:pt>
                <c:pt idx="793">
                  <c:v>10.882</c:v>
                </c:pt>
                <c:pt idx="794">
                  <c:v>9.784</c:v>
                </c:pt>
                <c:pt idx="795">
                  <c:v>8.648</c:v>
                </c:pt>
                <c:pt idx="796">
                  <c:v>7.481</c:v>
                </c:pt>
                <c:pt idx="797">
                  <c:v>6.286</c:v>
                </c:pt>
                <c:pt idx="798">
                  <c:v>5.069</c:v>
                </c:pt>
                <c:pt idx="799">
                  <c:v>3.836</c:v>
                </c:pt>
                <c:pt idx="800">
                  <c:v>2.591</c:v>
                </c:pt>
                <c:pt idx="801">
                  <c:v>1.339</c:v>
                </c:pt>
                <c:pt idx="802">
                  <c:v>0.087</c:v>
                </c:pt>
                <c:pt idx="803">
                  <c:v>-1.162</c:v>
                </c:pt>
                <c:pt idx="804">
                  <c:v>-2.402</c:v>
                </c:pt>
                <c:pt idx="805">
                  <c:v>-3.627</c:v>
                </c:pt>
                <c:pt idx="806">
                  <c:v>-4.832</c:v>
                </c:pt>
                <c:pt idx="807">
                  <c:v>-6.013</c:v>
                </c:pt>
                <c:pt idx="808">
                  <c:v>-7.165</c:v>
                </c:pt>
                <c:pt idx="809">
                  <c:v>-8.283</c:v>
                </c:pt>
                <c:pt idx="810">
                  <c:v>-9.362</c:v>
                </c:pt>
                <c:pt idx="811">
                  <c:v>-10.398</c:v>
                </c:pt>
                <c:pt idx="812">
                  <c:v>-11.388</c:v>
                </c:pt>
                <c:pt idx="813">
                  <c:v>-12.326</c:v>
                </c:pt>
                <c:pt idx="814">
                  <c:v>-13.209</c:v>
                </c:pt>
                <c:pt idx="815">
                  <c:v>-14.035</c:v>
                </c:pt>
                <c:pt idx="816">
                  <c:v>-14.798</c:v>
                </c:pt>
                <c:pt idx="817">
                  <c:v>-15.497</c:v>
                </c:pt>
                <c:pt idx="818">
                  <c:v>-16.129</c:v>
                </c:pt>
                <c:pt idx="819">
                  <c:v>-16.692</c:v>
                </c:pt>
                <c:pt idx="820">
                  <c:v>-17.183</c:v>
                </c:pt>
                <c:pt idx="821">
                  <c:v>-17.6</c:v>
                </c:pt>
                <c:pt idx="822">
                  <c:v>-17.942</c:v>
                </c:pt>
                <c:pt idx="823">
                  <c:v>-18.208</c:v>
                </c:pt>
                <c:pt idx="824">
                  <c:v>-18.398</c:v>
                </c:pt>
                <c:pt idx="825">
                  <c:v>-18.509</c:v>
                </c:pt>
                <c:pt idx="826">
                  <c:v>-18.543</c:v>
                </c:pt>
                <c:pt idx="827">
                  <c:v>-18.5</c:v>
                </c:pt>
                <c:pt idx="828">
                  <c:v>-18.379</c:v>
                </c:pt>
                <c:pt idx="829">
                  <c:v>-18.182</c:v>
                </c:pt>
                <c:pt idx="830">
                  <c:v>-17.91</c:v>
                </c:pt>
                <c:pt idx="831">
                  <c:v>-17.564</c:v>
                </c:pt>
                <c:pt idx="832">
                  <c:v>-17.146</c:v>
                </c:pt>
                <c:pt idx="833">
                  <c:v>-16.658</c:v>
                </c:pt>
                <c:pt idx="834">
                  <c:v>-16.102</c:v>
                </c:pt>
                <c:pt idx="835">
                  <c:v>-15.481</c:v>
                </c:pt>
                <c:pt idx="836">
                  <c:v>-14.797</c:v>
                </c:pt>
                <c:pt idx="837">
                  <c:v>-14.054</c:v>
                </c:pt>
                <c:pt idx="838">
                  <c:v>-13.254</c:v>
                </c:pt>
                <c:pt idx="839">
                  <c:v>-12.403</c:v>
                </c:pt>
                <c:pt idx="840">
                  <c:v>-11.502</c:v>
                </c:pt>
                <c:pt idx="841">
                  <c:v>-10.557</c:v>
                </c:pt>
                <c:pt idx="842">
                  <c:v>-9.571</c:v>
                </c:pt>
                <c:pt idx="843">
                  <c:v>-8.548</c:v>
                </c:pt>
                <c:pt idx="844">
                  <c:v>-7.494</c:v>
                </c:pt>
                <c:pt idx="845">
                  <c:v>-6.412</c:v>
                </c:pt>
                <c:pt idx="846">
                  <c:v>-5.307</c:v>
                </c:pt>
                <c:pt idx="847">
                  <c:v>-4.183</c:v>
                </c:pt>
                <c:pt idx="848">
                  <c:v>-3.046</c:v>
                </c:pt>
                <c:pt idx="849">
                  <c:v>-1.901</c:v>
                </c:pt>
                <c:pt idx="850">
                  <c:v>-0.751</c:v>
                </c:pt>
                <c:pt idx="851">
                  <c:v>0.397</c:v>
                </c:pt>
                <c:pt idx="852">
                  <c:v>1.54</c:v>
                </c:pt>
                <c:pt idx="853">
                  <c:v>2.672</c:v>
                </c:pt>
                <c:pt idx="854">
                  <c:v>3.79</c:v>
                </c:pt>
                <c:pt idx="855">
                  <c:v>4.887</c:v>
                </c:pt>
                <c:pt idx="856">
                  <c:v>5.96</c:v>
                </c:pt>
                <c:pt idx="857">
                  <c:v>7.005</c:v>
                </c:pt>
                <c:pt idx="858">
                  <c:v>8.016</c:v>
                </c:pt>
                <c:pt idx="859">
                  <c:v>8.991</c:v>
                </c:pt>
                <c:pt idx="860">
                  <c:v>9.924</c:v>
                </c:pt>
                <c:pt idx="861">
                  <c:v>10.813</c:v>
                </c:pt>
                <c:pt idx="862">
                  <c:v>11.653</c:v>
                </c:pt>
                <c:pt idx="863">
                  <c:v>12.442</c:v>
                </c:pt>
                <c:pt idx="864">
                  <c:v>13.176</c:v>
                </c:pt>
                <c:pt idx="865">
                  <c:v>13.853</c:v>
                </c:pt>
                <c:pt idx="866">
                  <c:v>14.469</c:v>
                </c:pt>
                <c:pt idx="867">
                  <c:v>15.023</c:v>
                </c:pt>
                <c:pt idx="868">
                  <c:v>15.512</c:v>
                </c:pt>
                <c:pt idx="869">
                  <c:v>15.934</c:v>
                </c:pt>
                <c:pt idx="870">
                  <c:v>16.289</c:v>
                </c:pt>
                <c:pt idx="871">
                  <c:v>16.574</c:v>
                </c:pt>
                <c:pt idx="872">
                  <c:v>16.789</c:v>
                </c:pt>
                <c:pt idx="873">
                  <c:v>16.933</c:v>
                </c:pt>
                <c:pt idx="874">
                  <c:v>17.006</c:v>
                </c:pt>
                <c:pt idx="875">
                  <c:v>17.007</c:v>
                </c:pt>
                <c:pt idx="876">
                  <c:v>16.938</c:v>
                </c:pt>
                <c:pt idx="877">
                  <c:v>16.798</c:v>
                </c:pt>
                <c:pt idx="878">
                  <c:v>16.589</c:v>
                </c:pt>
                <c:pt idx="879">
                  <c:v>16.311</c:v>
                </c:pt>
                <c:pt idx="880">
                  <c:v>15.965</c:v>
                </c:pt>
                <c:pt idx="881">
                  <c:v>15.555</c:v>
                </c:pt>
                <c:pt idx="882">
                  <c:v>15.081</c:v>
                </c:pt>
                <c:pt idx="883">
                  <c:v>14.545</c:v>
                </c:pt>
                <c:pt idx="884">
                  <c:v>13.951</c:v>
                </c:pt>
                <c:pt idx="885">
                  <c:v>13.301</c:v>
                </c:pt>
                <c:pt idx="886">
                  <c:v>12.597</c:v>
                </c:pt>
                <c:pt idx="887">
                  <c:v>11.843</c:v>
                </c:pt>
                <c:pt idx="888">
                  <c:v>11.043</c:v>
                </c:pt>
                <c:pt idx="889">
                  <c:v>10.199</c:v>
                </c:pt>
                <c:pt idx="890">
                  <c:v>9.316</c:v>
                </c:pt>
                <c:pt idx="891">
                  <c:v>8.396</c:v>
                </c:pt>
                <c:pt idx="892">
                  <c:v>7.445</c:v>
                </c:pt>
                <c:pt idx="893">
                  <c:v>6.467</c:v>
                </c:pt>
                <c:pt idx="894">
                  <c:v>5.464</c:v>
                </c:pt>
                <c:pt idx="895">
                  <c:v>4.443</c:v>
                </c:pt>
                <c:pt idx="896">
                  <c:v>3.406</c:v>
                </c:pt>
                <c:pt idx="897">
                  <c:v>2.359</c:v>
                </c:pt>
                <c:pt idx="898">
                  <c:v>1.306</c:v>
                </c:pt>
                <c:pt idx="899">
                  <c:v>0.251</c:v>
                </c:pt>
                <c:pt idx="900">
                  <c:v>-0.801</c:v>
                </c:pt>
                <c:pt idx="901">
                  <c:v>-1.846</c:v>
                </c:pt>
                <c:pt idx="902">
                  <c:v>-2.88</c:v>
                </c:pt>
                <c:pt idx="903">
                  <c:v>-3.898</c:v>
                </c:pt>
                <c:pt idx="904">
                  <c:v>-4.896</c:v>
                </c:pt>
                <c:pt idx="905">
                  <c:v>-5.871</c:v>
                </c:pt>
                <c:pt idx="906">
                  <c:v>-6.817</c:v>
                </c:pt>
                <c:pt idx="907">
                  <c:v>-7.731</c:v>
                </c:pt>
                <c:pt idx="908">
                  <c:v>-8.61</c:v>
                </c:pt>
                <c:pt idx="909">
                  <c:v>-9.45</c:v>
                </c:pt>
                <c:pt idx="910">
                  <c:v>-10.248</c:v>
                </c:pt>
                <c:pt idx="911">
                  <c:v>-11</c:v>
                </c:pt>
                <c:pt idx="912">
                  <c:v>-11.703</c:v>
                </c:pt>
                <c:pt idx="913">
                  <c:v>-12.355</c:v>
                </c:pt>
                <c:pt idx="914">
                  <c:v>-12.953</c:v>
                </c:pt>
                <c:pt idx="915">
                  <c:v>-13.495</c:v>
                </c:pt>
                <c:pt idx="916">
                  <c:v>-13.978</c:v>
                </c:pt>
                <c:pt idx="917">
                  <c:v>-14.402</c:v>
                </c:pt>
                <c:pt idx="918">
                  <c:v>-14.764</c:v>
                </c:pt>
                <c:pt idx="919">
                  <c:v>-15.063</c:v>
                </c:pt>
                <c:pt idx="920">
                  <c:v>-15.298</c:v>
                </c:pt>
                <c:pt idx="921">
                  <c:v>-15.468</c:v>
                </c:pt>
                <c:pt idx="922">
                  <c:v>-15.573</c:v>
                </c:pt>
                <c:pt idx="923">
                  <c:v>-15.613</c:v>
                </c:pt>
                <c:pt idx="924">
                  <c:v>-15.587</c:v>
                </c:pt>
                <c:pt idx="925">
                  <c:v>-15.497</c:v>
                </c:pt>
                <c:pt idx="926">
                  <c:v>-15.342</c:v>
                </c:pt>
                <c:pt idx="927">
                  <c:v>-15.123</c:v>
                </c:pt>
                <c:pt idx="928">
                  <c:v>-14.842</c:v>
                </c:pt>
                <c:pt idx="929">
                  <c:v>-14.501</c:v>
                </c:pt>
                <c:pt idx="930">
                  <c:v>-14.099</c:v>
                </c:pt>
                <c:pt idx="931">
                  <c:v>-13.641</c:v>
                </c:pt>
                <c:pt idx="932">
                  <c:v>-13.127</c:v>
                </c:pt>
                <c:pt idx="933">
                  <c:v>-12.56</c:v>
                </c:pt>
                <c:pt idx="934">
                  <c:v>-11.942</c:v>
                </c:pt>
                <c:pt idx="935">
                  <c:v>-11.277</c:v>
                </c:pt>
                <c:pt idx="936">
                  <c:v>-10.567</c:v>
                </c:pt>
                <c:pt idx="937">
                  <c:v>-9.816</c:v>
                </c:pt>
                <c:pt idx="938">
                  <c:v>-9.026</c:v>
                </c:pt>
                <c:pt idx="939">
                  <c:v>-8.201</c:v>
                </c:pt>
                <c:pt idx="940">
                  <c:v>-7.345</c:v>
                </c:pt>
                <c:pt idx="941">
                  <c:v>-6.462</c:v>
                </c:pt>
                <c:pt idx="942">
                  <c:v>-5.554</c:v>
                </c:pt>
                <c:pt idx="943">
                  <c:v>-4.627</c:v>
                </c:pt>
                <c:pt idx="944">
                  <c:v>-3.683</c:v>
                </c:pt>
                <c:pt idx="945">
                  <c:v>-2.728</c:v>
                </c:pt>
                <c:pt idx="946">
                  <c:v>-1.764</c:v>
                </c:pt>
                <c:pt idx="947">
                  <c:v>-0.796</c:v>
                </c:pt>
                <c:pt idx="948">
                  <c:v>0.171</c:v>
                </c:pt>
                <c:pt idx="949">
                  <c:v>1.134</c:v>
                </c:pt>
                <c:pt idx="950">
                  <c:v>2.09</c:v>
                </c:pt>
                <c:pt idx="951">
                  <c:v>3.033</c:v>
                </c:pt>
                <c:pt idx="952">
                  <c:v>3.96</c:v>
                </c:pt>
                <c:pt idx="953">
                  <c:v>4.867</c:v>
                </c:pt>
                <c:pt idx="954">
                  <c:v>5.751</c:v>
                </c:pt>
                <c:pt idx="955">
                  <c:v>6.607</c:v>
                </c:pt>
                <c:pt idx="956">
                  <c:v>7.433</c:v>
                </c:pt>
                <c:pt idx="957">
                  <c:v>8.226</c:v>
                </c:pt>
                <c:pt idx="958">
                  <c:v>8.98</c:v>
                </c:pt>
                <c:pt idx="959">
                  <c:v>9.695</c:v>
                </c:pt>
                <c:pt idx="960">
                  <c:v>10.367</c:v>
                </c:pt>
                <c:pt idx="961">
                  <c:v>10.993</c:v>
                </c:pt>
                <c:pt idx="962">
                  <c:v>11.571</c:v>
                </c:pt>
                <c:pt idx="963">
                  <c:v>12.099</c:v>
                </c:pt>
                <c:pt idx="964">
                  <c:v>12.574</c:v>
                </c:pt>
                <c:pt idx="965">
                  <c:v>12.995</c:v>
                </c:pt>
                <c:pt idx="966">
                  <c:v>13.36</c:v>
                </c:pt>
                <c:pt idx="967">
                  <c:v>13.668</c:v>
                </c:pt>
                <c:pt idx="968">
                  <c:v>13.918</c:v>
                </c:pt>
                <c:pt idx="969">
                  <c:v>14.109</c:v>
                </c:pt>
                <c:pt idx="970">
                  <c:v>14.241</c:v>
                </c:pt>
                <c:pt idx="971">
                  <c:v>14.312</c:v>
                </c:pt>
                <c:pt idx="972">
                  <c:v>14.324</c:v>
                </c:pt>
                <c:pt idx="973">
                  <c:v>14.276</c:v>
                </c:pt>
                <c:pt idx="974">
                  <c:v>14.168</c:v>
                </c:pt>
                <c:pt idx="975">
                  <c:v>14.001</c:v>
                </c:pt>
                <c:pt idx="976">
                  <c:v>13.777</c:v>
                </c:pt>
                <c:pt idx="977">
                  <c:v>13.496</c:v>
                </c:pt>
                <c:pt idx="978">
                  <c:v>13.159</c:v>
                </c:pt>
                <c:pt idx="979">
                  <c:v>12.769</c:v>
                </c:pt>
                <c:pt idx="980">
                  <c:v>12.327</c:v>
                </c:pt>
                <c:pt idx="981">
                  <c:v>11.835</c:v>
                </c:pt>
                <c:pt idx="982">
                  <c:v>11.295</c:v>
                </c:pt>
                <c:pt idx="983">
                  <c:v>10.71</c:v>
                </c:pt>
                <c:pt idx="984">
                  <c:v>10.082</c:v>
                </c:pt>
                <c:pt idx="985">
                  <c:v>9.415</c:v>
                </c:pt>
                <c:pt idx="986">
                  <c:v>8.71</c:v>
                </c:pt>
                <c:pt idx="987">
                  <c:v>7.972</c:v>
                </c:pt>
                <c:pt idx="988">
                  <c:v>7.203</c:v>
                </c:pt>
                <c:pt idx="989">
                  <c:v>6.406</c:v>
                </c:pt>
                <c:pt idx="990">
                  <c:v>5.586</c:v>
                </c:pt>
                <c:pt idx="991">
                  <c:v>4.745</c:v>
                </c:pt>
                <c:pt idx="992">
                  <c:v>3.887</c:v>
                </c:pt>
                <c:pt idx="993">
                  <c:v>3.017</c:v>
                </c:pt>
                <c:pt idx="994">
                  <c:v>2.136</c:v>
                </c:pt>
                <c:pt idx="995">
                  <c:v>1.25</c:v>
                </c:pt>
                <c:pt idx="996">
                  <c:v>0.362</c:v>
                </c:pt>
                <c:pt idx="997">
                  <c:v>-0.525</c:v>
                </c:pt>
                <c:pt idx="998">
                  <c:v>-1.406</c:v>
                </c:pt>
                <c:pt idx="999">
                  <c:v>-2.278</c:v>
                </c:pt>
                <c:pt idx="1000">
                  <c:v>-3.138</c:v>
                </c:pt>
                <c:pt idx="1001">
                  <c:v>-3.982</c:v>
                </c:pt>
                <c:pt idx="1002">
                  <c:v>-4.806</c:v>
                </c:pt>
                <c:pt idx="1003">
                  <c:v>-5.607</c:v>
                </c:pt>
                <c:pt idx="1004">
                  <c:v>-6.381</c:v>
                </c:pt>
                <c:pt idx="1005">
                  <c:v>-7.127</c:v>
                </c:pt>
                <c:pt idx="1006">
                  <c:v>-7.84</c:v>
                </c:pt>
                <c:pt idx="1007">
                  <c:v>-8.518</c:v>
                </c:pt>
                <c:pt idx="1008">
                  <c:v>-9.157</c:v>
                </c:pt>
                <c:pt idx="1009">
                  <c:v>-9.757</c:v>
                </c:pt>
                <c:pt idx="1010">
                  <c:v>-10.313</c:v>
                </c:pt>
                <c:pt idx="1011">
                  <c:v>-10.824</c:v>
                </c:pt>
                <c:pt idx="1012">
                  <c:v>-11.289</c:v>
                </c:pt>
                <c:pt idx="1013">
                  <c:v>-11.704</c:v>
                </c:pt>
                <c:pt idx="1014">
                  <c:v>-12.07</c:v>
                </c:pt>
                <c:pt idx="1015">
                  <c:v>-12.383</c:v>
                </c:pt>
                <c:pt idx="1016">
                  <c:v>-12.644</c:v>
                </c:pt>
                <c:pt idx="1017">
                  <c:v>-12.851</c:v>
                </c:pt>
                <c:pt idx="1018">
                  <c:v>-13.004</c:v>
                </c:pt>
                <c:pt idx="1019">
                  <c:v>-13.101</c:v>
                </c:pt>
                <c:pt idx="1020">
                  <c:v>-13.144</c:v>
                </c:pt>
                <c:pt idx="1021">
                  <c:v>-13.132</c:v>
                </c:pt>
                <c:pt idx="1022">
                  <c:v>-13.065</c:v>
                </c:pt>
                <c:pt idx="1023">
                  <c:v>-12.943</c:v>
                </c:pt>
                <c:pt idx="1024">
                  <c:v>-12.768</c:v>
                </c:pt>
                <c:pt idx="1025">
                  <c:v>-12.541</c:v>
                </c:pt>
                <c:pt idx="1026">
                  <c:v>-12.262</c:v>
                </c:pt>
                <c:pt idx="1027">
                  <c:v>-11.932</c:v>
                </c:pt>
                <c:pt idx="1028">
                  <c:v>-11.554</c:v>
                </c:pt>
                <c:pt idx="1029">
                  <c:v>-11.129</c:v>
                </c:pt>
                <c:pt idx="1030">
                  <c:v>-10.659</c:v>
                </c:pt>
                <c:pt idx="1031">
                  <c:v>-10.146</c:v>
                </c:pt>
                <c:pt idx="1032">
                  <c:v>-9.593</c:v>
                </c:pt>
                <c:pt idx="1033">
                  <c:v>-9.001</c:v>
                </c:pt>
                <c:pt idx="1034">
                  <c:v>-8.374</c:v>
                </c:pt>
                <c:pt idx="1035">
                  <c:v>-7.715</c:v>
                </c:pt>
                <c:pt idx="1036">
                  <c:v>-7.025</c:v>
                </c:pt>
                <c:pt idx="1037">
                  <c:v>-6.308</c:v>
                </c:pt>
                <c:pt idx="1038">
                  <c:v>-5.568</c:v>
                </c:pt>
                <c:pt idx="1039">
                  <c:v>-4.807</c:v>
                </c:pt>
                <c:pt idx="1040">
                  <c:v>-4.029</c:v>
                </c:pt>
                <c:pt idx="1041">
                  <c:v>-3.236</c:v>
                </c:pt>
                <c:pt idx="1042">
                  <c:v>-2.433</c:v>
                </c:pt>
                <c:pt idx="1043">
                  <c:v>-1.623</c:v>
                </c:pt>
                <c:pt idx="1044">
                  <c:v>-0.808</c:v>
                </c:pt>
                <c:pt idx="1045">
                  <c:v>0.006</c:v>
                </c:pt>
                <c:pt idx="1046">
                  <c:v>0.818</c:v>
                </c:pt>
                <c:pt idx="1047">
                  <c:v>1.624</c:v>
                </c:pt>
                <c:pt idx="1048">
                  <c:v>2.42</c:v>
                </c:pt>
                <c:pt idx="1049">
                  <c:v>3.203</c:v>
                </c:pt>
                <c:pt idx="1050">
                  <c:v>3.97</c:v>
                </c:pt>
                <c:pt idx="1051">
                  <c:v>4.718</c:v>
                </c:pt>
                <c:pt idx="1052">
                  <c:v>5.443</c:v>
                </c:pt>
                <c:pt idx="1053">
                  <c:v>6.143</c:v>
                </c:pt>
                <c:pt idx="1054">
                  <c:v>6.815</c:v>
                </c:pt>
                <c:pt idx="1055">
                  <c:v>7.456</c:v>
                </c:pt>
                <c:pt idx="1056">
                  <c:v>8.064</c:v>
                </c:pt>
                <c:pt idx="1057">
                  <c:v>8.636</c:v>
                </c:pt>
                <c:pt idx="1058">
                  <c:v>9.17</c:v>
                </c:pt>
                <c:pt idx="1059">
                  <c:v>9.663</c:v>
                </c:pt>
                <c:pt idx="1060">
                  <c:v>10.115</c:v>
                </c:pt>
                <c:pt idx="1061">
                  <c:v>10.522</c:v>
                </c:pt>
                <c:pt idx="1062">
                  <c:v>10.885</c:v>
                </c:pt>
                <c:pt idx="1063">
                  <c:v>11.2</c:v>
                </c:pt>
                <c:pt idx="1064">
                  <c:v>11.468</c:v>
                </c:pt>
                <c:pt idx="1065">
                  <c:v>11.687</c:v>
                </c:pt>
                <c:pt idx="1066">
                  <c:v>11.856</c:v>
                </c:pt>
                <c:pt idx="1067">
                  <c:v>11.975</c:v>
                </c:pt>
                <c:pt idx="1068">
                  <c:v>12.044</c:v>
                </c:pt>
                <c:pt idx="1069">
                  <c:v>12.063</c:v>
                </c:pt>
                <c:pt idx="1070">
                  <c:v>12.03</c:v>
                </c:pt>
                <c:pt idx="1071">
                  <c:v>11.948</c:v>
                </c:pt>
                <c:pt idx="1072">
                  <c:v>11.816</c:v>
                </c:pt>
                <c:pt idx="1073">
                  <c:v>11.635</c:v>
                </c:pt>
                <c:pt idx="1074">
                  <c:v>11.407</c:v>
                </c:pt>
                <c:pt idx="1075">
                  <c:v>11.131</c:v>
                </c:pt>
                <c:pt idx="1076">
                  <c:v>10.81</c:v>
                </c:pt>
                <c:pt idx="1077">
                  <c:v>10.445</c:v>
                </c:pt>
                <c:pt idx="1078">
                  <c:v>10.038</c:v>
                </c:pt>
                <c:pt idx="1079">
                  <c:v>9.59</c:v>
                </c:pt>
                <c:pt idx="1080">
                  <c:v>9.104</c:v>
                </c:pt>
                <c:pt idx="1081">
                  <c:v>8.581</c:v>
                </c:pt>
                <c:pt idx="1082">
                  <c:v>8.024</c:v>
                </c:pt>
                <c:pt idx="1083">
                  <c:v>7.436</c:v>
                </c:pt>
                <c:pt idx="1084">
                  <c:v>6.819</c:v>
                </c:pt>
                <c:pt idx="1085">
                  <c:v>6.176</c:v>
                </c:pt>
                <c:pt idx="1086">
                  <c:v>5.509</c:v>
                </c:pt>
                <c:pt idx="1087">
                  <c:v>4.821</c:v>
                </c:pt>
                <c:pt idx="1088">
                  <c:v>4.116</c:v>
                </c:pt>
                <c:pt idx="1089">
                  <c:v>3.396</c:v>
                </c:pt>
                <c:pt idx="1090">
                  <c:v>2.665</c:v>
                </c:pt>
                <c:pt idx="1091">
                  <c:v>1.924</c:v>
                </c:pt>
                <c:pt idx="1092">
                  <c:v>1.179</c:v>
                </c:pt>
                <c:pt idx="1093">
                  <c:v>0.431</c:v>
                </c:pt>
                <c:pt idx="1094">
                  <c:v>-0.316</c:v>
                </c:pt>
                <c:pt idx="1095">
                  <c:v>-1.059</c:v>
                </c:pt>
                <c:pt idx="1096">
                  <c:v>-1.795</c:v>
                </c:pt>
                <c:pt idx="1097">
                  <c:v>-2.521</c:v>
                </c:pt>
                <c:pt idx="1098">
                  <c:v>-3.233</c:v>
                </c:pt>
                <c:pt idx="1099">
                  <c:v>-3.93</c:v>
                </c:pt>
                <c:pt idx="1100">
                  <c:v>-4.608</c:v>
                </c:pt>
                <c:pt idx="1101">
                  <c:v>-5.264</c:v>
                </c:pt>
                <c:pt idx="1102">
                  <c:v>-5.896</c:v>
                </c:pt>
                <c:pt idx="1103">
                  <c:v>-6.501</c:v>
                </c:pt>
                <c:pt idx="1104">
                  <c:v>-7.077</c:v>
                </c:pt>
                <c:pt idx="1105">
                  <c:v>-7.622</c:v>
                </c:pt>
                <c:pt idx="1106">
                  <c:v>-8.132</c:v>
                </c:pt>
                <c:pt idx="1107">
                  <c:v>-8.607</c:v>
                </c:pt>
                <c:pt idx="1108">
                  <c:v>-9.044</c:v>
                </c:pt>
                <c:pt idx="1109">
                  <c:v>-9.442</c:v>
                </c:pt>
                <c:pt idx="1110">
                  <c:v>-9.799</c:v>
                </c:pt>
                <c:pt idx="1111">
                  <c:v>-10.113</c:v>
                </c:pt>
                <c:pt idx="1112">
                  <c:v>-10.385</c:v>
                </c:pt>
                <c:pt idx="1113">
                  <c:v>-10.612</c:v>
                </c:pt>
                <c:pt idx="1114">
                  <c:v>-10.794</c:v>
                </c:pt>
                <c:pt idx="1115">
                  <c:v>-10.93</c:v>
                </c:pt>
                <c:pt idx="1116">
                  <c:v>-11.021</c:v>
                </c:pt>
                <c:pt idx="1117">
                  <c:v>-11.064</c:v>
                </c:pt>
                <c:pt idx="1118">
                  <c:v>-11.062</c:v>
                </c:pt>
                <c:pt idx="1119">
                  <c:v>-11.013</c:v>
                </c:pt>
                <c:pt idx="1120">
                  <c:v>-10.919</c:v>
                </c:pt>
                <c:pt idx="1121">
                  <c:v>-10.779</c:v>
                </c:pt>
                <c:pt idx="1122">
                  <c:v>-10.595</c:v>
                </c:pt>
                <c:pt idx="1123">
                  <c:v>-10.367</c:v>
                </c:pt>
                <c:pt idx="1124">
                  <c:v>-10.097</c:v>
                </c:pt>
                <c:pt idx="1125">
                  <c:v>-9.785</c:v>
                </c:pt>
                <c:pt idx="1126">
                  <c:v>-9.434</c:v>
                </c:pt>
                <c:pt idx="1127">
                  <c:v>-9.044</c:v>
                </c:pt>
                <c:pt idx="1128">
                  <c:v>-8.618</c:v>
                </c:pt>
                <c:pt idx="1129">
                  <c:v>-8.158</c:v>
                </c:pt>
                <c:pt idx="1130">
                  <c:v>-7.665</c:v>
                </c:pt>
                <c:pt idx="1131">
                  <c:v>-7.142</c:v>
                </c:pt>
                <c:pt idx="1132">
                  <c:v>-6.591</c:v>
                </c:pt>
                <c:pt idx="1133">
                  <c:v>-6.015</c:v>
                </c:pt>
                <c:pt idx="1134">
                  <c:v>-5.415</c:v>
                </c:pt>
                <c:pt idx="1135">
                  <c:v>-4.795</c:v>
                </c:pt>
                <c:pt idx="1136">
                  <c:v>-4.157</c:v>
                </c:pt>
                <c:pt idx="1137">
                  <c:v>-3.504</c:v>
                </c:pt>
                <c:pt idx="1138">
                  <c:v>-2.839</c:v>
                </c:pt>
                <c:pt idx="1139">
                  <c:v>-2.164</c:v>
                </c:pt>
                <c:pt idx="1140">
                  <c:v>-1.482</c:v>
                </c:pt>
                <c:pt idx="1141">
                  <c:v>-0.797</c:v>
                </c:pt>
                <c:pt idx="1142">
                  <c:v>-0.111</c:v>
                </c:pt>
                <c:pt idx="1143">
                  <c:v>0.574</c:v>
                </c:pt>
                <c:pt idx="1144">
                  <c:v>1.253</c:v>
                </c:pt>
                <c:pt idx="1145">
                  <c:v>1.925</c:v>
                </c:pt>
                <c:pt idx="1146">
                  <c:v>2.586</c:v>
                </c:pt>
                <c:pt idx="1147">
                  <c:v>3.235</c:v>
                </c:pt>
                <c:pt idx="1148">
                  <c:v>3.867</c:v>
                </c:pt>
                <c:pt idx="1149">
                  <c:v>4.481</c:v>
                </c:pt>
                <c:pt idx="1150">
                  <c:v>5.074</c:v>
                </c:pt>
                <c:pt idx="1151">
                  <c:v>5.644</c:v>
                </c:pt>
                <c:pt idx="1152">
                  <c:v>6.189</c:v>
                </c:pt>
                <c:pt idx="1153">
                  <c:v>6.705</c:v>
                </c:pt>
                <c:pt idx="1154">
                  <c:v>7.192</c:v>
                </c:pt>
                <c:pt idx="1155">
                  <c:v>7.647</c:v>
                </c:pt>
                <c:pt idx="1156">
                  <c:v>8.068</c:v>
                </c:pt>
                <c:pt idx="1157">
                  <c:v>8.455</c:v>
                </c:pt>
                <c:pt idx="1158">
                  <c:v>8.804</c:v>
                </c:pt>
                <c:pt idx="1159">
                  <c:v>9.116</c:v>
                </c:pt>
                <c:pt idx="1160">
                  <c:v>9.388</c:v>
                </c:pt>
                <c:pt idx="1161">
                  <c:v>9.621</c:v>
                </c:pt>
                <c:pt idx="1162">
                  <c:v>9.812</c:v>
                </c:pt>
                <c:pt idx="1163">
                  <c:v>9.962</c:v>
                </c:pt>
                <c:pt idx="1164">
                  <c:v>10.069</c:v>
                </c:pt>
                <c:pt idx="1165">
                  <c:v>10.134</c:v>
                </c:pt>
                <c:pt idx="1166">
                  <c:v>10.157</c:v>
                </c:pt>
                <c:pt idx="1167">
                  <c:v>10.137</c:v>
                </c:pt>
                <c:pt idx="1168">
                  <c:v>10.075</c:v>
                </c:pt>
                <c:pt idx="1169">
                  <c:v>9.971</c:v>
                </c:pt>
                <c:pt idx="1170">
                  <c:v>9.825</c:v>
                </c:pt>
                <c:pt idx="1171">
                  <c:v>9.64</c:v>
                </c:pt>
                <c:pt idx="1172">
                  <c:v>9.414</c:v>
                </c:pt>
                <c:pt idx="1173">
                  <c:v>9.15</c:v>
                </c:pt>
                <c:pt idx="1174">
                  <c:v>8.849</c:v>
                </c:pt>
                <c:pt idx="1175">
                  <c:v>8.512</c:v>
                </c:pt>
                <c:pt idx="1176">
                  <c:v>8.141</c:v>
                </c:pt>
                <c:pt idx="1177">
                  <c:v>7.737</c:v>
                </c:pt>
                <c:pt idx="1178">
                  <c:v>7.302</c:v>
                </c:pt>
                <c:pt idx="1179">
                  <c:v>6.838</c:v>
                </c:pt>
                <c:pt idx="1180">
                  <c:v>6.347</c:v>
                </c:pt>
                <c:pt idx="1181">
                  <c:v>5.831</c:v>
                </c:pt>
                <c:pt idx="1182">
                  <c:v>5.293</c:v>
                </c:pt>
                <c:pt idx="1183">
                  <c:v>4.735</c:v>
                </c:pt>
                <c:pt idx="1184">
                  <c:v>4.159</c:v>
                </c:pt>
                <c:pt idx="1185">
                  <c:v>3.567</c:v>
                </c:pt>
                <c:pt idx="1186">
                  <c:v>2.963</c:v>
                </c:pt>
                <c:pt idx="1187">
                  <c:v>2.348</c:v>
                </c:pt>
                <c:pt idx="1188">
                  <c:v>1.726</c:v>
                </c:pt>
                <c:pt idx="1189">
                  <c:v>1.099</c:v>
                </c:pt>
                <c:pt idx="1190">
                  <c:v>0.47</c:v>
                </c:pt>
                <c:pt idx="1191">
                  <c:v>-0.16</c:v>
                </c:pt>
                <c:pt idx="1192">
                  <c:v>-0.786</c:v>
                </c:pt>
                <c:pt idx="1193">
                  <c:v>-1.407</c:v>
                </c:pt>
                <c:pt idx="1194">
                  <c:v>-2.02</c:v>
                </c:pt>
                <c:pt idx="1195">
                  <c:v>-2.622</c:v>
                </c:pt>
                <c:pt idx="1196">
                  <c:v>-3.211</c:v>
                </c:pt>
                <c:pt idx="1197">
                  <c:v>-3.785</c:v>
                </c:pt>
                <c:pt idx="1198">
                  <c:v>-4.34</c:v>
                </c:pt>
                <c:pt idx="1199">
                  <c:v>-4.876</c:v>
                </c:pt>
                <c:pt idx="1200">
                  <c:v>-5.39</c:v>
                </c:pt>
                <c:pt idx="1201">
                  <c:v>-5.879</c:v>
                </c:pt>
                <c:pt idx="1202">
                  <c:v>-6.342</c:v>
                </c:pt>
                <c:pt idx="1203">
                  <c:v>-6.776</c:v>
                </c:pt>
                <c:pt idx="1204">
                  <c:v>-7.181</c:v>
                </c:pt>
                <c:pt idx="1205">
                  <c:v>-7.555</c:v>
                </c:pt>
                <c:pt idx="1206">
                  <c:v>-7.895</c:v>
                </c:pt>
                <c:pt idx="1207">
                  <c:v>-8.202</c:v>
                </c:pt>
                <c:pt idx="1208">
                  <c:v>-8.473</c:v>
                </c:pt>
                <c:pt idx="1209">
                  <c:v>-8.708</c:v>
                </c:pt>
                <c:pt idx="1210">
                  <c:v>-8.905</c:v>
                </c:pt>
                <c:pt idx="1211">
                  <c:v>-9.065</c:v>
                </c:pt>
                <c:pt idx="1212">
                  <c:v>-9.187</c:v>
                </c:pt>
                <c:pt idx="1213">
                  <c:v>-9.269</c:v>
                </c:pt>
                <c:pt idx="1214">
                  <c:v>-9.313</c:v>
                </c:pt>
                <c:pt idx="1215">
                  <c:v>-9.317</c:v>
                </c:pt>
                <c:pt idx="1216">
                  <c:v>-9.283</c:v>
                </c:pt>
                <c:pt idx="1217">
                  <c:v>-9.21</c:v>
                </c:pt>
                <c:pt idx="1218">
                  <c:v>-9.098</c:v>
                </c:pt>
                <c:pt idx="1219">
                  <c:v>-8.949</c:v>
                </c:pt>
                <c:pt idx="1220">
                  <c:v>-8.764</c:v>
                </c:pt>
                <c:pt idx="1221">
                  <c:v>-8.542</c:v>
                </c:pt>
                <c:pt idx="1222">
                  <c:v>-8.286</c:v>
                </c:pt>
                <c:pt idx="1223">
                  <c:v>-7.995</c:v>
                </c:pt>
                <c:pt idx="1224">
                  <c:v>-7.673</c:v>
                </c:pt>
                <c:pt idx="1225">
                  <c:v>-7.319</c:v>
                </c:pt>
                <c:pt idx="1226">
                  <c:v>-6.937</c:v>
                </c:pt>
                <c:pt idx="1227">
                  <c:v>-6.526</c:v>
                </c:pt>
                <c:pt idx="1228">
                  <c:v>-6.09</c:v>
                </c:pt>
                <c:pt idx="1229">
                  <c:v>-5.63</c:v>
                </c:pt>
                <c:pt idx="1230">
                  <c:v>-5.148</c:v>
                </c:pt>
                <c:pt idx="1231">
                  <c:v>-4.646</c:v>
                </c:pt>
                <c:pt idx="1232">
                  <c:v>-4.127</c:v>
                </c:pt>
                <c:pt idx="1233">
                  <c:v>-3.592</c:v>
                </c:pt>
                <c:pt idx="1234">
                  <c:v>-3.044</c:v>
                </c:pt>
                <c:pt idx="1235">
                  <c:v>-2.486</c:v>
                </c:pt>
                <c:pt idx="1236">
                  <c:v>-1.918</c:v>
                </c:pt>
                <c:pt idx="1237">
                  <c:v>-1.345</c:v>
                </c:pt>
                <c:pt idx="1238">
                  <c:v>-0.769</c:v>
                </c:pt>
                <c:pt idx="1239">
                  <c:v>-0.191</c:v>
                </c:pt>
                <c:pt idx="1240">
                  <c:v>0.386</c:v>
                </c:pt>
                <c:pt idx="1241">
                  <c:v>0.959</c:v>
                </c:pt>
                <c:pt idx="1242">
                  <c:v>1.526</c:v>
                </c:pt>
                <c:pt idx="1243">
                  <c:v>2.084</c:v>
                </c:pt>
                <c:pt idx="1244">
                  <c:v>2.632</c:v>
                </c:pt>
                <c:pt idx="1245">
                  <c:v>3.167</c:v>
                </c:pt>
                <c:pt idx="1246">
                  <c:v>3.687</c:v>
                </c:pt>
                <c:pt idx="1247">
                  <c:v>4.189</c:v>
                </c:pt>
                <c:pt idx="1248">
                  <c:v>4.673</c:v>
                </c:pt>
                <c:pt idx="1249">
                  <c:v>5.135</c:v>
                </c:pt>
                <c:pt idx="1250">
                  <c:v>5.574</c:v>
                </c:pt>
                <c:pt idx="1251">
                  <c:v>5.988</c:v>
                </c:pt>
                <c:pt idx="1252">
                  <c:v>6.376</c:v>
                </c:pt>
                <c:pt idx="1253">
                  <c:v>6.736</c:v>
                </c:pt>
                <c:pt idx="1254">
                  <c:v>7.066</c:v>
                </c:pt>
                <c:pt idx="1255">
                  <c:v>7.366</c:v>
                </c:pt>
                <c:pt idx="1256">
                  <c:v>7.633</c:v>
                </c:pt>
                <c:pt idx="1257">
                  <c:v>7.868</c:v>
                </c:pt>
                <c:pt idx="1258">
                  <c:v>8.07</c:v>
                </c:pt>
                <c:pt idx="1259">
                  <c:v>8.237</c:v>
                </c:pt>
                <c:pt idx="1260">
                  <c:v>8.369</c:v>
                </c:pt>
                <c:pt idx="1261">
                  <c:v>8.465</c:v>
                </c:pt>
                <c:pt idx="1262">
                  <c:v>8.526</c:v>
                </c:pt>
                <c:pt idx="1263">
                  <c:v>8.551</c:v>
                </c:pt>
                <c:pt idx="1264">
                  <c:v>8.541</c:v>
                </c:pt>
                <c:pt idx="1265">
                  <c:v>8.494</c:v>
                </c:pt>
                <c:pt idx="1266">
                  <c:v>8.413</c:v>
                </c:pt>
                <c:pt idx="1267">
                  <c:v>8.296</c:v>
                </c:pt>
                <c:pt idx="1268">
                  <c:v>8.145</c:v>
                </c:pt>
                <c:pt idx="1269">
                  <c:v>7.961</c:v>
                </c:pt>
                <c:pt idx="1270">
                  <c:v>7.744</c:v>
                </c:pt>
                <c:pt idx="1271">
                  <c:v>7.496</c:v>
                </c:pt>
                <c:pt idx="1272">
                  <c:v>7.217</c:v>
                </c:pt>
                <c:pt idx="1273">
                  <c:v>6.909</c:v>
                </c:pt>
                <c:pt idx="1274">
                  <c:v>6.574</c:v>
                </c:pt>
                <c:pt idx="1275">
                  <c:v>6.212</c:v>
                </c:pt>
                <c:pt idx="1276">
                  <c:v>5.825</c:v>
                </c:pt>
                <c:pt idx="1277">
                  <c:v>5.415</c:v>
                </c:pt>
                <c:pt idx="1278">
                  <c:v>4.985</c:v>
                </c:pt>
                <c:pt idx="1279">
                  <c:v>4.535</c:v>
                </c:pt>
                <c:pt idx="1280">
                  <c:v>4.067</c:v>
                </c:pt>
                <c:pt idx="1281">
                  <c:v>3.585</c:v>
                </c:pt>
                <c:pt idx="1282">
                  <c:v>3.089</c:v>
                </c:pt>
                <c:pt idx="1283">
                  <c:v>2.581</c:v>
                </c:pt>
                <c:pt idx="1284">
                  <c:v>2.065</c:v>
                </c:pt>
                <c:pt idx="1285">
                  <c:v>1.542</c:v>
                </c:pt>
                <c:pt idx="1286">
                  <c:v>1.015</c:v>
                </c:pt>
                <c:pt idx="1287">
                  <c:v>0.485</c:v>
                </c:pt>
                <c:pt idx="1288">
                  <c:v>-0.045</c:v>
                </c:pt>
                <c:pt idx="1289">
                  <c:v>-0.573</c:v>
                </c:pt>
                <c:pt idx="1290">
                  <c:v>-1.097</c:v>
                </c:pt>
                <c:pt idx="1291">
                  <c:v>-1.614</c:v>
                </c:pt>
                <c:pt idx="1292">
                  <c:v>-2.123</c:v>
                </c:pt>
                <c:pt idx="1293">
                  <c:v>-2.621</c:v>
                </c:pt>
                <c:pt idx="1294">
                  <c:v>-3.106</c:v>
                </c:pt>
                <c:pt idx="1295">
                  <c:v>-3.577</c:v>
                </c:pt>
                <c:pt idx="1296">
                  <c:v>-4.031</c:v>
                </c:pt>
                <c:pt idx="1297">
                  <c:v>-4.466</c:v>
                </c:pt>
                <c:pt idx="1298">
                  <c:v>-4.882</c:v>
                </c:pt>
                <c:pt idx="1299">
                  <c:v>-5.275</c:v>
                </c:pt>
                <c:pt idx="1300">
                  <c:v>-5.645</c:v>
                </c:pt>
                <c:pt idx="1301">
                  <c:v>-5.991</c:v>
                </c:pt>
                <c:pt idx="1302">
                  <c:v>-6.31</c:v>
                </c:pt>
                <c:pt idx="1303">
                  <c:v>-6.601</c:v>
                </c:pt>
                <c:pt idx="1304">
                  <c:v>-6.864</c:v>
                </c:pt>
                <c:pt idx="1305">
                  <c:v>-7.098</c:v>
                </c:pt>
                <c:pt idx="1306">
                  <c:v>-7.301</c:v>
                </c:pt>
                <c:pt idx="1307">
                  <c:v>-7.472</c:v>
                </c:pt>
                <c:pt idx="1308">
                  <c:v>-7.612</c:v>
                </c:pt>
                <c:pt idx="1309">
                  <c:v>-7.72</c:v>
                </c:pt>
                <c:pt idx="1310">
                  <c:v>-7.795</c:v>
                </c:pt>
                <c:pt idx="1311">
                  <c:v>-7.837</c:v>
                </c:pt>
                <c:pt idx="1312">
                  <c:v>-7.847</c:v>
                </c:pt>
                <c:pt idx="1313">
                  <c:v>-7.823</c:v>
                </c:pt>
                <c:pt idx="1314">
                  <c:v>-7.767</c:v>
                </c:pt>
                <c:pt idx="1315">
                  <c:v>-7.679</c:v>
                </c:pt>
                <c:pt idx="1316">
                  <c:v>-7.559</c:v>
                </c:pt>
                <c:pt idx="1317">
                  <c:v>-7.408</c:v>
                </c:pt>
                <c:pt idx="1318">
                  <c:v>-7.226</c:v>
                </c:pt>
                <c:pt idx="1319">
                  <c:v>-7.015</c:v>
                </c:pt>
                <c:pt idx="1320">
                  <c:v>-6.775</c:v>
                </c:pt>
                <c:pt idx="1321">
                  <c:v>-6.508</c:v>
                </c:pt>
                <c:pt idx="1322">
                  <c:v>-6.215</c:v>
                </c:pt>
                <c:pt idx="1323">
                  <c:v>-5.897</c:v>
                </c:pt>
                <c:pt idx="1324">
                  <c:v>-5.555</c:v>
                </c:pt>
                <c:pt idx="1325">
                  <c:v>-5.191</c:v>
                </c:pt>
                <c:pt idx="1326">
                  <c:v>-4.807</c:v>
                </c:pt>
                <c:pt idx="1327">
                  <c:v>-4.404</c:v>
                </c:pt>
                <c:pt idx="1328">
                  <c:v>-3.985</c:v>
                </c:pt>
                <c:pt idx="1329">
                  <c:v>-3.55</c:v>
                </c:pt>
                <c:pt idx="1330">
                  <c:v>-3.101</c:v>
                </c:pt>
                <c:pt idx="1331">
                  <c:v>-2.642</c:v>
                </c:pt>
                <c:pt idx="1332">
                  <c:v>-2.173</c:v>
                </c:pt>
                <c:pt idx="1333">
                  <c:v>-1.697</c:v>
                </c:pt>
                <c:pt idx="1334">
                  <c:v>-1.215</c:v>
                </c:pt>
                <c:pt idx="1335">
                  <c:v>-0.73</c:v>
                </c:pt>
                <c:pt idx="1336">
                  <c:v>-0.243</c:v>
                </c:pt>
                <c:pt idx="1337">
                  <c:v>0.243</c:v>
                </c:pt>
                <c:pt idx="1338">
                  <c:v>0.726</c:v>
                </c:pt>
                <c:pt idx="1339">
                  <c:v>1.204</c:v>
                </c:pt>
                <c:pt idx="1340">
                  <c:v>1.676</c:v>
                </c:pt>
                <c:pt idx="1341">
                  <c:v>2.139</c:v>
                </c:pt>
                <c:pt idx="1342">
                  <c:v>2.591</c:v>
                </c:pt>
                <c:pt idx="1343">
                  <c:v>3.031</c:v>
                </c:pt>
                <c:pt idx="1344">
                  <c:v>3.457</c:v>
                </c:pt>
                <c:pt idx="1345">
                  <c:v>3.867</c:v>
                </c:pt>
                <c:pt idx="1346">
                  <c:v>4.259</c:v>
                </c:pt>
                <c:pt idx="1347">
                  <c:v>4.632</c:v>
                </c:pt>
                <c:pt idx="1348">
                  <c:v>4.984</c:v>
                </c:pt>
                <c:pt idx="1349">
                  <c:v>5.315</c:v>
                </c:pt>
                <c:pt idx="1350">
                  <c:v>5.622</c:v>
                </c:pt>
                <c:pt idx="1351">
                  <c:v>5.904</c:v>
                </c:pt>
                <c:pt idx="1352">
                  <c:v>6.161</c:v>
                </c:pt>
                <c:pt idx="1353">
                  <c:v>6.391</c:v>
                </c:pt>
                <c:pt idx="1354">
                  <c:v>6.594</c:v>
                </c:pt>
                <c:pt idx="1355">
                  <c:v>6.768</c:v>
                </c:pt>
                <c:pt idx="1356">
                  <c:v>6.914</c:v>
                </c:pt>
                <c:pt idx="1357">
                  <c:v>7.03</c:v>
                </c:pt>
                <c:pt idx="1358">
                  <c:v>7.116</c:v>
                </c:pt>
                <c:pt idx="1359">
                  <c:v>7.172</c:v>
                </c:pt>
                <c:pt idx="1360">
                  <c:v>7.199</c:v>
                </c:pt>
                <c:pt idx="1361">
                  <c:v>7.195</c:v>
                </c:pt>
                <c:pt idx="1362">
                  <c:v>7.161</c:v>
                </c:pt>
                <c:pt idx="1363">
                  <c:v>7.097</c:v>
                </c:pt>
                <c:pt idx="1364">
                  <c:v>7.004</c:v>
                </c:pt>
                <c:pt idx="1365">
                  <c:v>6.882</c:v>
                </c:pt>
                <c:pt idx="1366">
                  <c:v>6.731</c:v>
                </c:pt>
                <c:pt idx="1367">
                  <c:v>6.553</c:v>
                </c:pt>
                <c:pt idx="1368">
                  <c:v>6.349</c:v>
                </c:pt>
                <c:pt idx="1369">
                  <c:v>6.118</c:v>
                </c:pt>
                <c:pt idx="1370">
                  <c:v>5.863</c:v>
                </c:pt>
                <c:pt idx="1371">
                  <c:v>5.584</c:v>
                </c:pt>
                <c:pt idx="1372">
                  <c:v>5.283</c:v>
                </c:pt>
                <c:pt idx="1373">
                  <c:v>4.961</c:v>
                </c:pt>
                <c:pt idx="1374">
                  <c:v>4.619</c:v>
                </c:pt>
                <c:pt idx="1375">
                  <c:v>4.26</c:v>
                </c:pt>
                <c:pt idx="1376">
                  <c:v>3.883</c:v>
                </c:pt>
                <c:pt idx="1377">
                  <c:v>3.492</c:v>
                </c:pt>
                <c:pt idx="1378">
                  <c:v>3.088</c:v>
                </c:pt>
                <c:pt idx="1379">
                  <c:v>2.672</c:v>
                </c:pt>
                <c:pt idx="1380">
                  <c:v>2.246</c:v>
                </c:pt>
                <c:pt idx="1381">
                  <c:v>1.813</c:v>
                </c:pt>
                <c:pt idx="1382">
                  <c:v>1.374</c:v>
                </c:pt>
                <c:pt idx="1383">
                  <c:v>0.93</c:v>
                </c:pt>
                <c:pt idx="1384">
                  <c:v>0.484</c:v>
                </c:pt>
                <c:pt idx="1385">
                  <c:v>0.038</c:v>
                </c:pt>
                <c:pt idx="1386">
                  <c:v>-0.407</c:v>
                </c:pt>
                <c:pt idx="1387">
                  <c:v>-0.849</c:v>
                </c:pt>
                <c:pt idx="1388">
                  <c:v>-1.286</c:v>
                </c:pt>
                <c:pt idx="1389">
                  <c:v>-1.715</c:v>
                </c:pt>
                <c:pt idx="1390">
                  <c:v>-2.136</c:v>
                </c:pt>
                <c:pt idx="1391">
                  <c:v>-2.547</c:v>
                </c:pt>
                <c:pt idx="1392">
                  <c:v>-2.945</c:v>
                </c:pt>
                <c:pt idx="1393">
                  <c:v>-3.33</c:v>
                </c:pt>
                <c:pt idx="1394">
                  <c:v>-3.7</c:v>
                </c:pt>
                <c:pt idx="1395">
                  <c:v>-4.052</c:v>
                </c:pt>
                <c:pt idx="1396">
                  <c:v>-4.387</c:v>
                </c:pt>
                <c:pt idx="1397">
                  <c:v>-4.702</c:v>
                </c:pt>
                <c:pt idx="1398">
                  <c:v>-4.996</c:v>
                </c:pt>
                <c:pt idx="1399">
                  <c:v>-5.269</c:v>
                </c:pt>
                <c:pt idx="1400">
                  <c:v>-5.518</c:v>
                </c:pt>
                <c:pt idx="1401">
                  <c:v>-5.744</c:v>
                </c:pt>
                <c:pt idx="1402">
                  <c:v>-5.945</c:v>
                </c:pt>
                <c:pt idx="1403">
                  <c:v>-6.12</c:v>
                </c:pt>
                <c:pt idx="1404">
                  <c:v>-6.269</c:v>
                </c:pt>
                <c:pt idx="1405">
                  <c:v>-6.391</c:v>
                </c:pt>
                <c:pt idx="1406">
                  <c:v>-6.487</c:v>
                </c:pt>
                <c:pt idx="1407">
                  <c:v>-6.555</c:v>
                </c:pt>
                <c:pt idx="1408">
                  <c:v>-6.595</c:v>
                </c:pt>
                <c:pt idx="1409">
                  <c:v>-6.607</c:v>
                </c:pt>
                <c:pt idx="1410">
                  <c:v>-6.592</c:v>
                </c:pt>
                <c:pt idx="1411">
                  <c:v>-6.55</c:v>
                </c:pt>
                <c:pt idx="1412">
                  <c:v>-6.48</c:v>
                </c:pt>
                <c:pt idx="1413">
                  <c:v>-6.383</c:v>
                </c:pt>
                <c:pt idx="1414">
                  <c:v>-6.26</c:v>
                </c:pt>
                <c:pt idx="1415">
                  <c:v>-6.112</c:v>
                </c:pt>
                <c:pt idx="1416">
                  <c:v>-5.938</c:v>
                </c:pt>
                <c:pt idx="1417">
                  <c:v>-5.741</c:v>
                </c:pt>
                <c:pt idx="1418">
                  <c:v>-5.519</c:v>
                </c:pt>
                <c:pt idx="1419">
                  <c:v>-5.276</c:v>
                </c:pt>
                <c:pt idx="1420">
                  <c:v>-5.012</c:v>
                </c:pt>
                <c:pt idx="1421">
                  <c:v>-4.727</c:v>
                </c:pt>
                <c:pt idx="1422">
                  <c:v>-4.424</c:v>
                </c:pt>
                <c:pt idx="1423">
                  <c:v>-4.103</c:v>
                </c:pt>
                <c:pt idx="1424">
                  <c:v>-3.767</c:v>
                </c:pt>
                <c:pt idx="1425">
                  <c:v>-3.416</c:v>
                </c:pt>
                <c:pt idx="1426">
                  <c:v>-3.052</c:v>
                </c:pt>
                <c:pt idx="1427">
                  <c:v>-2.676</c:v>
                </c:pt>
                <c:pt idx="1428">
                  <c:v>-2.291</c:v>
                </c:pt>
                <c:pt idx="1429">
                  <c:v>-1.897</c:v>
                </c:pt>
                <c:pt idx="1430">
                  <c:v>-1.497</c:v>
                </c:pt>
                <c:pt idx="1431">
                  <c:v>-1.092</c:v>
                </c:pt>
                <c:pt idx="1432">
                  <c:v>-0.683</c:v>
                </c:pt>
                <c:pt idx="1433">
                  <c:v>-0.274</c:v>
                </c:pt>
                <c:pt idx="1434">
                  <c:v>0.135</c:v>
                </c:pt>
                <c:pt idx="1435">
                  <c:v>0.543</c:v>
                </c:pt>
                <c:pt idx="1436">
                  <c:v>0.946</c:v>
                </c:pt>
                <c:pt idx="1437">
                  <c:v>1.344</c:v>
                </c:pt>
                <c:pt idx="1438">
                  <c:v>1.735</c:v>
                </c:pt>
                <c:pt idx="1439">
                  <c:v>2.118</c:v>
                </c:pt>
                <c:pt idx="1440">
                  <c:v>2.49</c:v>
                </c:pt>
                <c:pt idx="1441">
                  <c:v>2.851</c:v>
                </c:pt>
                <c:pt idx="1442">
                  <c:v>3.198</c:v>
                </c:pt>
                <c:pt idx="1443">
                  <c:v>3.531</c:v>
                </c:pt>
                <c:pt idx="1444">
                  <c:v>3.848</c:v>
                </c:pt>
                <c:pt idx="1445">
                  <c:v>4.148</c:v>
                </c:pt>
                <c:pt idx="1446">
                  <c:v>4.429</c:v>
                </c:pt>
                <c:pt idx="1447">
                  <c:v>4.691</c:v>
                </c:pt>
                <c:pt idx="1448">
                  <c:v>4.932</c:v>
                </c:pt>
                <c:pt idx="1449">
                  <c:v>5.152</c:v>
                </c:pt>
                <c:pt idx="1450">
                  <c:v>5.35</c:v>
                </c:pt>
                <c:pt idx="1451">
                  <c:v>5.525</c:v>
                </c:pt>
                <c:pt idx="1452">
                  <c:v>5.675</c:v>
                </c:pt>
                <c:pt idx="1453">
                  <c:v>5.802</c:v>
                </c:pt>
                <c:pt idx="1454">
                  <c:v>5.904</c:v>
                </c:pt>
                <c:pt idx="1455">
                  <c:v>5.981</c:v>
                </c:pt>
                <c:pt idx="1456">
                  <c:v>6.033</c:v>
                </c:pt>
                <c:pt idx="1457">
                  <c:v>6.059</c:v>
                </c:pt>
                <c:pt idx="1458">
                  <c:v>6.06</c:v>
                </c:pt>
                <c:pt idx="1459">
                  <c:v>6.036</c:v>
                </c:pt>
                <c:pt idx="1460">
                  <c:v>5.986</c:v>
                </c:pt>
                <c:pt idx="1461">
                  <c:v>5.912</c:v>
                </c:pt>
                <c:pt idx="1462">
                  <c:v>5.813</c:v>
                </c:pt>
                <c:pt idx="1463">
                  <c:v>5.691</c:v>
                </c:pt>
                <c:pt idx="1464">
                  <c:v>5.545</c:v>
                </c:pt>
                <c:pt idx="1465">
                  <c:v>5.376</c:v>
                </c:pt>
                <c:pt idx="1466">
                  <c:v>5.186</c:v>
                </c:pt>
                <c:pt idx="1467">
                  <c:v>4.974</c:v>
                </c:pt>
                <c:pt idx="1468">
                  <c:v>4.743</c:v>
                </c:pt>
                <c:pt idx="1469">
                  <c:v>4.492</c:v>
                </c:pt>
                <c:pt idx="1470">
                  <c:v>4.224</c:v>
                </c:pt>
                <c:pt idx="1471">
                  <c:v>3.939</c:v>
                </c:pt>
                <c:pt idx="1472">
                  <c:v>3.639</c:v>
                </c:pt>
                <c:pt idx="1473">
                  <c:v>3.324</c:v>
                </c:pt>
                <c:pt idx="1474">
                  <c:v>2.997</c:v>
                </c:pt>
                <c:pt idx="1475">
                  <c:v>2.658</c:v>
                </c:pt>
                <c:pt idx="1476">
                  <c:v>2.31</c:v>
                </c:pt>
                <c:pt idx="1477">
                  <c:v>1.953</c:v>
                </c:pt>
                <c:pt idx="1478">
                  <c:v>1.589</c:v>
                </c:pt>
                <c:pt idx="1479">
                  <c:v>1.219</c:v>
                </c:pt>
                <c:pt idx="1480">
                  <c:v>0.846</c:v>
                </c:pt>
                <c:pt idx="1481">
                  <c:v>0.471</c:v>
                </c:pt>
                <c:pt idx="1482">
                  <c:v>0.095</c:v>
                </c:pt>
                <c:pt idx="1483">
                  <c:v>-0.28</c:v>
                </c:pt>
                <c:pt idx="1484">
                  <c:v>-0.652</c:v>
                </c:pt>
                <c:pt idx="1485">
                  <c:v>-1.021</c:v>
                </c:pt>
                <c:pt idx="1486">
                  <c:v>-1.383</c:v>
                </c:pt>
                <c:pt idx="1487">
                  <c:v>-1.739</c:v>
                </c:pt>
                <c:pt idx="1488">
                  <c:v>-2.087</c:v>
                </c:pt>
                <c:pt idx="1489">
                  <c:v>-2.424</c:v>
                </c:pt>
                <c:pt idx="1490">
                  <c:v>-2.75</c:v>
                </c:pt>
                <c:pt idx="1491">
                  <c:v>-3.063</c:v>
                </c:pt>
                <c:pt idx="1492">
                  <c:v>-3.363</c:v>
                </c:pt>
                <c:pt idx="1493">
                  <c:v>-3.647</c:v>
                </c:pt>
                <c:pt idx="1494">
                  <c:v>-3.915</c:v>
                </c:pt>
                <c:pt idx="1495">
                  <c:v>-4.166</c:v>
                </c:pt>
                <c:pt idx="1496">
                  <c:v>-4.399</c:v>
                </c:pt>
                <c:pt idx="1497">
                  <c:v>-4.612</c:v>
                </c:pt>
                <c:pt idx="1498">
                  <c:v>-4.806</c:v>
                </c:pt>
                <c:pt idx="1499">
                  <c:v>-4.978</c:v>
                </c:pt>
                <c:pt idx="1500">
                  <c:v>-5.13</c:v>
                </c:pt>
                <c:pt idx="1501">
                  <c:v>-5.259</c:v>
                </c:pt>
                <c:pt idx="1502">
                  <c:v>-5.366</c:v>
                </c:pt>
                <c:pt idx="1503">
                  <c:v>-5.45</c:v>
                </c:pt>
                <c:pt idx="1504">
                  <c:v>-5.511</c:v>
                </c:pt>
                <c:pt idx="1505">
                  <c:v>-5.549</c:v>
                </c:pt>
                <c:pt idx="1506">
                  <c:v>-5.563</c:v>
                </c:pt>
                <c:pt idx="1507">
                  <c:v>-5.554</c:v>
                </c:pt>
                <c:pt idx="1508">
                  <c:v>-5.522</c:v>
                </c:pt>
                <c:pt idx="1509">
                  <c:v>-5.468</c:v>
                </c:pt>
                <c:pt idx="1510">
                  <c:v>-5.39</c:v>
                </c:pt>
                <c:pt idx="1511">
                  <c:v>-5.29</c:v>
                </c:pt>
                <c:pt idx="1512">
                  <c:v>-5.169</c:v>
                </c:pt>
                <c:pt idx="1513">
                  <c:v>-5.026</c:v>
                </c:pt>
                <c:pt idx="1514">
                  <c:v>-4.863</c:v>
                </c:pt>
                <c:pt idx="1515">
                  <c:v>-4.68</c:v>
                </c:pt>
                <c:pt idx="1516">
                  <c:v>-4.478</c:v>
                </c:pt>
                <c:pt idx="1517">
                  <c:v>-4.259</c:v>
                </c:pt>
                <c:pt idx="1518">
                  <c:v>-4.022</c:v>
                </c:pt>
                <c:pt idx="1519">
                  <c:v>-3.769</c:v>
                </c:pt>
                <c:pt idx="1520">
                  <c:v>-3.502</c:v>
                </c:pt>
                <c:pt idx="1521">
                  <c:v>-3.221</c:v>
                </c:pt>
                <c:pt idx="1522">
                  <c:v>-2.927</c:v>
                </c:pt>
                <c:pt idx="1523">
                  <c:v>-2.622</c:v>
                </c:pt>
                <c:pt idx="1524">
                  <c:v>-2.307</c:v>
                </c:pt>
                <c:pt idx="1525">
                  <c:v>-1.984</c:v>
                </c:pt>
                <c:pt idx="1526">
                  <c:v>-1.654</c:v>
                </c:pt>
                <c:pt idx="1527">
                  <c:v>-1.318</c:v>
                </c:pt>
                <c:pt idx="1528">
                  <c:v>-0.977</c:v>
                </c:pt>
                <c:pt idx="1529">
                  <c:v>-0.634</c:v>
                </c:pt>
                <c:pt idx="1530">
                  <c:v>-0.289</c:v>
                </c:pt>
                <c:pt idx="1531">
                  <c:v>0.056</c:v>
                </c:pt>
                <c:pt idx="1532">
                  <c:v>0.399</c:v>
                </c:pt>
                <c:pt idx="1533">
                  <c:v>0.739</c:v>
                </c:pt>
                <c:pt idx="1534">
                  <c:v>1.076</c:v>
                </c:pt>
                <c:pt idx="1535">
                  <c:v>1.406</c:v>
                </c:pt>
                <c:pt idx="1536">
                  <c:v>1.729</c:v>
                </c:pt>
                <c:pt idx="1537">
                  <c:v>2.044</c:v>
                </c:pt>
                <c:pt idx="1538">
                  <c:v>2.35</c:v>
                </c:pt>
                <c:pt idx="1539">
                  <c:v>2.644</c:v>
                </c:pt>
                <c:pt idx="1540">
                  <c:v>2.927</c:v>
                </c:pt>
                <c:pt idx="1541">
                  <c:v>3.196</c:v>
                </c:pt>
                <c:pt idx="1542">
                  <c:v>3.451</c:v>
                </c:pt>
                <c:pt idx="1543">
                  <c:v>3.69</c:v>
                </c:pt>
                <c:pt idx="1544">
                  <c:v>3.914</c:v>
                </c:pt>
                <c:pt idx="1545">
                  <c:v>4.12</c:v>
                </c:pt>
                <c:pt idx="1546">
                  <c:v>4.308</c:v>
                </c:pt>
                <c:pt idx="1547">
                  <c:v>4.478</c:v>
                </c:pt>
                <c:pt idx="1548">
                  <c:v>4.628</c:v>
                </c:pt>
                <c:pt idx="1549">
                  <c:v>4.759</c:v>
                </c:pt>
                <c:pt idx="1550">
                  <c:v>4.869</c:v>
                </c:pt>
                <c:pt idx="1551">
                  <c:v>4.958</c:v>
                </c:pt>
                <c:pt idx="1552">
                  <c:v>5.027</c:v>
                </c:pt>
                <c:pt idx="1553">
                  <c:v>5.074</c:v>
                </c:pt>
                <c:pt idx="1554">
                  <c:v>5.1</c:v>
                </c:pt>
                <c:pt idx="1555">
                  <c:v>5.104</c:v>
                </c:pt>
                <c:pt idx="1556">
                  <c:v>5.087</c:v>
                </c:pt>
                <c:pt idx="1557">
                  <c:v>5.049</c:v>
                </c:pt>
                <c:pt idx="1558">
                  <c:v>4.99</c:v>
                </c:pt>
                <c:pt idx="1559">
                  <c:v>4.91</c:v>
                </c:pt>
                <c:pt idx="1560">
                  <c:v>4.81</c:v>
                </c:pt>
                <c:pt idx="1561">
                  <c:v>4.691</c:v>
                </c:pt>
                <c:pt idx="1562">
                  <c:v>4.552</c:v>
                </c:pt>
                <c:pt idx="1563">
                  <c:v>4.395</c:v>
                </c:pt>
                <c:pt idx="1564">
                  <c:v>4.22</c:v>
                </c:pt>
                <c:pt idx="1565">
                  <c:v>4.028</c:v>
                </c:pt>
                <c:pt idx="1566">
                  <c:v>3.819</c:v>
                </c:pt>
                <c:pt idx="1567">
                  <c:v>3.596</c:v>
                </c:pt>
                <c:pt idx="1568">
                  <c:v>3.358</c:v>
                </c:pt>
                <c:pt idx="1569">
                  <c:v>3.107</c:v>
                </c:pt>
                <c:pt idx="1570">
                  <c:v>2.845</c:v>
                </c:pt>
                <c:pt idx="1571">
                  <c:v>2.571</c:v>
                </c:pt>
                <c:pt idx="1572">
                  <c:v>2.287</c:v>
                </c:pt>
                <c:pt idx="1573">
                  <c:v>1.995</c:v>
                </c:pt>
                <c:pt idx="1574">
                  <c:v>1.695</c:v>
                </c:pt>
                <c:pt idx="1575">
                  <c:v>1.39</c:v>
                </c:pt>
                <c:pt idx="1576">
                  <c:v>1.08</c:v>
                </c:pt>
                <c:pt idx="1577">
                  <c:v>0.766</c:v>
                </c:pt>
                <c:pt idx="1578">
                  <c:v>0.45</c:v>
                </c:pt>
                <c:pt idx="1579">
                  <c:v>0.134</c:v>
                </c:pt>
                <c:pt idx="1580">
                  <c:v>-0.182</c:v>
                </c:pt>
                <c:pt idx="1581">
                  <c:v>-0.496</c:v>
                </c:pt>
                <c:pt idx="1582">
                  <c:v>-0.807</c:v>
                </c:pt>
                <c:pt idx="1583">
                  <c:v>-1.114</c:v>
                </c:pt>
                <c:pt idx="1584">
                  <c:v>-1.414</c:v>
                </c:pt>
                <c:pt idx="1585">
                  <c:v>-1.708</c:v>
                </c:pt>
                <c:pt idx="1586">
                  <c:v>-1.993</c:v>
                </c:pt>
                <c:pt idx="1587">
                  <c:v>-2.27</c:v>
                </c:pt>
                <c:pt idx="1588">
                  <c:v>-2.535</c:v>
                </c:pt>
                <c:pt idx="1589">
                  <c:v>-2.79</c:v>
                </c:pt>
                <c:pt idx="1590">
                  <c:v>-3.031</c:v>
                </c:pt>
                <c:pt idx="1591">
                  <c:v>-3.26</c:v>
                </c:pt>
                <c:pt idx="1592">
                  <c:v>-3.473</c:v>
                </c:pt>
                <c:pt idx="1593">
                  <c:v>-3.672</c:v>
                </c:pt>
                <c:pt idx="1594">
                  <c:v>-3.854</c:v>
                </c:pt>
                <c:pt idx="1595">
                  <c:v>-4.02</c:v>
                </c:pt>
                <c:pt idx="1596">
                  <c:v>-4.168</c:v>
                </c:pt>
                <c:pt idx="1597">
                  <c:v>-4.299</c:v>
                </c:pt>
                <c:pt idx="1598">
                  <c:v>-4.411</c:v>
                </c:pt>
                <c:pt idx="1599">
                  <c:v>-4.504</c:v>
                </c:pt>
                <c:pt idx="1600">
                  <c:v>-4.578</c:v>
                </c:pt>
                <c:pt idx="1601">
                  <c:v>-4.633</c:v>
                </c:pt>
                <c:pt idx="1602">
                  <c:v>-4.668</c:v>
                </c:pt>
                <c:pt idx="1603">
                  <c:v>-4.683</c:v>
                </c:pt>
                <c:pt idx="1604">
                  <c:v>-4.679</c:v>
                </c:pt>
                <c:pt idx="1605">
                  <c:v>-4.656</c:v>
                </c:pt>
                <c:pt idx="1606">
                  <c:v>-4.613</c:v>
                </c:pt>
                <c:pt idx="1607">
                  <c:v>-4.551</c:v>
                </c:pt>
                <c:pt idx="1608">
                  <c:v>-4.47</c:v>
                </c:pt>
                <c:pt idx="1609">
                  <c:v>-4.371</c:v>
                </c:pt>
                <c:pt idx="1610">
                  <c:v>-4.254</c:v>
                </c:pt>
                <c:pt idx="1611">
                  <c:v>-4.119</c:v>
                </c:pt>
                <c:pt idx="1612">
                  <c:v>-3.968</c:v>
                </c:pt>
                <c:pt idx="1613">
                  <c:v>-3.801</c:v>
                </c:pt>
                <c:pt idx="1614">
                  <c:v>-3.618</c:v>
                </c:pt>
                <c:pt idx="1615">
                  <c:v>-3.421</c:v>
                </c:pt>
                <c:pt idx="1616">
                  <c:v>-3.211</c:v>
                </c:pt>
                <c:pt idx="1617">
                  <c:v>-2.987</c:v>
                </c:pt>
                <c:pt idx="1618">
                  <c:v>-2.752</c:v>
                </c:pt>
                <c:pt idx="1619">
                  <c:v>-2.507</c:v>
                </c:pt>
                <c:pt idx="1620">
                  <c:v>-2.252</c:v>
                </c:pt>
                <c:pt idx="1621">
                  <c:v>-1.988</c:v>
                </c:pt>
                <c:pt idx="1622">
                  <c:v>-1.717</c:v>
                </c:pt>
                <c:pt idx="1623">
                  <c:v>-1.44</c:v>
                </c:pt>
                <c:pt idx="1624">
                  <c:v>-1.158</c:v>
                </c:pt>
                <c:pt idx="1625">
                  <c:v>-0.871</c:v>
                </c:pt>
                <c:pt idx="1626">
                  <c:v>-0.583</c:v>
                </c:pt>
                <c:pt idx="1627">
                  <c:v>-0.293</c:v>
                </c:pt>
                <c:pt idx="1628">
                  <c:v>-0.002</c:v>
                </c:pt>
                <c:pt idx="1629">
                  <c:v>0.287</c:v>
                </c:pt>
                <c:pt idx="1630">
                  <c:v>0.574</c:v>
                </c:pt>
                <c:pt idx="1631">
                  <c:v>0.858</c:v>
                </c:pt>
                <c:pt idx="1632">
                  <c:v>1.137</c:v>
                </c:pt>
                <c:pt idx="1633">
                  <c:v>1.41</c:v>
                </c:pt>
                <c:pt idx="1634">
                  <c:v>1.677</c:v>
                </c:pt>
                <c:pt idx="1635">
                  <c:v>1.936</c:v>
                </c:pt>
                <c:pt idx="1636">
                  <c:v>2.185</c:v>
                </c:pt>
                <c:pt idx="1637">
                  <c:v>2.425</c:v>
                </c:pt>
                <c:pt idx="1638">
                  <c:v>2.653</c:v>
                </c:pt>
                <c:pt idx="1639">
                  <c:v>2.87</c:v>
                </c:pt>
                <c:pt idx="1640">
                  <c:v>3.074</c:v>
                </c:pt>
                <c:pt idx="1641">
                  <c:v>3.264</c:v>
                </c:pt>
                <c:pt idx="1642">
                  <c:v>3.441</c:v>
                </c:pt>
                <c:pt idx="1643">
                  <c:v>3.602</c:v>
                </c:pt>
                <c:pt idx="1644">
                  <c:v>3.747</c:v>
                </c:pt>
                <c:pt idx="1645">
                  <c:v>3.877</c:v>
                </c:pt>
                <c:pt idx="1646">
                  <c:v>3.989</c:v>
                </c:pt>
                <c:pt idx="1647">
                  <c:v>4.085</c:v>
                </c:pt>
                <c:pt idx="1648">
                  <c:v>4.163</c:v>
                </c:pt>
                <c:pt idx="1649">
                  <c:v>4.224</c:v>
                </c:pt>
                <c:pt idx="1650">
                  <c:v>4.267</c:v>
                </c:pt>
                <c:pt idx="1651">
                  <c:v>4.291</c:v>
                </c:pt>
                <c:pt idx="1652">
                  <c:v>4.298</c:v>
                </c:pt>
                <c:pt idx="1653">
                  <c:v>4.287</c:v>
                </c:pt>
                <c:pt idx="1654">
                  <c:v>4.258</c:v>
                </c:pt>
                <c:pt idx="1655">
                  <c:v>4.211</c:v>
                </c:pt>
                <c:pt idx="1656">
                  <c:v>4.147</c:v>
                </c:pt>
                <c:pt idx="1657">
                  <c:v>4.066</c:v>
                </c:pt>
                <c:pt idx="1658">
                  <c:v>3.968</c:v>
                </c:pt>
                <c:pt idx="1659">
                  <c:v>3.854</c:v>
                </c:pt>
                <c:pt idx="1660">
                  <c:v>3.724</c:v>
                </c:pt>
                <c:pt idx="1661">
                  <c:v>3.579</c:v>
                </c:pt>
                <c:pt idx="1662">
                  <c:v>3.42</c:v>
                </c:pt>
                <c:pt idx="1663">
                  <c:v>3.246</c:v>
                </c:pt>
                <c:pt idx="1664">
                  <c:v>3.06</c:v>
                </c:pt>
                <c:pt idx="1665">
                  <c:v>2.862</c:v>
                </c:pt>
                <c:pt idx="1666">
                  <c:v>2.653</c:v>
                </c:pt>
                <c:pt idx="1667">
                  <c:v>2.433</c:v>
                </c:pt>
                <c:pt idx="1668">
                  <c:v>2.204</c:v>
                </c:pt>
                <c:pt idx="1669">
                  <c:v>1.967</c:v>
                </c:pt>
                <c:pt idx="1670">
                  <c:v>1.722</c:v>
                </c:pt>
                <c:pt idx="1671">
                  <c:v>1.471</c:v>
                </c:pt>
                <c:pt idx="1672">
                  <c:v>1.214</c:v>
                </c:pt>
                <c:pt idx="1673">
                  <c:v>0.953</c:v>
                </c:pt>
                <c:pt idx="1674">
                  <c:v>0.69</c:v>
                </c:pt>
                <c:pt idx="1675">
                  <c:v>0.424</c:v>
                </c:pt>
                <c:pt idx="1676">
                  <c:v>0.158</c:v>
                </c:pt>
                <c:pt idx="1677">
                  <c:v>-0.108</c:v>
                </c:pt>
                <c:pt idx="1678">
                  <c:v>-0.373</c:v>
                </c:pt>
                <c:pt idx="1679">
                  <c:v>-0.636</c:v>
                </c:pt>
                <c:pt idx="1680">
                  <c:v>-0.894</c:v>
                </c:pt>
                <c:pt idx="1681">
                  <c:v>-1.148</c:v>
                </c:pt>
                <c:pt idx="1682">
                  <c:v>-1.397</c:v>
                </c:pt>
                <c:pt idx="1683">
                  <c:v>-1.638</c:v>
                </c:pt>
                <c:pt idx="1684">
                  <c:v>-1.872</c:v>
                </c:pt>
                <c:pt idx="1685">
                  <c:v>-2.098</c:v>
                </c:pt>
                <c:pt idx="1686">
                  <c:v>-2.313</c:v>
                </c:pt>
                <c:pt idx="1687">
                  <c:v>-2.519</c:v>
                </c:pt>
                <c:pt idx="1688">
                  <c:v>-2.713</c:v>
                </c:pt>
                <c:pt idx="1689">
                  <c:v>-2.895</c:v>
                </c:pt>
                <c:pt idx="1690">
                  <c:v>-3.064</c:v>
                </c:pt>
                <c:pt idx="1691">
                  <c:v>-3.22</c:v>
                </c:pt>
                <c:pt idx="1692">
                  <c:v>-3.362</c:v>
                </c:pt>
                <c:pt idx="1693">
                  <c:v>-3.49</c:v>
                </c:pt>
                <c:pt idx="1694">
                  <c:v>-3.602</c:v>
                </c:pt>
                <c:pt idx="1695">
                  <c:v>-3.699</c:v>
                </c:pt>
                <c:pt idx="1696">
                  <c:v>-3.78</c:v>
                </c:pt>
                <c:pt idx="1697">
                  <c:v>-3.845</c:v>
                </c:pt>
                <c:pt idx="1698">
                  <c:v>-3.894</c:v>
                </c:pt>
                <c:pt idx="1699">
                  <c:v>-3.926</c:v>
                </c:pt>
                <c:pt idx="1700">
                  <c:v>-3.942</c:v>
                </c:pt>
                <c:pt idx="1701">
                  <c:v>-3.942</c:v>
                </c:pt>
                <c:pt idx="1702">
                  <c:v>-3.925</c:v>
                </c:pt>
                <c:pt idx="1703">
                  <c:v>-3.891</c:v>
                </c:pt>
                <c:pt idx="1704">
                  <c:v>-3.842</c:v>
                </c:pt>
                <c:pt idx="1705">
                  <c:v>-3.776</c:v>
                </c:pt>
                <c:pt idx="1706">
                  <c:v>-3.695</c:v>
                </c:pt>
                <c:pt idx="1707">
                  <c:v>-3.599</c:v>
                </c:pt>
                <c:pt idx="1708">
                  <c:v>-3.488</c:v>
                </c:pt>
                <c:pt idx="1709">
                  <c:v>-3.363</c:v>
                </c:pt>
                <c:pt idx="1710">
                  <c:v>-3.225</c:v>
                </c:pt>
                <c:pt idx="1711">
                  <c:v>-3.073</c:v>
                </c:pt>
                <c:pt idx="1712">
                  <c:v>-2.909</c:v>
                </c:pt>
                <c:pt idx="1713">
                  <c:v>-2.734</c:v>
                </c:pt>
                <c:pt idx="1714">
                  <c:v>-2.548</c:v>
                </c:pt>
                <c:pt idx="1715">
                  <c:v>-2.352</c:v>
                </c:pt>
                <c:pt idx="1716">
                  <c:v>-2.146</c:v>
                </c:pt>
                <c:pt idx="1717">
                  <c:v>-1.933</c:v>
                </c:pt>
                <c:pt idx="1718">
                  <c:v>-1.712</c:v>
                </c:pt>
                <c:pt idx="1719">
                  <c:v>-1.485</c:v>
                </c:pt>
                <c:pt idx="1720">
                  <c:v>-1.252</c:v>
                </c:pt>
                <c:pt idx="1721">
                  <c:v>-1.015</c:v>
                </c:pt>
                <c:pt idx="1722">
                  <c:v>-0.775</c:v>
                </c:pt>
                <c:pt idx="1723">
                  <c:v>-0.532</c:v>
                </c:pt>
                <c:pt idx="1724">
                  <c:v>-0.288</c:v>
                </c:pt>
                <c:pt idx="1725">
                  <c:v>-0.043</c:v>
                </c:pt>
                <c:pt idx="1726">
                  <c:v>0.201</c:v>
                </c:pt>
                <c:pt idx="1727">
                  <c:v>0.443</c:v>
                </c:pt>
                <c:pt idx="1728">
                  <c:v>0.682</c:v>
                </c:pt>
                <c:pt idx="1729">
                  <c:v>0.918</c:v>
                </c:pt>
                <c:pt idx="1730">
                  <c:v>1.149</c:v>
                </c:pt>
                <c:pt idx="1731">
                  <c:v>1.375</c:v>
                </c:pt>
                <c:pt idx="1732">
                  <c:v>1.593</c:v>
                </c:pt>
                <c:pt idx="1733">
                  <c:v>1.805</c:v>
                </c:pt>
                <c:pt idx="1734">
                  <c:v>2.008</c:v>
                </c:pt>
                <c:pt idx="1735">
                  <c:v>2.202</c:v>
                </c:pt>
                <c:pt idx="1736">
                  <c:v>2.386</c:v>
                </c:pt>
                <c:pt idx="1737">
                  <c:v>2.56</c:v>
                </c:pt>
                <c:pt idx="1738">
                  <c:v>2.722</c:v>
                </c:pt>
                <c:pt idx="1739">
                  <c:v>2.873</c:v>
                </c:pt>
                <c:pt idx="1740">
                  <c:v>3.011</c:v>
                </c:pt>
                <c:pt idx="1741">
                  <c:v>3.135</c:v>
                </c:pt>
                <c:pt idx="1742">
                  <c:v>3.247</c:v>
                </c:pt>
                <c:pt idx="1743">
                  <c:v>3.344</c:v>
                </c:pt>
                <c:pt idx="1744">
                  <c:v>3.427</c:v>
                </c:pt>
                <c:pt idx="1745">
                  <c:v>3.495</c:v>
                </c:pt>
                <c:pt idx="1746">
                  <c:v>3.549</c:v>
                </c:pt>
                <c:pt idx="1747">
                  <c:v>3.587</c:v>
                </c:pt>
                <c:pt idx="1748">
                  <c:v>3.611</c:v>
                </c:pt>
                <c:pt idx="1749">
                  <c:v>3.619</c:v>
                </c:pt>
                <c:pt idx="1750">
                  <c:v>3.612</c:v>
                </c:pt>
                <c:pt idx="1751">
                  <c:v>3.59</c:v>
                </c:pt>
                <c:pt idx="1752">
                  <c:v>3.553</c:v>
                </c:pt>
                <c:pt idx="1753">
                  <c:v>3.502</c:v>
                </c:pt>
                <c:pt idx="1754">
                  <c:v>3.436</c:v>
                </c:pt>
                <c:pt idx="1755">
                  <c:v>3.356</c:v>
                </c:pt>
                <c:pt idx="1756">
                  <c:v>3.262</c:v>
                </c:pt>
                <c:pt idx="1757">
                  <c:v>3.155</c:v>
                </c:pt>
                <c:pt idx="1758">
                  <c:v>3.035</c:v>
                </c:pt>
                <c:pt idx="1759">
                  <c:v>2.903</c:v>
                </c:pt>
                <c:pt idx="1760">
                  <c:v>2.759</c:v>
                </c:pt>
                <c:pt idx="1761">
                  <c:v>2.604</c:v>
                </c:pt>
                <c:pt idx="1762">
                  <c:v>2.439</c:v>
                </c:pt>
                <c:pt idx="1763">
                  <c:v>2.264</c:v>
                </c:pt>
                <c:pt idx="1764">
                  <c:v>2.081</c:v>
                </c:pt>
                <c:pt idx="1765">
                  <c:v>1.889</c:v>
                </c:pt>
                <c:pt idx="1766">
                  <c:v>1.69</c:v>
                </c:pt>
                <c:pt idx="1767">
                  <c:v>1.485</c:v>
                </c:pt>
                <c:pt idx="1768">
                  <c:v>1.274</c:v>
                </c:pt>
                <c:pt idx="1769">
                  <c:v>1.059</c:v>
                </c:pt>
                <c:pt idx="1770">
                  <c:v>0.84</c:v>
                </c:pt>
                <c:pt idx="1771">
                  <c:v>0.618</c:v>
                </c:pt>
                <c:pt idx="1772">
                  <c:v>0.395</c:v>
                </c:pt>
                <c:pt idx="1773">
                  <c:v>0.171</c:v>
                </c:pt>
                <c:pt idx="1774">
                  <c:v>-0.053</c:v>
                </c:pt>
                <c:pt idx="1775">
                  <c:v>-0.277</c:v>
                </c:pt>
                <c:pt idx="1776">
                  <c:v>-0.498</c:v>
                </c:pt>
                <c:pt idx="1777">
                  <c:v>-0.716</c:v>
                </c:pt>
                <c:pt idx="1778">
                  <c:v>-0.931</c:v>
                </c:pt>
                <c:pt idx="1779">
                  <c:v>-1.141</c:v>
                </c:pt>
                <c:pt idx="1780">
                  <c:v>-1.345</c:v>
                </c:pt>
                <c:pt idx="1781">
                  <c:v>-1.544</c:v>
                </c:pt>
                <c:pt idx="1782">
                  <c:v>-1.735</c:v>
                </c:pt>
                <c:pt idx="1783">
                  <c:v>-1.918</c:v>
                </c:pt>
                <c:pt idx="1784">
                  <c:v>-2.092</c:v>
                </c:pt>
                <c:pt idx="1785">
                  <c:v>-2.257</c:v>
                </c:pt>
                <c:pt idx="1786">
                  <c:v>-2.412</c:v>
                </c:pt>
                <c:pt idx="1787">
                  <c:v>-2.557</c:v>
                </c:pt>
                <c:pt idx="1788">
                  <c:v>-2.69</c:v>
                </c:pt>
                <c:pt idx="1789">
                  <c:v>-2.812</c:v>
                </c:pt>
                <c:pt idx="1790">
                  <c:v>-2.921</c:v>
                </c:pt>
                <c:pt idx="1791">
                  <c:v>-3.018</c:v>
                </c:pt>
                <c:pt idx="1792">
                  <c:v>-3.102</c:v>
                </c:pt>
                <c:pt idx="1793">
                  <c:v>-3.172</c:v>
                </c:pt>
                <c:pt idx="1794">
                  <c:v>-3.229</c:v>
                </c:pt>
                <c:pt idx="1795">
                  <c:v>-3.273</c:v>
                </c:pt>
                <c:pt idx="1796">
                  <c:v>-3.302</c:v>
                </c:pt>
                <c:pt idx="1797">
                  <c:v>-3.318</c:v>
                </c:pt>
                <c:pt idx="1798">
                  <c:v>-3.32</c:v>
                </c:pt>
                <c:pt idx="1799">
                  <c:v>-3.308</c:v>
                </c:pt>
                <c:pt idx="1800">
                  <c:v>-3.282</c:v>
                </c:pt>
                <c:pt idx="1801">
                  <c:v>-3.243</c:v>
                </c:pt>
                <c:pt idx="1802">
                  <c:v>-3.19</c:v>
                </c:pt>
                <c:pt idx="1803">
                  <c:v>-3.124</c:v>
                </c:pt>
                <c:pt idx="1804">
                  <c:v>-3.045</c:v>
                </c:pt>
                <c:pt idx="1805">
                  <c:v>-2.954</c:v>
                </c:pt>
                <c:pt idx="1806">
                  <c:v>-2.851</c:v>
                </c:pt>
                <c:pt idx="1807">
                  <c:v>-2.736</c:v>
                </c:pt>
                <c:pt idx="1808">
                  <c:v>-2.61</c:v>
                </c:pt>
                <c:pt idx="1809">
                  <c:v>-2.474</c:v>
                </c:pt>
                <c:pt idx="1810">
                  <c:v>-2.328</c:v>
                </c:pt>
                <c:pt idx="1811">
                  <c:v>-2.172</c:v>
                </c:pt>
                <c:pt idx="1812">
                  <c:v>-2.009</c:v>
                </c:pt>
                <c:pt idx="1813">
                  <c:v>-1.837</c:v>
                </c:pt>
                <c:pt idx="1814">
                  <c:v>-1.658</c:v>
                </c:pt>
                <c:pt idx="1815">
                  <c:v>-1.473</c:v>
                </c:pt>
                <c:pt idx="1816">
                  <c:v>-1.283</c:v>
                </c:pt>
                <c:pt idx="1817">
                  <c:v>-1.088</c:v>
                </c:pt>
                <c:pt idx="1818">
                  <c:v>-0.889</c:v>
                </c:pt>
                <c:pt idx="1819">
                  <c:v>-0.687</c:v>
                </c:pt>
                <c:pt idx="1820">
                  <c:v>-0.482</c:v>
                </c:pt>
                <c:pt idx="1821">
                  <c:v>-0.277</c:v>
                </c:pt>
                <c:pt idx="1822">
                  <c:v>-0.071</c:v>
                </c:pt>
                <c:pt idx="1823">
                  <c:v>0.134</c:v>
                </c:pt>
                <c:pt idx="1824">
                  <c:v>0.338</c:v>
                </c:pt>
                <c:pt idx="1825">
                  <c:v>0.541</c:v>
                </c:pt>
                <c:pt idx="1826">
                  <c:v>0.74</c:v>
                </c:pt>
                <c:pt idx="1827">
                  <c:v>0.935</c:v>
                </c:pt>
                <c:pt idx="1828">
                  <c:v>1.126</c:v>
                </c:pt>
                <c:pt idx="1829">
                  <c:v>1.311</c:v>
                </c:pt>
                <c:pt idx="1830">
                  <c:v>1.49</c:v>
                </c:pt>
                <c:pt idx="1831">
                  <c:v>1.662</c:v>
                </c:pt>
                <c:pt idx="1832">
                  <c:v>1.827</c:v>
                </c:pt>
                <c:pt idx="1833">
                  <c:v>1.984</c:v>
                </c:pt>
                <c:pt idx="1834">
                  <c:v>2.131</c:v>
                </c:pt>
                <c:pt idx="1835">
                  <c:v>2.27</c:v>
                </c:pt>
                <c:pt idx="1836">
                  <c:v>2.398</c:v>
                </c:pt>
                <c:pt idx="1837">
                  <c:v>2.516</c:v>
                </c:pt>
                <c:pt idx="1838">
                  <c:v>2.623</c:v>
                </c:pt>
                <c:pt idx="1839">
                  <c:v>2.719</c:v>
                </c:pt>
                <c:pt idx="1840">
                  <c:v>2.802</c:v>
                </c:pt>
                <c:pt idx="1841">
                  <c:v>2.874</c:v>
                </c:pt>
                <c:pt idx="1842">
                  <c:v>2.934</c:v>
                </c:pt>
                <c:pt idx="1843">
                  <c:v>2.981</c:v>
                </c:pt>
                <c:pt idx="1844">
                  <c:v>3.016</c:v>
                </c:pt>
                <c:pt idx="1845">
                  <c:v>3.038</c:v>
                </c:pt>
                <c:pt idx="1846">
                  <c:v>3.047</c:v>
                </c:pt>
                <c:pt idx="1847">
                  <c:v>3.043</c:v>
                </c:pt>
                <c:pt idx="1848">
                  <c:v>3.027</c:v>
                </c:pt>
                <c:pt idx="1849">
                  <c:v>2.998</c:v>
                </c:pt>
                <c:pt idx="1850">
                  <c:v>2.957</c:v>
                </c:pt>
                <c:pt idx="1851">
                  <c:v>2.903</c:v>
                </c:pt>
                <c:pt idx="1852">
                  <c:v>2.838</c:v>
                </c:pt>
                <c:pt idx="1853">
                  <c:v>2.761</c:v>
                </c:pt>
                <c:pt idx="1854">
                  <c:v>2.672</c:v>
                </c:pt>
                <c:pt idx="1855">
                  <c:v>2.573</c:v>
                </c:pt>
                <c:pt idx="1856">
                  <c:v>2.464</c:v>
                </c:pt>
                <c:pt idx="1857">
                  <c:v>2.344</c:v>
                </c:pt>
                <c:pt idx="1858">
                  <c:v>2.215</c:v>
                </c:pt>
                <c:pt idx="1859">
                  <c:v>2.078</c:v>
                </c:pt>
                <c:pt idx="1860">
                  <c:v>1.932</c:v>
                </c:pt>
                <c:pt idx="1861">
                  <c:v>1.778</c:v>
                </c:pt>
                <c:pt idx="1862">
                  <c:v>1.618</c:v>
                </c:pt>
                <c:pt idx="1863">
                  <c:v>1.452</c:v>
                </c:pt>
                <c:pt idx="1864">
                  <c:v>1.28</c:v>
                </c:pt>
                <c:pt idx="1865">
                  <c:v>1.103</c:v>
                </c:pt>
                <c:pt idx="1866">
                  <c:v>0.923</c:v>
                </c:pt>
                <c:pt idx="1867">
                  <c:v>0.739</c:v>
                </c:pt>
                <c:pt idx="1868">
                  <c:v>0.552</c:v>
                </c:pt>
                <c:pt idx="1869">
                  <c:v>0.365</c:v>
                </c:pt>
                <c:pt idx="1870">
                  <c:v>0.176</c:v>
                </c:pt>
                <c:pt idx="1871">
                  <c:v>-0.013</c:v>
                </c:pt>
                <c:pt idx="1872">
                  <c:v>-0.201</c:v>
                </c:pt>
                <c:pt idx="1873">
                  <c:v>-0.388</c:v>
                </c:pt>
                <c:pt idx="1874">
                  <c:v>-0.572</c:v>
                </c:pt>
                <c:pt idx="1875">
                  <c:v>-0.754</c:v>
                </c:pt>
                <c:pt idx="1876">
                  <c:v>-0.931</c:v>
                </c:pt>
                <c:pt idx="1877">
                  <c:v>-1.104</c:v>
                </c:pt>
                <c:pt idx="1878">
                  <c:v>-1.272</c:v>
                </c:pt>
                <c:pt idx="1879">
                  <c:v>-1.434</c:v>
                </c:pt>
                <c:pt idx="1880">
                  <c:v>-1.589</c:v>
                </c:pt>
                <c:pt idx="1881">
                  <c:v>-1.737</c:v>
                </c:pt>
                <c:pt idx="1882">
                  <c:v>-1.878</c:v>
                </c:pt>
                <c:pt idx="1883">
                  <c:v>-2.01</c:v>
                </c:pt>
                <c:pt idx="1884">
                  <c:v>-2.133</c:v>
                </c:pt>
                <c:pt idx="1885">
                  <c:v>-2.247</c:v>
                </c:pt>
                <c:pt idx="1886">
                  <c:v>-2.351</c:v>
                </c:pt>
                <c:pt idx="1887">
                  <c:v>-2.445</c:v>
                </c:pt>
                <c:pt idx="1888">
                  <c:v>-2.528</c:v>
                </c:pt>
                <c:pt idx="1889">
                  <c:v>-2.6</c:v>
                </c:pt>
                <c:pt idx="1890">
                  <c:v>-2.662</c:v>
                </c:pt>
                <c:pt idx="1891">
                  <c:v>-2.712</c:v>
                </c:pt>
                <c:pt idx="1892">
                  <c:v>-2.75</c:v>
                </c:pt>
                <c:pt idx="1893">
                  <c:v>-2.777</c:v>
                </c:pt>
                <c:pt idx="1894">
                  <c:v>-2.792</c:v>
                </c:pt>
                <c:pt idx="1895">
                  <c:v>-2.796</c:v>
                </c:pt>
                <c:pt idx="1896">
                  <c:v>-2.788</c:v>
                </c:pt>
                <c:pt idx="1897">
                  <c:v>-2.768</c:v>
                </c:pt>
                <c:pt idx="1898">
                  <c:v>-2.737</c:v>
                </c:pt>
                <c:pt idx="1899">
                  <c:v>-2.694</c:v>
                </c:pt>
                <c:pt idx="1900">
                  <c:v>-2.64</c:v>
                </c:pt>
                <c:pt idx="1901">
                  <c:v>-2.576</c:v>
                </c:pt>
                <c:pt idx="1902">
                  <c:v>-2.501</c:v>
                </c:pt>
                <c:pt idx="1903">
                  <c:v>-2.416</c:v>
                </c:pt>
                <c:pt idx="1904">
                  <c:v>-2.321</c:v>
                </c:pt>
                <c:pt idx="1905">
                  <c:v>-2.216</c:v>
                </c:pt>
                <c:pt idx="1906">
                  <c:v>-2.103</c:v>
                </c:pt>
                <c:pt idx="1907">
                  <c:v>-1.981</c:v>
                </c:pt>
                <c:pt idx="1908">
                  <c:v>-1.852</c:v>
                </c:pt>
                <c:pt idx="1909">
                  <c:v>-1.715</c:v>
                </c:pt>
                <c:pt idx="1910">
                  <c:v>-1.572</c:v>
                </c:pt>
                <c:pt idx="1911">
                  <c:v>-1.422</c:v>
                </c:pt>
                <c:pt idx="1912">
                  <c:v>-1.267</c:v>
                </c:pt>
                <c:pt idx="1913">
                  <c:v>-1.108</c:v>
                </c:pt>
                <c:pt idx="1914">
                  <c:v>-0.944</c:v>
                </c:pt>
                <c:pt idx="1915">
                  <c:v>-0.777</c:v>
                </c:pt>
                <c:pt idx="1916">
                  <c:v>-0.607</c:v>
                </c:pt>
                <c:pt idx="1917">
                  <c:v>-0.435</c:v>
                </c:pt>
                <c:pt idx="1918">
                  <c:v>-0.263</c:v>
                </c:pt>
                <c:pt idx="1919">
                  <c:v>-0.089</c:v>
                </c:pt>
                <c:pt idx="1920">
                  <c:v>0.084</c:v>
                </c:pt>
                <c:pt idx="1921">
                  <c:v>0.256</c:v>
                </c:pt>
                <c:pt idx="1922">
                  <c:v>0.426</c:v>
                </c:pt>
                <c:pt idx="1923">
                  <c:v>0.595</c:v>
                </c:pt>
                <c:pt idx="1924">
                  <c:v>0.76</c:v>
                </c:pt>
                <c:pt idx="1925">
                  <c:v>0.921</c:v>
                </c:pt>
                <c:pt idx="1926">
                  <c:v>1.078</c:v>
                </c:pt>
                <c:pt idx="1927">
                  <c:v>1.229</c:v>
                </c:pt>
                <c:pt idx="1928">
                  <c:v>1.376</c:v>
                </c:pt>
                <c:pt idx="1929">
                  <c:v>1.515</c:v>
                </c:pt>
                <c:pt idx="1930">
                  <c:v>1.648</c:v>
                </c:pt>
                <c:pt idx="1931">
                  <c:v>1.774</c:v>
                </c:pt>
                <c:pt idx="1932">
                  <c:v>1.892</c:v>
                </c:pt>
                <c:pt idx="1933">
                  <c:v>2.001</c:v>
                </c:pt>
                <c:pt idx="1934">
                  <c:v>2.102</c:v>
                </c:pt>
                <c:pt idx="1935">
                  <c:v>2.194</c:v>
                </c:pt>
                <c:pt idx="1936">
                  <c:v>2.276</c:v>
                </c:pt>
                <c:pt idx="1937">
                  <c:v>2.348</c:v>
                </c:pt>
                <c:pt idx="1938">
                  <c:v>2.411</c:v>
                </c:pt>
                <c:pt idx="1939">
                  <c:v>2.463</c:v>
                </c:pt>
                <c:pt idx="1940">
                  <c:v>2.504</c:v>
                </c:pt>
                <c:pt idx="1941">
                  <c:v>2.535</c:v>
                </c:pt>
                <c:pt idx="1942">
                  <c:v>2.555</c:v>
                </c:pt>
                <c:pt idx="1943">
                  <c:v>2.565</c:v>
                </c:pt>
                <c:pt idx="1944">
                  <c:v>2.564</c:v>
                </c:pt>
                <c:pt idx="1945">
                  <c:v>2.552</c:v>
                </c:pt>
                <c:pt idx="1946">
                  <c:v>2.529</c:v>
                </c:pt>
                <c:pt idx="1947">
                  <c:v>2.496</c:v>
                </c:pt>
                <c:pt idx="1948">
                  <c:v>2.453</c:v>
                </c:pt>
                <c:pt idx="1949">
                  <c:v>2.399</c:v>
                </c:pt>
                <c:pt idx="1950">
                  <c:v>2.336</c:v>
                </c:pt>
                <c:pt idx="1951">
                  <c:v>2.263</c:v>
                </c:pt>
                <c:pt idx="1952">
                  <c:v>2.181</c:v>
                </c:pt>
                <c:pt idx="1953">
                  <c:v>2.091</c:v>
                </c:pt>
                <c:pt idx="1954">
                  <c:v>1.991</c:v>
                </c:pt>
                <c:pt idx="1955">
                  <c:v>1.884</c:v>
                </c:pt>
                <c:pt idx="1956">
                  <c:v>1.769</c:v>
                </c:pt>
                <c:pt idx="1957">
                  <c:v>1.648</c:v>
                </c:pt>
                <c:pt idx="1958">
                  <c:v>1.52</c:v>
                </c:pt>
                <c:pt idx="1959">
                  <c:v>1.386</c:v>
                </c:pt>
                <c:pt idx="1960">
                  <c:v>1.246</c:v>
                </c:pt>
                <c:pt idx="1961">
                  <c:v>1.102</c:v>
                </c:pt>
                <c:pt idx="1962">
                  <c:v>0.954</c:v>
                </c:pt>
                <c:pt idx="1963">
                  <c:v>0.803</c:v>
                </c:pt>
                <c:pt idx="1964">
                  <c:v>0.648</c:v>
                </c:pt>
                <c:pt idx="1965">
                  <c:v>0.492</c:v>
                </c:pt>
                <c:pt idx="1966">
                  <c:v>0.334</c:v>
                </c:pt>
                <c:pt idx="1967">
                  <c:v>0.175</c:v>
                </c:pt>
                <c:pt idx="1968">
                  <c:v>0.016</c:v>
                </c:pt>
                <c:pt idx="1969">
                  <c:v>-0.143</c:v>
                </c:pt>
                <c:pt idx="1970">
                  <c:v>-0.3</c:v>
                </c:pt>
                <c:pt idx="1971">
                  <c:v>-0.456</c:v>
                </c:pt>
                <c:pt idx="1972">
                  <c:v>-0.609</c:v>
                </c:pt>
                <c:pt idx="1973">
                  <c:v>-0.759</c:v>
                </c:pt>
                <c:pt idx="1974">
                  <c:v>-0.905</c:v>
                </c:pt>
                <c:pt idx="1975">
                  <c:v>-1.047</c:v>
                </c:pt>
                <c:pt idx="1976">
                  <c:v>-1.185</c:v>
                </c:pt>
                <c:pt idx="1977">
                  <c:v>-1.316</c:v>
                </c:pt>
                <c:pt idx="1978">
                  <c:v>-1.442</c:v>
                </c:pt>
                <c:pt idx="1979">
                  <c:v>-1.561</c:v>
                </c:pt>
                <c:pt idx="1980">
                  <c:v>-1.674</c:v>
                </c:pt>
                <c:pt idx="1981">
                  <c:v>-1.779</c:v>
                </c:pt>
                <c:pt idx="1982">
                  <c:v>-1.876</c:v>
                </c:pt>
                <c:pt idx="1983">
                  <c:v>-1.965</c:v>
                </c:pt>
                <c:pt idx="1984">
                  <c:v>-2.045</c:v>
                </c:pt>
                <c:pt idx="1985">
                  <c:v>-2.117</c:v>
                </c:pt>
                <c:pt idx="1986">
                  <c:v>-2.18</c:v>
                </c:pt>
                <c:pt idx="1987">
                  <c:v>-2.233</c:v>
                </c:pt>
                <c:pt idx="1988">
                  <c:v>-2.277</c:v>
                </c:pt>
                <c:pt idx="1989">
                  <c:v>-2.311</c:v>
                </c:pt>
                <c:pt idx="1990">
                  <c:v>-2.335</c:v>
                </c:pt>
                <c:pt idx="1991">
                  <c:v>-2.35</c:v>
                </c:pt>
                <c:pt idx="1992">
                  <c:v>-2.354</c:v>
                </c:pt>
                <c:pt idx="1993">
                  <c:v>-2.349</c:v>
                </c:pt>
                <c:pt idx="1994">
                  <c:v>-2.334</c:v>
                </c:pt>
                <c:pt idx="1995">
                  <c:v>-2.309</c:v>
                </c:pt>
                <c:pt idx="1996">
                  <c:v>-2.275</c:v>
                </c:pt>
                <c:pt idx="1997">
                  <c:v>-2.231</c:v>
                </c:pt>
                <c:pt idx="1998">
                  <c:v>-2.179</c:v>
                </c:pt>
                <c:pt idx="1999">
                  <c:v>-2.117</c:v>
                </c:pt>
                <c:pt idx="2000">
                  <c:v>-2.047</c:v>
                </c:pt>
              </c:numCache>
            </c:numRef>
          </c:yVal>
          <c:smooth val="0"/>
        </c:ser>
        <c:ser>
          <c:idx val="1"/>
          <c:order val="1"/>
          <c:tx>
            <c:strRef>
              <c:f>Sheet1!$C$1</c:f>
              <c:strCache>
                <c:ptCount val="1"/>
                <c:pt idx="0">
                  <c:v>X2</c:v>
                </c:pt>
              </c:strCache>
            </c:strRef>
          </c:tx>
          <c:spPr>
            <a:solidFill>
              <a:srgbClr val="B7861A"/>
            </a:solidFill>
            <a:ln w="19050" cap="flat">
              <a:solidFill>
                <a:srgbClr val="B7861A"/>
              </a:solidFill>
              <a:prstDash val="solid"/>
              <a:round/>
            </a:ln>
            <a:effectLst/>
          </c:spPr>
          <c:marker>
            <c:symbol val="none"/>
            <c:size val="6"/>
            <c:spPr>
              <a:solidFill>
                <a:srgbClr val="B7861A"/>
              </a:solidFill>
              <a:ln w="9525" cap="flat">
                <a:solidFill>
                  <a:srgbClr val="B7861A"/>
                </a:solidFill>
                <a:prstDash val="solid"/>
                <a:round/>
              </a:ln>
              <a:effectLst/>
            </c:spPr>
          </c:marker>
          <c:xVal>
            <c:numRef>
              <c:f>Sheet1!$A$2:$A$2002</c:f>
              <c:numCache>
                <c:formatCode>General</c:formatCode>
                <c:ptCount val="2001"/>
                <c:pt idx="0">
                  <c:v>0</c:v>
                </c:pt>
                <c:pt idx="1">
                  <c:v>0.0005</c:v>
                </c:pt>
                <c:pt idx="2">
                  <c:v>0.001</c:v>
                </c:pt>
                <c:pt idx="3">
                  <c:v>0.0015</c:v>
                </c:pt>
                <c:pt idx="4">
                  <c:v>0.002</c:v>
                </c:pt>
                <c:pt idx="5">
                  <c:v>0.0025</c:v>
                </c:pt>
                <c:pt idx="6">
                  <c:v>0.003</c:v>
                </c:pt>
                <c:pt idx="7">
                  <c:v>0.0035</c:v>
                </c:pt>
                <c:pt idx="8">
                  <c:v>0.004</c:v>
                </c:pt>
                <c:pt idx="9">
                  <c:v>0.0045</c:v>
                </c:pt>
                <c:pt idx="10">
                  <c:v>0.005</c:v>
                </c:pt>
                <c:pt idx="11">
                  <c:v>0.0055</c:v>
                </c:pt>
                <c:pt idx="12">
                  <c:v>0.006</c:v>
                </c:pt>
                <c:pt idx="13">
                  <c:v>0.0065</c:v>
                </c:pt>
                <c:pt idx="14">
                  <c:v>0.007</c:v>
                </c:pt>
                <c:pt idx="15">
                  <c:v>0.0075</c:v>
                </c:pt>
                <c:pt idx="16">
                  <c:v>0.008</c:v>
                </c:pt>
                <c:pt idx="17">
                  <c:v>0.0085</c:v>
                </c:pt>
                <c:pt idx="18">
                  <c:v>0.009</c:v>
                </c:pt>
                <c:pt idx="19">
                  <c:v>0.0095</c:v>
                </c:pt>
                <c:pt idx="20">
                  <c:v>0.01</c:v>
                </c:pt>
                <c:pt idx="21">
                  <c:v>0.0105</c:v>
                </c:pt>
                <c:pt idx="22">
                  <c:v>0.011</c:v>
                </c:pt>
                <c:pt idx="23">
                  <c:v>0.0115</c:v>
                </c:pt>
                <c:pt idx="24">
                  <c:v>0.012</c:v>
                </c:pt>
                <c:pt idx="25">
                  <c:v>0.0125</c:v>
                </c:pt>
                <c:pt idx="26">
                  <c:v>0.013</c:v>
                </c:pt>
                <c:pt idx="27">
                  <c:v>0.0135</c:v>
                </c:pt>
                <c:pt idx="28">
                  <c:v>0.014</c:v>
                </c:pt>
                <c:pt idx="29">
                  <c:v>0.0145</c:v>
                </c:pt>
                <c:pt idx="30">
                  <c:v>0.015</c:v>
                </c:pt>
                <c:pt idx="31">
                  <c:v>0.0155</c:v>
                </c:pt>
                <c:pt idx="32">
                  <c:v>0.016</c:v>
                </c:pt>
                <c:pt idx="33">
                  <c:v>0.0165</c:v>
                </c:pt>
                <c:pt idx="34">
                  <c:v>0.017</c:v>
                </c:pt>
                <c:pt idx="35">
                  <c:v>0.0175</c:v>
                </c:pt>
                <c:pt idx="36">
                  <c:v>0.018</c:v>
                </c:pt>
                <c:pt idx="37">
                  <c:v>0.0185</c:v>
                </c:pt>
                <c:pt idx="38">
                  <c:v>0.019</c:v>
                </c:pt>
                <c:pt idx="39">
                  <c:v>0.0195</c:v>
                </c:pt>
                <c:pt idx="40">
                  <c:v>0.02</c:v>
                </c:pt>
                <c:pt idx="41">
                  <c:v>0.0205</c:v>
                </c:pt>
                <c:pt idx="42">
                  <c:v>0.021</c:v>
                </c:pt>
                <c:pt idx="43">
                  <c:v>0.0215</c:v>
                </c:pt>
                <c:pt idx="44">
                  <c:v>0.022</c:v>
                </c:pt>
                <c:pt idx="45">
                  <c:v>0.0225</c:v>
                </c:pt>
                <c:pt idx="46">
                  <c:v>0.023</c:v>
                </c:pt>
                <c:pt idx="47">
                  <c:v>0.0235</c:v>
                </c:pt>
                <c:pt idx="48">
                  <c:v>0.024</c:v>
                </c:pt>
                <c:pt idx="49">
                  <c:v>0.0245</c:v>
                </c:pt>
                <c:pt idx="50">
                  <c:v>0.025</c:v>
                </c:pt>
                <c:pt idx="51">
                  <c:v>0.0255</c:v>
                </c:pt>
                <c:pt idx="52">
                  <c:v>0.026</c:v>
                </c:pt>
                <c:pt idx="53">
                  <c:v>0.0265</c:v>
                </c:pt>
                <c:pt idx="54">
                  <c:v>0.027</c:v>
                </c:pt>
                <c:pt idx="55">
                  <c:v>0.0275</c:v>
                </c:pt>
                <c:pt idx="56">
                  <c:v>0.028</c:v>
                </c:pt>
                <c:pt idx="57">
                  <c:v>0.0285</c:v>
                </c:pt>
                <c:pt idx="58">
                  <c:v>0.029</c:v>
                </c:pt>
                <c:pt idx="59">
                  <c:v>0.0295</c:v>
                </c:pt>
                <c:pt idx="60">
                  <c:v>0.03</c:v>
                </c:pt>
                <c:pt idx="61">
                  <c:v>0.0305</c:v>
                </c:pt>
                <c:pt idx="62">
                  <c:v>0.031</c:v>
                </c:pt>
                <c:pt idx="63">
                  <c:v>0.0315</c:v>
                </c:pt>
                <c:pt idx="64">
                  <c:v>0.032</c:v>
                </c:pt>
                <c:pt idx="65">
                  <c:v>0.0325</c:v>
                </c:pt>
                <c:pt idx="66">
                  <c:v>0.033</c:v>
                </c:pt>
                <c:pt idx="67">
                  <c:v>0.0335</c:v>
                </c:pt>
                <c:pt idx="68">
                  <c:v>0.034</c:v>
                </c:pt>
                <c:pt idx="69">
                  <c:v>0.0345</c:v>
                </c:pt>
                <c:pt idx="70">
                  <c:v>0.035</c:v>
                </c:pt>
                <c:pt idx="71">
                  <c:v>0.0355</c:v>
                </c:pt>
                <c:pt idx="72">
                  <c:v>0.036</c:v>
                </c:pt>
                <c:pt idx="73">
                  <c:v>0.0365</c:v>
                </c:pt>
                <c:pt idx="74">
                  <c:v>0.037</c:v>
                </c:pt>
                <c:pt idx="75">
                  <c:v>0.0375</c:v>
                </c:pt>
                <c:pt idx="76">
                  <c:v>0.038</c:v>
                </c:pt>
                <c:pt idx="77">
                  <c:v>0.0385</c:v>
                </c:pt>
                <c:pt idx="78">
                  <c:v>0.039</c:v>
                </c:pt>
                <c:pt idx="79">
                  <c:v>0.0395</c:v>
                </c:pt>
                <c:pt idx="80">
                  <c:v>0.04</c:v>
                </c:pt>
                <c:pt idx="81">
                  <c:v>0.0405</c:v>
                </c:pt>
                <c:pt idx="82">
                  <c:v>0.041</c:v>
                </c:pt>
                <c:pt idx="83">
                  <c:v>0.0415</c:v>
                </c:pt>
                <c:pt idx="84">
                  <c:v>0.042</c:v>
                </c:pt>
                <c:pt idx="85">
                  <c:v>0.0425</c:v>
                </c:pt>
                <c:pt idx="86">
                  <c:v>0.043</c:v>
                </c:pt>
                <c:pt idx="87">
                  <c:v>0.0435</c:v>
                </c:pt>
                <c:pt idx="88">
                  <c:v>0.044</c:v>
                </c:pt>
                <c:pt idx="89">
                  <c:v>0.0445</c:v>
                </c:pt>
                <c:pt idx="90">
                  <c:v>0.045</c:v>
                </c:pt>
                <c:pt idx="91">
                  <c:v>0.0455</c:v>
                </c:pt>
                <c:pt idx="92">
                  <c:v>0.046</c:v>
                </c:pt>
                <c:pt idx="93">
                  <c:v>0.0465</c:v>
                </c:pt>
                <c:pt idx="94">
                  <c:v>0.047</c:v>
                </c:pt>
                <c:pt idx="95">
                  <c:v>0.0475</c:v>
                </c:pt>
                <c:pt idx="96">
                  <c:v>0.048</c:v>
                </c:pt>
                <c:pt idx="97">
                  <c:v>0.0485</c:v>
                </c:pt>
                <c:pt idx="98">
                  <c:v>0.049</c:v>
                </c:pt>
                <c:pt idx="99">
                  <c:v>0.0495</c:v>
                </c:pt>
                <c:pt idx="100">
                  <c:v>0.05</c:v>
                </c:pt>
                <c:pt idx="101">
                  <c:v>0.0505</c:v>
                </c:pt>
                <c:pt idx="102">
                  <c:v>0.051</c:v>
                </c:pt>
                <c:pt idx="103">
                  <c:v>0.0515</c:v>
                </c:pt>
                <c:pt idx="104">
                  <c:v>0.052</c:v>
                </c:pt>
                <c:pt idx="105">
                  <c:v>0.0525</c:v>
                </c:pt>
                <c:pt idx="106">
                  <c:v>0.053</c:v>
                </c:pt>
                <c:pt idx="107">
                  <c:v>0.0535</c:v>
                </c:pt>
                <c:pt idx="108">
                  <c:v>0.054</c:v>
                </c:pt>
                <c:pt idx="109">
                  <c:v>0.0545</c:v>
                </c:pt>
                <c:pt idx="110">
                  <c:v>0.055</c:v>
                </c:pt>
                <c:pt idx="111">
                  <c:v>0.0555</c:v>
                </c:pt>
                <c:pt idx="112">
                  <c:v>0.056</c:v>
                </c:pt>
                <c:pt idx="113">
                  <c:v>0.0565</c:v>
                </c:pt>
                <c:pt idx="114">
                  <c:v>0.057</c:v>
                </c:pt>
                <c:pt idx="115">
                  <c:v>0.0575</c:v>
                </c:pt>
                <c:pt idx="116">
                  <c:v>0.058</c:v>
                </c:pt>
                <c:pt idx="117">
                  <c:v>0.0585</c:v>
                </c:pt>
                <c:pt idx="118">
                  <c:v>0.059</c:v>
                </c:pt>
                <c:pt idx="119">
                  <c:v>0.0595</c:v>
                </c:pt>
                <c:pt idx="120">
                  <c:v>0.06</c:v>
                </c:pt>
                <c:pt idx="121">
                  <c:v>0.0605</c:v>
                </c:pt>
                <c:pt idx="122">
                  <c:v>0.061</c:v>
                </c:pt>
                <c:pt idx="123">
                  <c:v>0.0615</c:v>
                </c:pt>
                <c:pt idx="124">
                  <c:v>0.062</c:v>
                </c:pt>
                <c:pt idx="125">
                  <c:v>0.0625</c:v>
                </c:pt>
                <c:pt idx="126">
                  <c:v>0.063</c:v>
                </c:pt>
                <c:pt idx="127">
                  <c:v>0.0635</c:v>
                </c:pt>
                <c:pt idx="128">
                  <c:v>0.064</c:v>
                </c:pt>
                <c:pt idx="129">
                  <c:v>0.0645</c:v>
                </c:pt>
                <c:pt idx="130">
                  <c:v>0.065</c:v>
                </c:pt>
                <c:pt idx="131">
                  <c:v>0.0655</c:v>
                </c:pt>
                <c:pt idx="132">
                  <c:v>0.066</c:v>
                </c:pt>
                <c:pt idx="133">
                  <c:v>0.0665</c:v>
                </c:pt>
                <c:pt idx="134">
                  <c:v>0.067</c:v>
                </c:pt>
                <c:pt idx="135">
                  <c:v>0.0675</c:v>
                </c:pt>
                <c:pt idx="136">
                  <c:v>0.068</c:v>
                </c:pt>
                <c:pt idx="137">
                  <c:v>0.0685</c:v>
                </c:pt>
                <c:pt idx="138">
                  <c:v>0.069</c:v>
                </c:pt>
                <c:pt idx="139">
                  <c:v>0.0695</c:v>
                </c:pt>
                <c:pt idx="140">
                  <c:v>0.07</c:v>
                </c:pt>
                <c:pt idx="141">
                  <c:v>0.0705</c:v>
                </c:pt>
                <c:pt idx="142">
                  <c:v>0.071</c:v>
                </c:pt>
                <c:pt idx="143">
                  <c:v>0.0715</c:v>
                </c:pt>
                <c:pt idx="144">
                  <c:v>0.072</c:v>
                </c:pt>
                <c:pt idx="145">
                  <c:v>0.0725</c:v>
                </c:pt>
                <c:pt idx="146">
                  <c:v>0.073</c:v>
                </c:pt>
                <c:pt idx="147">
                  <c:v>0.0735</c:v>
                </c:pt>
                <c:pt idx="148">
                  <c:v>0.074</c:v>
                </c:pt>
                <c:pt idx="149">
                  <c:v>0.0745</c:v>
                </c:pt>
                <c:pt idx="150">
                  <c:v>0.075</c:v>
                </c:pt>
                <c:pt idx="151">
                  <c:v>0.0755</c:v>
                </c:pt>
                <c:pt idx="152">
                  <c:v>0.076</c:v>
                </c:pt>
                <c:pt idx="153">
                  <c:v>0.0765</c:v>
                </c:pt>
                <c:pt idx="154">
                  <c:v>0.077</c:v>
                </c:pt>
                <c:pt idx="155">
                  <c:v>0.0775</c:v>
                </c:pt>
                <c:pt idx="156">
                  <c:v>0.078</c:v>
                </c:pt>
                <c:pt idx="157">
                  <c:v>0.0785</c:v>
                </c:pt>
                <c:pt idx="158">
                  <c:v>0.079</c:v>
                </c:pt>
                <c:pt idx="159">
                  <c:v>0.0795</c:v>
                </c:pt>
                <c:pt idx="160">
                  <c:v>0.08</c:v>
                </c:pt>
                <c:pt idx="161">
                  <c:v>0.0805</c:v>
                </c:pt>
                <c:pt idx="162">
                  <c:v>0.081</c:v>
                </c:pt>
                <c:pt idx="163">
                  <c:v>0.0815</c:v>
                </c:pt>
                <c:pt idx="164">
                  <c:v>0.082</c:v>
                </c:pt>
                <c:pt idx="165">
                  <c:v>0.0825</c:v>
                </c:pt>
                <c:pt idx="166">
                  <c:v>0.083</c:v>
                </c:pt>
                <c:pt idx="167">
                  <c:v>0.0835</c:v>
                </c:pt>
                <c:pt idx="168">
                  <c:v>0.084</c:v>
                </c:pt>
                <c:pt idx="169">
                  <c:v>0.0845</c:v>
                </c:pt>
                <c:pt idx="170">
                  <c:v>0.085</c:v>
                </c:pt>
                <c:pt idx="171">
                  <c:v>0.0855</c:v>
                </c:pt>
                <c:pt idx="172">
                  <c:v>0.086</c:v>
                </c:pt>
                <c:pt idx="173">
                  <c:v>0.0865</c:v>
                </c:pt>
                <c:pt idx="174">
                  <c:v>0.087</c:v>
                </c:pt>
                <c:pt idx="175">
                  <c:v>0.0875</c:v>
                </c:pt>
                <c:pt idx="176">
                  <c:v>0.088</c:v>
                </c:pt>
                <c:pt idx="177">
                  <c:v>0.0885</c:v>
                </c:pt>
                <c:pt idx="178">
                  <c:v>0.089</c:v>
                </c:pt>
                <c:pt idx="179">
                  <c:v>0.0895</c:v>
                </c:pt>
                <c:pt idx="180">
                  <c:v>0.09</c:v>
                </c:pt>
                <c:pt idx="181">
                  <c:v>0.0905</c:v>
                </c:pt>
                <c:pt idx="182">
                  <c:v>0.091</c:v>
                </c:pt>
                <c:pt idx="183">
                  <c:v>0.0915</c:v>
                </c:pt>
                <c:pt idx="184">
                  <c:v>0.092</c:v>
                </c:pt>
                <c:pt idx="185">
                  <c:v>0.0925</c:v>
                </c:pt>
                <c:pt idx="186">
                  <c:v>0.093</c:v>
                </c:pt>
                <c:pt idx="187">
                  <c:v>0.0935</c:v>
                </c:pt>
                <c:pt idx="188">
                  <c:v>0.094</c:v>
                </c:pt>
                <c:pt idx="189">
                  <c:v>0.0945</c:v>
                </c:pt>
                <c:pt idx="190">
                  <c:v>0.095</c:v>
                </c:pt>
                <c:pt idx="191">
                  <c:v>0.0955</c:v>
                </c:pt>
                <c:pt idx="192">
                  <c:v>0.096</c:v>
                </c:pt>
                <c:pt idx="193">
                  <c:v>0.0965</c:v>
                </c:pt>
                <c:pt idx="194">
                  <c:v>0.097</c:v>
                </c:pt>
                <c:pt idx="195">
                  <c:v>0.0975</c:v>
                </c:pt>
                <c:pt idx="196">
                  <c:v>0.098</c:v>
                </c:pt>
                <c:pt idx="197">
                  <c:v>0.0985</c:v>
                </c:pt>
                <c:pt idx="198">
                  <c:v>0.099</c:v>
                </c:pt>
                <c:pt idx="199">
                  <c:v>0.0995</c:v>
                </c:pt>
                <c:pt idx="200">
                  <c:v>0.1</c:v>
                </c:pt>
                <c:pt idx="201">
                  <c:v>0.1005</c:v>
                </c:pt>
                <c:pt idx="202">
                  <c:v>0.101</c:v>
                </c:pt>
                <c:pt idx="203">
                  <c:v>0.1015</c:v>
                </c:pt>
                <c:pt idx="204">
                  <c:v>0.102</c:v>
                </c:pt>
                <c:pt idx="205">
                  <c:v>0.1025</c:v>
                </c:pt>
                <c:pt idx="206">
                  <c:v>0.103</c:v>
                </c:pt>
                <c:pt idx="207">
                  <c:v>0.1035</c:v>
                </c:pt>
                <c:pt idx="208">
                  <c:v>0.104</c:v>
                </c:pt>
                <c:pt idx="209">
                  <c:v>0.1045</c:v>
                </c:pt>
                <c:pt idx="210">
                  <c:v>0.105</c:v>
                </c:pt>
                <c:pt idx="211">
                  <c:v>0.1055</c:v>
                </c:pt>
                <c:pt idx="212">
                  <c:v>0.106</c:v>
                </c:pt>
                <c:pt idx="213">
                  <c:v>0.1065</c:v>
                </c:pt>
                <c:pt idx="214">
                  <c:v>0.107</c:v>
                </c:pt>
                <c:pt idx="215">
                  <c:v>0.1075</c:v>
                </c:pt>
                <c:pt idx="216">
                  <c:v>0.108</c:v>
                </c:pt>
                <c:pt idx="217">
                  <c:v>0.1085</c:v>
                </c:pt>
                <c:pt idx="218">
                  <c:v>0.109</c:v>
                </c:pt>
                <c:pt idx="219">
                  <c:v>0.1095</c:v>
                </c:pt>
                <c:pt idx="220">
                  <c:v>0.11</c:v>
                </c:pt>
                <c:pt idx="221">
                  <c:v>0.1105</c:v>
                </c:pt>
                <c:pt idx="222">
                  <c:v>0.111</c:v>
                </c:pt>
                <c:pt idx="223">
                  <c:v>0.1115</c:v>
                </c:pt>
                <c:pt idx="224">
                  <c:v>0.112</c:v>
                </c:pt>
                <c:pt idx="225">
                  <c:v>0.1125</c:v>
                </c:pt>
                <c:pt idx="226">
                  <c:v>0.113</c:v>
                </c:pt>
                <c:pt idx="227">
                  <c:v>0.1135</c:v>
                </c:pt>
                <c:pt idx="228">
                  <c:v>0.114</c:v>
                </c:pt>
                <c:pt idx="229">
                  <c:v>0.1145</c:v>
                </c:pt>
                <c:pt idx="230">
                  <c:v>0.115</c:v>
                </c:pt>
                <c:pt idx="231">
                  <c:v>0.1155</c:v>
                </c:pt>
                <c:pt idx="232">
                  <c:v>0.116</c:v>
                </c:pt>
                <c:pt idx="233">
                  <c:v>0.1165</c:v>
                </c:pt>
                <c:pt idx="234">
                  <c:v>0.117</c:v>
                </c:pt>
                <c:pt idx="235">
                  <c:v>0.1175</c:v>
                </c:pt>
                <c:pt idx="236">
                  <c:v>0.118</c:v>
                </c:pt>
                <c:pt idx="237">
                  <c:v>0.1185</c:v>
                </c:pt>
                <c:pt idx="238">
                  <c:v>0.119</c:v>
                </c:pt>
                <c:pt idx="239">
                  <c:v>0.1195</c:v>
                </c:pt>
                <c:pt idx="240">
                  <c:v>0.12</c:v>
                </c:pt>
                <c:pt idx="241">
                  <c:v>0.1205</c:v>
                </c:pt>
                <c:pt idx="242">
                  <c:v>0.121</c:v>
                </c:pt>
                <c:pt idx="243">
                  <c:v>0.1215</c:v>
                </c:pt>
                <c:pt idx="244">
                  <c:v>0.122</c:v>
                </c:pt>
                <c:pt idx="245">
                  <c:v>0.1225</c:v>
                </c:pt>
                <c:pt idx="246">
                  <c:v>0.123</c:v>
                </c:pt>
                <c:pt idx="247">
                  <c:v>0.1235</c:v>
                </c:pt>
                <c:pt idx="248">
                  <c:v>0.124</c:v>
                </c:pt>
                <c:pt idx="249">
                  <c:v>0.1245</c:v>
                </c:pt>
                <c:pt idx="250">
                  <c:v>0.125</c:v>
                </c:pt>
                <c:pt idx="251">
                  <c:v>0.1255</c:v>
                </c:pt>
                <c:pt idx="252">
                  <c:v>0.126</c:v>
                </c:pt>
                <c:pt idx="253">
                  <c:v>0.1265</c:v>
                </c:pt>
                <c:pt idx="254">
                  <c:v>0.127</c:v>
                </c:pt>
                <c:pt idx="255">
                  <c:v>0.1275</c:v>
                </c:pt>
                <c:pt idx="256">
                  <c:v>0.128</c:v>
                </c:pt>
                <c:pt idx="257">
                  <c:v>0.1285</c:v>
                </c:pt>
                <c:pt idx="258">
                  <c:v>0.129</c:v>
                </c:pt>
                <c:pt idx="259">
                  <c:v>0.1295</c:v>
                </c:pt>
                <c:pt idx="260">
                  <c:v>0.13</c:v>
                </c:pt>
                <c:pt idx="261">
                  <c:v>0.1305</c:v>
                </c:pt>
                <c:pt idx="262">
                  <c:v>0.131</c:v>
                </c:pt>
                <c:pt idx="263">
                  <c:v>0.1315</c:v>
                </c:pt>
                <c:pt idx="264">
                  <c:v>0.132</c:v>
                </c:pt>
                <c:pt idx="265">
                  <c:v>0.1325</c:v>
                </c:pt>
                <c:pt idx="266">
                  <c:v>0.133</c:v>
                </c:pt>
                <c:pt idx="267">
                  <c:v>0.1335</c:v>
                </c:pt>
                <c:pt idx="268">
                  <c:v>0.134</c:v>
                </c:pt>
                <c:pt idx="269">
                  <c:v>0.1345</c:v>
                </c:pt>
                <c:pt idx="270">
                  <c:v>0.135</c:v>
                </c:pt>
                <c:pt idx="271">
                  <c:v>0.1355</c:v>
                </c:pt>
                <c:pt idx="272">
                  <c:v>0.136</c:v>
                </c:pt>
                <c:pt idx="273">
                  <c:v>0.1365</c:v>
                </c:pt>
                <c:pt idx="274">
                  <c:v>0.137</c:v>
                </c:pt>
                <c:pt idx="275">
                  <c:v>0.1375</c:v>
                </c:pt>
                <c:pt idx="276">
                  <c:v>0.138</c:v>
                </c:pt>
                <c:pt idx="277">
                  <c:v>0.1385</c:v>
                </c:pt>
                <c:pt idx="278">
                  <c:v>0.139</c:v>
                </c:pt>
                <c:pt idx="279">
                  <c:v>0.1395</c:v>
                </c:pt>
                <c:pt idx="280">
                  <c:v>0.14</c:v>
                </c:pt>
                <c:pt idx="281">
                  <c:v>0.1405</c:v>
                </c:pt>
                <c:pt idx="282">
                  <c:v>0.141</c:v>
                </c:pt>
                <c:pt idx="283">
                  <c:v>0.1415</c:v>
                </c:pt>
                <c:pt idx="284">
                  <c:v>0.142</c:v>
                </c:pt>
                <c:pt idx="285">
                  <c:v>0.1425</c:v>
                </c:pt>
                <c:pt idx="286">
                  <c:v>0.143</c:v>
                </c:pt>
                <c:pt idx="287">
                  <c:v>0.1435</c:v>
                </c:pt>
                <c:pt idx="288">
                  <c:v>0.144</c:v>
                </c:pt>
                <c:pt idx="289">
                  <c:v>0.1445</c:v>
                </c:pt>
                <c:pt idx="290">
                  <c:v>0.145</c:v>
                </c:pt>
                <c:pt idx="291">
                  <c:v>0.1455</c:v>
                </c:pt>
                <c:pt idx="292">
                  <c:v>0.146</c:v>
                </c:pt>
                <c:pt idx="293">
                  <c:v>0.1465</c:v>
                </c:pt>
                <c:pt idx="294">
                  <c:v>0.147</c:v>
                </c:pt>
                <c:pt idx="295">
                  <c:v>0.1475</c:v>
                </c:pt>
                <c:pt idx="296">
                  <c:v>0.148</c:v>
                </c:pt>
                <c:pt idx="297">
                  <c:v>0.1485</c:v>
                </c:pt>
                <c:pt idx="298">
                  <c:v>0.149</c:v>
                </c:pt>
                <c:pt idx="299">
                  <c:v>0.1495</c:v>
                </c:pt>
                <c:pt idx="300">
                  <c:v>0.15</c:v>
                </c:pt>
                <c:pt idx="301">
                  <c:v>0.1505</c:v>
                </c:pt>
                <c:pt idx="302">
                  <c:v>0.151</c:v>
                </c:pt>
                <c:pt idx="303">
                  <c:v>0.1515</c:v>
                </c:pt>
                <c:pt idx="304">
                  <c:v>0.152</c:v>
                </c:pt>
                <c:pt idx="305">
                  <c:v>0.1525</c:v>
                </c:pt>
                <c:pt idx="306">
                  <c:v>0.153</c:v>
                </c:pt>
                <c:pt idx="307">
                  <c:v>0.1535</c:v>
                </c:pt>
                <c:pt idx="308">
                  <c:v>0.154</c:v>
                </c:pt>
                <c:pt idx="309">
                  <c:v>0.1545</c:v>
                </c:pt>
                <c:pt idx="310">
                  <c:v>0.155</c:v>
                </c:pt>
                <c:pt idx="311">
                  <c:v>0.1555</c:v>
                </c:pt>
                <c:pt idx="312">
                  <c:v>0.156</c:v>
                </c:pt>
                <c:pt idx="313">
                  <c:v>0.1565</c:v>
                </c:pt>
                <c:pt idx="314">
                  <c:v>0.157</c:v>
                </c:pt>
                <c:pt idx="315">
                  <c:v>0.1575</c:v>
                </c:pt>
                <c:pt idx="316">
                  <c:v>0.158</c:v>
                </c:pt>
                <c:pt idx="317">
                  <c:v>0.1585</c:v>
                </c:pt>
                <c:pt idx="318">
                  <c:v>0.159</c:v>
                </c:pt>
                <c:pt idx="319">
                  <c:v>0.1595</c:v>
                </c:pt>
                <c:pt idx="320">
                  <c:v>0.16</c:v>
                </c:pt>
                <c:pt idx="321">
                  <c:v>0.1605</c:v>
                </c:pt>
                <c:pt idx="322">
                  <c:v>0.161</c:v>
                </c:pt>
                <c:pt idx="323">
                  <c:v>0.1615</c:v>
                </c:pt>
                <c:pt idx="324">
                  <c:v>0.162</c:v>
                </c:pt>
                <c:pt idx="325">
                  <c:v>0.1625</c:v>
                </c:pt>
                <c:pt idx="326">
                  <c:v>0.163</c:v>
                </c:pt>
                <c:pt idx="327">
                  <c:v>0.1635</c:v>
                </c:pt>
                <c:pt idx="328">
                  <c:v>0.164</c:v>
                </c:pt>
                <c:pt idx="329">
                  <c:v>0.1645</c:v>
                </c:pt>
                <c:pt idx="330">
                  <c:v>0.165</c:v>
                </c:pt>
                <c:pt idx="331">
                  <c:v>0.1655</c:v>
                </c:pt>
                <c:pt idx="332">
                  <c:v>0.166</c:v>
                </c:pt>
                <c:pt idx="333">
                  <c:v>0.1665</c:v>
                </c:pt>
                <c:pt idx="334">
                  <c:v>0.167</c:v>
                </c:pt>
                <c:pt idx="335">
                  <c:v>0.1675</c:v>
                </c:pt>
                <c:pt idx="336">
                  <c:v>0.168</c:v>
                </c:pt>
                <c:pt idx="337">
                  <c:v>0.1685</c:v>
                </c:pt>
                <c:pt idx="338">
                  <c:v>0.169</c:v>
                </c:pt>
                <c:pt idx="339">
                  <c:v>0.1695</c:v>
                </c:pt>
                <c:pt idx="340">
                  <c:v>0.17</c:v>
                </c:pt>
                <c:pt idx="341">
                  <c:v>0.1705</c:v>
                </c:pt>
                <c:pt idx="342">
                  <c:v>0.171</c:v>
                </c:pt>
                <c:pt idx="343">
                  <c:v>0.1715</c:v>
                </c:pt>
                <c:pt idx="344">
                  <c:v>0.172</c:v>
                </c:pt>
                <c:pt idx="345">
                  <c:v>0.1725</c:v>
                </c:pt>
                <c:pt idx="346">
                  <c:v>0.173</c:v>
                </c:pt>
                <c:pt idx="347">
                  <c:v>0.1735</c:v>
                </c:pt>
                <c:pt idx="348">
                  <c:v>0.174</c:v>
                </c:pt>
                <c:pt idx="349">
                  <c:v>0.1745</c:v>
                </c:pt>
                <c:pt idx="350">
                  <c:v>0.175</c:v>
                </c:pt>
                <c:pt idx="351">
                  <c:v>0.1755</c:v>
                </c:pt>
                <c:pt idx="352">
                  <c:v>0.176</c:v>
                </c:pt>
                <c:pt idx="353">
                  <c:v>0.1765</c:v>
                </c:pt>
                <c:pt idx="354">
                  <c:v>0.177</c:v>
                </c:pt>
                <c:pt idx="355">
                  <c:v>0.1775</c:v>
                </c:pt>
                <c:pt idx="356">
                  <c:v>0.178</c:v>
                </c:pt>
                <c:pt idx="357">
                  <c:v>0.1785</c:v>
                </c:pt>
                <c:pt idx="358">
                  <c:v>0.179</c:v>
                </c:pt>
                <c:pt idx="359">
                  <c:v>0.1795</c:v>
                </c:pt>
                <c:pt idx="360">
                  <c:v>0.18</c:v>
                </c:pt>
                <c:pt idx="361">
                  <c:v>0.1805</c:v>
                </c:pt>
                <c:pt idx="362">
                  <c:v>0.181</c:v>
                </c:pt>
                <c:pt idx="363">
                  <c:v>0.1815</c:v>
                </c:pt>
                <c:pt idx="364">
                  <c:v>0.182</c:v>
                </c:pt>
                <c:pt idx="365">
                  <c:v>0.1825</c:v>
                </c:pt>
                <c:pt idx="366">
                  <c:v>0.183</c:v>
                </c:pt>
                <c:pt idx="367">
                  <c:v>0.1835</c:v>
                </c:pt>
                <c:pt idx="368">
                  <c:v>0.184</c:v>
                </c:pt>
                <c:pt idx="369">
                  <c:v>0.1845</c:v>
                </c:pt>
                <c:pt idx="370">
                  <c:v>0.185</c:v>
                </c:pt>
                <c:pt idx="371">
                  <c:v>0.1855</c:v>
                </c:pt>
                <c:pt idx="372">
                  <c:v>0.186</c:v>
                </c:pt>
                <c:pt idx="373">
                  <c:v>0.1865</c:v>
                </c:pt>
                <c:pt idx="374">
                  <c:v>0.187</c:v>
                </c:pt>
                <c:pt idx="375">
                  <c:v>0.1875</c:v>
                </c:pt>
                <c:pt idx="376">
                  <c:v>0.188</c:v>
                </c:pt>
                <c:pt idx="377">
                  <c:v>0.1885</c:v>
                </c:pt>
                <c:pt idx="378">
                  <c:v>0.189</c:v>
                </c:pt>
                <c:pt idx="379">
                  <c:v>0.1895</c:v>
                </c:pt>
                <c:pt idx="380">
                  <c:v>0.19</c:v>
                </c:pt>
                <c:pt idx="381">
                  <c:v>0.1905</c:v>
                </c:pt>
                <c:pt idx="382">
                  <c:v>0.191</c:v>
                </c:pt>
                <c:pt idx="383">
                  <c:v>0.1915</c:v>
                </c:pt>
                <c:pt idx="384">
                  <c:v>0.192</c:v>
                </c:pt>
                <c:pt idx="385">
                  <c:v>0.1925</c:v>
                </c:pt>
                <c:pt idx="386">
                  <c:v>0.193</c:v>
                </c:pt>
                <c:pt idx="387">
                  <c:v>0.1935</c:v>
                </c:pt>
                <c:pt idx="388">
                  <c:v>0.194</c:v>
                </c:pt>
                <c:pt idx="389">
                  <c:v>0.1945</c:v>
                </c:pt>
                <c:pt idx="390">
                  <c:v>0.195</c:v>
                </c:pt>
                <c:pt idx="391">
                  <c:v>0.1955</c:v>
                </c:pt>
                <c:pt idx="392">
                  <c:v>0.196</c:v>
                </c:pt>
                <c:pt idx="393">
                  <c:v>0.1965</c:v>
                </c:pt>
                <c:pt idx="394">
                  <c:v>0.197</c:v>
                </c:pt>
                <c:pt idx="395">
                  <c:v>0.1975</c:v>
                </c:pt>
                <c:pt idx="396">
                  <c:v>0.198</c:v>
                </c:pt>
                <c:pt idx="397">
                  <c:v>0.1985</c:v>
                </c:pt>
                <c:pt idx="398">
                  <c:v>0.199</c:v>
                </c:pt>
                <c:pt idx="399">
                  <c:v>0.1995</c:v>
                </c:pt>
                <c:pt idx="400">
                  <c:v>0.2</c:v>
                </c:pt>
                <c:pt idx="401">
                  <c:v>0.2005</c:v>
                </c:pt>
                <c:pt idx="402">
                  <c:v>0.201</c:v>
                </c:pt>
                <c:pt idx="403">
                  <c:v>0.2015</c:v>
                </c:pt>
                <c:pt idx="404">
                  <c:v>0.202</c:v>
                </c:pt>
                <c:pt idx="405">
                  <c:v>0.2025</c:v>
                </c:pt>
                <c:pt idx="406">
                  <c:v>0.203</c:v>
                </c:pt>
                <c:pt idx="407">
                  <c:v>0.2035</c:v>
                </c:pt>
                <c:pt idx="408">
                  <c:v>0.204</c:v>
                </c:pt>
                <c:pt idx="409">
                  <c:v>0.2045</c:v>
                </c:pt>
                <c:pt idx="410">
                  <c:v>0.205</c:v>
                </c:pt>
                <c:pt idx="411">
                  <c:v>0.2055</c:v>
                </c:pt>
                <c:pt idx="412">
                  <c:v>0.206</c:v>
                </c:pt>
                <c:pt idx="413">
                  <c:v>0.2065</c:v>
                </c:pt>
                <c:pt idx="414">
                  <c:v>0.207</c:v>
                </c:pt>
                <c:pt idx="415">
                  <c:v>0.2075</c:v>
                </c:pt>
                <c:pt idx="416">
                  <c:v>0.208</c:v>
                </c:pt>
                <c:pt idx="417">
                  <c:v>0.2085</c:v>
                </c:pt>
                <c:pt idx="418">
                  <c:v>0.209</c:v>
                </c:pt>
                <c:pt idx="419">
                  <c:v>0.2095</c:v>
                </c:pt>
                <c:pt idx="420">
                  <c:v>0.21</c:v>
                </c:pt>
                <c:pt idx="421">
                  <c:v>0.2105</c:v>
                </c:pt>
                <c:pt idx="422">
                  <c:v>0.211</c:v>
                </c:pt>
                <c:pt idx="423">
                  <c:v>0.2115</c:v>
                </c:pt>
                <c:pt idx="424">
                  <c:v>0.212</c:v>
                </c:pt>
                <c:pt idx="425">
                  <c:v>0.2125</c:v>
                </c:pt>
                <c:pt idx="426">
                  <c:v>0.213</c:v>
                </c:pt>
                <c:pt idx="427">
                  <c:v>0.2135</c:v>
                </c:pt>
                <c:pt idx="428">
                  <c:v>0.214</c:v>
                </c:pt>
                <c:pt idx="429">
                  <c:v>0.2145</c:v>
                </c:pt>
                <c:pt idx="430">
                  <c:v>0.215</c:v>
                </c:pt>
                <c:pt idx="431">
                  <c:v>0.2155</c:v>
                </c:pt>
                <c:pt idx="432">
                  <c:v>0.216</c:v>
                </c:pt>
                <c:pt idx="433">
                  <c:v>0.2165</c:v>
                </c:pt>
                <c:pt idx="434">
                  <c:v>0.217</c:v>
                </c:pt>
                <c:pt idx="435">
                  <c:v>0.2175</c:v>
                </c:pt>
                <c:pt idx="436">
                  <c:v>0.218</c:v>
                </c:pt>
                <c:pt idx="437">
                  <c:v>0.2185</c:v>
                </c:pt>
                <c:pt idx="438">
                  <c:v>0.219</c:v>
                </c:pt>
                <c:pt idx="439">
                  <c:v>0.2195</c:v>
                </c:pt>
                <c:pt idx="440">
                  <c:v>0.22</c:v>
                </c:pt>
                <c:pt idx="441">
                  <c:v>0.2205</c:v>
                </c:pt>
                <c:pt idx="442">
                  <c:v>0.221</c:v>
                </c:pt>
                <c:pt idx="443">
                  <c:v>0.2215</c:v>
                </c:pt>
                <c:pt idx="444">
                  <c:v>0.222</c:v>
                </c:pt>
                <c:pt idx="445">
                  <c:v>0.2225</c:v>
                </c:pt>
                <c:pt idx="446">
                  <c:v>0.223</c:v>
                </c:pt>
                <c:pt idx="447">
                  <c:v>0.2235</c:v>
                </c:pt>
                <c:pt idx="448">
                  <c:v>0.224</c:v>
                </c:pt>
                <c:pt idx="449">
                  <c:v>0.2245</c:v>
                </c:pt>
                <c:pt idx="450">
                  <c:v>0.225</c:v>
                </c:pt>
                <c:pt idx="451">
                  <c:v>0.2255</c:v>
                </c:pt>
                <c:pt idx="452">
                  <c:v>0.226</c:v>
                </c:pt>
                <c:pt idx="453">
                  <c:v>0.2265</c:v>
                </c:pt>
                <c:pt idx="454">
                  <c:v>0.227</c:v>
                </c:pt>
                <c:pt idx="455">
                  <c:v>0.2275</c:v>
                </c:pt>
                <c:pt idx="456">
                  <c:v>0.228</c:v>
                </c:pt>
                <c:pt idx="457">
                  <c:v>0.2285</c:v>
                </c:pt>
                <c:pt idx="458">
                  <c:v>0.229</c:v>
                </c:pt>
                <c:pt idx="459">
                  <c:v>0.2295</c:v>
                </c:pt>
                <c:pt idx="460">
                  <c:v>0.23</c:v>
                </c:pt>
                <c:pt idx="461">
                  <c:v>0.2305</c:v>
                </c:pt>
                <c:pt idx="462">
                  <c:v>0.231</c:v>
                </c:pt>
                <c:pt idx="463">
                  <c:v>0.2315</c:v>
                </c:pt>
                <c:pt idx="464">
                  <c:v>0.232</c:v>
                </c:pt>
                <c:pt idx="465">
                  <c:v>0.2325</c:v>
                </c:pt>
                <c:pt idx="466">
                  <c:v>0.233</c:v>
                </c:pt>
                <c:pt idx="467">
                  <c:v>0.2335</c:v>
                </c:pt>
                <c:pt idx="468">
                  <c:v>0.234</c:v>
                </c:pt>
                <c:pt idx="469">
                  <c:v>0.2345</c:v>
                </c:pt>
                <c:pt idx="470">
                  <c:v>0.235</c:v>
                </c:pt>
                <c:pt idx="471">
                  <c:v>0.2355</c:v>
                </c:pt>
                <c:pt idx="472">
                  <c:v>0.236</c:v>
                </c:pt>
                <c:pt idx="473">
                  <c:v>0.2365</c:v>
                </c:pt>
                <c:pt idx="474">
                  <c:v>0.237</c:v>
                </c:pt>
                <c:pt idx="475">
                  <c:v>0.2375</c:v>
                </c:pt>
                <c:pt idx="476">
                  <c:v>0.238</c:v>
                </c:pt>
                <c:pt idx="477">
                  <c:v>0.2385</c:v>
                </c:pt>
                <c:pt idx="478">
                  <c:v>0.239</c:v>
                </c:pt>
                <c:pt idx="479">
                  <c:v>0.2395</c:v>
                </c:pt>
                <c:pt idx="480">
                  <c:v>0.24</c:v>
                </c:pt>
                <c:pt idx="481">
                  <c:v>0.2405</c:v>
                </c:pt>
                <c:pt idx="482">
                  <c:v>0.241</c:v>
                </c:pt>
                <c:pt idx="483">
                  <c:v>0.2415</c:v>
                </c:pt>
                <c:pt idx="484">
                  <c:v>0.242</c:v>
                </c:pt>
                <c:pt idx="485">
                  <c:v>0.2425</c:v>
                </c:pt>
                <c:pt idx="486">
                  <c:v>0.243</c:v>
                </c:pt>
                <c:pt idx="487">
                  <c:v>0.2435</c:v>
                </c:pt>
                <c:pt idx="488">
                  <c:v>0.244</c:v>
                </c:pt>
                <c:pt idx="489">
                  <c:v>0.2445</c:v>
                </c:pt>
                <c:pt idx="490">
                  <c:v>0.245</c:v>
                </c:pt>
                <c:pt idx="491">
                  <c:v>0.2455</c:v>
                </c:pt>
                <c:pt idx="492">
                  <c:v>0.246</c:v>
                </c:pt>
                <c:pt idx="493">
                  <c:v>0.2465</c:v>
                </c:pt>
                <c:pt idx="494">
                  <c:v>0.247</c:v>
                </c:pt>
                <c:pt idx="495">
                  <c:v>0.2475</c:v>
                </c:pt>
                <c:pt idx="496">
                  <c:v>0.248</c:v>
                </c:pt>
                <c:pt idx="497">
                  <c:v>0.2485</c:v>
                </c:pt>
                <c:pt idx="498">
                  <c:v>0.249</c:v>
                </c:pt>
                <c:pt idx="499">
                  <c:v>0.2495</c:v>
                </c:pt>
                <c:pt idx="500">
                  <c:v>0.25</c:v>
                </c:pt>
                <c:pt idx="501">
                  <c:v>0.2505</c:v>
                </c:pt>
                <c:pt idx="502">
                  <c:v>0.251</c:v>
                </c:pt>
                <c:pt idx="503">
                  <c:v>0.2515</c:v>
                </c:pt>
                <c:pt idx="504">
                  <c:v>0.252</c:v>
                </c:pt>
                <c:pt idx="505">
                  <c:v>0.2525</c:v>
                </c:pt>
                <c:pt idx="506">
                  <c:v>0.253</c:v>
                </c:pt>
                <c:pt idx="507">
                  <c:v>0.2535</c:v>
                </c:pt>
                <c:pt idx="508">
                  <c:v>0.254</c:v>
                </c:pt>
                <c:pt idx="509">
                  <c:v>0.2545</c:v>
                </c:pt>
                <c:pt idx="510">
                  <c:v>0.255</c:v>
                </c:pt>
                <c:pt idx="511">
                  <c:v>0.2555</c:v>
                </c:pt>
                <c:pt idx="512">
                  <c:v>0.256</c:v>
                </c:pt>
                <c:pt idx="513">
                  <c:v>0.2565</c:v>
                </c:pt>
                <c:pt idx="514">
                  <c:v>0.257</c:v>
                </c:pt>
                <c:pt idx="515">
                  <c:v>0.2575</c:v>
                </c:pt>
                <c:pt idx="516">
                  <c:v>0.258</c:v>
                </c:pt>
                <c:pt idx="517">
                  <c:v>0.2585</c:v>
                </c:pt>
                <c:pt idx="518">
                  <c:v>0.259</c:v>
                </c:pt>
                <c:pt idx="519">
                  <c:v>0.2595</c:v>
                </c:pt>
                <c:pt idx="520">
                  <c:v>0.26</c:v>
                </c:pt>
                <c:pt idx="521">
                  <c:v>0.2605</c:v>
                </c:pt>
                <c:pt idx="522">
                  <c:v>0.261</c:v>
                </c:pt>
                <c:pt idx="523">
                  <c:v>0.2615</c:v>
                </c:pt>
                <c:pt idx="524">
                  <c:v>0.262</c:v>
                </c:pt>
                <c:pt idx="525">
                  <c:v>0.2625</c:v>
                </c:pt>
                <c:pt idx="526">
                  <c:v>0.263</c:v>
                </c:pt>
                <c:pt idx="527">
                  <c:v>0.2635</c:v>
                </c:pt>
                <c:pt idx="528">
                  <c:v>0.264</c:v>
                </c:pt>
                <c:pt idx="529">
                  <c:v>0.2645</c:v>
                </c:pt>
                <c:pt idx="530">
                  <c:v>0.265</c:v>
                </c:pt>
                <c:pt idx="531">
                  <c:v>0.2655</c:v>
                </c:pt>
                <c:pt idx="532">
                  <c:v>0.266</c:v>
                </c:pt>
                <c:pt idx="533">
                  <c:v>0.2665</c:v>
                </c:pt>
                <c:pt idx="534">
                  <c:v>0.267</c:v>
                </c:pt>
                <c:pt idx="535">
                  <c:v>0.2675</c:v>
                </c:pt>
                <c:pt idx="536">
                  <c:v>0.268</c:v>
                </c:pt>
                <c:pt idx="537">
                  <c:v>0.2685</c:v>
                </c:pt>
                <c:pt idx="538">
                  <c:v>0.269</c:v>
                </c:pt>
                <c:pt idx="539">
                  <c:v>0.2695</c:v>
                </c:pt>
                <c:pt idx="540">
                  <c:v>0.27</c:v>
                </c:pt>
                <c:pt idx="541">
                  <c:v>0.2705</c:v>
                </c:pt>
                <c:pt idx="542">
                  <c:v>0.271</c:v>
                </c:pt>
                <c:pt idx="543">
                  <c:v>0.2715</c:v>
                </c:pt>
                <c:pt idx="544">
                  <c:v>0.272</c:v>
                </c:pt>
                <c:pt idx="545">
                  <c:v>0.2725</c:v>
                </c:pt>
                <c:pt idx="546">
                  <c:v>0.273</c:v>
                </c:pt>
                <c:pt idx="547">
                  <c:v>0.2735</c:v>
                </c:pt>
                <c:pt idx="548">
                  <c:v>0.274</c:v>
                </c:pt>
                <c:pt idx="549">
                  <c:v>0.2745</c:v>
                </c:pt>
                <c:pt idx="550">
                  <c:v>0.275</c:v>
                </c:pt>
                <c:pt idx="551">
                  <c:v>0.2755</c:v>
                </c:pt>
                <c:pt idx="552">
                  <c:v>0.276</c:v>
                </c:pt>
                <c:pt idx="553">
                  <c:v>0.2765</c:v>
                </c:pt>
                <c:pt idx="554">
                  <c:v>0.277</c:v>
                </c:pt>
                <c:pt idx="555">
                  <c:v>0.2775</c:v>
                </c:pt>
                <c:pt idx="556">
                  <c:v>0.278</c:v>
                </c:pt>
                <c:pt idx="557">
                  <c:v>0.2785</c:v>
                </c:pt>
                <c:pt idx="558">
                  <c:v>0.279</c:v>
                </c:pt>
                <c:pt idx="559">
                  <c:v>0.2795</c:v>
                </c:pt>
                <c:pt idx="560">
                  <c:v>0.28</c:v>
                </c:pt>
                <c:pt idx="561">
                  <c:v>0.2805</c:v>
                </c:pt>
                <c:pt idx="562">
                  <c:v>0.281</c:v>
                </c:pt>
                <c:pt idx="563">
                  <c:v>0.2815</c:v>
                </c:pt>
                <c:pt idx="564">
                  <c:v>0.282</c:v>
                </c:pt>
                <c:pt idx="565">
                  <c:v>0.2825</c:v>
                </c:pt>
                <c:pt idx="566">
                  <c:v>0.283</c:v>
                </c:pt>
                <c:pt idx="567">
                  <c:v>0.2835</c:v>
                </c:pt>
                <c:pt idx="568">
                  <c:v>0.284</c:v>
                </c:pt>
                <c:pt idx="569">
                  <c:v>0.2845</c:v>
                </c:pt>
                <c:pt idx="570">
                  <c:v>0.285</c:v>
                </c:pt>
                <c:pt idx="571">
                  <c:v>0.2855</c:v>
                </c:pt>
                <c:pt idx="572">
                  <c:v>0.286</c:v>
                </c:pt>
                <c:pt idx="573">
                  <c:v>0.2865</c:v>
                </c:pt>
                <c:pt idx="574">
                  <c:v>0.287</c:v>
                </c:pt>
                <c:pt idx="575">
                  <c:v>0.2875</c:v>
                </c:pt>
                <c:pt idx="576">
                  <c:v>0.288</c:v>
                </c:pt>
                <c:pt idx="577">
                  <c:v>0.2885</c:v>
                </c:pt>
                <c:pt idx="578">
                  <c:v>0.289</c:v>
                </c:pt>
                <c:pt idx="579">
                  <c:v>0.2895</c:v>
                </c:pt>
                <c:pt idx="580">
                  <c:v>0.29</c:v>
                </c:pt>
                <c:pt idx="581">
                  <c:v>0.2905</c:v>
                </c:pt>
                <c:pt idx="582">
                  <c:v>0.291</c:v>
                </c:pt>
                <c:pt idx="583">
                  <c:v>0.2915</c:v>
                </c:pt>
                <c:pt idx="584">
                  <c:v>0.292</c:v>
                </c:pt>
                <c:pt idx="585">
                  <c:v>0.2925</c:v>
                </c:pt>
                <c:pt idx="586">
                  <c:v>0.293</c:v>
                </c:pt>
                <c:pt idx="587">
                  <c:v>0.2935</c:v>
                </c:pt>
                <c:pt idx="588">
                  <c:v>0.294</c:v>
                </c:pt>
                <c:pt idx="589">
                  <c:v>0.2945</c:v>
                </c:pt>
                <c:pt idx="590">
                  <c:v>0.295</c:v>
                </c:pt>
                <c:pt idx="591">
                  <c:v>0.2955</c:v>
                </c:pt>
                <c:pt idx="592">
                  <c:v>0.296</c:v>
                </c:pt>
                <c:pt idx="593">
                  <c:v>0.2965</c:v>
                </c:pt>
                <c:pt idx="594">
                  <c:v>0.297</c:v>
                </c:pt>
                <c:pt idx="595">
                  <c:v>0.2975</c:v>
                </c:pt>
                <c:pt idx="596">
                  <c:v>0.298</c:v>
                </c:pt>
                <c:pt idx="597">
                  <c:v>0.2985</c:v>
                </c:pt>
                <c:pt idx="598">
                  <c:v>0.299</c:v>
                </c:pt>
                <c:pt idx="599">
                  <c:v>0.2995</c:v>
                </c:pt>
                <c:pt idx="600">
                  <c:v>0.3</c:v>
                </c:pt>
                <c:pt idx="601">
                  <c:v>0.3005</c:v>
                </c:pt>
                <c:pt idx="602">
                  <c:v>0.301</c:v>
                </c:pt>
                <c:pt idx="603">
                  <c:v>0.3015</c:v>
                </c:pt>
                <c:pt idx="604">
                  <c:v>0.302</c:v>
                </c:pt>
                <c:pt idx="605">
                  <c:v>0.3025</c:v>
                </c:pt>
                <c:pt idx="606">
                  <c:v>0.303</c:v>
                </c:pt>
                <c:pt idx="607">
                  <c:v>0.3035</c:v>
                </c:pt>
                <c:pt idx="608">
                  <c:v>0.304</c:v>
                </c:pt>
                <c:pt idx="609">
                  <c:v>0.3045</c:v>
                </c:pt>
                <c:pt idx="610">
                  <c:v>0.305</c:v>
                </c:pt>
                <c:pt idx="611">
                  <c:v>0.3055</c:v>
                </c:pt>
                <c:pt idx="612">
                  <c:v>0.306</c:v>
                </c:pt>
                <c:pt idx="613">
                  <c:v>0.3065</c:v>
                </c:pt>
                <c:pt idx="614">
                  <c:v>0.307</c:v>
                </c:pt>
                <c:pt idx="615">
                  <c:v>0.3075</c:v>
                </c:pt>
                <c:pt idx="616">
                  <c:v>0.308</c:v>
                </c:pt>
                <c:pt idx="617">
                  <c:v>0.3085</c:v>
                </c:pt>
                <c:pt idx="618">
                  <c:v>0.309</c:v>
                </c:pt>
                <c:pt idx="619">
                  <c:v>0.3095</c:v>
                </c:pt>
                <c:pt idx="620">
                  <c:v>0.31</c:v>
                </c:pt>
                <c:pt idx="621">
                  <c:v>0.3105</c:v>
                </c:pt>
                <c:pt idx="622">
                  <c:v>0.311</c:v>
                </c:pt>
                <c:pt idx="623">
                  <c:v>0.3115</c:v>
                </c:pt>
                <c:pt idx="624">
                  <c:v>0.312</c:v>
                </c:pt>
                <c:pt idx="625">
                  <c:v>0.3125</c:v>
                </c:pt>
                <c:pt idx="626">
                  <c:v>0.313</c:v>
                </c:pt>
                <c:pt idx="627">
                  <c:v>0.3135</c:v>
                </c:pt>
                <c:pt idx="628">
                  <c:v>0.314</c:v>
                </c:pt>
                <c:pt idx="629">
                  <c:v>0.3145</c:v>
                </c:pt>
                <c:pt idx="630">
                  <c:v>0.315</c:v>
                </c:pt>
                <c:pt idx="631">
                  <c:v>0.3155</c:v>
                </c:pt>
                <c:pt idx="632">
                  <c:v>0.316</c:v>
                </c:pt>
                <c:pt idx="633">
                  <c:v>0.3165</c:v>
                </c:pt>
                <c:pt idx="634">
                  <c:v>0.317</c:v>
                </c:pt>
                <c:pt idx="635">
                  <c:v>0.3175</c:v>
                </c:pt>
                <c:pt idx="636">
                  <c:v>0.318</c:v>
                </c:pt>
                <c:pt idx="637">
                  <c:v>0.3185</c:v>
                </c:pt>
                <c:pt idx="638">
                  <c:v>0.319</c:v>
                </c:pt>
                <c:pt idx="639">
                  <c:v>0.3195</c:v>
                </c:pt>
                <c:pt idx="640">
                  <c:v>0.32</c:v>
                </c:pt>
                <c:pt idx="641">
                  <c:v>0.3205</c:v>
                </c:pt>
                <c:pt idx="642">
                  <c:v>0.321</c:v>
                </c:pt>
                <c:pt idx="643">
                  <c:v>0.3215</c:v>
                </c:pt>
                <c:pt idx="644">
                  <c:v>0.322</c:v>
                </c:pt>
                <c:pt idx="645">
                  <c:v>0.3225</c:v>
                </c:pt>
                <c:pt idx="646">
                  <c:v>0.323</c:v>
                </c:pt>
                <c:pt idx="647">
                  <c:v>0.3235</c:v>
                </c:pt>
                <c:pt idx="648">
                  <c:v>0.324</c:v>
                </c:pt>
                <c:pt idx="649">
                  <c:v>0.3245</c:v>
                </c:pt>
                <c:pt idx="650">
                  <c:v>0.325</c:v>
                </c:pt>
                <c:pt idx="651">
                  <c:v>0.3255</c:v>
                </c:pt>
                <c:pt idx="652">
                  <c:v>0.326</c:v>
                </c:pt>
                <c:pt idx="653">
                  <c:v>0.3265</c:v>
                </c:pt>
                <c:pt idx="654">
                  <c:v>0.327</c:v>
                </c:pt>
                <c:pt idx="655">
                  <c:v>0.3275</c:v>
                </c:pt>
                <c:pt idx="656">
                  <c:v>0.328</c:v>
                </c:pt>
                <c:pt idx="657">
                  <c:v>0.3285</c:v>
                </c:pt>
                <c:pt idx="658">
                  <c:v>0.329</c:v>
                </c:pt>
                <c:pt idx="659">
                  <c:v>0.3295</c:v>
                </c:pt>
                <c:pt idx="660">
                  <c:v>0.33</c:v>
                </c:pt>
                <c:pt idx="661">
                  <c:v>0.3305</c:v>
                </c:pt>
                <c:pt idx="662">
                  <c:v>0.331</c:v>
                </c:pt>
                <c:pt idx="663">
                  <c:v>0.3315</c:v>
                </c:pt>
                <c:pt idx="664">
                  <c:v>0.332</c:v>
                </c:pt>
                <c:pt idx="665">
                  <c:v>0.3325</c:v>
                </c:pt>
                <c:pt idx="666">
                  <c:v>0.333</c:v>
                </c:pt>
                <c:pt idx="667">
                  <c:v>0.3335</c:v>
                </c:pt>
                <c:pt idx="668">
                  <c:v>0.334</c:v>
                </c:pt>
                <c:pt idx="669">
                  <c:v>0.3345</c:v>
                </c:pt>
                <c:pt idx="670">
                  <c:v>0.335</c:v>
                </c:pt>
                <c:pt idx="671">
                  <c:v>0.3355</c:v>
                </c:pt>
                <c:pt idx="672">
                  <c:v>0.336</c:v>
                </c:pt>
                <c:pt idx="673">
                  <c:v>0.3365</c:v>
                </c:pt>
                <c:pt idx="674">
                  <c:v>0.337</c:v>
                </c:pt>
                <c:pt idx="675">
                  <c:v>0.3375</c:v>
                </c:pt>
                <c:pt idx="676">
                  <c:v>0.338</c:v>
                </c:pt>
                <c:pt idx="677">
                  <c:v>0.3385</c:v>
                </c:pt>
                <c:pt idx="678">
                  <c:v>0.339</c:v>
                </c:pt>
                <c:pt idx="679">
                  <c:v>0.3395</c:v>
                </c:pt>
                <c:pt idx="680">
                  <c:v>0.34</c:v>
                </c:pt>
                <c:pt idx="681">
                  <c:v>0.3405</c:v>
                </c:pt>
                <c:pt idx="682">
                  <c:v>0.341</c:v>
                </c:pt>
                <c:pt idx="683">
                  <c:v>0.3415</c:v>
                </c:pt>
                <c:pt idx="684">
                  <c:v>0.342</c:v>
                </c:pt>
                <c:pt idx="685">
                  <c:v>0.3425</c:v>
                </c:pt>
                <c:pt idx="686">
                  <c:v>0.343</c:v>
                </c:pt>
                <c:pt idx="687">
                  <c:v>0.3435</c:v>
                </c:pt>
                <c:pt idx="688">
                  <c:v>0.344</c:v>
                </c:pt>
                <c:pt idx="689">
                  <c:v>0.3445</c:v>
                </c:pt>
                <c:pt idx="690">
                  <c:v>0.345</c:v>
                </c:pt>
                <c:pt idx="691">
                  <c:v>0.3455</c:v>
                </c:pt>
                <c:pt idx="692">
                  <c:v>0.346</c:v>
                </c:pt>
                <c:pt idx="693">
                  <c:v>0.3465</c:v>
                </c:pt>
                <c:pt idx="694">
                  <c:v>0.347</c:v>
                </c:pt>
                <c:pt idx="695">
                  <c:v>0.3475</c:v>
                </c:pt>
                <c:pt idx="696">
                  <c:v>0.348</c:v>
                </c:pt>
                <c:pt idx="697">
                  <c:v>0.3485</c:v>
                </c:pt>
                <c:pt idx="698">
                  <c:v>0.349</c:v>
                </c:pt>
                <c:pt idx="699">
                  <c:v>0.3495</c:v>
                </c:pt>
                <c:pt idx="700">
                  <c:v>0.35</c:v>
                </c:pt>
                <c:pt idx="701">
                  <c:v>0.3505</c:v>
                </c:pt>
                <c:pt idx="702">
                  <c:v>0.351</c:v>
                </c:pt>
                <c:pt idx="703">
                  <c:v>0.3515</c:v>
                </c:pt>
                <c:pt idx="704">
                  <c:v>0.352</c:v>
                </c:pt>
                <c:pt idx="705">
                  <c:v>0.3525</c:v>
                </c:pt>
                <c:pt idx="706">
                  <c:v>0.353</c:v>
                </c:pt>
                <c:pt idx="707">
                  <c:v>0.3535</c:v>
                </c:pt>
                <c:pt idx="708">
                  <c:v>0.354</c:v>
                </c:pt>
                <c:pt idx="709">
                  <c:v>0.3545</c:v>
                </c:pt>
                <c:pt idx="710">
                  <c:v>0.355</c:v>
                </c:pt>
                <c:pt idx="711">
                  <c:v>0.3555</c:v>
                </c:pt>
                <c:pt idx="712">
                  <c:v>0.356</c:v>
                </c:pt>
                <c:pt idx="713">
                  <c:v>0.3565</c:v>
                </c:pt>
                <c:pt idx="714">
                  <c:v>0.357</c:v>
                </c:pt>
                <c:pt idx="715">
                  <c:v>0.3575</c:v>
                </c:pt>
                <c:pt idx="716">
                  <c:v>0.358</c:v>
                </c:pt>
                <c:pt idx="717">
                  <c:v>0.3585</c:v>
                </c:pt>
                <c:pt idx="718">
                  <c:v>0.359</c:v>
                </c:pt>
                <c:pt idx="719">
                  <c:v>0.3595</c:v>
                </c:pt>
                <c:pt idx="720">
                  <c:v>0.36</c:v>
                </c:pt>
                <c:pt idx="721">
                  <c:v>0.3605</c:v>
                </c:pt>
                <c:pt idx="722">
                  <c:v>0.361</c:v>
                </c:pt>
                <c:pt idx="723">
                  <c:v>0.3615</c:v>
                </c:pt>
                <c:pt idx="724">
                  <c:v>0.362</c:v>
                </c:pt>
                <c:pt idx="725">
                  <c:v>0.3625</c:v>
                </c:pt>
                <c:pt idx="726">
                  <c:v>0.363</c:v>
                </c:pt>
                <c:pt idx="727">
                  <c:v>0.3635</c:v>
                </c:pt>
                <c:pt idx="728">
                  <c:v>0.364</c:v>
                </c:pt>
                <c:pt idx="729">
                  <c:v>0.3645</c:v>
                </c:pt>
                <c:pt idx="730">
                  <c:v>0.365</c:v>
                </c:pt>
                <c:pt idx="731">
                  <c:v>0.3655</c:v>
                </c:pt>
                <c:pt idx="732">
                  <c:v>0.366</c:v>
                </c:pt>
                <c:pt idx="733">
                  <c:v>0.3665</c:v>
                </c:pt>
                <c:pt idx="734">
                  <c:v>0.367</c:v>
                </c:pt>
                <c:pt idx="735">
                  <c:v>0.3675</c:v>
                </c:pt>
                <c:pt idx="736">
                  <c:v>0.368</c:v>
                </c:pt>
                <c:pt idx="737">
                  <c:v>0.3685</c:v>
                </c:pt>
                <c:pt idx="738">
                  <c:v>0.369</c:v>
                </c:pt>
                <c:pt idx="739">
                  <c:v>0.3695</c:v>
                </c:pt>
                <c:pt idx="740">
                  <c:v>0.37</c:v>
                </c:pt>
                <c:pt idx="741">
                  <c:v>0.3705</c:v>
                </c:pt>
                <c:pt idx="742">
                  <c:v>0.371</c:v>
                </c:pt>
                <c:pt idx="743">
                  <c:v>0.3715</c:v>
                </c:pt>
                <c:pt idx="744">
                  <c:v>0.372</c:v>
                </c:pt>
                <c:pt idx="745">
                  <c:v>0.3725</c:v>
                </c:pt>
                <c:pt idx="746">
                  <c:v>0.373</c:v>
                </c:pt>
                <c:pt idx="747">
                  <c:v>0.3735</c:v>
                </c:pt>
                <c:pt idx="748">
                  <c:v>0.374</c:v>
                </c:pt>
                <c:pt idx="749">
                  <c:v>0.3745</c:v>
                </c:pt>
                <c:pt idx="750">
                  <c:v>0.375</c:v>
                </c:pt>
                <c:pt idx="751">
                  <c:v>0.3755</c:v>
                </c:pt>
                <c:pt idx="752">
                  <c:v>0.376</c:v>
                </c:pt>
                <c:pt idx="753">
                  <c:v>0.3765</c:v>
                </c:pt>
                <c:pt idx="754">
                  <c:v>0.377</c:v>
                </c:pt>
                <c:pt idx="755">
                  <c:v>0.3775</c:v>
                </c:pt>
                <c:pt idx="756">
                  <c:v>0.378</c:v>
                </c:pt>
                <c:pt idx="757">
                  <c:v>0.3785</c:v>
                </c:pt>
                <c:pt idx="758">
                  <c:v>0.379</c:v>
                </c:pt>
                <c:pt idx="759">
                  <c:v>0.3795</c:v>
                </c:pt>
                <c:pt idx="760">
                  <c:v>0.38</c:v>
                </c:pt>
                <c:pt idx="761">
                  <c:v>0.3805</c:v>
                </c:pt>
                <c:pt idx="762">
                  <c:v>0.381</c:v>
                </c:pt>
                <c:pt idx="763">
                  <c:v>0.3815</c:v>
                </c:pt>
                <c:pt idx="764">
                  <c:v>0.382</c:v>
                </c:pt>
                <c:pt idx="765">
                  <c:v>0.3825</c:v>
                </c:pt>
                <c:pt idx="766">
                  <c:v>0.383</c:v>
                </c:pt>
                <c:pt idx="767">
                  <c:v>0.3835</c:v>
                </c:pt>
                <c:pt idx="768">
                  <c:v>0.384</c:v>
                </c:pt>
                <c:pt idx="769">
                  <c:v>0.3845</c:v>
                </c:pt>
                <c:pt idx="770">
                  <c:v>0.385</c:v>
                </c:pt>
                <c:pt idx="771">
                  <c:v>0.3855</c:v>
                </c:pt>
                <c:pt idx="772">
                  <c:v>0.386</c:v>
                </c:pt>
                <c:pt idx="773">
                  <c:v>0.3865</c:v>
                </c:pt>
                <c:pt idx="774">
                  <c:v>0.387</c:v>
                </c:pt>
                <c:pt idx="775">
                  <c:v>0.3875</c:v>
                </c:pt>
                <c:pt idx="776">
                  <c:v>0.388</c:v>
                </c:pt>
                <c:pt idx="777">
                  <c:v>0.3885</c:v>
                </c:pt>
                <c:pt idx="778">
                  <c:v>0.389</c:v>
                </c:pt>
                <c:pt idx="779">
                  <c:v>0.3895</c:v>
                </c:pt>
                <c:pt idx="780">
                  <c:v>0.39</c:v>
                </c:pt>
                <c:pt idx="781">
                  <c:v>0.3905</c:v>
                </c:pt>
                <c:pt idx="782">
                  <c:v>0.391</c:v>
                </c:pt>
                <c:pt idx="783">
                  <c:v>0.3915</c:v>
                </c:pt>
                <c:pt idx="784">
                  <c:v>0.392</c:v>
                </c:pt>
                <c:pt idx="785">
                  <c:v>0.3925</c:v>
                </c:pt>
                <c:pt idx="786">
                  <c:v>0.393</c:v>
                </c:pt>
                <c:pt idx="787">
                  <c:v>0.3935</c:v>
                </c:pt>
                <c:pt idx="788">
                  <c:v>0.394</c:v>
                </c:pt>
                <c:pt idx="789">
                  <c:v>0.3945</c:v>
                </c:pt>
                <c:pt idx="790">
                  <c:v>0.395</c:v>
                </c:pt>
                <c:pt idx="791">
                  <c:v>0.3955</c:v>
                </c:pt>
                <c:pt idx="792">
                  <c:v>0.396</c:v>
                </c:pt>
                <c:pt idx="793">
                  <c:v>0.3965</c:v>
                </c:pt>
                <c:pt idx="794">
                  <c:v>0.397</c:v>
                </c:pt>
                <c:pt idx="795">
                  <c:v>0.3975</c:v>
                </c:pt>
                <c:pt idx="796">
                  <c:v>0.398</c:v>
                </c:pt>
                <c:pt idx="797">
                  <c:v>0.3985</c:v>
                </c:pt>
                <c:pt idx="798">
                  <c:v>0.399</c:v>
                </c:pt>
                <c:pt idx="799">
                  <c:v>0.3995</c:v>
                </c:pt>
                <c:pt idx="800">
                  <c:v>0.4</c:v>
                </c:pt>
                <c:pt idx="801">
                  <c:v>0.4005</c:v>
                </c:pt>
                <c:pt idx="802">
                  <c:v>0.401</c:v>
                </c:pt>
                <c:pt idx="803">
                  <c:v>0.4015</c:v>
                </c:pt>
                <c:pt idx="804">
                  <c:v>0.402</c:v>
                </c:pt>
                <c:pt idx="805">
                  <c:v>0.4025</c:v>
                </c:pt>
                <c:pt idx="806">
                  <c:v>0.403</c:v>
                </c:pt>
                <c:pt idx="807">
                  <c:v>0.4035</c:v>
                </c:pt>
                <c:pt idx="808">
                  <c:v>0.404</c:v>
                </c:pt>
                <c:pt idx="809">
                  <c:v>0.4045</c:v>
                </c:pt>
                <c:pt idx="810">
                  <c:v>0.405</c:v>
                </c:pt>
                <c:pt idx="811">
                  <c:v>0.4055</c:v>
                </c:pt>
                <c:pt idx="812">
                  <c:v>0.406</c:v>
                </c:pt>
                <c:pt idx="813">
                  <c:v>0.4065</c:v>
                </c:pt>
                <c:pt idx="814">
                  <c:v>0.407</c:v>
                </c:pt>
                <c:pt idx="815">
                  <c:v>0.4075</c:v>
                </c:pt>
                <c:pt idx="816">
                  <c:v>0.408</c:v>
                </c:pt>
                <c:pt idx="817">
                  <c:v>0.4085</c:v>
                </c:pt>
                <c:pt idx="818">
                  <c:v>0.409</c:v>
                </c:pt>
                <c:pt idx="819">
                  <c:v>0.4095</c:v>
                </c:pt>
                <c:pt idx="820">
                  <c:v>0.41</c:v>
                </c:pt>
                <c:pt idx="821">
                  <c:v>0.4105</c:v>
                </c:pt>
                <c:pt idx="822">
                  <c:v>0.411</c:v>
                </c:pt>
                <c:pt idx="823">
                  <c:v>0.4115</c:v>
                </c:pt>
                <c:pt idx="824">
                  <c:v>0.412</c:v>
                </c:pt>
                <c:pt idx="825">
                  <c:v>0.4125</c:v>
                </c:pt>
                <c:pt idx="826">
                  <c:v>0.413</c:v>
                </c:pt>
                <c:pt idx="827">
                  <c:v>0.4135</c:v>
                </c:pt>
                <c:pt idx="828">
                  <c:v>0.414</c:v>
                </c:pt>
                <c:pt idx="829">
                  <c:v>0.4145</c:v>
                </c:pt>
                <c:pt idx="830">
                  <c:v>0.415</c:v>
                </c:pt>
                <c:pt idx="831">
                  <c:v>0.4155</c:v>
                </c:pt>
                <c:pt idx="832">
                  <c:v>0.416</c:v>
                </c:pt>
                <c:pt idx="833">
                  <c:v>0.4165</c:v>
                </c:pt>
                <c:pt idx="834">
                  <c:v>0.417</c:v>
                </c:pt>
                <c:pt idx="835">
                  <c:v>0.4175</c:v>
                </c:pt>
                <c:pt idx="836">
                  <c:v>0.418</c:v>
                </c:pt>
                <c:pt idx="837">
                  <c:v>0.4185</c:v>
                </c:pt>
                <c:pt idx="838">
                  <c:v>0.419</c:v>
                </c:pt>
                <c:pt idx="839">
                  <c:v>0.4195</c:v>
                </c:pt>
                <c:pt idx="840">
                  <c:v>0.42</c:v>
                </c:pt>
                <c:pt idx="841">
                  <c:v>0.4205</c:v>
                </c:pt>
                <c:pt idx="842">
                  <c:v>0.421</c:v>
                </c:pt>
                <c:pt idx="843">
                  <c:v>0.4215</c:v>
                </c:pt>
                <c:pt idx="844">
                  <c:v>0.422</c:v>
                </c:pt>
                <c:pt idx="845">
                  <c:v>0.4225</c:v>
                </c:pt>
                <c:pt idx="846">
                  <c:v>0.423</c:v>
                </c:pt>
                <c:pt idx="847">
                  <c:v>0.4235</c:v>
                </c:pt>
                <c:pt idx="848">
                  <c:v>0.424</c:v>
                </c:pt>
                <c:pt idx="849">
                  <c:v>0.4245</c:v>
                </c:pt>
                <c:pt idx="850">
                  <c:v>0.425</c:v>
                </c:pt>
                <c:pt idx="851">
                  <c:v>0.4255</c:v>
                </c:pt>
                <c:pt idx="852">
                  <c:v>0.426</c:v>
                </c:pt>
                <c:pt idx="853">
                  <c:v>0.4265</c:v>
                </c:pt>
                <c:pt idx="854">
                  <c:v>0.427</c:v>
                </c:pt>
                <c:pt idx="855">
                  <c:v>0.4275</c:v>
                </c:pt>
                <c:pt idx="856">
                  <c:v>0.428</c:v>
                </c:pt>
                <c:pt idx="857">
                  <c:v>0.4285</c:v>
                </c:pt>
                <c:pt idx="858">
                  <c:v>0.429</c:v>
                </c:pt>
                <c:pt idx="859">
                  <c:v>0.4295</c:v>
                </c:pt>
                <c:pt idx="860">
                  <c:v>0.43</c:v>
                </c:pt>
                <c:pt idx="861">
                  <c:v>0.4305</c:v>
                </c:pt>
                <c:pt idx="862">
                  <c:v>0.431</c:v>
                </c:pt>
                <c:pt idx="863">
                  <c:v>0.4315</c:v>
                </c:pt>
                <c:pt idx="864">
                  <c:v>0.432</c:v>
                </c:pt>
                <c:pt idx="865">
                  <c:v>0.4325</c:v>
                </c:pt>
                <c:pt idx="866">
                  <c:v>0.433</c:v>
                </c:pt>
                <c:pt idx="867">
                  <c:v>0.4335</c:v>
                </c:pt>
                <c:pt idx="868">
                  <c:v>0.434</c:v>
                </c:pt>
                <c:pt idx="869">
                  <c:v>0.4345</c:v>
                </c:pt>
                <c:pt idx="870">
                  <c:v>0.435</c:v>
                </c:pt>
                <c:pt idx="871">
                  <c:v>0.4355</c:v>
                </c:pt>
                <c:pt idx="872">
                  <c:v>0.436</c:v>
                </c:pt>
                <c:pt idx="873">
                  <c:v>0.4365</c:v>
                </c:pt>
                <c:pt idx="874">
                  <c:v>0.437</c:v>
                </c:pt>
                <c:pt idx="875">
                  <c:v>0.4375</c:v>
                </c:pt>
                <c:pt idx="876">
                  <c:v>0.438</c:v>
                </c:pt>
                <c:pt idx="877">
                  <c:v>0.4385</c:v>
                </c:pt>
                <c:pt idx="878">
                  <c:v>0.439</c:v>
                </c:pt>
                <c:pt idx="879">
                  <c:v>0.4395</c:v>
                </c:pt>
                <c:pt idx="880">
                  <c:v>0.44</c:v>
                </c:pt>
                <c:pt idx="881">
                  <c:v>0.4405</c:v>
                </c:pt>
                <c:pt idx="882">
                  <c:v>0.441</c:v>
                </c:pt>
                <c:pt idx="883">
                  <c:v>0.4415</c:v>
                </c:pt>
                <c:pt idx="884">
                  <c:v>0.442</c:v>
                </c:pt>
                <c:pt idx="885">
                  <c:v>0.4425</c:v>
                </c:pt>
                <c:pt idx="886">
                  <c:v>0.443</c:v>
                </c:pt>
                <c:pt idx="887">
                  <c:v>0.4435</c:v>
                </c:pt>
                <c:pt idx="888">
                  <c:v>0.444</c:v>
                </c:pt>
                <c:pt idx="889">
                  <c:v>0.4445</c:v>
                </c:pt>
                <c:pt idx="890">
                  <c:v>0.445</c:v>
                </c:pt>
                <c:pt idx="891">
                  <c:v>0.4455</c:v>
                </c:pt>
                <c:pt idx="892">
                  <c:v>0.446</c:v>
                </c:pt>
                <c:pt idx="893">
                  <c:v>0.4465</c:v>
                </c:pt>
                <c:pt idx="894">
                  <c:v>0.447</c:v>
                </c:pt>
                <c:pt idx="895">
                  <c:v>0.4475</c:v>
                </c:pt>
                <c:pt idx="896">
                  <c:v>0.448</c:v>
                </c:pt>
                <c:pt idx="897">
                  <c:v>0.4485</c:v>
                </c:pt>
                <c:pt idx="898">
                  <c:v>0.449</c:v>
                </c:pt>
                <c:pt idx="899">
                  <c:v>0.4495</c:v>
                </c:pt>
                <c:pt idx="900">
                  <c:v>0.45</c:v>
                </c:pt>
                <c:pt idx="901">
                  <c:v>0.4505</c:v>
                </c:pt>
                <c:pt idx="902">
                  <c:v>0.451</c:v>
                </c:pt>
                <c:pt idx="903">
                  <c:v>0.4515</c:v>
                </c:pt>
                <c:pt idx="904">
                  <c:v>0.452</c:v>
                </c:pt>
                <c:pt idx="905">
                  <c:v>0.4525</c:v>
                </c:pt>
                <c:pt idx="906">
                  <c:v>0.453</c:v>
                </c:pt>
                <c:pt idx="907">
                  <c:v>0.4535</c:v>
                </c:pt>
                <c:pt idx="908">
                  <c:v>0.454</c:v>
                </c:pt>
                <c:pt idx="909">
                  <c:v>0.4545</c:v>
                </c:pt>
                <c:pt idx="910">
                  <c:v>0.455</c:v>
                </c:pt>
                <c:pt idx="911">
                  <c:v>0.4555</c:v>
                </c:pt>
                <c:pt idx="912">
                  <c:v>0.456</c:v>
                </c:pt>
                <c:pt idx="913">
                  <c:v>0.4565</c:v>
                </c:pt>
                <c:pt idx="914">
                  <c:v>0.457</c:v>
                </c:pt>
                <c:pt idx="915">
                  <c:v>0.4575</c:v>
                </c:pt>
                <c:pt idx="916">
                  <c:v>0.458</c:v>
                </c:pt>
                <c:pt idx="917">
                  <c:v>0.4585</c:v>
                </c:pt>
                <c:pt idx="918">
                  <c:v>0.459</c:v>
                </c:pt>
                <c:pt idx="919">
                  <c:v>0.4595</c:v>
                </c:pt>
                <c:pt idx="920">
                  <c:v>0.46</c:v>
                </c:pt>
                <c:pt idx="921">
                  <c:v>0.4605</c:v>
                </c:pt>
                <c:pt idx="922">
                  <c:v>0.461</c:v>
                </c:pt>
                <c:pt idx="923">
                  <c:v>0.4615</c:v>
                </c:pt>
                <c:pt idx="924">
                  <c:v>0.462</c:v>
                </c:pt>
                <c:pt idx="925">
                  <c:v>0.4625</c:v>
                </c:pt>
                <c:pt idx="926">
                  <c:v>0.463</c:v>
                </c:pt>
                <c:pt idx="927">
                  <c:v>0.4635</c:v>
                </c:pt>
                <c:pt idx="928">
                  <c:v>0.464</c:v>
                </c:pt>
                <c:pt idx="929">
                  <c:v>0.4645</c:v>
                </c:pt>
                <c:pt idx="930">
                  <c:v>0.465</c:v>
                </c:pt>
                <c:pt idx="931">
                  <c:v>0.4655</c:v>
                </c:pt>
                <c:pt idx="932">
                  <c:v>0.466</c:v>
                </c:pt>
                <c:pt idx="933">
                  <c:v>0.4665</c:v>
                </c:pt>
                <c:pt idx="934">
                  <c:v>0.467</c:v>
                </c:pt>
                <c:pt idx="935">
                  <c:v>0.4675</c:v>
                </c:pt>
                <c:pt idx="936">
                  <c:v>0.468</c:v>
                </c:pt>
                <c:pt idx="937">
                  <c:v>0.4685</c:v>
                </c:pt>
                <c:pt idx="938">
                  <c:v>0.469</c:v>
                </c:pt>
                <c:pt idx="939">
                  <c:v>0.4695</c:v>
                </c:pt>
                <c:pt idx="940">
                  <c:v>0.47</c:v>
                </c:pt>
                <c:pt idx="941">
                  <c:v>0.4705</c:v>
                </c:pt>
                <c:pt idx="942">
                  <c:v>0.471</c:v>
                </c:pt>
                <c:pt idx="943">
                  <c:v>0.4715</c:v>
                </c:pt>
                <c:pt idx="944">
                  <c:v>0.472</c:v>
                </c:pt>
                <c:pt idx="945">
                  <c:v>0.4725</c:v>
                </c:pt>
                <c:pt idx="946">
                  <c:v>0.473</c:v>
                </c:pt>
                <c:pt idx="947">
                  <c:v>0.4735</c:v>
                </c:pt>
                <c:pt idx="948">
                  <c:v>0.474</c:v>
                </c:pt>
                <c:pt idx="949">
                  <c:v>0.4745</c:v>
                </c:pt>
                <c:pt idx="950">
                  <c:v>0.475</c:v>
                </c:pt>
                <c:pt idx="951">
                  <c:v>0.4755</c:v>
                </c:pt>
                <c:pt idx="952">
                  <c:v>0.476</c:v>
                </c:pt>
                <c:pt idx="953">
                  <c:v>0.4765</c:v>
                </c:pt>
                <c:pt idx="954">
                  <c:v>0.477</c:v>
                </c:pt>
                <c:pt idx="955">
                  <c:v>0.4775</c:v>
                </c:pt>
                <c:pt idx="956">
                  <c:v>0.478</c:v>
                </c:pt>
                <c:pt idx="957">
                  <c:v>0.4785</c:v>
                </c:pt>
                <c:pt idx="958">
                  <c:v>0.479</c:v>
                </c:pt>
                <c:pt idx="959">
                  <c:v>0.4795</c:v>
                </c:pt>
                <c:pt idx="960">
                  <c:v>0.48</c:v>
                </c:pt>
                <c:pt idx="961">
                  <c:v>0.4805</c:v>
                </c:pt>
                <c:pt idx="962">
                  <c:v>0.481</c:v>
                </c:pt>
                <c:pt idx="963">
                  <c:v>0.4815</c:v>
                </c:pt>
                <c:pt idx="964">
                  <c:v>0.482</c:v>
                </c:pt>
                <c:pt idx="965">
                  <c:v>0.4825</c:v>
                </c:pt>
                <c:pt idx="966">
                  <c:v>0.483</c:v>
                </c:pt>
                <c:pt idx="967">
                  <c:v>0.4835</c:v>
                </c:pt>
                <c:pt idx="968">
                  <c:v>0.484</c:v>
                </c:pt>
                <c:pt idx="969">
                  <c:v>0.4845</c:v>
                </c:pt>
                <c:pt idx="970">
                  <c:v>0.485</c:v>
                </c:pt>
                <c:pt idx="971">
                  <c:v>0.4855</c:v>
                </c:pt>
                <c:pt idx="972">
                  <c:v>0.486</c:v>
                </c:pt>
                <c:pt idx="973">
                  <c:v>0.4865</c:v>
                </c:pt>
                <c:pt idx="974">
                  <c:v>0.487</c:v>
                </c:pt>
                <c:pt idx="975">
                  <c:v>0.4875</c:v>
                </c:pt>
                <c:pt idx="976">
                  <c:v>0.488</c:v>
                </c:pt>
                <c:pt idx="977">
                  <c:v>0.4885</c:v>
                </c:pt>
                <c:pt idx="978">
                  <c:v>0.489</c:v>
                </c:pt>
                <c:pt idx="979">
                  <c:v>0.4895</c:v>
                </c:pt>
                <c:pt idx="980">
                  <c:v>0.49</c:v>
                </c:pt>
                <c:pt idx="981">
                  <c:v>0.4905</c:v>
                </c:pt>
                <c:pt idx="982">
                  <c:v>0.491</c:v>
                </c:pt>
                <c:pt idx="983">
                  <c:v>0.4915</c:v>
                </c:pt>
                <c:pt idx="984">
                  <c:v>0.492</c:v>
                </c:pt>
                <c:pt idx="985">
                  <c:v>0.4925</c:v>
                </c:pt>
                <c:pt idx="986">
                  <c:v>0.493</c:v>
                </c:pt>
                <c:pt idx="987">
                  <c:v>0.4935</c:v>
                </c:pt>
                <c:pt idx="988">
                  <c:v>0.494</c:v>
                </c:pt>
                <c:pt idx="989">
                  <c:v>0.4945</c:v>
                </c:pt>
                <c:pt idx="990">
                  <c:v>0.495</c:v>
                </c:pt>
                <c:pt idx="991">
                  <c:v>0.4955</c:v>
                </c:pt>
                <c:pt idx="992">
                  <c:v>0.496</c:v>
                </c:pt>
                <c:pt idx="993">
                  <c:v>0.4965</c:v>
                </c:pt>
                <c:pt idx="994">
                  <c:v>0.497</c:v>
                </c:pt>
                <c:pt idx="995">
                  <c:v>0.4975</c:v>
                </c:pt>
                <c:pt idx="996">
                  <c:v>0.498</c:v>
                </c:pt>
                <c:pt idx="997">
                  <c:v>0.4985</c:v>
                </c:pt>
                <c:pt idx="998">
                  <c:v>0.499</c:v>
                </c:pt>
                <c:pt idx="999">
                  <c:v>0.4995</c:v>
                </c:pt>
                <c:pt idx="1000">
                  <c:v>0.5</c:v>
                </c:pt>
                <c:pt idx="1001">
                  <c:v>0.5005</c:v>
                </c:pt>
                <c:pt idx="1002">
                  <c:v>0.501</c:v>
                </c:pt>
                <c:pt idx="1003">
                  <c:v>0.5015</c:v>
                </c:pt>
                <c:pt idx="1004">
                  <c:v>0.502</c:v>
                </c:pt>
                <c:pt idx="1005">
                  <c:v>0.5025</c:v>
                </c:pt>
                <c:pt idx="1006">
                  <c:v>0.503</c:v>
                </c:pt>
                <c:pt idx="1007">
                  <c:v>0.5035</c:v>
                </c:pt>
                <c:pt idx="1008">
                  <c:v>0.504</c:v>
                </c:pt>
                <c:pt idx="1009">
                  <c:v>0.5045</c:v>
                </c:pt>
                <c:pt idx="1010">
                  <c:v>0.505</c:v>
                </c:pt>
                <c:pt idx="1011">
                  <c:v>0.5055</c:v>
                </c:pt>
                <c:pt idx="1012">
                  <c:v>0.506</c:v>
                </c:pt>
                <c:pt idx="1013">
                  <c:v>0.5065</c:v>
                </c:pt>
                <c:pt idx="1014">
                  <c:v>0.507</c:v>
                </c:pt>
                <c:pt idx="1015">
                  <c:v>0.5075</c:v>
                </c:pt>
                <c:pt idx="1016">
                  <c:v>0.508</c:v>
                </c:pt>
                <c:pt idx="1017">
                  <c:v>0.5085</c:v>
                </c:pt>
                <c:pt idx="1018">
                  <c:v>0.509</c:v>
                </c:pt>
                <c:pt idx="1019">
                  <c:v>0.5095</c:v>
                </c:pt>
                <c:pt idx="1020">
                  <c:v>0.51</c:v>
                </c:pt>
                <c:pt idx="1021">
                  <c:v>0.5105</c:v>
                </c:pt>
                <c:pt idx="1022">
                  <c:v>0.511</c:v>
                </c:pt>
                <c:pt idx="1023">
                  <c:v>0.5115</c:v>
                </c:pt>
                <c:pt idx="1024">
                  <c:v>0.512</c:v>
                </c:pt>
                <c:pt idx="1025">
                  <c:v>0.5125</c:v>
                </c:pt>
                <c:pt idx="1026">
                  <c:v>0.513</c:v>
                </c:pt>
                <c:pt idx="1027">
                  <c:v>0.5135</c:v>
                </c:pt>
                <c:pt idx="1028">
                  <c:v>0.514</c:v>
                </c:pt>
                <c:pt idx="1029">
                  <c:v>0.5145</c:v>
                </c:pt>
                <c:pt idx="1030">
                  <c:v>0.515</c:v>
                </c:pt>
                <c:pt idx="1031">
                  <c:v>0.5155</c:v>
                </c:pt>
                <c:pt idx="1032">
                  <c:v>0.516</c:v>
                </c:pt>
                <c:pt idx="1033">
                  <c:v>0.5165</c:v>
                </c:pt>
                <c:pt idx="1034">
                  <c:v>0.517</c:v>
                </c:pt>
                <c:pt idx="1035">
                  <c:v>0.5175</c:v>
                </c:pt>
                <c:pt idx="1036">
                  <c:v>0.518</c:v>
                </c:pt>
                <c:pt idx="1037">
                  <c:v>0.5185</c:v>
                </c:pt>
                <c:pt idx="1038">
                  <c:v>0.519</c:v>
                </c:pt>
                <c:pt idx="1039">
                  <c:v>0.5195</c:v>
                </c:pt>
                <c:pt idx="1040">
                  <c:v>0.52</c:v>
                </c:pt>
                <c:pt idx="1041">
                  <c:v>0.5205</c:v>
                </c:pt>
                <c:pt idx="1042">
                  <c:v>0.521</c:v>
                </c:pt>
                <c:pt idx="1043">
                  <c:v>0.5215</c:v>
                </c:pt>
                <c:pt idx="1044">
                  <c:v>0.522</c:v>
                </c:pt>
                <c:pt idx="1045">
                  <c:v>0.5225</c:v>
                </c:pt>
                <c:pt idx="1046">
                  <c:v>0.523</c:v>
                </c:pt>
                <c:pt idx="1047">
                  <c:v>0.5235</c:v>
                </c:pt>
                <c:pt idx="1048">
                  <c:v>0.524</c:v>
                </c:pt>
                <c:pt idx="1049">
                  <c:v>0.5245</c:v>
                </c:pt>
                <c:pt idx="1050">
                  <c:v>0.525</c:v>
                </c:pt>
                <c:pt idx="1051">
                  <c:v>0.5255</c:v>
                </c:pt>
                <c:pt idx="1052">
                  <c:v>0.526</c:v>
                </c:pt>
                <c:pt idx="1053">
                  <c:v>0.5265</c:v>
                </c:pt>
                <c:pt idx="1054">
                  <c:v>0.527</c:v>
                </c:pt>
                <c:pt idx="1055">
                  <c:v>0.5275</c:v>
                </c:pt>
                <c:pt idx="1056">
                  <c:v>0.528</c:v>
                </c:pt>
                <c:pt idx="1057">
                  <c:v>0.5285</c:v>
                </c:pt>
                <c:pt idx="1058">
                  <c:v>0.529</c:v>
                </c:pt>
                <c:pt idx="1059">
                  <c:v>0.5295</c:v>
                </c:pt>
                <c:pt idx="1060">
                  <c:v>0.53</c:v>
                </c:pt>
                <c:pt idx="1061">
                  <c:v>0.5305</c:v>
                </c:pt>
                <c:pt idx="1062">
                  <c:v>0.531</c:v>
                </c:pt>
                <c:pt idx="1063">
                  <c:v>0.5315</c:v>
                </c:pt>
                <c:pt idx="1064">
                  <c:v>0.532</c:v>
                </c:pt>
                <c:pt idx="1065">
                  <c:v>0.5325</c:v>
                </c:pt>
                <c:pt idx="1066">
                  <c:v>0.533</c:v>
                </c:pt>
                <c:pt idx="1067">
                  <c:v>0.5335</c:v>
                </c:pt>
                <c:pt idx="1068">
                  <c:v>0.534</c:v>
                </c:pt>
                <c:pt idx="1069">
                  <c:v>0.5345</c:v>
                </c:pt>
                <c:pt idx="1070">
                  <c:v>0.535</c:v>
                </c:pt>
                <c:pt idx="1071">
                  <c:v>0.5355</c:v>
                </c:pt>
                <c:pt idx="1072">
                  <c:v>0.536</c:v>
                </c:pt>
                <c:pt idx="1073">
                  <c:v>0.5365</c:v>
                </c:pt>
                <c:pt idx="1074">
                  <c:v>0.537</c:v>
                </c:pt>
                <c:pt idx="1075">
                  <c:v>0.5375</c:v>
                </c:pt>
                <c:pt idx="1076">
                  <c:v>0.538</c:v>
                </c:pt>
                <c:pt idx="1077">
                  <c:v>0.5385</c:v>
                </c:pt>
                <c:pt idx="1078">
                  <c:v>0.539</c:v>
                </c:pt>
                <c:pt idx="1079">
                  <c:v>0.5395</c:v>
                </c:pt>
                <c:pt idx="1080">
                  <c:v>0.54</c:v>
                </c:pt>
                <c:pt idx="1081">
                  <c:v>0.5405</c:v>
                </c:pt>
                <c:pt idx="1082">
                  <c:v>0.541</c:v>
                </c:pt>
                <c:pt idx="1083">
                  <c:v>0.5415</c:v>
                </c:pt>
                <c:pt idx="1084">
                  <c:v>0.542</c:v>
                </c:pt>
                <c:pt idx="1085">
                  <c:v>0.5425</c:v>
                </c:pt>
                <c:pt idx="1086">
                  <c:v>0.543</c:v>
                </c:pt>
                <c:pt idx="1087">
                  <c:v>0.5435</c:v>
                </c:pt>
                <c:pt idx="1088">
                  <c:v>0.544</c:v>
                </c:pt>
                <c:pt idx="1089">
                  <c:v>0.5445</c:v>
                </c:pt>
                <c:pt idx="1090">
                  <c:v>0.545</c:v>
                </c:pt>
                <c:pt idx="1091">
                  <c:v>0.5455</c:v>
                </c:pt>
                <c:pt idx="1092">
                  <c:v>0.546</c:v>
                </c:pt>
                <c:pt idx="1093">
                  <c:v>0.5465</c:v>
                </c:pt>
                <c:pt idx="1094">
                  <c:v>0.547</c:v>
                </c:pt>
                <c:pt idx="1095">
                  <c:v>0.5475</c:v>
                </c:pt>
                <c:pt idx="1096">
                  <c:v>0.548</c:v>
                </c:pt>
                <c:pt idx="1097">
                  <c:v>0.5485</c:v>
                </c:pt>
                <c:pt idx="1098">
                  <c:v>0.549</c:v>
                </c:pt>
                <c:pt idx="1099">
                  <c:v>0.5495</c:v>
                </c:pt>
                <c:pt idx="1100">
                  <c:v>0.55</c:v>
                </c:pt>
                <c:pt idx="1101">
                  <c:v>0.5505</c:v>
                </c:pt>
                <c:pt idx="1102">
                  <c:v>0.551</c:v>
                </c:pt>
                <c:pt idx="1103">
                  <c:v>0.5515</c:v>
                </c:pt>
                <c:pt idx="1104">
                  <c:v>0.552</c:v>
                </c:pt>
                <c:pt idx="1105">
                  <c:v>0.5525</c:v>
                </c:pt>
                <c:pt idx="1106">
                  <c:v>0.553</c:v>
                </c:pt>
                <c:pt idx="1107">
                  <c:v>0.5535</c:v>
                </c:pt>
                <c:pt idx="1108">
                  <c:v>0.554</c:v>
                </c:pt>
                <c:pt idx="1109">
                  <c:v>0.5545</c:v>
                </c:pt>
                <c:pt idx="1110">
                  <c:v>0.555</c:v>
                </c:pt>
                <c:pt idx="1111">
                  <c:v>0.5555</c:v>
                </c:pt>
                <c:pt idx="1112">
                  <c:v>0.556</c:v>
                </c:pt>
                <c:pt idx="1113">
                  <c:v>0.5565</c:v>
                </c:pt>
                <c:pt idx="1114">
                  <c:v>0.557</c:v>
                </c:pt>
                <c:pt idx="1115">
                  <c:v>0.5575</c:v>
                </c:pt>
                <c:pt idx="1116">
                  <c:v>0.558</c:v>
                </c:pt>
                <c:pt idx="1117">
                  <c:v>0.5585</c:v>
                </c:pt>
                <c:pt idx="1118">
                  <c:v>0.559</c:v>
                </c:pt>
                <c:pt idx="1119">
                  <c:v>0.5595</c:v>
                </c:pt>
                <c:pt idx="1120">
                  <c:v>0.56</c:v>
                </c:pt>
                <c:pt idx="1121">
                  <c:v>0.5605</c:v>
                </c:pt>
                <c:pt idx="1122">
                  <c:v>0.561</c:v>
                </c:pt>
                <c:pt idx="1123">
                  <c:v>0.5615</c:v>
                </c:pt>
                <c:pt idx="1124">
                  <c:v>0.562</c:v>
                </c:pt>
                <c:pt idx="1125">
                  <c:v>0.5625</c:v>
                </c:pt>
                <c:pt idx="1126">
                  <c:v>0.563</c:v>
                </c:pt>
                <c:pt idx="1127">
                  <c:v>0.5635</c:v>
                </c:pt>
                <c:pt idx="1128">
                  <c:v>0.564</c:v>
                </c:pt>
                <c:pt idx="1129">
                  <c:v>0.5645</c:v>
                </c:pt>
                <c:pt idx="1130">
                  <c:v>0.565</c:v>
                </c:pt>
                <c:pt idx="1131">
                  <c:v>0.5655</c:v>
                </c:pt>
                <c:pt idx="1132">
                  <c:v>0.566</c:v>
                </c:pt>
                <c:pt idx="1133">
                  <c:v>0.5665</c:v>
                </c:pt>
                <c:pt idx="1134">
                  <c:v>0.567</c:v>
                </c:pt>
                <c:pt idx="1135">
                  <c:v>0.5675</c:v>
                </c:pt>
                <c:pt idx="1136">
                  <c:v>0.568</c:v>
                </c:pt>
                <c:pt idx="1137">
                  <c:v>0.5685</c:v>
                </c:pt>
                <c:pt idx="1138">
                  <c:v>0.569</c:v>
                </c:pt>
                <c:pt idx="1139">
                  <c:v>0.5695</c:v>
                </c:pt>
                <c:pt idx="1140">
                  <c:v>0.57</c:v>
                </c:pt>
                <c:pt idx="1141">
                  <c:v>0.5705</c:v>
                </c:pt>
                <c:pt idx="1142">
                  <c:v>0.571</c:v>
                </c:pt>
                <c:pt idx="1143">
                  <c:v>0.5715</c:v>
                </c:pt>
                <c:pt idx="1144">
                  <c:v>0.572</c:v>
                </c:pt>
                <c:pt idx="1145">
                  <c:v>0.5725</c:v>
                </c:pt>
                <c:pt idx="1146">
                  <c:v>0.573</c:v>
                </c:pt>
                <c:pt idx="1147">
                  <c:v>0.5735</c:v>
                </c:pt>
                <c:pt idx="1148">
                  <c:v>0.574</c:v>
                </c:pt>
                <c:pt idx="1149">
                  <c:v>0.5745</c:v>
                </c:pt>
                <c:pt idx="1150">
                  <c:v>0.575</c:v>
                </c:pt>
                <c:pt idx="1151">
                  <c:v>0.5755</c:v>
                </c:pt>
                <c:pt idx="1152">
                  <c:v>0.576</c:v>
                </c:pt>
                <c:pt idx="1153">
                  <c:v>0.5765</c:v>
                </c:pt>
                <c:pt idx="1154">
                  <c:v>0.577</c:v>
                </c:pt>
                <c:pt idx="1155">
                  <c:v>0.5775</c:v>
                </c:pt>
                <c:pt idx="1156">
                  <c:v>0.578</c:v>
                </c:pt>
                <c:pt idx="1157">
                  <c:v>0.5785</c:v>
                </c:pt>
                <c:pt idx="1158">
                  <c:v>0.579</c:v>
                </c:pt>
                <c:pt idx="1159">
                  <c:v>0.5795</c:v>
                </c:pt>
                <c:pt idx="1160">
                  <c:v>0.58</c:v>
                </c:pt>
                <c:pt idx="1161">
                  <c:v>0.5805</c:v>
                </c:pt>
                <c:pt idx="1162">
                  <c:v>0.581</c:v>
                </c:pt>
                <c:pt idx="1163">
                  <c:v>0.5815</c:v>
                </c:pt>
                <c:pt idx="1164">
                  <c:v>0.582</c:v>
                </c:pt>
                <c:pt idx="1165">
                  <c:v>0.5825</c:v>
                </c:pt>
                <c:pt idx="1166">
                  <c:v>0.583</c:v>
                </c:pt>
                <c:pt idx="1167">
                  <c:v>0.5835</c:v>
                </c:pt>
                <c:pt idx="1168">
                  <c:v>0.584</c:v>
                </c:pt>
                <c:pt idx="1169">
                  <c:v>0.5845</c:v>
                </c:pt>
                <c:pt idx="1170">
                  <c:v>0.585</c:v>
                </c:pt>
                <c:pt idx="1171">
                  <c:v>0.5855</c:v>
                </c:pt>
                <c:pt idx="1172">
                  <c:v>0.586</c:v>
                </c:pt>
                <c:pt idx="1173">
                  <c:v>0.5865</c:v>
                </c:pt>
                <c:pt idx="1174">
                  <c:v>0.587</c:v>
                </c:pt>
                <c:pt idx="1175">
                  <c:v>0.5875</c:v>
                </c:pt>
                <c:pt idx="1176">
                  <c:v>0.588</c:v>
                </c:pt>
                <c:pt idx="1177">
                  <c:v>0.5885</c:v>
                </c:pt>
                <c:pt idx="1178">
                  <c:v>0.589</c:v>
                </c:pt>
                <c:pt idx="1179">
                  <c:v>0.5895</c:v>
                </c:pt>
                <c:pt idx="1180">
                  <c:v>0.59</c:v>
                </c:pt>
                <c:pt idx="1181">
                  <c:v>0.5905</c:v>
                </c:pt>
                <c:pt idx="1182">
                  <c:v>0.591</c:v>
                </c:pt>
                <c:pt idx="1183">
                  <c:v>0.5915</c:v>
                </c:pt>
                <c:pt idx="1184">
                  <c:v>0.592</c:v>
                </c:pt>
                <c:pt idx="1185">
                  <c:v>0.5925</c:v>
                </c:pt>
                <c:pt idx="1186">
                  <c:v>0.593</c:v>
                </c:pt>
                <c:pt idx="1187">
                  <c:v>0.5935</c:v>
                </c:pt>
                <c:pt idx="1188">
                  <c:v>0.594</c:v>
                </c:pt>
                <c:pt idx="1189">
                  <c:v>0.5945</c:v>
                </c:pt>
                <c:pt idx="1190">
                  <c:v>0.595</c:v>
                </c:pt>
                <c:pt idx="1191">
                  <c:v>0.5955</c:v>
                </c:pt>
                <c:pt idx="1192">
                  <c:v>0.596</c:v>
                </c:pt>
                <c:pt idx="1193">
                  <c:v>0.5965</c:v>
                </c:pt>
                <c:pt idx="1194">
                  <c:v>0.597</c:v>
                </c:pt>
                <c:pt idx="1195">
                  <c:v>0.5975</c:v>
                </c:pt>
                <c:pt idx="1196">
                  <c:v>0.598</c:v>
                </c:pt>
                <c:pt idx="1197">
                  <c:v>0.5985</c:v>
                </c:pt>
                <c:pt idx="1198">
                  <c:v>0.599</c:v>
                </c:pt>
                <c:pt idx="1199">
                  <c:v>0.5995</c:v>
                </c:pt>
                <c:pt idx="1200">
                  <c:v>0.6</c:v>
                </c:pt>
                <c:pt idx="1201">
                  <c:v>0.6005</c:v>
                </c:pt>
                <c:pt idx="1202">
                  <c:v>0.601</c:v>
                </c:pt>
                <c:pt idx="1203">
                  <c:v>0.6015</c:v>
                </c:pt>
                <c:pt idx="1204">
                  <c:v>0.602</c:v>
                </c:pt>
                <c:pt idx="1205">
                  <c:v>0.6025</c:v>
                </c:pt>
                <c:pt idx="1206">
                  <c:v>0.603</c:v>
                </c:pt>
                <c:pt idx="1207">
                  <c:v>0.6035</c:v>
                </c:pt>
                <c:pt idx="1208">
                  <c:v>0.604</c:v>
                </c:pt>
                <c:pt idx="1209">
                  <c:v>0.6045</c:v>
                </c:pt>
                <c:pt idx="1210">
                  <c:v>0.605</c:v>
                </c:pt>
                <c:pt idx="1211">
                  <c:v>0.6055</c:v>
                </c:pt>
                <c:pt idx="1212">
                  <c:v>0.606</c:v>
                </c:pt>
                <c:pt idx="1213">
                  <c:v>0.6065</c:v>
                </c:pt>
                <c:pt idx="1214">
                  <c:v>0.607</c:v>
                </c:pt>
                <c:pt idx="1215">
                  <c:v>0.6075</c:v>
                </c:pt>
                <c:pt idx="1216">
                  <c:v>0.608</c:v>
                </c:pt>
                <c:pt idx="1217">
                  <c:v>0.6085</c:v>
                </c:pt>
                <c:pt idx="1218">
                  <c:v>0.609</c:v>
                </c:pt>
                <c:pt idx="1219">
                  <c:v>0.6095</c:v>
                </c:pt>
                <c:pt idx="1220">
                  <c:v>0.61</c:v>
                </c:pt>
                <c:pt idx="1221">
                  <c:v>0.6105</c:v>
                </c:pt>
                <c:pt idx="1222">
                  <c:v>0.611</c:v>
                </c:pt>
                <c:pt idx="1223">
                  <c:v>0.6115</c:v>
                </c:pt>
                <c:pt idx="1224">
                  <c:v>0.612</c:v>
                </c:pt>
                <c:pt idx="1225">
                  <c:v>0.6125</c:v>
                </c:pt>
                <c:pt idx="1226">
                  <c:v>0.613</c:v>
                </c:pt>
                <c:pt idx="1227">
                  <c:v>0.6135</c:v>
                </c:pt>
                <c:pt idx="1228">
                  <c:v>0.614</c:v>
                </c:pt>
                <c:pt idx="1229">
                  <c:v>0.6145</c:v>
                </c:pt>
                <c:pt idx="1230">
                  <c:v>0.615</c:v>
                </c:pt>
                <c:pt idx="1231">
                  <c:v>0.6155</c:v>
                </c:pt>
                <c:pt idx="1232">
                  <c:v>0.616</c:v>
                </c:pt>
                <c:pt idx="1233">
                  <c:v>0.6165</c:v>
                </c:pt>
                <c:pt idx="1234">
                  <c:v>0.617</c:v>
                </c:pt>
                <c:pt idx="1235">
                  <c:v>0.6175</c:v>
                </c:pt>
                <c:pt idx="1236">
                  <c:v>0.618</c:v>
                </c:pt>
                <c:pt idx="1237">
                  <c:v>0.6185</c:v>
                </c:pt>
                <c:pt idx="1238">
                  <c:v>0.619</c:v>
                </c:pt>
                <c:pt idx="1239">
                  <c:v>0.6195</c:v>
                </c:pt>
                <c:pt idx="1240">
                  <c:v>0.62</c:v>
                </c:pt>
                <c:pt idx="1241">
                  <c:v>0.6205</c:v>
                </c:pt>
                <c:pt idx="1242">
                  <c:v>0.621</c:v>
                </c:pt>
                <c:pt idx="1243">
                  <c:v>0.6215</c:v>
                </c:pt>
                <c:pt idx="1244">
                  <c:v>0.622</c:v>
                </c:pt>
                <c:pt idx="1245">
                  <c:v>0.6225</c:v>
                </c:pt>
                <c:pt idx="1246">
                  <c:v>0.623</c:v>
                </c:pt>
                <c:pt idx="1247">
                  <c:v>0.6235</c:v>
                </c:pt>
                <c:pt idx="1248">
                  <c:v>0.624</c:v>
                </c:pt>
                <c:pt idx="1249">
                  <c:v>0.6245</c:v>
                </c:pt>
                <c:pt idx="1250">
                  <c:v>0.625</c:v>
                </c:pt>
                <c:pt idx="1251">
                  <c:v>0.6255</c:v>
                </c:pt>
                <c:pt idx="1252">
                  <c:v>0.626</c:v>
                </c:pt>
                <c:pt idx="1253">
                  <c:v>0.6265</c:v>
                </c:pt>
                <c:pt idx="1254">
                  <c:v>0.627</c:v>
                </c:pt>
                <c:pt idx="1255">
                  <c:v>0.6275</c:v>
                </c:pt>
                <c:pt idx="1256">
                  <c:v>0.628</c:v>
                </c:pt>
                <c:pt idx="1257">
                  <c:v>0.6285</c:v>
                </c:pt>
                <c:pt idx="1258">
                  <c:v>0.629</c:v>
                </c:pt>
                <c:pt idx="1259">
                  <c:v>0.6295</c:v>
                </c:pt>
                <c:pt idx="1260">
                  <c:v>0.63</c:v>
                </c:pt>
                <c:pt idx="1261">
                  <c:v>0.6305</c:v>
                </c:pt>
                <c:pt idx="1262">
                  <c:v>0.631</c:v>
                </c:pt>
                <c:pt idx="1263">
                  <c:v>0.6315</c:v>
                </c:pt>
                <c:pt idx="1264">
                  <c:v>0.632</c:v>
                </c:pt>
                <c:pt idx="1265">
                  <c:v>0.6325</c:v>
                </c:pt>
                <c:pt idx="1266">
                  <c:v>0.633</c:v>
                </c:pt>
                <c:pt idx="1267">
                  <c:v>0.6335</c:v>
                </c:pt>
                <c:pt idx="1268">
                  <c:v>0.634</c:v>
                </c:pt>
                <c:pt idx="1269">
                  <c:v>0.6345</c:v>
                </c:pt>
                <c:pt idx="1270">
                  <c:v>0.635</c:v>
                </c:pt>
                <c:pt idx="1271">
                  <c:v>0.6355</c:v>
                </c:pt>
                <c:pt idx="1272">
                  <c:v>0.636</c:v>
                </c:pt>
                <c:pt idx="1273">
                  <c:v>0.6365</c:v>
                </c:pt>
                <c:pt idx="1274">
                  <c:v>0.637</c:v>
                </c:pt>
                <c:pt idx="1275">
                  <c:v>0.6375</c:v>
                </c:pt>
                <c:pt idx="1276">
                  <c:v>0.638</c:v>
                </c:pt>
                <c:pt idx="1277">
                  <c:v>0.6385</c:v>
                </c:pt>
                <c:pt idx="1278">
                  <c:v>0.639</c:v>
                </c:pt>
                <c:pt idx="1279">
                  <c:v>0.6395</c:v>
                </c:pt>
                <c:pt idx="1280">
                  <c:v>0.64</c:v>
                </c:pt>
                <c:pt idx="1281">
                  <c:v>0.6405</c:v>
                </c:pt>
                <c:pt idx="1282">
                  <c:v>0.641</c:v>
                </c:pt>
                <c:pt idx="1283">
                  <c:v>0.6415</c:v>
                </c:pt>
                <c:pt idx="1284">
                  <c:v>0.642</c:v>
                </c:pt>
                <c:pt idx="1285">
                  <c:v>0.6425</c:v>
                </c:pt>
                <c:pt idx="1286">
                  <c:v>0.643</c:v>
                </c:pt>
                <c:pt idx="1287">
                  <c:v>0.6435</c:v>
                </c:pt>
                <c:pt idx="1288">
                  <c:v>0.644</c:v>
                </c:pt>
                <c:pt idx="1289">
                  <c:v>0.6445</c:v>
                </c:pt>
                <c:pt idx="1290">
                  <c:v>0.645</c:v>
                </c:pt>
                <c:pt idx="1291">
                  <c:v>0.6455</c:v>
                </c:pt>
                <c:pt idx="1292">
                  <c:v>0.646</c:v>
                </c:pt>
                <c:pt idx="1293">
                  <c:v>0.6465</c:v>
                </c:pt>
                <c:pt idx="1294">
                  <c:v>0.647</c:v>
                </c:pt>
                <c:pt idx="1295">
                  <c:v>0.6475</c:v>
                </c:pt>
                <c:pt idx="1296">
                  <c:v>0.648</c:v>
                </c:pt>
                <c:pt idx="1297">
                  <c:v>0.6485</c:v>
                </c:pt>
                <c:pt idx="1298">
                  <c:v>0.649</c:v>
                </c:pt>
                <c:pt idx="1299">
                  <c:v>0.6495</c:v>
                </c:pt>
                <c:pt idx="1300">
                  <c:v>0.65</c:v>
                </c:pt>
                <c:pt idx="1301">
                  <c:v>0.6505</c:v>
                </c:pt>
                <c:pt idx="1302">
                  <c:v>0.651</c:v>
                </c:pt>
                <c:pt idx="1303">
                  <c:v>0.6515</c:v>
                </c:pt>
                <c:pt idx="1304">
                  <c:v>0.652</c:v>
                </c:pt>
                <c:pt idx="1305">
                  <c:v>0.6525</c:v>
                </c:pt>
                <c:pt idx="1306">
                  <c:v>0.653</c:v>
                </c:pt>
                <c:pt idx="1307">
                  <c:v>0.6535</c:v>
                </c:pt>
                <c:pt idx="1308">
                  <c:v>0.654</c:v>
                </c:pt>
                <c:pt idx="1309">
                  <c:v>0.6545</c:v>
                </c:pt>
                <c:pt idx="1310">
                  <c:v>0.655</c:v>
                </c:pt>
                <c:pt idx="1311">
                  <c:v>0.6555</c:v>
                </c:pt>
                <c:pt idx="1312">
                  <c:v>0.656</c:v>
                </c:pt>
                <c:pt idx="1313">
                  <c:v>0.6565</c:v>
                </c:pt>
                <c:pt idx="1314">
                  <c:v>0.657</c:v>
                </c:pt>
                <c:pt idx="1315">
                  <c:v>0.6575</c:v>
                </c:pt>
                <c:pt idx="1316">
                  <c:v>0.658</c:v>
                </c:pt>
                <c:pt idx="1317">
                  <c:v>0.6585</c:v>
                </c:pt>
                <c:pt idx="1318">
                  <c:v>0.659</c:v>
                </c:pt>
                <c:pt idx="1319">
                  <c:v>0.6595</c:v>
                </c:pt>
                <c:pt idx="1320">
                  <c:v>0.66</c:v>
                </c:pt>
                <c:pt idx="1321">
                  <c:v>0.6605</c:v>
                </c:pt>
                <c:pt idx="1322">
                  <c:v>0.661</c:v>
                </c:pt>
                <c:pt idx="1323">
                  <c:v>0.6615</c:v>
                </c:pt>
                <c:pt idx="1324">
                  <c:v>0.662</c:v>
                </c:pt>
                <c:pt idx="1325">
                  <c:v>0.6625</c:v>
                </c:pt>
                <c:pt idx="1326">
                  <c:v>0.663</c:v>
                </c:pt>
                <c:pt idx="1327">
                  <c:v>0.6635</c:v>
                </c:pt>
                <c:pt idx="1328">
                  <c:v>0.664</c:v>
                </c:pt>
                <c:pt idx="1329">
                  <c:v>0.6645</c:v>
                </c:pt>
                <c:pt idx="1330">
                  <c:v>0.665</c:v>
                </c:pt>
                <c:pt idx="1331">
                  <c:v>0.6655</c:v>
                </c:pt>
                <c:pt idx="1332">
                  <c:v>0.666</c:v>
                </c:pt>
                <c:pt idx="1333">
                  <c:v>0.6665</c:v>
                </c:pt>
                <c:pt idx="1334">
                  <c:v>0.667</c:v>
                </c:pt>
                <c:pt idx="1335">
                  <c:v>0.6675</c:v>
                </c:pt>
                <c:pt idx="1336">
                  <c:v>0.668</c:v>
                </c:pt>
                <c:pt idx="1337">
                  <c:v>0.6685</c:v>
                </c:pt>
                <c:pt idx="1338">
                  <c:v>0.669</c:v>
                </c:pt>
                <c:pt idx="1339">
                  <c:v>0.6695</c:v>
                </c:pt>
                <c:pt idx="1340">
                  <c:v>0.67</c:v>
                </c:pt>
                <c:pt idx="1341">
                  <c:v>0.6705</c:v>
                </c:pt>
                <c:pt idx="1342">
                  <c:v>0.671</c:v>
                </c:pt>
                <c:pt idx="1343">
                  <c:v>0.6715</c:v>
                </c:pt>
                <c:pt idx="1344">
                  <c:v>0.672</c:v>
                </c:pt>
                <c:pt idx="1345">
                  <c:v>0.6725</c:v>
                </c:pt>
                <c:pt idx="1346">
                  <c:v>0.673</c:v>
                </c:pt>
                <c:pt idx="1347">
                  <c:v>0.6735</c:v>
                </c:pt>
                <c:pt idx="1348">
                  <c:v>0.674</c:v>
                </c:pt>
                <c:pt idx="1349">
                  <c:v>0.6745</c:v>
                </c:pt>
                <c:pt idx="1350">
                  <c:v>0.675</c:v>
                </c:pt>
                <c:pt idx="1351">
                  <c:v>0.6755</c:v>
                </c:pt>
                <c:pt idx="1352">
                  <c:v>0.676</c:v>
                </c:pt>
                <c:pt idx="1353">
                  <c:v>0.6765</c:v>
                </c:pt>
                <c:pt idx="1354">
                  <c:v>0.677</c:v>
                </c:pt>
                <c:pt idx="1355">
                  <c:v>0.6775</c:v>
                </c:pt>
                <c:pt idx="1356">
                  <c:v>0.678</c:v>
                </c:pt>
                <c:pt idx="1357">
                  <c:v>0.6785</c:v>
                </c:pt>
                <c:pt idx="1358">
                  <c:v>0.679</c:v>
                </c:pt>
                <c:pt idx="1359">
                  <c:v>0.6795</c:v>
                </c:pt>
                <c:pt idx="1360">
                  <c:v>0.68</c:v>
                </c:pt>
                <c:pt idx="1361">
                  <c:v>0.6805</c:v>
                </c:pt>
                <c:pt idx="1362">
                  <c:v>0.681</c:v>
                </c:pt>
                <c:pt idx="1363">
                  <c:v>0.6815</c:v>
                </c:pt>
                <c:pt idx="1364">
                  <c:v>0.682</c:v>
                </c:pt>
                <c:pt idx="1365">
                  <c:v>0.6825</c:v>
                </c:pt>
                <c:pt idx="1366">
                  <c:v>0.683</c:v>
                </c:pt>
                <c:pt idx="1367">
                  <c:v>0.6835</c:v>
                </c:pt>
                <c:pt idx="1368">
                  <c:v>0.684</c:v>
                </c:pt>
                <c:pt idx="1369">
                  <c:v>0.6845</c:v>
                </c:pt>
                <c:pt idx="1370">
                  <c:v>0.685</c:v>
                </c:pt>
                <c:pt idx="1371">
                  <c:v>0.6855</c:v>
                </c:pt>
                <c:pt idx="1372">
                  <c:v>0.686</c:v>
                </c:pt>
                <c:pt idx="1373">
                  <c:v>0.6865</c:v>
                </c:pt>
                <c:pt idx="1374">
                  <c:v>0.687</c:v>
                </c:pt>
                <c:pt idx="1375">
                  <c:v>0.6875</c:v>
                </c:pt>
                <c:pt idx="1376">
                  <c:v>0.688</c:v>
                </c:pt>
                <c:pt idx="1377">
                  <c:v>0.6885</c:v>
                </c:pt>
                <c:pt idx="1378">
                  <c:v>0.689</c:v>
                </c:pt>
                <c:pt idx="1379">
                  <c:v>0.6895</c:v>
                </c:pt>
                <c:pt idx="1380">
                  <c:v>0.69</c:v>
                </c:pt>
                <c:pt idx="1381">
                  <c:v>0.6905</c:v>
                </c:pt>
                <c:pt idx="1382">
                  <c:v>0.691</c:v>
                </c:pt>
                <c:pt idx="1383">
                  <c:v>0.6915</c:v>
                </c:pt>
                <c:pt idx="1384">
                  <c:v>0.692</c:v>
                </c:pt>
                <c:pt idx="1385">
                  <c:v>0.6925</c:v>
                </c:pt>
                <c:pt idx="1386">
                  <c:v>0.693</c:v>
                </c:pt>
                <c:pt idx="1387">
                  <c:v>0.6935</c:v>
                </c:pt>
                <c:pt idx="1388">
                  <c:v>0.694</c:v>
                </c:pt>
                <c:pt idx="1389">
                  <c:v>0.6945</c:v>
                </c:pt>
                <c:pt idx="1390">
                  <c:v>0.695</c:v>
                </c:pt>
                <c:pt idx="1391">
                  <c:v>0.6955</c:v>
                </c:pt>
                <c:pt idx="1392">
                  <c:v>0.696</c:v>
                </c:pt>
                <c:pt idx="1393">
                  <c:v>0.6965</c:v>
                </c:pt>
                <c:pt idx="1394">
                  <c:v>0.697</c:v>
                </c:pt>
                <c:pt idx="1395">
                  <c:v>0.6975</c:v>
                </c:pt>
                <c:pt idx="1396">
                  <c:v>0.698</c:v>
                </c:pt>
                <c:pt idx="1397">
                  <c:v>0.6985</c:v>
                </c:pt>
                <c:pt idx="1398">
                  <c:v>0.699</c:v>
                </c:pt>
                <c:pt idx="1399">
                  <c:v>0.6995</c:v>
                </c:pt>
                <c:pt idx="1400">
                  <c:v>0.7</c:v>
                </c:pt>
                <c:pt idx="1401">
                  <c:v>0.7005</c:v>
                </c:pt>
                <c:pt idx="1402">
                  <c:v>0.701</c:v>
                </c:pt>
                <c:pt idx="1403">
                  <c:v>0.7015</c:v>
                </c:pt>
                <c:pt idx="1404">
                  <c:v>0.702</c:v>
                </c:pt>
                <c:pt idx="1405">
                  <c:v>0.7025</c:v>
                </c:pt>
                <c:pt idx="1406">
                  <c:v>0.703</c:v>
                </c:pt>
                <c:pt idx="1407">
                  <c:v>0.7035</c:v>
                </c:pt>
                <c:pt idx="1408">
                  <c:v>0.704</c:v>
                </c:pt>
                <c:pt idx="1409">
                  <c:v>0.7045</c:v>
                </c:pt>
                <c:pt idx="1410">
                  <c:v>0.705</c:v>
                </c:pt>
                <c:pt idx="1411">
                  <c:v>0.7055</c:v>
                </c:pt>
                <c:pt idx="1412">
                  <c:v>0.706</c:v>
                </c:pt>
                <c:pt idx="1413">
                  <c:v>0.7065</c:v>
                </c:pt>
                <c:pt idx="1414">
                  <c:v>0.707</c:v>
                </c:pt>
                <c:pt idx="1415">
                  <c:v>0.7075</c:v>
                </c:pt>
                <c:pt idx="1416">
                  <c:v>0.708</c:v>
                </c:pt>
                <c:pt idx="1417">
                  <c:v>0.7085</c:v>
                </c:pt>
                <c:pt idx="1418">
                  <c:v>0.709</c:v>
                </c:pt>
                <c:pt idx="1419">
                  <c:v>0.7095</c:v>
                </c:pt>
                <c:pt idx="1420">
                  <c:v>0.71</c:v>
                </c:pt>
                <c:pt idx="1421">
                  <c:v>0.7105</c:v>
                </c:pt>
                <c:pt idx="1422">
                  <c:v>0.711</c:v>
                </c:pt>
                <c:pt idx="1423">
                  <c:v>0.7115</c:v>
                </c:pt>
                <c:pt idx="1424">
                  <c:v>0.712</c:v>
                </c:pt>
                <c:pt idx="1425">
                  <c:v>0.7125</c:v>
                </c:pt>
                <c:pt idx="1426">
                  <c:v>0.713</c:v>
                </c:pt>
                <c:pt idx="1427">
                  <c:v>0.7135</c:v>
                </c:pt>
                <c:pt idx="1428">
                  <c:v>0.714</c:v>
                </c:pt>
                <c:pt idx="1429">
                  <c:v>0.7145</c:v>
                </c:pt>
                <c:pt idx="1430">
                  <c:v>0.715</c:v>
                </c:pt>
                <c:pt idx="1431">
                  <c:v>0.7155</c:v>
                </c:pt>
                <c:pt idx="1432">
                  <c:v>0.716</c:v>
                </c:pt>
                <c:pt idx="1433">
                  <c:v>0.7165</c:v>
                </c:pt>
                <c:pt idx="1434">
                  <c:v>0.717</c:v>
                </c:pt>
                <c:pt idx="1435">
                  <c:v>0.7175</c:v>
                </c:pt>
                <c:pt idx="1436">
                  <c:v>0.718</c:v>
                </c:pt>
                <c:pt idx="1437">
                  <c:v>0.7185</c:v>
                </c:pt>
                <c:pt idx="1438">
                  <c:v>0.719</c:v>
                </c:pt>
                <c:pt idx="1439">
                  <c:v>0.7195</c:v>
                </c:pt>
                <c:pt idx="1440">
                  <c:v>0.72</c:v>
                </c:pt>
                <c:pt idx="1441">
                  <c:v>0.7205</c:v>
                </c:pt>
                <c:pt idx="1442">
                  <c:v>0.721</c:v>
                </c:pt>
                <c:pt idx="1443">
                  <c:v>0.7215</c:v>
                </c:pt>
                <c:pt idx="1444">
                  <c:v>0.722</c:v>
                </c:pt>
                <c:pt idx="1445">
                  <c:v>0.7225</c:v>
                </c:pt>
                <c:pt idx="1446">
                  <c:v>0.723</c:v>
                </c:pt>
                <c:pt idx="1447">
                  <c:v>0.7235</c:v>
                </c:pt>
                <c:pt idx="1448">
                  <c:v>0.724</c:v>
                </c:pt>
                <c:pt idx="1449">
                  <c:v>0.7245</c:v>
                </c:pt>
                <c:pt idx="1450">
                  <c:v>0.725</c:v>
                </c:pt>
                <c:pt idx="1451">
                  <c:v>0.7255</c:v>
                </c:pt>
                <c:pt idx="1452">
                  <c:v>0.726</c:v>
                </c:pt>
                <c:pt idx="1453">
                  <c:v>0.7265</c:v>
                </c:pt>
                <c:pt idx="1454">
                  <c:v>0.727</c:v>
                </c:pt>
                <c:pt idx="1455">
                  <c:v>0.7275</c:v>
                </c:pt>
                <c:pt idx="1456">
                  <c:v>0.728</c:v>
                </c:pt>
                <c:pt idx="1457">
                  <c:v>0.7285</c:v>
                </c:pt>
                <c:pt idx="1458">
                  <c:v>0.729</c:v>
                </c:pt>
                <c:pt idx="1459">
                  <c:v>0.7295</c:v>
                </c:pt>
                <c:pt idx="1460">
                  <c:v>0.73</c:v>
                </c:pt>
                <c:pt idx="1461">
                  <c:v>0.7305</c:v>
                </c:pt>
                <c:pt idx="1462">
                  <c:v>0.731</c:v>
                </c:pt>
                <c:pt idx="1463">
                  <c:v>0.7315</c:v>
                </c:pt>
                <c:pt idx="1464">
                  <c:v>0.732</c:v>
                </c:pt>
                <c:pt idx="1465">
                  <c:v>0.7325</c:v>
                </c:pt>
                <c:pt idx="1466">
                  <c:v>0.733</c:v>
                </c:pt>
                <c:pt idx="1467">
                  <c:v>0.7335</c:v>
                </c:pt>
                <c:pt idx="1468">
                  <c:v>0.734</c:v>
                </c:pt>
                <c:pt idx="1469">
                  <c:v>0.7345</c:v>
                </c:pt>
                <c:pt idx="1470">
                  <c:v>0.735</c:v>
                </c:pt>
                <c:pt idx="1471">
                  <c:v>0.7355</c:v>
                </c:pt>
                <c:pt idx="1472">
                  <c:v>0.736</c:v>
                </c:pt>
                <c:pt idx="1473">
                  <c:v>0.7365</c:v>
                </c:pt>
                <c:pt idx="1474">
                  <c:v>0.737</c:v>
                </c:pt>
                <c:pt idx="1475">
                  <c:v>0.7375</c:v>
                </c:pt>
                <c:pt idx="1476">
                  <c:v>0.738</c:v>
                </c:pt>
                <c:pt idx="1477">
                  <c:v>0.7385</c:v>
                </c:pt>
                <c:pt idx="1478">
                  <c:v>0.739</c:v>
                </c:pt>
                <c:pt idx="1479">
                  <c:v>0.7395</c:v>
                </c:pt>
                <c:pt idx="1480">
                  <c:v>0.74</c:v>
                </c:pt>
                <c:pt idx="1481">
                  <c:v>0.7405</c:v>
                </c:pt>
                <c:pt idx="1482">
                  <c:v>0.741</c:v>
                </c:pt>
                <c:pt idx="1483">
                  <c:v>0.7415</c:v>
                </c:pt>
                <c:pt idx="1484">
                  <c:v>0.742</c:v>
                </c:pt>
                <c:pt idx="1485">
                  <c:v>0.7425</c:v>
                </c:pt>
                <c:pt idx="1486">
                  <c:v>0.743</c:v>
                </c:pt>
                <c:pt idx="1487">
                  <c:v>0.7435</c:v>
                </c:pt>
                <c:pt idx="1488">
                  <c:v>0.744</c:v>
                </c:pt>
                <c:pt idx="1489">
                  <c:v>0.7445</c:v>
                </c:pt>
                <c:pt idx="1490">
                  <c:v>0.745</c:v>
                </c:pt>
                <c:pt idx="1491">
                  <c:v>0.7455</c:v>
                </c:pt>
                <c:pt idx="1492">
                  <c:v>0.746</c:v>
                </c:pt>
                <c:pt idx="1493">
                  <c:v>0.7465</c:v>
                </c:pt>
                <c:pt idx="1494">
                  <c:v>0.747</c:v>
                </c:pt>
                <c:pt idx="1495">
                  <c:v>0.7475</c:v>
                </c:pt>
                <c:pt idx="1496">
                  <c:v>0.748</c:v>
                </c:pt>
                <c:pt idx="1497">
                  <c:v>0.7485</c:v>
                </c:pt>
                <c:pt idx="1498">
                  <c:v>0.749</c:v>
                </c:pt>
                <c:pt idx="1499">
                  <c:v>0.7495</c:v>
                </c:pt>
                <c:pt idx="1500">
                  <c:v>0.75</c:v>
                </c:pt>
                <c:pt idx="1501">
                  <c:v>0.7505</c:v>
                </c:pt>
                <c:pt idx="1502">
                  <c:v>0.751</c:v>
                </c:pt>
                <c:pt idx="1503">
                  <c:v>0.7515</c:v>
                </c:pt>
                <c:pt idx="1504">
                  <c:v>0.752</c:v>
                </c:pt>
                <c:pt idx="1505">
                  <c:v>0.7525</c:v>
                </c:pt>
                <c:pt idx="1506">
                  <c:v>0.753</c:v>
                </c:pt>
                <c:pt idx="1507">
                  <c:v>0.7535</c:v>
                </c:pt>
                <c:pt idx="1508">
                  <c:v>0.754</c:v>
                </c:pt>
                <c:pt idx="1509">
                  <c:v>0.7545</c:v>
                </c:pt>
                <c:pt idx="1510">
                  <c:v>0.755</c:v>
                </c:pt>
                <c:pt idx="1511">
                  <c:v>0.7555</c:v>
                </c:pt>
                <c:pt idx="1512">
                  <c:v>0.756</c:v>
                </c:pt>
                <c:pt idx="1513">
                  <c:v>0.7565</c:v>
                </c:pt>
                <c:pt idx="1514">
                  <c:v>0.757</c:v>
                </c:pt>
                <c:pt idx="1515">
                  <c:v>0.7575</c:v>
                </c:pt>
                <c:pt idx="1516">
                  <c:v>0.758</c:v>
                </c:pt>
                <c:pt idx="1517">
                  <c:v>0.7585</c:v>
                </c:pt>
                <c:pt idx="1518">
                  <c:v>0.759</c:v>
                </c:pt>
                <c:pt idx="1519">
                  <c:v>0.7595</c:v>
                </c:pt>
                <c:pt idx="1520">
                  <c:v>0.76</c:v>
                </c:pt>
                <c:pt idx="1521">
                  <c:v>0.7605</c:v>
                </c:pt>
                <c:pt idx="1522">
                  <c:v>0.761</c:v>
                </c:pt>
                <c:pt idx="1523">
                  <c:v>0.7615</c:v>
                </c:pt>
                <c:pt idx="1524">
                  <c:v>0.762</c:v>
                </c:pt>
                <c:pt idx="1525">
                  <c:v>0.7625</c:v>
                </c:pt>
                <c:pt idx="1526">
                  <c:v>0.763</c:v>
                </c:pt>
                <c:pt idx="1527">
                  <c:v>0.7635</c:v>
                </c:pt>
                <c:pt idx="1528">
                  <c:v>0.764</c:v>
                </c:pt>
                <c:pt idx="1529">
                  <c:v>0.7645</c:v>
                </c:pt>
                <c:pt idx="1530">
                  <c:v>0.765</c:v>
                </c:pt>
                <c:pt idx="1531">
                  <c:v>0.7655</c:v>
                </c:pt>
                <c:pt idx="1532">
                  <c:v>0.766</c:v>
                </c:pt>
                <c:pt idx="1533">
                  <c:v>0.7665</c:v>
                </c:pt>
                <c:pt idx="1534">
                  <c:v>0.767</c:v>
                </c:pt>
                <c:pt idx="1535">
                  <c:v>0.7675</c:v>
                </c:pt>
                <c:pt idx="1536">
                  <c:v>0.768</c:v>
                </c:pt>
                <c:pt idx="1537">
                  <c:v>0.7685</c:v>
                </c:pt>
                <c:pt idx="1538">
                  <c:v>0.769</c:v>
                </c:pt>
                <c:pt idx="1539">
                  <c:v>0.7695</c:v>
                </c:pt>
                <c:pt idx="1540">
                  <c:v>0.77</c:v>
                </c:pt>
                <c:pt idx="1541">
                  <c:v>0.7705</c:v>
                </c:pt>
                <c:pt idx="1542">
                  <c:v>0.771</c:v>
                </c:pt>
                <c:pt idx="1543">
                  <c:v>0.7715</c:v>
                </c:pt>
                <c:pt idx="1544">
                  <c:v>0.772</c:v>
                </c:pt>
                <c:pt idx="1545">
                  <c:v>0.7725</c:v>
                </c:pt>
                <c:pt idx="1546">
                  <c:v>0.773</c:v>
                </c:pt>
                <c:pt idx="1547">
                  <c:v>0.7735</c:v>
                </c:pt>
                <c:pt idx="1548">
                  <c:v>0.774</c:v>
                </c:pt>
                <c:pt idx="1549">
                  <c:v>0.7745</c:v>
                </c:pt>
                <c:pt idx="1550">
                  <c:v>0.775</c:v>
                </c:pt>
                <c:pt idx="1551">
                  <c:v>0.7755</c:v>
                </c:pt>
                <c:pt idx="1552">
                  <c:v>0.776</c:v>
                </c:pt>
                <c:pt idx="1553">
                  <c:v>0.7765</c:v>
                </c:pt>
                <c:pt idx="1554">
                  <c:v>0.777</c:v>
                </c:pt>
                <c:pt idx="1555">
                  <c:v>0.7775</c:v>
                </c:pt>
                <c:pt idx="1556">
                  <c:v>0.778</c:v>
                </c:pt>
                <c:pt idx="1557">
                  <c:v>0.7785</c:v>
                </c:pt>
                <c:pt idx="1558">
                  <c:v>0.779</c:v>
                </c:pt>
                <c:pt idx="1559">
                  <c:v>0.7795</c:v>
                </c:pt>
                <c:pt idx="1560">
                  <c:v>0.78</c:v>
                </c:pt>
                <c:pt idx="1561">
                  <c:v>0.7805</c:v>
                </c:pt>
                <c:pt idx="1562">
                  <c:v>0.781</c:v>
                </c:pt>
                <c:pt idx="1563">
                  <c:v>0.7815</c:v>
                </c:pt>
                <c:pt idx="1564">
                  <c:v>0.782</c:v>
                </c:pt>
                <c:pt idx="1565">
                  <c:v>0.7825</c:v>
                </c:pt>
                <c:pt idx="1566">
                  <c:v>0.783</c:v>
                </c:pt>
                <c:pt idx="1567">
                  <c:v>0.7835</c:v>
                </c:pt>
                <c:pt idx="1568">
                  <c:v>0.784</c:v>
                </c:pt>
                <c:pt idx="1569">
                  <c:v>0.7845</c:v>
                </c:pt>
                <c:pt idx="1570">
                  <c:v>0.785</c:v>
                </c:pt>
                <c:pt idx="1571">
                  <c:v>0.7855</c:v>
                </c:pt>
                <c:pt idx="1572">
                  <c:v>0.786</c:v>
                </c:pt>
                <c:pt idx="1573">
                  <c:v>0.7865</c:v>
                </c:pt>
                <c:pt idx="1574">
                  <c:v>0.787</c:v>
                </c:pt>
                <c:pt idx="1575">
                  <c:v>0.7875</c:v>
                </c:pt>
                <c:pt idx="1576">
                  <c:v>0.788</c:v>
                </c:pt>
                <c:pt idx="1577">
                  <c:v>0.7885</c:v>
                </c:pt>
                <c:pt idx="1578">
                  <c:v>0.789</c:v>
                </c:pt>
                <c:pt idx="1579">
                  <c:v>0.7895</c:v>
                </c:pt>
                <c:pt idx="1580">
                  <c:v>0.79</c:v>
                </c:pt>
                <c:pt idx="1581">
                  <c:v>0.7905</c:v>
                </c:pt>
                <c:pt idx="1582">
                  <c:v>0.791</c:v>
                </c:pt>
                <c:pt idx="1583">
                  <c:v>0.7915</c:v>
                </c:pt>
                <c:pt idx="1584">
                  <c:v>0.792</c:v>
                </c:pt>
                <c:pt idx="1585">
                  <c:v>0.7925</c:v>
                </c:pt>
                <c:pt idx="1586">
                  <c:v>0.793</c:v>
                </c:pt>
                <c:pt idx="1587">
                  <c:v>0.7935</c:v>
                </c:pt>
                <c:pt idx="1588">
                  <c:v>0.794</c:v>
                </c:pt>
                <c:pt idx="1589">
                  <c:v>0.7945</c:v>
                </c:pt>
                <c:pt idx="1590">
                  <c:v>0.795</c:v>
                </c:pt>
                <c:pt idx="1591">
                  <c:v>0.7955</c:v>
                </c:pt>
                <c:pt idx="1592">
                  <c:v>0.796</c:v>
                </c:pt>
                <c:pt idx="1593">
                  <c:v>0.7965</c:v>
                </c:pt>
                <c:pt idx="1594">
                  <c:v>0.797</c:v>
                </c:pt>
                <c:pt idx="1595">
                  <c:v>0.7975</c:v>
                </c:pt>
                <c:pt idx="1596">
                  <c:v>0.798</c:v>
                </c:pt>
                <c:pt idx="1597">
                  <c:v>0.7985</c:v>
                </c:pt>
                <c:pt idx="1598">
                  <c:v>0.799</c:v>
                </c:pt>
                <c:pt idx="1599">
                  <c:v>0.7995</c:v>
                </c:pt>
                <c:pt idx="1600">
                  <c:v>0.8</c:v>
                </c:pt>
                <c:pt idx="1601">
                  <c:v>0.8005</c:v>
                </c:pt>
                <c:pt idx="1602">
                  <c:v>0.801</c:v>
                </c:pt>
                <c:pt idx="1603">
                  <c:v>0.8015</c:v>
                </c:pt>
                <c:pt idx="1604">
                  <c:v>0.802</c:v>
                </c:pt>
                <c:pt idx="1605">
                  <c:v>0.8025</c:v>
                </c:pt>
                <c:pt idx="1606">
                  <c:v>0.803</c:v>
                </c:pt>
                <c:pt idx="1607">
                  <c:v>0.8035</c:v>
                </c:pt>
                <c:pt idx="1608">
                  <c:v>0.804</c:v>
                </c:pt>
                <c:pt idx="1609">
                  <c:v>0.8045</c:v>
                </c:pt>
                <c:pt idx="1610">
                  <c:v>0.805</c:v>
                </c:pt>
                <c:pt idx="1611">
                  <c:v>0.8055</c:v>
                </c:pt>
                <c:pt idx="1612">
                  <c:v>0.806</c:v>
                </c:pt>
                <c:pt idx="1613">
                  <c:v>0.8065</c:v>
                </c:pt>
                <c:pt idx="1614">
                  <c:v>0.807</c:v>
                </c:pt>
                <c:pt idx="1615">
                  <c:v>0.8075</c:v>
                </c:pt>
                <c:pt idx="1616">
                  <c:v>0.808</c:v>
                </c:pt>
                <c:pt idx="1617">
                  <c:v>0.8085</c:v>
                </c:pt>
                <c:pt idx="1618">
                  <c:v>0.809</c:v>
                </c:pt>
                <c:pt idx="1619">
                  <c:v>0.8095</c:v>
                </c:pt>
                <c:pt idx="1620">
                  <c:v>0.81</c:v>
                </c:pt>
                <c:pt idx="1621">
                  <c:v>0.8105</c:v>
                </c:pt>
                <c:pt idx="1622">
                  <c:v>0.811</c:v>
                </c:pt>
                <c:pt idx="1623">
                  <c:v>0.8115</c:v>
                </c:pt>
                <c:pt idx="1624">
                  <c:v>0.812</c:v>
                </c:pt>
                <c:pt idx="1625">
                  <c:v>0.8125</c:v>
                </c:pt>
                <c:pt idx="1626">
                  <c:v>0.813</c:v>
                </c:pt>
                <c:pt idx="1627">
                  <c:v>0.8135</c:v>
                </c:pt>
                <c:pt idx="1628">
                  <c:v>0.814</c:v>
                </c:pt>
                <c:pt idx="1629">
                  <c:v>0.8145</c:v>
                </c:pt>
                <c:pt idx="1630">
                  <c:v>0.815</c:v>
                </c:pt>
                <c:pt idx="1631">
                  <c:v>0.8155</c:v>
                </c:pt>
                <c:pt idx="1632">
                  <c:v>0.816</c:v>
                </c:pt>
                <c:pt idx="1633">
                  <c:v>0.8165</c:v>
                </c:pt>
                <c:pt idx="1634">
                  <c:v>0.817</c:v>
                </c:pt>
                <c:pt idx="1635">
                  <c:v>0.8175</c:v>
                </c:pt>
                <c:pt idx="1636">
                  <c:v>0.818</c:v>
                </c:pt>
                <c:pt idx="1637">
                  <c:v>0.8185</c:v>
                </c:pt>
                <c:pt idx="1638">
                  <c:v>0.819</c:v>
                </c:pt>
                <c:pt idx="1639">
                  <c:v>0.8195</c:v>
                </c:pt>
                <c:pt idx="1640">
                  <c:v>0.82</c:v>
                </c:pt>
                <c:pt idx="1641">
                  <c:v>0.8205</c:v>
                </c:pt>
                <c:pt idx="1642">
                  <c:v>0.821</c:v>
                </c:pt>
                <c:pt idx="1643">
                  <c:v>0.8215</c:v>
                </c:pt>
                <c:pt idx="1644">
                  <c:v>0.822</c:v>
                </c:pt>
                <c:pt idx="1645">
                  <c:v>0.8225</c:v>
                </c:pt>
                <c:pt idx="1646">
                  <c:v>0.823</c:v>
                </c:pt>
                <c:pt idx="1647">
                  <c:v>0.8235</c:v>
                </c:pt>
                <c:pt idx="1648">
                  <c:v>0.824</c:v>
                </c:pt>
                <c:pt idx="1649">
                  <c:v>0.8245</c:v>
                </c:pt>
                <c:pt idx="1650">
                  <c:v>0.825</c:v>
                </c:pt>
                <c:pt idx="1651">
                  <c:v>0.8255</c:v>
                </c:pt>
                <c:pt idx="1652">
                  <c:v>0.826</c:v>
                </c:pt>
                <c:pt idx="1653">
                  <c:v>0.8265</c:v>
                </c:pt>
                <c:pt idx="1654">
                  <c:v>0.827</c:v>
                </c:pt>
                <c:pt idx="1655">
                  <c:v>0.8275</c:v>
                </c:pt>
                <c:pt idx="1656">
                  <c:v>0.828</c:v>
                </c:pt>
                <c:pt idx="1657">
                  <c:v>0.8285</c:v>
                </c:pt>
                <c:pt idx="1658">
                  <c:v>0.829</c:v>
                </c:pt>
                <c:pt idx="1659">
                  <c:v>0.8295</c:v>
                </c:pt>
                <c:pt idx="1660">
                  <c:v>0.83</c:v>
                </c:pt>
                <c:pt idx="1661">
                  <c:v>0.8305</c:v>
                </c:pt>
                <c:pt idx="1662">
                  <c:v>0.831</c:v>
                </c:pt>
                <c:pt idx="1663">
                  <c:v>0.8315</c:v>
                </c:pt>
                <c:pt idx="1664">
                  <c:v>0.832</c:v>
                </c:pt>
                <c:pt idx="1665">
                  <c:v>0.8325</c:v>
                </c:pt>
                <c:pt idx="1666">
                  <c:v>0.833</c:v>
                </c:pt>
                <c:pt idx="1667">
                  <c:v>0.8335</c:v>
                </c:pt>
                <c:pt idx="1668">
                  <c:v>0.834</c:v>
                </c:pt>
                <c:pt idx="1669">
                  <c:v>0.8345</c:v>
                </c:pt>
                <c:pt idx="1670">
                  <c:v>0.835</c:v>
                </c:pt>
                <c:pt idx="1671">
                  <c:v>0.8355</c:v>
                </c:pt>
                <c:pt idx="1672">
                  <c:v>0.836</c:v>
                </c:pt>
                <c:pt idx="1673">
                  <c:v>0.8365</c:v>
                </c:pt>
                <c:pt idx="1674">
                  <c:v>0.837</c:v>
                </c:pt>
                <c:pt idx="1675">
                  <c:v>0.8375</c:v>
                </c:pt>
                <c:pt idx="1676">
                  <c:v>0.838</c:v>
                </c:pt>
                <c:pt idx="1677">
                  <c:v>0.8385</c:v>
                </c:pt>
                <c:pt idx="1678">
                  <c:v>0.839</c:v>
                </c:pt>
                <c:pt idx="1679">
                  <c:v>0.8395</c:v>
                </c:pt>
                <c:pt idx="1680">
                  <c:v>0.84</c:v>
                </c:pt>
                <c:pt idx="1681">
                  <c:v>0.8405</c:v>
                </c:pt>
                <c:pt idx="1682">
                  <c:v>0.841</c:v>
                </c:pt>
                <c:pt idx="1683">
                  <c:v>0.8415</c:v>
                </c:pt>
                <c:pt idx="1684">
                  <c:v>0.842</c:v>
                </c:pt>
                <c:pt idx="1685">
                  <c:v>0.8425</c:v>
                </c:pt>
                <c:pt idx="1686">
                  <c:v>0.843</c:v>
                </c:pt>
                <c:pt idx="1687">
                  <c:v>0.8435</c:v>
                </c:pt>
                <c:pt idx="1688">
                  <c:v>0.844</c:v>
                </c:pt>
                <c:pt idx="1689">
                  <c:v>0.8445</c:v>
                </c:pt>
                <c:pt idx="1690">
                  <c:v>0.845</c:v>
                </c:pt>
                <c:pt idx="1691">
                  <c:v>0.8455</c:v>
                </c:pt>
                <c:pt idx="1692">
                  <c:v>0.846</c:v>
                </c:pt>
                <c:pt idx="1693">
                  <c:v>0.8465</c:v>
                </c:pt>
                <c:pt idx="1694">
                  <c:v>0.847</c:v>
                </c:pt>
                <c:pt idx="1695">
                  <c:v>0.8475</c:v>
                </c:pt>
                <c:pt idx="1696">
                  <c:v>0.848</c:v>
                </c:pt>
                <c:pt idx="1697">
                  <c:v>0.8485</c:v>
                </c:pt>
                <c:pt idx="1698">
                  <c:v>0.849</c:v>
                </c:pt>
                <c:pt idx="1699">
                  <c:v>0.8495</c:v>
                </c:pt>
                <c:pt idx="1700">
                  <c:v>0.85</c:v>
                </c:pt>
                <c:pt idx="1701">
                  <c:v>0.8505</c:v>
                </c:pt>
                <c:pt idx="1702">
                  <c:v>0.851</c:v>
                </c:pt>
                <c:pt idx="1703">
                  <c:v>0.8515</c:v>
                </c:pt>
                <c:pt idx="1704">
                  <c:v>0.852</c:v>
                </c:pt>
                <c:pt idx="1705">
                  <c:v>0.8525</c:v>
                </c:pt>
                <c:pt idx="1706">
                  <c:v>0.853</c:v>
                </c:pt>
                <c:pt idx="1707">
                  <c:v>0.8535</c:v>
                </c:pt>
                <c:pt idx="1708">
                  <c:v>0.854</c:v>
                </c:pt>
                <c:pt idx="1709">
                  <c:v>0.8545</c:v>
                </c:pt>
                <c:pt idx="1710">
                  <c:v>0.855</c:v>
                </c:pt>
                <c:pt idx="1711">
                  <c:v>0.8555</c:v>
                </c:pt>
                <c:pt idx="1712">
                  <c:v>0.856</c:v>
                </c:pt>
                <c:pt idx="1713">
                  <c:v>0.8565</c:v>
                </c:pt>
                <c:pt idx="1714">
                  <c:v>0.857</c:v>
                </c:pt>
                <c:pt idx="1715">
                  <c:v>0.8575</c:v>
                </c:pt>
                <c:pt idx="1716">
                  <c:v>0.858</c:v>
                </c:pt>
                <c:pt idx="1717">
                  <c:v>0.8585</c:v>
                </c:pt>
                <c:pt idx="1718">
                  <c:v>0.859</c:v>
                </c:pt>
                <c:pt idx="1719">
                  <c:v>0.8595</c:v>
                </c:pt>
                <c:pt idx="1720">
                  <c:v>0.86</c:v>
                </c:pt>
                <c:pt idx="1721">
                  <c:v>0.8605</c:v>
                </c:pt>
                <c:pt idx="1722">
                  <c:v>0.861</c:v>
                </c:pt>
                <c:pt idx="1723">
                  <c:v>0.8615</c:v>
                </c:pt>
                <c:pt idx="1724">
                  <c:v>0.862</c:v>
                </c:pt>
                <c:pt idx="1725">
                  <c:v>0.8625</c:v>
                </c:pt>
                <c:pt idx="1726">
                  <c:v>0.863</c:v>
                </c:pt>
                <c:pt idx="1727">
                  <c:v>0.8635</c:v>
                </c:pt>
                <c:pt idx="1728">
                  <c:v>0.864</c:v>
                </c:pt>
                <c:pt idx="1729">
                  <c:v>0.8645</c:v>
                </c:pt>
                <c:pt idx="1730">
                  <c:v>0.865</c:v>
                </c:pt>
                <c:pt idx="1731">
                  <c:v>0.8655</c:v>
                </c:pt>
                <c:pt idx="1732">
                  <c:v>0.866</c:v>
                </c:pt>
                <c:pt idx="1733">
                  <c:v>0.8665</c:v>
                </c:pt>
                <c:pt idx="1734">
                  <c:v>0.867</c:v>
                </c:pt>
                <c:pt idx="1735">
                  <c:v>0.8675</c:v>
                </c:pt>
                <c:pt idx="1736">
                  <c:v>0.868</c:v>
                </c:pt>
                <c:pt idx="1737">
                  <c:v>0.8685</c:v>
                </c:pt>
                <c:pt idx="1738">
                  <c:v>0.869</c:v>
                </c:pt>
                <c:pt idx="1739">
                  <c:v>0.8695</c:v>
                </c:pt>
                <c:pt idx="1740">
                  <c:v>0.87</c:v>
                </c:pt>
                <c:pt idx="1741">
                  <c:v>0.8705</c:v>
                </c:pt>
                <c:pt idx="1742">
                  <c:v>0.871</c:v>
                </c:pt>
                <c:pt idx="1743">
                  <c:v>0.8715</c:v>
                </c:pt>
                <c:pt idx="1744">
                  <c:v>0.872</c:v>
                </c:pt>
                <c:pt idx="1745">
                  <c:v>0.8725</c:v>
                </c:pt>
                <c:pt idx="1746">
                  <c:v>0.873</c:v>
                </c:pt>
                <c:pt idx="1747">
                  <c:v>0.8735</c:v>
                </c:pt>
                <c:pt idx="1748">
                  <c:v>0.874</c:v>
                </c:pt>
                <c:pt idx="1749">
                  <c:v>0.8745</c:v>
                </c:pt>
                <c:pt idx="1750">
                  <c:v>0.875</c:v>
                </c:pt>
                <c:pt idx="1751">
                  <c:v>0.8755</c:v>
                </c:pt>
                <c:pt idx="1752">
                  <c:v>0.876</c:v>
                </c:pt>
                <c:pt idx="1753">
                  <c:v>0.8765</c:v>
                </c:pt>
                <c:pt idx="1754">
                  <c:v>0.877</c:v>
                </c:pt>
                <c:pt idx="1755">
                  <c:v>0.8775</c:v>
                </c:pt>
                <c:pt idx="1756">
                  <c:v>0.878</c:v>
                </c:pt>
                <c:pt idx="1757">
                  <c:v>0.8785</c:v>
                </c:pt>
                <c:pt idx="1758">
                  <c:v>0.879</c:v>
                </c:pt>
                <c:pt idx="1759">
                  <c:v>0.8795</c:v>
                </c:pt>
                <c:pt idx="1760">
                  <c:v>0.88</c:v>
                </c:pt>
                <c:pt idx="1761">
                  <c:v>0.8805</c:v>
                </c:pt>
                <c:pt idx="1762">
                  <c:v>0.881</c:v>
                </c:pt>
                <c:pt idx="1763">
                  <c:v>0.8815</c:v>
                </c:pt>
                <c:pt idx="1764">
                  <c:v>0.882</c:v>
                </c:pt>
                <c:pt idx="1765">
                  <c:v>0.8825</c:v>
                </c:pt>
                <c:pt idx="1766">
                  <c:v>0.883</c:v>
                </c:pt>
                <c:pt idx="1767">
                  <c:v>0.8835</c:v>
                </c:pt>
                <c:pt idx="1768">
                  <c:v>0.884</c:v>
                </c:pt>
                <c:pt idx="1769">
                  <c:v>0.8845</c:v>
                </c:pt>
                <c:pt idx="1770">
                  <c:v>0.885</c:v>
                </c:pt>
                <c:pt idx="1771">
                  <c:v>0.8855</c:v>
                </c:pt>
                <c:pt idx="1772">
                  <c:v>0.886</c:v>
                </c:pt>
                <c:pt idx="1773">
                  <c:v>0.8865</c:v>
                </c:pt>
                <c:pt idx="1774">
                  <c:v>0.887</c:v>
                </c:pt>
                <c:pt idx="1775">
                  <c:v>0.8875</c:v>
                </c:pt>
                <c:pt idx="1776">
                  <c:v>0.888</c:v>
                </c:pt>
                <c:pt idx="1777">
                  <c:v>0.8885</c:v>
                </c:pt>
                <c:pt idx="1778">
                  <c:v>0.889</c:v>
                </c:pt>
                <c:pt idx="1779">
                  <c:v>0.8895</c:v>
                </c:pt>
                <c:pt idx="1780">
                  <c:v>0.89</c:v>
                </c:pt>
                <c:pt idx="1781">
                  <c:v>0.8905</c:v>
                </c:pt>
                <c:pt idx="1782">
                  <c:v>0.891</c:v>
                </c:pt>
                <c:pt idx="1783">
                  <c:v>0.8915</c:v>
                </c:pt>
                <c:pt idx="1784">
                  <c:v>0.892</c:v>
                </c:pt>
                <c:pt idx="1785">
                  <c:v>0.8925</c:v>
                </c:pt>
                <c:pt idx="1786">
                  <c:v>0.893</c:v>
                </c:pt>
                <c:pt idx="1787">
                  <c:v>0.8935</c:v>
                </c:pt>
                <c:pt idx="1788">
                  <c:v>0.894</c:v>
                </c:pt>
                <c:pt idx="1789">
                  <c:v>0.8945</c:v>
                </c:pt>
                <c:pt idx="1790">
                  <c:v>0.895</c:v>
                </c:pt>
                <c:pt idx="1791">
                  <c:v>0.8955</c:v>
                </c:pt>
                <c:pt idx="1792">
                  <c:v>0.896</c:v>
                </c:pt>
                <c:pt idx="1793">
                  <c:v>0.8965</c:v>
                </c:pt>
                <c:pt idx="1794">
                  <c:v>0.897</c:v>
                </c:pt>
                <c:pt idx="1795">
                  <c:v>0.8975</c:v>
                </c:pt>
                <c:pt idx="1796">
                  <c:v>0.898</c:v>
                </c:pt>
                <c:pt idx="1797">
                  <c:v>0.8985</c:v>
                </c:pt>
                <c:pt idx="1798">
                  <c:v>0.899</c:v>
                </c:pt>
                <c:pt idx="1799">
                  <c:v>0.8995</c:v>
                </c:pt>
                <c:pt idx="1800">
                  <c:v>0.9</c:v>
                </c:pt>
                <c:pt idx="1801">
                  <c:v>0.9005</c:v>
                </c:pt>
                <c:pt idx="1802">
                  <c:v>0.901</c:v>
                </c:pt>
                <c:pt idx="1803">
                  <c:v>0.9015</c:v>
                </c:pt>
                <c:pt idx="1804">
                  <c:v>0.902</c:v>
                </c:pt>
                <c:pt idx="1805">
                  <c:v>0.9025</c:v>
                </c:pt>
                <c:pt idx="1806">
                  <c:v>0.903</c:v>
                </c:pt>
                <c:pt idx="1807">
                  <c:v>0.9035</c:v>
                </c:pt>
                <c:pt idx="1808">
                  <c:v>0.904</c:v>
                </c:pt>
                <c:pt idx="1809">
                  <c:v>0.9045</c:v>
                </c:pt>
                <c:pt idx="1810">
                  <c:v>0.905</c:v>
                </c:pt>
                <c:pt idx="1811">
                  <c:v>0.9055</c:v>
                </c:pt>
                <c:pt idx="1812">
                  <c:v>0.906</c:v>
                </c:pt>
                <c:pt idx="1813">
                  <c:v>0.9065</c:v>
                </c:pt>
                <c:pt idx="1814">
                  <c:v>0.907</c:v>
                </c:pt>
                <c:pt idx="1815">
                  <c:v>0.9075</c:v>
                </c:pt>
                <c:pt idx="1816">
                  <c:v>0.908</c:v>
                </c:pt>
                <c:pt idx="1817">
                  <c:v>0.9085</c:v>
                </c:pt>
                <c:pt idx="1818">
                  <c:v>0.909</c:v>
                </c:pt>
                <c:pt idx="1819">
                  <c:v>0.9095</c:v>
                </c:pt>
                <c:pt idx="1820">
                  <c:v>0.91</c:v>
                </c:pt>
                <c:pt idx="1821">
                  <c:v>0.9105</c:v>
                </c:pt>
                <c:pt idx="1822">
                  <c:v>0.911</c:v>
                </c:pt>
                <c:pt idx="1823">
                  <c:v>0.9115</c:v>
                </c:pt>
                <c:pt idx="1824">
                  <c:v>0.912</c:v>
                </c:pt>
                <c:pt idx="1825">
                  <c:v>0.9125</c:v>
                </c:pt>
                <c:pt idx="1826">
                  <c:v>0.913</c:v>
                </c:pt>
                <c:pt idx="1827">
                  <c:v>0.9135</c:v>
                </c:pt>
                <c:pt idx="1828">
                  <c:v>0.914</c:v>
                </c:pt>
                <c:pt idx="1829">
                  <c:v>0.9145</c:v>
                </c:pt>
                <c:pt idx="1830">
                  <c:v>0.915</c:v>
                </c:pt>
                <c:pt idx="1831">
                  <c:v>0.9155</c:v>
                </c:pt>
                <c:pt idx="1832">
                  <c:v>0.916</c:v>
                </c:pt>
                <c:pt idx="1833">
                  <c:v>0.9165</c:v>
                </c:pt>
                <c:pt idx="1834">
                  <c:v>0.917</c:v>
                </c:pt>
                <c:pt idx="1835">
                  <c:v>0.9175</c:v>
                </c:pt>
                <c:pt idx="1836">
                  <c:v>0.918</c:v>
                </c:pt>
                <c:pt idx="1837">
                  <c:v>0.9185</c:v>
                </c:pt>
                <c:pt idx="1838">
                  <c:v>0.919</c:v>
                </c:pt>
                <c:pt idx="1839">
                  <c:v>0.9195</c:v>
                </c:pt>
                <c:pt idx="1840">
                  <c:v>0.92</c:v>
                </c:pt>
                <c:pt idx="1841">
                  <c:v>0.9205</c:v>
                </c:pt>
                <c:pt idx="1842">
                  <c:v>0.921</c:v>
                </c:pt>
                <c:pt idx="1843">
                  <c:v>0.9215</c:v>
                </c:pt>
                <c:pt idx="1844">
                  <c:v>0.922</c:v>
                </c:pt>
                <c:pt idx="1845">
                  <c:v>0.9225</c:v>
                </c:pt>
                <c:pt idx="1846">
                  <c:v>0.923</c:v>
                </c:pt>
                <c:pt idx="1847">
                  <c:v>0.9235</c:v>
                </c:pt>
                <c:pt idx="1848">
                  <c:v>0.924</c:v>
                </c:pt>
                <c:pt idx="1849">
                  <c:v>0.9245</c:v>
                </c:pt>
                <c:pt idx="1850">
                  <c:v>0.925</c:v>
                </c:pt>
                <c:pt idx="1851">
                  <c:v>0.9255</c:v>
                </c:pt>
                <c:pt idx="1852">
                  <c:v>0.926</c:v>
                </c:pt>
                <c:pt idx="1853">
                  <c:v>0.9265</c:v>
                </c:pt>
                <c:pt idx="1854">
                  <c:v>0.927</c:v>
                </c:pt>
                <c:pt idx="1855">
                  <c:v>0.9275</c:v>
                </c:pt>
                <c:pt idx="1856">
                  <c:v>0.928</c:v>
                </c:pt>
                <c:pt idx="1857">
                  <c:v>0.9285</c:v>
                </c:pt>
                <c:pt idx="1858">
                  <c:v>0.929</c:v>
                </c:pt>
                <c:pt idx="1859">
                  <c:v>0.9295</c:v>
                </c:pt>
                <c:pt idx="1860">
                  <c:v>0.93</c:v>
                </c:pt>
                <c:pt idx="1861">
                  <c:v>0.9305</c:v>
                </c:pt>
                <c:pt idx="1862">
                  <c:v>0.931</c:v>
                </c:pt>
                <c:pt idx="1863">
                  <c:v>0.9315</c:v>
                </c:pt>
                <c:pt idx="1864">
                  <c:v>0.932</c:v>
                </c:pt>
                <c:pt idx="1865">
                  <c:v>0.9325</c:v>
                </c:pt>
                <c:pt idx="1866">
                  <c:v>0.933</c:v>
                </c:pt>
                <c:pt idx="1867">
                  <c:v>0.9335</c:v>
                </c:pt>
                <c:pt idx="1868">
                  <c:v>0.934</c:v>
                </c:pt>
                <c:pt idx="1869">
                  <c:v>0.9345</c:v>
                </c:pt>
                <c:pt idx="1870">
                  <c:v>0.935</c:v>
                </c:pt>
                <c:pt idx="1871">
                  <c:v>0.9355</c:v>
                </c:pt>
                <c:pt idx="1872">
                  <c:v>0.936</c:v>
                </c:pt>
                <c:pt idx="1873">
                  <c:v>0.9365</c:v>
                </c:pt>
                <c:pt idx="1874">
                  <c:v>0.937</c:v>
                </c:pt>
                <c:pt idx="1875">
                  <c:v>0.9375</c:v>
                </c:pt>
                <c:pt idx="1876">
                  <c:v>0.938</c:v>
                </c:pt>
                <c:pt idx="1877">
                  <c:v>0.9385</c:v>
                </c:pt>
                <c:pt idx="1878">
                  <c:v>0.939</c:v>
                </c:pt>
                <c:pt idx="1879">
                  <c:v>0.9395</c:v>
                </c:pt>
                <c:pt idx="1880">
                  <c:v>0.94</c:v>
                </c:pt>
                <c:pt idx="1881">
                  <c:v>0.9405</c:v>
                </c:pt>
                <c:pt idx="1882">
                  <c:v>0.941</c:v>
                </c:pt>
                <c:pt idx="1883">
                  <c:v>0.9415</c:v>
                </c:pt>
                <c:pt idx="1884">
                  <c:v>0.942</c:v>
                </c:pt>
                <c:pt idx="1885">
                  <c:v>0.9425</c:v>
                </c:pt>
                <c:pt idx="1886">
                  <c:v>0.943</c:v>
                </c:pt>
                <c:pt idx="1887">
                  <c:v>0.9435</c:v>
                </c:pt>
                <c:pt idx="1888">
                  <c:v>0.944</c:v>
                </c:pt>
                <c:pt idx="1889">
                  <c:v>0.9445</c:v>
                </c:pt>
                <c:pt idx="1890">
                  <c:v>0.945</c:v>
                </c:pt>
                <c:pt idx="1891">
                  <c:v>0.9455</c:v>
                </c:pt>
                <c:pt idx="1892">
                  <c:v>0.946</c:v>
                </c:pt>
                <c:pt idx="1893">
                  <c:v>0.9465</c:v>
                </c:pt>
                <c:pt idx="1894">
                  <c:v>0.947</c:v>
                </c:pt>
                <c:pt idx="1895">
                  <c:v>0.9475</c:v>
                </c:pt>
                <c:pt idx="1896">
                  <c:v>0.948</c:v>
                </c:pt>
                <c:pt idx="1897">
                  <c:v>0.9485</c:v>
                </c:pt>
                <c:pt idx="1898">
                  <c:v>0.949</c:v>
                </c:pt>
                <c:pt idx="1899">
                  <c:v>0.9495</c:v>
                </c:pt>
                <c:pt idx="1900">
                  <c:v>0.95</c:v>
                </c:pt>
                <c:pt idx="1901">
                  <c:v>0.9505</c:v>
                </c:pt>
                <c:pt idx="1902">
                  <c:v>0.951</c:v>
                </c:pt>
                <c:pt idx="1903">
                  <c:v>0.9515</c:v>
                </c:pt>
                <c:pt idx="1904">
                  <c:v>0.952</c:v>
                </c:pt>
                <c:pt idx="1905">
                  <c:v>0.9525</c:v>
                </c:pt>
                <c:pt idx="1906">
                  <c:v>0.953</c:v>
                </c:pt>
                <c:pt idx="1907">
                  <c:v>0.9535</c:v>
                </c:pt>
                <c:pt idx="1908">
                  <c:v>0.954</c:v>
                </c:pt>
                <c:pt idx="1909">
                  <c:v>0.9545</c:v>
                </c:pt>
                <c:pt idx="1910">
                  <c:v>0.955</c:v>
                </c:pt>
                <c:pt idx="1911">
                  <c:v>0.9555</c:v>
                </c:pt>
                <c:pt idx="1912">
                  <c:v>0.956</c:v>
                </c:pt>
                <c:pt idx="1913">
                  <c:v>0.9565</c:v>
                </c:pt>
                <c:pt idx="1914">
                  <c:v>0.957</c:v>
                </c:pt>
                <c:pt idx="1915">
                  <c:v>0.9575</c:v>
                </c:pt>
                <c:pt idx="1916">
                  <c:v>0.958</c:v>
                </c:pt>
                <c:pt idx="1917">
                  <c:v>0.9585</c:v>
                </c:pt>
                <c:pt idx="1918">
                  <c:v>0.959</c:v>
                </c:pt>
                <c:pt idx="1919">
                  <c:v>0.9595</c:v>
                </c:pt>
                <c:pt idx="1920">
                  <c:v>0.96</c:v>
                </c:pt>
                <c:pt idx="1921">
                  <c:v>0.9605</c:v>
                </c:pt>
                <c:pt idx="1922">
                  <c:v>0.961</c:v>
                </c:pt>
                <c:pt idx="1923">
                  <c:v>0.9615</c:v>
                </c:pt>
                <c:pt idx="1924">
                  <c:v>0.962</c:v>
                </c:pt>
                <c:pt idx="1925">
                  <c:v>0.9625</c:v>
                </c:pt>
                <c:pt idx="1926">
                  <c:v>0.963</c:v>
                </c:pt>
                <c:pt idx="1927">
                  <c:v>0.9635</c:v>
                </c:pt>
                <c:pt idx="1928">
                  <c:v>0.964</c:v>
                </c:pt>
                <c:pt idx="1929">
                  <c:v>0.9645</c:v>
                </c:pt>
                <c:pt idx="1930">
                  <c:v>0.965</c:v>
                </c:pt>
                <c:pt idx="1931">
                  <c:v>0.9655</c:v>
                </c:pt>
                <c:pt idx="1932">
                  <c:v>0.966</c:v>
                </c:pt>
                <c:pt idx="1933">
                  <c:v>0.9665</c:v>
                </c:pt>
                <c:pt idx="1934">
                  <c:v>0.967</c:v>
                </c:pt>
                <c:pt idx="1935">
                  <c:v>0.9675</c:v>
                </c:pt>
                <c:pt idx="1936">
                  <c:v>0.968</c:v>
                </c:pt>
                <c:pt idx="1937">
                  <c:v>0.9685</c:v>
                </c:pt>
                <c:pt idx="1938">
                  <c:v>0.969</c:v>
                </c:pt>
                <c:pt idx="1939">
                  <c:v>0.9695</c:v>
                </c:pt>
                <c:pt idx="1940">
                  <c:v>0.97</c:v>
                </c:pt>
                <c:pt idx="1941">
                  <c:v>0.9705</c:v>
                </c:pt>
                <c:pt idx="1942">
                  <c:v>0.971</c:v>
                </c:pt>
                <c:pt idx="1943">
                  <c:v>0.9715</c:v>
                </c:pt>
                <c:pt idx="1944">
                  <c:v>0.972</c:v>
                </c:pt>
                <c:pt idx="1945">
                  <c:v>0.9725</c:v>
                </c:pt>
                <c:pt idx="1946">
                  <c:v>0.973</c:v>
                </c:pt>
                <c:pt idx="1947">
                  <c:v>0.9735</c:v>
                </c:pt>
                <c:pt idx="1948">
                  <c:v>0.974</c:v>
                </c:pt>
                <c:pt idx="1949">
                  <c:v>0.9745</c:v>
                </c:pt>
                <c:pt idx="1950">
                  <c:v>0.975</c:v>
                </c:pt>
                <c:pt idx="1951">
                  <c:v>0.9755</c:v>
                </c:pt>
                <c:pt idx="1952">
                  <c:v>0.976</c:v>
                </c:pt>
                <c:pt idx="1953">
                  <c:v>0.9765</c:v>
                </c:pt>
                <c:pt idx="1954">
                  <c:v>0.977</c:v>
                </c:pt>
                <c:pt idx="1955">
                  <c:v>0.9775</c:v>
                </c:pt>
                <c:pt idx="1956">
                  <c:v>0.978</c:v>
                </c:pt>
                <c:pt idx="1957">
                  <c:v>0.9785</c:v>
                </c:pt>
                <c:pt idx="1958">
                  <c:v>0.979</c:v>
                </c:pt>
                <c:pt idx="1959">
                  <c:v>0.9795</c:v>
                </c:pt>
                <c:pt idx="1960">
                  <c:v>0.98</c:v>
                </c:pt>
                <c:pt idx="1961">
                  <c:v>0.9805</c:v>
                </c:pt>
                <c:pt idx="1962">
                  <c:v>0.981</c:v>
                </c:pt>
                <c:pt idx="1963">
                  <c:v>0.9815</c:v>
                </c:pt>
                <c:pt idx="1964">
                  <c:v>0.982</c:v>
                </c:pt>
                <c:pt idx="1965">
                  <c:v>0.9825</c:v>
                </c:pt>
                <c:pt idx="1966">
                  <c:v>0.983</c:v>
                </c:pt>
                <c:pt idx="1967">
                  <c:v>0.9835</c:v>
                </c:pt>
                <c:pt idx="1968">
                  <c:v>0.984</c:v>
                </c:pt>
                <c:pt idx="1969">
                  <c:v>0.9845</c:v>
                </c:pt>
                <c:pt idx="1970">
                  <c:v>0.985</c:v>
                </c:pt>
                <c:pt idx="1971">
                  <c:v>0.9855</c:v>
                </c:pt>
                <c:pt idx="1972">
                  <c:v>0.986</c:v>
                </c:pt>
                <c:pt idx="1973">
                  <c:v>0.9865</c:v>
                </c:pt>
                <c:pt idx="1974">
                  <c:v>0.987</c:v>
                </c:pt>
                <c:pt idx="1975">
                  <c:v>0.9875</c:v>
                </c:pt>
                <c:pt idx="1976">
                  <c:v>0.988</c:v>
                </c:pt>
                <c:pt idx="1977">
                  <c:v>0.9885</c:v>
                </c:pt>
                <c:pt idx="1978">
                  <c:v>0.989</c:v>
                </c:pt>
                <c:pt idx="1979">
                  <c:v>0.9895</c:v>
                </c:pt>
                <c:pt idx="1980">
                  <c:v>0.99</c:v>
                </c:pt>
                <c:pt idx="1981">
                  <c:v>0.9905</c:v>
                </c:pt>
                <c:pt idx="1982">
                  <c:v>0.991</c:v>
                </c:pt>
                <c:pt idx="1983">
                  <c:v>0.9915</c:v>
                </c:pt>
                <c:pt idx="1984">
                  <c:v>0.992</c:v>
                </c:pt>
                <c:pt idx="1985">
                  <c:v>0.9925</c:v>
                </c:pt>
                <c:pt idx="1986">
                  <c:v>0.993</c:v>
                </c:pt>
                <c:pt idx="1987">
                  <c:v>0.9935</c:v>
                </c:pt>
                <c:pt idx="1988">
                  <c:v>0.994</c:v>
                </c:pt>
                <c:pt idx="1989">
                  <c:v>0.9945</c:v>
                </c:pt>
                <c:pt idx="1990">
                  <c:v>0.995</c:v>
                </c:pt>
                <c:pt idx="1991">
                  <c:v>0.9955</c:v>
                </c:pt>
                <c:pt idx="1992">
                  <c:v>0.996</c:v>
                </c:pt>
                <c:pt idx="1993">
                  <c:v>0.9965</c:v>
                </c:pt>
                <c:pt idx="1994">
                  <c:v>0.997</c:v>
                </c:pt>
                <c:pt idx="1995">
                  <c:v>0.9975</c:v>
                </c:pt>
                <c:pt idx="1996">
                  <c:v>0.998</c:v>
                </c:pt>
                <c:pt idx="1997">
                  <c:v>0.9985</c:v>
                </c:pt>
                <c:pt idx="1998">
                  <c:v>0.999</c:v>
                </c:pt>
                <c:pt idx="1999">
                  <c:v>0.9995</c:v>
                </c:pt>
                <c:pt idx="2000">
                  <c:v>1</c:v>
                </c:pt>
              </c:numCache>
            </c:numRef>
          </c:xVal>
          <c:yVal>
            <c:numRef>
              <c:f>Sheet1!$C$2:$C$2002</c:f>
              <c:numCache>
                <c:formatCode>General</c:formatCode>
                <c:ptCount val="2001"/>
                <c:pt idx="0">
                  <c:v>80</c:v>
                </c:pt>
                <c:pt idx="1">
                  <c:v>79.867</c:v>
                </c:pt>
                <c:pt idx="2">
                  <c:v>79.452</c:v>
                </c:pt>
                <c:pt idx="3">
                  <c:v>78.743</c:v>
                </c:pt>
                <c:pt idx="4">
                  <c:v>77.731</c:v>
                </c:pt>
                <c:pt idx="5">
                  <c:v>76.418</c:v>
                </c:pt>
                <c:pt idx="6">
                  <c:v>74.812</c:v>
                </c:pt>
                <c:pt idx="7">
                  <c:v>72.926</c:v>
                </c:pt>
                <c:pt idx="8">
                  <c:v>70.78</c:v>
                </c:pt>
                <c:pt idx="9">
                  <c:v>68.395</c:v>
                </c:pt>
                <c:pt idx="10">
                  <c:v>65.798</c:v>
                </c:pt>
                <c:pt idx="11">
                  <c:v>63.014</c:v>
                </c:pt>
                <c:pt idx="12">
                  <c:v>60.067</c:v>
                </c:pt>
                <c:pt idx="13">
                  <c:v>56.983</c:v>
                </c:pt>
                <c:pt idx="14">
                  <c:v>53.783</c:v>
                </c:pt>
                <c:pt idx="15">
                  <c:v>50.49</c:v>
                </c:pt>
                <c:pt idx="16">
                  <c:v>47.12</c:v>
                </c:pt>
                <c:pt idx="17">
                  <c:v>43.691</c:v>
                </c:pt>
                <c:pt idx="18">
                  <c:v>40.218</c:v>
                </c:pt>
                <c:pt idx="19">
                  <c:v>36.713</c:v>
                </c:pt>
                <c:pt idx="20">
                  <c:v>33.188</c:v>
                </c:pt>
                <c:pt idx="21">
                  <c:v>29.654</c:v>
                </c:pt>
                <c:pt idx="22">
                  <c:v>26.123</c:v>
                </c:pt>
                <c:pt idx="23">
                  <c:v>22.603</c:v>
                </c:pt>
                <c:pt idx="24">
                  <c:v>19.106</c:v>
                </c:pt>
                <c:pt idx="25">
                  <c:v>15.642</c:v>
                </c:pt>
                <c:pt idx="26">
                  <c:v>12.223</c:v>
                </c:pt>
                <c:pt idx="27">
                  <c:v>8.859</c:v>
                </c:pt>
                <c:pt idx="28">
                  <c:v>5.564</c:v>
                </c:pt>
                <c:pt idx="29">
                  <c:v>2.348</c:v>
                </c:pt>
                <c:pt idx="30">
                  <c:v>-0.775</c:v>
                </c:pt>
                <c:pt idx="31">
                  <c:v>-3.795</c:v>
                </c:pt>
                <c:pt idx="32">
                  <c:v>-6.698</c:v>
                </c:pt>
                <c:pt idx="33">
                  <c:v>-9.476</c:v>
                </c:pt>
                <c:pt idx="34">
                  <c:v>-12.117</c:v>
                </c:pt>
                <c:pt idx="35">
                  <c:v>-14.614</c:v>
                </c:pt>
                <c:pt idx="36">
                  <c:v>-16.958</c:v>
                </c:pt>
                <c:pt idx="37">
                  <c:v>-19.144</c:v>
                </c:pt>
                <c:pt idx="38">
                  <c:v>-21.167</c:v>
                </c:pt>
                <c:pt idx="39">
                  <c:v>-23.024</c:v>
                </c:pt>
                <c:pt idx="40">
                  <c:v>-24.714</c:v>
                </c:pt>
                <c:pt idx="41">
                  <c:v>-26.236</c:v>
                </c:pt>
                <c:pt idx="42">
                  <c:v>-27.589</c:v>
                </c:pt>
                <c:pt idx="43">
                  <c:v>-28.777</c:v>
                </c:pt>
                <c:pt idx="44">
                  <c:v>-29.802</c:v>
                </c:pt>
                <c:pt idx="45">
                  <c:v>-30.665</c:v>
                </c:pt>
                <c:pt idx="46">
                  <c:v>-31.372</c:v>
                </c:pt>
                <c:pt idx="47">
                  <c:v>-31.927</c:v>
                </c:pt>
                <c:pt idx="48">
                  <c:v>-32.333</c:v>
                </c:pt>
                <c:pt idx="49">
                  <c:v>-32.595</c:v>
                </c:pt>
                <c:pt idx="50">
                  <c:v>-32.719</c:v>
                </c:pt>
                <c:pt idx="51">
                  <c:v>-32.71</c:v>
                </c:pt>
                <c:pt idx="52">
                  <c:v>-32.572</c:v>
                </c:pt>
                <c:pt idx="53">
                  <c:v>-32.311</c:v>
                </c:pt>
                <c:pt idx="54">
                  <c:v>-31.933</c:v>
                </c:pt>
                <c:pt idx="55">
                  <c:v>-31.442</c:v>
                </c:pt>
                <c:pt idx="56">
                  <c:v>-30.845</c:v>
                </c:pt>
                <c:pt idx="57">
                  <c:v>-30.147</c:v>
                </c:pt>
                <c:pt idx="58">
                  <c:v>-29.353</c:v>
                </c:pt>
                <c:pt idx="59">
                  <c:v>-28.47</c:v>
                </c:pt>
                <c:pt idx="60">
                  <c:v>-27.503</c:v>
                </c:pt>
                <c:pt idx="61">
                  <c:v>-26.458</c:v>
                </c:pt>
                <c:pt idx="62">
                  <c:v>-25.342</c:v>
                </c:pt>
                <c:pt idx="63">
                  <c:v>-24.161</c:v>
                </c:pt>
                <c:pt idx="64">
                  <c:v>-22.921</c:v>
                </c:pt>
                <c:pt idx="65">
                  <c:v>-21.628</c:v>
                </c:pt>
                <c:pt idx="66">
                  <c:v>-20.29</c:v>
                </c:pt>
                <c:pt idx="67">
                  <c:v>-18.911</c:v>
                </c:pt>
                <c:pt idx="68">
                  <c:v>-17.5</c:v>
                </c:pt>
                <c:pt idx="69">
                  <c:v>-16.062</c:v>
                </c:pt>
                <c:pt idx="70">
                  <c:v>-14.604</c:v>
                </c:pt>
                <c:pt idx="71">
                  <c:v>-13.131</c:v>
                </c:pt>
                <c:pt idx="72">
                  <c:v>-11.649</c:v>
                </c:pt>
                <c:pt idx="73">
                  <c:v>-10.165</c:v>
                </c:pt>
                <c:pt idx="74">
                  <c:v>-8.683</c:v>
                </c:pt>
                <c:pt idx="75">
                  <c:v>-7.209</c:v>
                </c:pt>
                <c:pt idx="76">
                  <c:v>-5.748</c:v>
                </c:pt>
                <c:pt idx="77">
                  <c:v>-4.304</c:v>
                </c:pt>
                <c:pt idx="78">
                  <c:v>-2.882</c:v>
                </c:pt>
                <c:pt idx="79">
                  <c:v>-1.485</c:v>
                </c:pt>
                <c:pt idx="80">
                  <c:v>-0.117</c:v>
                </c:pt>
                <c:pt idx="81">
                  <c:v>1.219</c:v>
                </c:pt>
                <c:pt idx="82">
                  <c:v>2.519</c:v>
                </c:pt>
                <c:pt idx="83">
                  <c:v>3.781</c:v>
                </c:pt>
                <c:pt idx="84">
                  <c:v>5.003</c:v>
                </c:pt>
                <c:pt idx="85">
                  <c:v>6.183</c:v>
                </c:pt>
                <c:pt idx="86">
                  <c:v>7.318</c:v>
                </c:pt>
                <c:pt idx="87">
                  <c:v>8.408</c:v>
                </c:pt>
                <c:pt idx="88">
                  <c:v>9.45</c:v>
                </c:pt>
                <c:pt idx="89">
                  <c:v>10.444</c:v>
                </c:pt>
                <c:pt idx="90">
                  <c:v>11.389</c:v>
                </c:pt>
                <c:pt idx="91">
                  <c:v>12.284</c:v>
                </c:pt>
                <c:pt idx="92">
                  <c:v>13.128</c:v>
                </c:pt>
                <c:pt idx="93">
                  <c:v>13.921</c:v>
                </c:pt>
                <c:pt idx="94">
                  <c:v>14.663</c:v>
                </c:pt>
                <c:pt idx="95">
                  <c:v>15.354</c:v>
                </c:pt>
                <c:pt idx="96">
                  <c:v>15.993</c:v>
                </c:pt>
                <c:pt idx="97">
                  <c:v>16.581</c:v>
                </c:pt>
                <c:pt idx="98">
                  <c:v>17.118</c:v>
                </c:pt>
                <c:pt idx="99">
                  <c:v>17.604</c:v>
                </c:pt>
                <c:pt idx="100">
                  <c:v>18.04</c:v>
                </c:pt>
                <c:pt idx="101">
                  <c:v>18.426</c:v>
                </c:pt>
                <c:pt idx="102">
                  <c:v>18.763</c:v>
                </c:pt>
                <c:pt idx="103">
                  <c:v>19.051</c:v>
                </c:pt>
                <c:pt idx="104">
                  <c:v>19.291</c:v>
                </c:pt>
                <c:pt idx="105">
                  <c:v>19.484</c:v>
                </c:pt>
                <c:pt idx="106">
                  <c:v>19.632</c:v>
                </c:pt>
                <c:pt idx="107">
                  <c:v>19.734</c:v>
                </c:pt>
                <c:pt idx="108">
                  <c:v>19.791</c:v>
                </c:pt>
                <c:pt idx="109">
                  <c:v>19.806</c:v>
                </c:pt>
                <c:pt idx="110">
                  <c:v>19.778</c:v>
                </c:pt>
                <c:pt idx="111">
                  <c:v>19.709</c:v>
                </c:pt>
                <c:pt idx="112">
                  <c:v>19.601</c:v>
                </c:pt>
                <c:pt idx="113">
                  <c:v>19.454</c:v>
                </c:pt>
                <c:pt idx="114">
                  <c:v>19.27</c:v>
                </c:pt>
                <c:pt idx="115">
                  <c:v>19.05</c:v>
                </c:pt>
                <c:pt idx="116">
                  <c:v>18.795</c:v>
                </c:pt>
                <c:pt idx="117">
                  <c:v>18.508</c:v>
                </c:pt>
                <c:pt idx="118">
                  <c:v>18.188</c:v>
                </c:pt>
                <c:pt idx="119">
                  <c:v>17.839</c:v>
                </c:pt>
                <c:pt idx="120">
                  <c:v>17.461</c:v>
                </c:pt>
                <c:pt idx="121">
                  <c:v>17.057</c:v>
                </c:pt>
                <c:pt idx="122">
                  <c:v>16.627</c:v>
                </c:pt>
                <c:pt idx="123">
                  <c:v>16.173</c:v>
                </c:pt>
                <c:pt idx="124">
                  <c:v>15.698</c:v>
                </c:pt>
                <c:pt idx="125">
                  <c:v>15.203</c:v>
                </c:pt>
                <c:pt idx="126">
                  <c:v>14.689</c:v>
                </c:pt>
                <c:pt idx="127">
                  <c:v>14.159</c:v>
                </c:pt>
                <c:pt idx="128">
                  <c:v>13.614</c:v>
                </c:pt>
                <c:pt idx="129">
                  <c:v>13.055</c:v>
                </c:pt>
                <c:pt idx="130">
                  <c:v>12.486</c:v>
                </c:pt>
                <c:pt idx="131">
                  <c:v>11.907</c:v>
                </c:pt>
                <c:pt idx="132">
                  <c:v>11.32</c:v>
                </c:pt>
                <c:pt idx="133">
                  <c:v>10.728</c:v>
                </c:pt>
                <c:pt idx="134">
                  <c:v>10.131</c:v>
                </c:pt>
                <c:pt idx="135">
                  <c:v>9.531</c:v>
                </c:pt>
                <c:pt idx="136">
                  <c:v>8.931</c:v>
                </c:pt>
                <c:pt idx="137">
                  <c:v>8.331</c:v>
                </c:pt>
                <c:pt idx="138">
                  <c:v>7.733</c:v>
                </c:pt>
                <c:pt idx="139">
                  <c:v>7.139</c:v>
                </c:pt>
                <c:pt idx="140">
                  <c:v>6.55</c:v>
                </c:pt>
                <c:pt idx="141">
                  <c:v>5.968</c:v>
                </c:pt>
                <c:pt idx="142">
                  <c:v>5.394</c:v>
                </c:pt>
                <c:pt idx="143">
                  <c:v>4.829</c:v>
                </c:pt>
                <c:pt idx="144">
                  <c:v>4.275</c:v>
                </c:pt>
                <c:pt idx="145">
                  <c:v>3.732</c:v>
                </c:pt>
                <c:pt idx="146">
                  <c:v>3.201</c:v>
                </c:pt>
                <c:pt idx="147">
                  <c:v>2.685</c:v>
                </c:pt>
                <c:pt idx="148">
                  <c:v>2.183</c:v>
                </c:pt>
                <c:pt idx="149">
                  <c:v>1.696</c:v>
                </c:pt>
                <c:pt idx="150">
                  <c:v>1.226</c:v>
                </c:pt>
                <c:pt idx="151">
                  <c:v>0.773</c:v>
                </c:pt>
                <c:pt idx="152">
                  <c:v>0.338</c:v>
                </c:pt>
                <c:pt idx="153">
                  <c:v>-0.079</c:v>
                </c:pt>
                <c:pt idx="154">
                  <c:v>-0.477</c:v>
                </c:pt>
                <c:pt idx="155">
                  <c:v>-0.855</c:v>
                </c:pt>
                <c:pt idx="156">
                  <c:v>-1.214</c:v>
                </c:pt>
                <c:pt idx="157">
                  <c:v>-1.552</c:v>
                </c:pt>
                <c:pt idx="158">
                  <c:v>-1.871</c:v>
                </c:pt>
                <c:pt idx="159">
                  <c:v>-2.168</c:v>
                </c:pt>
                <c:pt idx="160">
                  <c:v>-2.445</c:v>
                </c:pt>
                <c:pt idx="161">
                  <c:v>-2.702</c:v>
                </c:pt>
                <c:pt idx="162">
                  <c:v>-2.938</c:v>
                </c:pt>
                <c:pt idx="163">
                  <c:v>-3.153</c:v>
                </c:pt>
                <c:pt idx="164">
                  <c:v>-3.348</c:v>
                </c:pt>
                <c:pt idx="165">
                  <c:v>-3.523</c:v>
                </c:pt>
                <c:pt idx="166">
                  <c:v>-3.678</c:v>
                </c:pt>
                <c:pt idx="167">
                  <c:v>-3.814</c:v>
                </c:pt>
                <c:pt idx="168">
                  <c:v>-3.931</c:v>
                </c:pt>
                <c:pt idx="169">
                  <c:v>-4.03</c:v>
                </c:pt>
                <c:pt idx="170">
                  <c:v>-4.111</c:v>
                </c:pt>
                <c:pt idx="171">
                  <c:v>-4.175</c:v>
                </c:pt>
                <c:pt idx="172">
                  <c:v>-4.222</c:v>
                </c:pt>
                <c:pt idx="173">
                  <c:v>-4.253</c:v>
                </c:pt>
                <c:pt idx="174">
                  <c:v>-4.268</c:v>
                </c:pt>
                <c:pt idx="175">
                  <c:v>-4.27</c:v>
                </c:pt>
                <c:pt idx="176">
                  <c:v>-4.257</c:v>
                </c:pt>
                <c:pt idx="177">
                  <c:v>-4.231</c:v>
                </c:pt>
                <c:pt idx="178">
                  <c:v>-4.193</c:v>
                </c:pt>
                <c:pt idx="179">
                  <c:v>-4.143</c:v>
                </c:pt>
                <c:pt idx="180">
                  <c:v>-4.082</c:v>
                </c:pt>
                <c:pt idx="181">
                  <c:v>-4.011</c:v>
                </c:pt>
                <c:pt idx="182">
                  <c:v>-3.93</c:v>
                </c:pt>
                <c:pt idx="183">
                  <c:v>-3.84</c:v>
                </c:pt>
                <c:pt idx="184">
                  <c:v>-3.742</c:v>
                </c:pt>
                <c:pt idx="185">
                  <c:v>-3.636</c:v>
                </c:pt>
                <c:pt idx="186">
                  <c:v>-3.523</c:v>
                </c:pt>
                <c:pt idx="187">
                  <c:v>-3.403</c:v>
                </c:pt>
                <c:pt idx="188">
                  <c:v>-3.278</c:v>
                </c:pt>
                <c:pt idx="189">
                  <c:v>-3.147</c:v>
                </c:pt>
                <c:pt idx="190">
                  <c:v>-3.011</c:v>
                </c:pt>
                <c:pt idx="191">
                  <c:v>-2.87</c:v>
                </c:pt>
                <c:pt idx="192">
                  <c:v>-2.726</c:v>
                </c:pt>
                <c:pt idx="193">
                  <c:v>-2.578</c:v>
                </c:pt>
                <c:pt idx="194">
                  <c:v>-2.426</c:v>
                </c:pt>
                <c:pt idx="195">
                  <c:v>-2.272</c:v>
                </c:pt>
                <c:pt idx="196">
                  <c:v>-2.116</c:v>
                </c:pt>
                <c:pt idx="197">
                  <c:v>-1.958</c:v>
                </c:pt>
                <c:pt idx="198">
                  <c:v>-1.799</c:v>
                </c:pt>
                <c:pt idx="199">
                  <c:v>-1.638</c:v>
                </c:pt>
                <c:pt idx="200">
                  <c:v>-1.476</c:v>
                </c:pt>
                <c:pt idx="201">
                  <c:v>-1.315</c:v>
                </c:pt>
                <c:pt idx="202">
                  <c:v>-1.153</c:v>
                </c:pt>
                <c:pt idx="203">
                  <c:v>-0.991</c:v>
                </c:pt>
                <c:pt idx="204">
                  <c:v>-0.83</c:v>
                </c:pt>
                <c:pt idx="205">
                  <c:v>-0.67</c:v>
                </c:pt>
                <c:pt idx="206">
                  <c:v>-0.51</c:v>
                </c:pt>
                <c:pt idx="207">
                  <c:v>-0.353</c:v>
                </c:pt>
                <c:pt idx="208">
                  <c:v>-0.197</c:v>
                </c:pt>
                <c:pt idx="209">
                  <c:v>-0.043</c:v>
                </c:pt>
                <c:pt idx="210">
                  <c:v>0.109</c:v>
                </c:pt>
                <c:pt idx="211">
                  <c:v>0.258</c:v>
                </c:pt>
                <c:pt idx="212">
                  <c:v>0.405</c:v>
                </c:pt>
                <c:pt idx="213">
                  <c:v>0.549</c:v>
                </c:pt>
                <c:pt idx="214">
                  <c:v>0.69</c:v>
                </c:pt>
                <c:pt idx="215">
                  <c:v>0.829</c:v>
                </c:pt>
                <c:pt idx="216">
                  <c:v>0.963</c:v>
                </c:pt>
                <c:pt idx="217">
                  <c:v>1.095</c:v>
                </c:pt>
                <c:pt idx="218">
                  <c:v>1.223</c:v>
                </c:pt>
                <c:pt idx="219">
                  <c:v>1.348</c:v>
                </c:pt>
                <c:pt idx="220">
                  <c:v>1.468</c:v>
                </c:pt>
                <c:pt idx="221">
                  <c:v>1.585</c:v>
                </c:pt>
                <c:pt idx="222">
                  <c:v>1.699</c:v>
                </c:pt>
                <c:pt idx="223">
                  <c:v>1.808</c:v>
                </c:pt>
                <c:pt idx="224">
                  <c:v>1.913</c:v>
                </c:pt>
                <c:pt idx="225">
                  <c:v>2.013</c:v>
                </c:pt>
                <c:pt idx="226">
                  <c:v>2.11</c:v>
                </c:pt>
                <c:pt idx="227">
                  <c:v>2.201</c:v>
                </c:pt>
                <c:pt idx="228">
                  <c:v>2.288</c:v>
                </c:pt>
                <c:pt idx="229">
                  <c:v>2.371</c:v>
                </c:pt>
                <c:pt idx="230">
                  <c:v>2.448</c:v>
                </c:pt>
                <c:pt idx="231">
                  <c:v>2.52</c:v>
                </c:pt>
                <c:pt idx="232">
                  <c:v>2.587</c:v>
                </c:pt>
                <c:pt idx="233">
                  <c:v>2.648</c:v>
                </c:pt>
                <c:pt idx="234">
                  <c:v>2.704</c:v>
                </c:pt>
                <c:pt idx="235">
                  <c:v>2.754</c:v>
                </c:pt>
                <c:pt idx="236">
                  <c:v>2.798</c:v>
                </c:pt>
                <c:pt idx="237">
                  <c:v>2.836</c:v>
                </c:pt>
                <c:pt idx="238">
                  <c:v>2.867</c:v>
                </c:pt>
                <c:pt idx="239">
                  <c:v>2.893</c:v>
                </c:pt>
                <c:pt idx="240">
                  <c:v>2.912</c:v>
                </c:pt>
                <c:pt idx="241">
                  <c:v>2.924</c:v>
                </c:pt>
                <c:pt idx="242">
                  <c:v>2.929</c:v>
                </c:pt>
                <c:pt idx="243">
                  <c:v>2.928</c:v>
                </c:pt>
                <c:pt idx="244">
                  <c:v>2.92</c:v>
                </c:pt>
                <c:pt idx="245">
                  <c:v>2.905</c:v>
                </c:pt>
                <c:pt idx="246">
                  <c:v>2.884</c:v>
                </c:pt>
                <c:pt idx="247">
                  <c:v>2.855</c:v>
                </c:pt>
                <c:pt idx="248">
                  <c:v>2.819</c:v>
                </c:pt>
                <c:pt idx="249">
                  <c:v>2.777</c:v>
                </c:pt>
                <c:pt idx="250">
                  <c:v>2.728</c:v>
                </c:pt>
                <c:pt idx="251">
                  <c:v>2.672</c:v>
                </c:pt>
                <c:pt idx="252">
                  <c:v>2.609</c:v>
                </c:pt>
                <c:pt idx="253">
                  <c:v>2.54</c:v>
                </c:pt>
                <c:pt idx="254">
                  <c:v>2.464</c:v>
                </c:pt>
                <c:pt idx="255">
                  <c:v>2.381</c:v>
                </c:pt>
                <c:pt idx="256">
                  <c:v>2.292</c:v>
                </c:pt>
                <c:pt idx="257">
                  <c:v>2.197</c:v>
                </c:pt>
                <c:pt idx="258">
                  <c:v>2.095</c:v>
                </c:pt>
                <c:pt idx="259">
                  <c:v>1.988</c:v>
                </c:pt>
                <c:pt idx="260">
                  <c:v>1.874</c:v>
                </c:pt>
                <c:pt idx="261">
                  <c:v>1.755</c:v>
                </c:pt>
                <c:pt idx="262">
                  <c:v>1.63</c:v>
                </c:pt>
                <c:pt idx="263">
                  <c:v>1.5</c:v>
                </c:pt>
                <c:pt idx="264">
                  <c:v>1.364</c:v>
                </c:pt>
                <c:pt idx="265">
                  <c:v>1.224</c:v>
                </c:pt>
                <c:pt idx="266">
                  <c:v>1.079</c:v>
                </c:pt>
                <c:pt idx="267">
                  <c:v>0.931</c:v>
                </c:pt>
                <c:pt idx="268">
                  <c:v>0.778</c:v>
                </c:pt>
                <c:pt idx="269">
                  <c:v>0.623</c:v>
                </c:pt>
                <c:pt idx="270">
                  <c:v>0.464</c:v>
                </c:pt>
                <c:pt idx="271">
                  <c:v>0.304</c:v>
                </c:pt>
                <c:pt idx="272">
                  <c:v>0.141</c:v>
                </c:pt>
                <c:pt idx="273">
                  <c:v>-0.022</c:v>
                </c:pt>
                <c:pt idx="274">
                  <c:v>-0.186</c:v>
                </c:pt>
                <c:pt idx="275">
                  <c:v>-0.35</c:v>
                </c:pt>
                <c:pt idx="276">
                  <c:v>-0.513</c:v>
                </c:pt>
                <c:pt idx="277">
                  <c:v>-0.675</c:v>
                </c:pt>
                <c:pt idx="278">
                  <c:v>-0.834</c:v>
                </c:pt>
                <c:pt idx="279">
                  <c:v>-0.991</c:v>
                </c:pt>
                <c:pt idx="280">
                  <c:v>-1.145</c:v>
                </c:pt>
                <c:pt idx="281">
                  <c:v>-1.295</c:v>
                </c:pt>
                <c:pt idx="282">
                  <c:v>-1.44</c:v>
                </c:pt>
                <c:pt idx="283">
                  <c:v>-1.581</c:v>
                </c:pt>
                <c:pt idx="284">
                  <c:v>-1.717</c:v>
                </c:pt>
                <c:pt idx="285">
                  <c:v>-1.847</c:v>
                </c:pt>
                <c:pt idx="286">
                  <c:v>-1.972</c:v>
                </c:pt>
                <c:pt idx="287">
                  <c:v>-2.09</c:v>
                </c:pt>
                <c:pt idx="288">
                  <c:v>-2.202</c:v>
                </c:pt>
                <c:pt idx="289">
                  <c:v>-2.308</c:v>
                </c:pt>
                <c:pt idx="290">
                  <c:v>-2.407</c:v>
                </c:pt>
                <c:pt idx="291">
                  <c:v>-2.5</c:v>
                </c:pt>
                <c:pt idx="292">
                  <c:v>-2.586</c:v>
                </c:pt>
                <c:pt idx="293">
                  <c:v>-2.665</c:v>
                </c:pt>
                <c:pt idx="294">
                  <c:v>-2.737</c:v>
                </c:pt>
                <c:pt idx="295">
                  <c:v>-2.802</c:v>
                </c:pt>
                <c:pt idx="296">
                  <c:v>-2.861</c:v>
                </c:pt>
                <c:pt idx="297">
                  <c:v>-2.913</c:v>
                </c:pt>
                <c:pt idx="298">
                  <c:v>-2.958</c:v>
                </c:pt>
                <c:pt idx="299">
                  <c:v>-2.997</c:v>
                </c:pt>
                <c:pt idx="300">
                  <c:v>-3.029</c:v>
                </c:pt>
                <c:pt idx="301">
                  <c:v>-3.054</c:v>
                </c:pt>
                <c:pt idx="302">
                  <c:v>-3.072</c:v>
                </c:pt>
                <c:pt idx="303">
                  <c:v>-3.084</c:v>
                </c:pt>
                <c:pt idx="304">
                  <c:v>-3.089</c:v>
                </c:pt>
                <c:pt idx="305">
                  <c:v>-3.087</c:v>
                </c:pt>
                <c:pt idx="306">
                  <c:v>-3.079</c:v>
                </c:pt>
                <c:pt idx="307">
                  <c:v>-3.065</c:v>
                </c:pt>
                <c:pt idx="308">
                  <c:v>-3.044</c:v>
                </c:pt>
                <c:pt idx="309">
                  <c:v>-3.017</c:v>
                </c:pt>
                <c:pt idx="310">
                  <c:v>-2.983</c:v>
                </c:pt>
                <c:pt idx="311">
                  <c:v>-2.944</c:v>
                </c:pt>
                <c:pt idx="312">
                  <c:v>-2.898</c:v>
                </c:pt>
                <c:pt idx="313">
                  <c:v>-2.847</c:v>
                </c:pt>
                <c:pt idx="314">
                  <c:v>-2.789</c:v>
                </c:pt>
                <c:pt idx="315">
                  <c:v>-2.727</c:v>
                </c:pt>
                <c:pt idx="316">
                  <c:v>-2.658</c:v>
                </c:pt>
                <c:pt idx="317">
                  <c:v>-2.585</c:v>
                </c:pt>
                <c:pt idx="318">
                  <c:v>-2.506</c:v>
                </c:pt>
                <c:pt idx="319">
                  <c:v>-2.423</c:v>
                </c:pt>
                <c:pt idx="320">
                  <c:v>-2.335</c:v>
                </c:pt>
                <c:pt idx="321">
                  <c:v>-2.243</c:v>
                </c:pt>
                <c:pt idx="322">
                  <c:v>-2.147</c:v>
                </c:pt>
                <c:pt idx="323">
                  <c:v>-2.046</c:v>
                </c:pt>
                <c:pt idx="324">
                  <c:v>-1.942</c:v>
                </c:pt>
                <c:pt idx="325">
                  <c:v>-1.835</c:v>
                </c:pt>
                <c:pt idx="326">
                  <c:v>-1.724</c:v>
                </c:pt>
                <c:pt idx="327">
                  <c:v>-1.61</c:v>
                </c:pt>
                <c:pt idx="328">
                  <c:v>-1.494</c:v>
                </c:pt>
                <c:pt idx="329">
                  <c:v>-1.375</c:v>
                </c:pt>
                <c:pt idx="330">
                  <c:v>-1.254</c:v>
                </c:pt>
                <c:pt idx="331">
                  <c:v>-1.132</c:v>
                </c:pt>
                <c:pt idx="332">
                  <c:v>-1.007</c:v>
                </c:pt>
                <c:pt idx="333">
                  <c:v>-0.882</c:v>
                </c:pt>
                <c:pt idx="334">
                  <c:v>-0.755</c:v>
                </c:pt>
                <c:pt idx="335">
                  <c:v>-0.628</c:v>
                </c:pt>
                <c:pt idx="336">
                  <c:v>-0.5</c:v>
                </c:pt>
                <c:pt idx="337">
                  <c:v>-0.372</c:v>
                </c:pt>
                <c:pt idx="338">
                  <c:v>-0.245</c:v>
                </c:pt>
                <c:pt idx="339">
                  <c:v>-0.118</c:v>
                </c:pt>
                <c:pt idx="340">
                  <c:v>0.008</c:v>
                </c:pt>
                <c:pt idx="341">
                  <c:v>0.133</c:v>
                </c:pt>
                <c:pt idx="342">
                  <c:v>0.256</c:v>
                </c:pt>
                <c:pt idx="343">
                  <c:v>0.376</c:v>
                </c:pt>
                <c:pt idx="344">
                  <c:v>0.495</c:v>
                </c:pt>
                <c:pt idx="345">
                  <c:v>0.61</c:v>
                </c:pt>
                <c:pt idx="346">
                  <c:v>0.722</c:v>
                </c:pt>
                <c:pt idx="347">
                  <c:v>0.831</c:v>
                </c:pt>
                <c:pt idx="348">
                  <c:v>0.936</c:v>
                </c:pt>
                <c:pt idx="349">
                  <c:v>1.036</c:v>
                </c:pt>
                <c:pt idx="350">
                  <c:v>1.132</c:v>
                </c:pt>
                <c:pt idx="351">
                  <c:v>1.223</c:v>
                </c:pt>
                <c:pt idx="352">
                  <c:v>1.309</c:v>
                </c:pt>
                <c:pt idx="353">
                  <c:v>1.389</c:v>
                </c:pt>
                <c:pt idx="354">
                  <c:v>1.463</c:v>
                </c:pt>
                <c:pt idx="355">
                  <c:v>1.531</c:v>
                </c:pt>
                <c:pt idx="356">
                  <c:v>1.593</c:v>
                </c:pt>
                <c:pt idx="357">
                  <c:v>1.648</c:v>
                </c:pt>
                <c:pt idx="358">
                  <c:v>1.696</c:v>
                </c:pt>
                <c:pt idx="359">
                  <c:v>1.737</c:v>
                </c:pt>
                <c:pt idx="360">
                  <c:v>1.772</c:v>
                </c:pt>
                <c:pt idx="361">
                  <c:v>1.799</c:v>
                </c:pt>
                <c:pt idx="362">
                  <c:v>1.819</c:v>
                </c:pt>
                <c:pt idx="363">
                  <c:v>1.832</c:v>
                </c:pt>
                <c:pt idx="364">
                  <c:v>1.837</c:v>
                </c:pt>
                <c:pt idx="365">
                  <c:v>1.835</c:v>
                </c:pt>
                <c:pt idx="366">
                  <c:v>1.826</c:v>
                </c:pt>
                <c:pt idx="367">
                  <c:v>1.81</c:v>
                </c:pt>
                <c:pt idx="368">
                  <c:v>1.787</c:v>
                </c:pt>
                <c:pt idx="369">
                  <c:v>1.757</c:v>
                </c:pt>
                <c:pt idx="370">
                  <c:v>1.72</c:v>
                </c:pt>
                <c:pt idx="371">
                  <c:v>1.676</c:v>
                </c:pt>
                <c:pt idx="372">
                  <c:v>1.626</c:v>
                </c:pt>
                <c:pt idx="373">
                  <c:v>1.569</c:v>
                </c:pt>
                <c:pt idx="374">
                  <c:v>1.506</c:v>
                </c:pt>
                <c:pt idx="375">
                  <c:v>1.437</c:v>
                </c:pt>
                <c:pt idx="376">
                  <c:v>1.363</c:v>
                </c:pt>
                <c:pt idx="377">
                  <c:v>1.282</c:v>
                </c:pt>
                <c:pt idx="378">
                  <c:v>1.197</c:v>
                </c:pt>
                <c:pt idx="379">
                  <c:v>1.107</c:v>
                </c:pt>
                <c:pt idx="380">
                  <c:v>1.012</c:v>
                </c:pt>
                <c:pt idx="381">
                  <c:v>0.914</c:v>
                </c:pt>
                <c:pt idx="382">
                  <c:v>0.811</c:v>
                </c:pt>
                <c:pt idx="383">
                  <c:v>0.705</c:v>
                </c:pt>
                <c:pt idx="384">
                  <c:v>0.597</c:v>
                </c:pt>
                <c:pt idx="385">
                  <c:v>0.486</c:v>
                </c:pt>
                <c:pt idx="386">
                  <c:v>0.373</c:v>
                </c:pt>
                <c:pt idx="387">
                  <c:v>0.259</c:v>
                </c:pt>
                <c:pt idx="388">
                  <c:v>0.144</c:v>
                </c:pt>
                <c:pt idx="389">
                  <c:v>0.03</c:v>
                </c:pt>
                <c:pt idx="390">
                  <c:v>-0.084</c:v>
                </c:pt>
                <c:pt idx="391">
                  <c:v>-0.197</c:v>
                </c:pt>
                <c:pt idx="392">
                  <c:v>-0.308</c:v>
                </c:pt>
                <c:pt idx="393">
                  <c:v>-0.416</c:v>
                </c:pt>
                <c:pt idx="394">
                  <c:v>-0.522</c:v>
                </c:pt>
                <c:pt idx="395">
                  <c:v>-0.623</c:v>
                </c:pt>
                <c:pt idx="396">
                  <c:v>-0.72</c:v>
                </c:pt>
                <c:pt idx="397">
                  <c:v>-0.812</c:v>
                </c:pt>
                <c:pt idx="398">
                  <c:v>-0.899</c:v>
                </c:pt>
                <c:pt idx="399">
                  <c:v>-0.979</c:v>
                </c:pt>
                <c:pt idx="400">
                  <c:v>-1.053</c:v>
                </c:pt>
                <c:pt idx="401">
                  <c:v>-1.12</c:v>
                </c:pt>
                <c:pt idx="402">
                  <c:v>-1.18</c:v>
                </c:pt>
                <c:pt idx="403">
                  <c:v>-1.231</c:v>
                </c:pt>
                <c:pt idx="404">
                  <c:v>-1.275</c:v>
                </c:pt>
                <c:pt idx="405">
                  <c:v>-1.311</c:v>
                </c:pt>
                <c:pt idx="406">
                  <c:v>-1.338</c:v>
                </c:pt>
                <c:pt idx="407">
                  <c:v>-1.356</c:v>
                </c:pt>
                <c:pt idx="408">
                  <c:v>-1.366</c:v>
                </c:pt>
                <c:pt idx="409">
                  <c:v>-1.367</c:v>
                </c:pt>
                <c:pt idx="410">
                  <c:v>-1.36</c:v>
                </c:pt>
                <c:pt idx="411">
                  <c:v>-1.343</c:v>
                </c:pt>
                <c:pt idx="412">
                  <c:v>-1.319</c:v>
                </c:pt>
                <c:pt idx="413">
                  <c:v>-1.286</c:v>
                </c:pt>
                <c:pt idx="414">
                  <c:v>-1.245</c:v>
                </c:pt>
                <c:pt idx="415">
                  <c:v>-1.198</c:v>
                </c:pt>
                <c:pt idx="416">
                  <c:v>-1.143</c:v>
                </c:pt>
                <c:pt idx="417">
                  <c:v>-1.081</c:v>
                </c:pt>
                <c:pt idx="418">
                  <c:v>-1.014</c:v>
                </c:pt>
                <c:pt idx="419">
                  <c:v>-0.942</c:v>
                </c:pt>
                <c:pt idx="420">
                  <c:v>-0.865</c:v>
                </c:pt>
                <c:pt idx="421">
                  <c:v>-0.784</c:v>
                </c:pt>
                <c:pt idx="422">
                  <c:v>-0.7</c:v>
                </c:pt>
                <c:pt idx="423">
                  <c:v>-0.613</c:v>
                </c:pt>
                <c:pt idx="424">
                  <c:v>-0.525</c:v>
                </c:pt>
                <c:pt idx="425">
                  <c:v>-0.436</c:v>
                </c:pt>
                <c:pt idx="426">
                  <c:v>-0.347</c:v>
                </c:pt>
                <c:pt idx="427">
                  <c:v>-0.259</c:v>
                </c:pt>
                <c:pt idx="428">
                  <c:v>-0.172</c:v>
                </c:pt>
                <c:pt idx="429">
                  <c:v>-0.087</c:v>
                </c:pt>
                <c:pt idx="430">
                  <c:v>-0.004</c:v>
                </c:pt>
                <c:pt idx="431">
                  <c:v>0.076</c:v>
                </c:pt>
                <c:pt idx="432">
                  <c:v>0.152</c:v>
                </c:pt>
                <c:pt idx="433">
                  <c:v>0.224</c:v>
                </c:pt>
                <c:pt idx="434">
                  <c:v>0.292</c:v>
                </c:pt>
                <c:pt idx="435">
                  <c:v>0.356</c:v>
                </c:pt>
                <c:pt idx="436">
                  <c:v>0.415</c:v>
                </c:pt>
                <c:pt idx="437">
                  <c:v>0.468</c:v>
                </c:pt>
                <c:pt idx="438">
                  <c:v>0.517</c:v>
                </c:pt>
                <c:pt idx="439">
                  <c:v>0.561</c:v>
                </c:pt>
                <c:pt idx="440">
                  <c:v>0.599</c:v>
                </c:pt>
                <c:pt idx="441">
                  <c:v>0.633</c:v>
                </c:pt>
                <c:pt idx="442">
                  <c:v>0.661</c:v>
                </c:pt>
                <c:pt idx="443">
                  <c:v>0.684</c:v>
                </c:pt>
                <c:pt idx="444">
                  <c:v>0.703</c:v>
                </c:pt>
                <c:pt idx="445">
                  <c:v>0.716</c:v>
                </c:pt>
                <c:pt idx="446">
                  <c:v>0.726</c:v>
                </c:pt>
                <c:pt idx="447">
                  <c:v>0.73</c:v>
                </c:pt>
                <c:pt idx="448">
                  <c:v>0.731</c:v>
                </c:pt>
                <c:pt idx="449">
                  <c:v>0.727</c:v>
                </c:pt>
                <c:pt idx="450">
                  <c:v>0.72</c:v>
                </c:pt>
                <c:pt idx="451">
                  <c:v>0.708</c:v>
                </c:pt>
                <c:pt idx="452">
                  <c:v>0.694</c:v>
                </c:pt>
                <c:pt idx="453">
                  <c:v>0.675</c:v>
                </c:pt>
                <c:pt idx="454">
                  <c:v>0.654</c:v>
                </c:pt>
                <c:pt idx="455">
                  <c:v>0.629</c:v>
                </c:pt>
                <c:pt idx="456">
                  <c:v>0.602</c:v>
                </c:pt>
                <c:pt idx="457">
                  <c:v>0.571</c:v>
                </c:pt>
                <c:pt idx="458">
                  <c:v>0.538</c:v>
                </c:pt>
                <c:pt idx="459">
                  <c:v>0.503</c:v>
                </c:pt>
                <c:pt idx="460">
                  <c:v>0.465</c:v>
                </c:pt>
                <c:pt idx="461">
                  <c:v>0.425</c:v>
                </c:pt>
                <c:pt idx="462">
                  <c:v>0.383</c:v>
                </c:pt>
                <c:pt idx="463">
                  <c:v>0.339</c:v>
                </c:pt>
                <c:pt idx="464">
                  <c:v>0.292</c:v>
                </c:pt>
                <c:pt idx="465">
                  <c:v>0.244</c:v>
                </c:pt>
                <c:pt idx="466">
                  <c:v>0.194</c:v>
                </c:pt>
                <c:pt idx="467">
                  <c:v>0.143</c:v>
                </c:pt>
                <c:pt idx="468">
                  <c:v>0.089</c:v>
                </c:pt>
                <c:pt idx="469">
                  <c:v>0.034</c:v>
                </c:pt>
                <c:pt idx="470">
                  <c:v>-0.023</c:v>
                </c:pt>
                <c:pt idx="471">
                  <c:v>-0.082</c:v>
                </c:pt>
                <c:pt idx="472">
                  <c:v>-0.142</c:v>
                </c:pt>
                <c:pt idx="473">
                  <c:v>-0.204</c:v>
                </c:pt>
                <c:pt idx="474">
                  <c:v>-0.267</c:v>
                </c:pt>
                <c:pt idx="475">
                  <c:v>-0.333</c:v>
                </c:pt>
                <c:pt idx="476">
                  <c:v>-0.4</c:v>
                </c:pt>
                <c:pt idx="477">
                  <c:v>-0.468</c:v>
                </c:pt>
                <c:pt idx="478">
                  <c:v>-0.539</c:v>
                </c:pt>
                <c:pt idx="479">
                  <c:v>-0.611</c:v>
                </c:pt>
                <c:pt idx="480">
                  <c:v>-0.684</c:v>
                </c:pt>
                <c:pt idx="481">
                  <c:v>-0.76</c:v>
                </c:pt>
                <c:pt idx="482">
                  <c:v>-0.836</c:v>
                </c:pt>
                <c:pt idx="483">
                  <c:v>-0.914</c:v>
                </c:pt>
                <c:pt idx="484">
                  <c:v>-0.993</c:v>
                </c:pt>
                <c:pt idx="485">
                  <c:v>-1.074</c:v>
                </c:pt>
                <c:pt idx="486">
                  <c:v>-1.154</c:v>
                </c:pt>
                <c:pt idx="487">
                  <c:v>-1.235</c:v>
                </c:pt>
                <c:pt idx="488">
                  <c:v>-1.317</c:v>
                </c:pt>
                <c:pt idx="489">
                  <c:v>-1.397</c:v>
                </c:pt>
                <c:pt idx="490">
                  <c:v>-1.477</c:v>
                </c:pt>
                <c:pt idx="491">
                  <c:v>-1.555</c:v>
                </c:pt>
                <c:pt idx="492">
                  <c:v>-1.631</c:v>
                </c:pt>
                <c:pt idx="493">
                  <c:v>-1.704</c:v>
                </c:pt>
                <c:pt idx="494">
                  <c:v>-1.773</c:v>
                </c:pt>
                <c:pt idx="495">
                  <c:v>-1.838</c:v>
                </c:pt>
                <c:pt idx="496">
                  <c:v>-1.897</c:v>
                </c:pt>
                <c:pt idx="497">
                  <c:v>-1.95</c:v>
                </c:pt>
                <c:pt idx="498">
                  <c:v>-1.997</c:v>
                </c:pt>
                <c:pt idx="499">
                  <c:v>-2.035</c:v>
                </c:pt>
                <c:pt idx="500">
                  <c:v>-2.065</c:v>
                </c:pt>
                <c:pt idx="501">
                  <c:v>-2.085</c:v>
                </c:pt>
                <c:pt idx="502">
                  <c:v>-2.095</c:v>
                </c:pt>
                <c:pt idx="503">
                  <c:v>-2.094</c:v>
                </c:pt>
                <c:pt idx="504">
                  <c:v>-2.082</c:v>
                </c:pt>
                <c:pt idx="505">
                  <c:v>-2.057</c:v>
                </c:pt>
                <c:pt idx="506">
                  <c:v>-2.021</c:v>
                </c:pt>
                <c:pt idx="507">
                  <c:v>-1.971</c:v>
                </c:pt>
                <c:pt idx="508">
                  <c:v>-1.909</c:v>
                </c:pt>
                <c:pt idx="509">
                  <c:v>-1.835</c:v>
                </c:pt>
                <c:pt idx="510">
                  <c:v>-1.748</c:v>
                </c:pt>
                <c:pt idx="511">
                  <c:v>-1.649</c:v>
                </c:pt>
                <c:pt idx="512">
                  <c:v>-1.539</c:v>
                </c:pt>
                <c:pt idx="513">
                  <c:v>-1.418</c:v>
                </c:pt>
                <c:pt idx="514">
                  <c:v>-1.288</c:v>
                </c:pt>
                <c:pt idx="515">
                  <c:v>-1.148</c:v>
                </c:pt>
                <c:pt idx="516">
                  <c:v>-1</c:v>
                </c:pt>
                <c:pt idx="517">
                  <c:v>-0.846</c:v>
                </c:pt>
                <c:pt idx="518">
                  <c:v>-0.686</c:v>
                </c:pt>
                <c:pt idx="519">
                  <c:v>-0.522</c:v>
                </c:pt>
                <c:pt idx="520">
                  <c:v>-0.355</c:v>
                </c:pt>
                <c:pt idx="521">
                  <c:v>-0.187</c:v>
                </c:pt>
                <c:pt idx="522">
                  <c:v>-0.019</c:v>
                </c:pt>
                <c:pt idx="523">
                  <c:v>0.147</c:v>
                </c:pt>
                <c:pt idx="524">
                  <c:v>0.31</c:v>
                </c:pt>
                <c:pt idx="525">
                  <c:v>0.468</c:v>
                </c:pt>
                <c:pt idx="526">
                  <c:v>0.621</c:v>
                </c:pt>
                <c:pt idx="527">
                  <c:v>0.766</c:v>
                </c:pt>
                <c:pt idx="528">
                  <c:v>0.903</c:v>
                </c:pt>
                <c:pt idx="529">
                  <c:v>1.031</c:v>
                </c:pt>
                <c:pt idx="530">
                  <c:v>1.148</c:v>
                </c:pt>
                <c:pt idx="531">
                  <c:v>1.254</c:v>
                </c:pt>
                <c:pt idx="532">
                  <c:v>1.349</c:v>
                </c:pt>
                <c:pt idx="533">
                  <c:v>1.43</c:v>
                </c:pt>
                <c:pt idx="534">
                  <c:v>1.499</c:v>
                </c:pt>
                <c:pt idx="535">
                  <c:v>1.554</c:v>
                </c:pt>
                <c:pt idx="536">
                  <c:v>1.596</c:v>
                </c:pt>
                <c:pt idx="537">
                  <c:v>1.625</c:v>
                </c:pt>
                <c:pt idx="538">
                  <c:v>1.64</c:v>
                </c:pt>
                <c:pt idx="539">
                  <c:v>1.642</c:v>
                </c:pt>
                <c:pt idx="540">
                  <c:v>1.631</c:v>
                </c:pt>
                <c:pt idx="541">
                  <c:v>1.607</c:v>
                </c:pt>
                <c:pt idx="542">
                  <c:v>1.572</c:v>
                </c:pt>
                <c:pt idx="543">
                  <c:v>1.526</c:v>
                </c:pt>
                <c:pt idx="544">
                  <c:v>1.469</c:v>
                </c:pt>
                <c:pt idx="545">
                  <c:v>1.403</c:v>
                </c:pt>
                <c:pt idx="546">
                  <c:v>1.327</c:v>
                </c:pt>
                <c:pt idx="547">
                  <c:v>1.243</c:v>
                </c:pt>
                <c:pt idx="548">
                  <c:v>1.153</c:v>
                </c:pt>
                <c:pt idx="549">
                  <c:v>1.055</c:v>
                </c:pt>
                <c:pt idx="550">
                  <c:v>0.953</c:v>
                </c:pt>
                <c:pt idx="551">
                  <c:v>0.845</c:v>
                </c:pt>
                <c:pt idx="552">
                  <c:v>0.734</c:v>
                </c:pt>
                <c:pt idx="553">
                  <c:v>0.621</c:v>
                </c:pt>
                <c:pt idx="554">
                  <c:v>0.505</c:v>
                </c:pt>
                <c:pt idx="555">
                  <c:v>0.389</c:v>
                </c:pt>
                <c:pt idx="556">
                  <c:v>0.272</c:v>
                </c:pt>
                <c:pt idx="557">
                  <c:v>0.156</c:v>
                </c:pt>
                <c:pt idx="558">
                  <c:v>0.041</c:v>
                </c:pt>
                <c:pt idx="559">
                  <c:v>-0.072</c:v>
                </c:pt>
                <c:pt idx="560">
                  <c:v>-0.182</c:v>
                </c:pt>
                <c:pt idx="561">
                  <c:v>-0.289</c:v>
                </c:pt>
                <c:pt idx="562">
                  <c:v>-0.393</c:v>
                </c:pt>
                <c:pt idx="563">
                  <c:v>-0.491</c:v>
                </c:pt>
                <c:pt idx="564">
                  <c:v>-0.586</c:v>
                </c:pt>
                <c:pt idx="565">
                  <c:v>-0.675</c:v>
                </c:pt>
                <c:pt idx="566">
                  <c:v>-0.758</c:v>
                </c:pt>
                <c:pt idx="567">
                  <c:v>-0.835</c:v>
                </c:pt>
                <c:pt idx="568">
                  <c:v>-0.907</c:v>
                </c:pt>
                <c:pt idx="569">
                  <c:v>-0.972</c:v>
                </c:pt>
                <c:pt idx="570">
                  <c:v>-1.03</c:v>
                </c:pt>
                <c:pt idx="571">
                  <c:v>-1.082</c:v>
                </c:pt>
                <c:pt idx="572">
                  <c:v>-1.127</c:v>
                </c:pt>
                <c:pt idx="573">
                  <c:v>-1.164</c:v>
                </c:pt>
                <c:pt idx="574">
                  <c:v>-1.195</c:v>
                </c:pt>
                <c:pt idx="575">
                  <c:v>-1.218</c:v>
                </c:pt>
                <c:pt idx="576">
                  <c:v>-1.233</c:v>
                </c:pt>
                <c:pt idx="577">
                  <c:v>-1.241</c:v>
                </c:pt>
                <c:pt idx="578">
                  <c:v>-1.241</c:v>
                </c:pt>
                <c:pt idx="579">
                  <c:v>-1.234</c:v>
                </c:pt>
                <c:pt idx="580">
                  <c:v>-1.218</c:v>
                </c:pt>
                <c:pt idx="581">
                  <c:v>-1.195</c:v>
                </c:pt>
                <c:pt idx="582">
                  <c:v>-1.164</c:v>
                </c:pt>
                <c:pt idx="583">
                  <c:v>-1.125</c:v>
                </c:pt>
                <c:pt idx="584">
                  <c:v>-1.079</c:v>
                </c:pt>
                <c:pt idx="585">
                  <c:v>-1.025</c:v>
                </c:pt>
                <c:pt idx="586">
                  <c:v>-0.963</c:v>
                </c:pt>
                <c:pt idx="587">
                  <c:v>-0.895</c:v>
                </c:pt>
                <c:pt idx="588">
                  <c:v>-0.82</c:v>
                </c:pt>
                <c:pt idx="589">
                  <c:v>-0.739</c:v>
                </c:pt>
                <c:pt idx="590">
                  <c:v>-0.652</c:v>
                </c:pt>
                <c:pt idx="591">
                  <c:v>-0.56</c:v>
                </c:pt>
                <c:pt idx="592">
                  <c:v>-0.463</c:v>
                </c:pt>
                <c:pt idx="593">
                  <c:v>-0.363</c:v>
                </c:pt>
                <c:pt idx="594">
                  <c:v>-0.259</c:v>
                </c:pt>
                <c:pt idx="595">
                  <c:v>-0.153</c:v>
                </c:pt>
                <c:pt idx="596">
                  <c:v>-0.045</c:v>
                </c:pt>
                <c:pt idx="597">
                  <c:v>0.063</c:v>
                </c:pt>
                <c:pt idx="598">
                  <c:v>0.173</c:v>
                </c:pt>
                <c:pt idx="599">
                  <c:v>0.282</c:v>
                </c:pt>
                <c:pt idx="600">
                  <c:v>0.39</c:v>
                </c:pt>
                <c:pt idx="601">
                  <c:v>0.497</c:v>
                </c:pt>
                <c:pt idx="602">
                  <c:v>0.601</c:v>
                </c:pt>
                <c:pt idx="603">
                  <c:v>0.703</c:v>
                </c:pt>
                <c:pt idx="604">
                  <c:v>0.802</c:v>
                </c:pt>
                <c:pt idx="605">
                  <c:v>0.898</c:v>
                </c:pt>
                <c:pt idx="606">
                  <c:v>0.989</c:v>
                </c:pt>
                <c:pt idx="607">
                  <c:v>1.076</c:v>
                </c:pt>
                <c:pt idx="608">
                  <c:v>1.159</c:v>
                </c:pt>
                <c:pt idx="609">
                  <c:v>1.237</c:v>
                </c:pt>
                <c:pt idx="610">
                  <c:v>1.309</c:v>
                </c:pt>
                <c:pt idx="611">
                  <c:v>1.376</c:v>
                </c:pt>
                <c:pt idx="612">
                  <c:v>1.437</c:v>
                </c:pt>
                <c:pt idx="613">
                  <c:v>1.492</c:v>
                </c:pt>
                <c:pt idx="614">
                  <c:v>1.541</c:v>
                </c:pt>
                <c:pt idx="615">
                  <c:v>1.584</c:v>
                </c:pt>
                <c:pt idx="616">
                  <c:v>1.621</c:v>
                </c:pt>
                <c:pt idx="617">
                  <c:v>1.651</c:v>
                </c:pt>
                <c:pt idx="618">
                  <c:v>1.674</c:v>
                </c:pt>
                <c:pt idx="619">
                  <c:v>1.691</c:v>
                </c:pt>
                <c:pt idx="620">
                  <c:v>1.701</c:v>
                </c:pt>
                <c:pt idx="621">
                  <c:v>1.705</c:v>
                </c:pt>
                <c:pt idx="622">
                  <c:v>1.701</c:v>
                </c:pt>
                <c:pt idx="623">
                  <c:v>1.691</c:v>
                </c:pt>
                <c:pt idx="624">
                  <c:v>1.674</c:v>
                </c:pt>
                <c:pt idx="625">
                  <c:v>1.651</c:v>
                </c:pt>
                <c:pt idx="626">
                  <c:v>1.621</c:v>
                </c:pt>
                <c:pt idx="627">
                  <c:v>1.585</c:v>
                </c:pt>
                <c:pt idx="628">
                  <c:v>1.542</c:v>
                </c:pt>
                <c:pt idx="629">
                  <c:v>1.494</c:v>
                </c:pt>
                <c:pt idx="630">
                  <c:v>1.44</c:v>
                </c:pt>
                <c:pt idx="631">
                  <c:v>1.381</c:v>
                </c:pt>
                <c:pt idx="632">
                  <c:v>1.316</c:v>
                </c:pt>
                <c:pt idx="633">
                  <c:v>1.247</c:v>
                </c:pt>
                <c:pt idx="634">
                  <c:v>1.173</c:v>
                </c:pt>
                <c:pt idx="635">
                  <c:v>1.094</c:v>
                </c:pt>
                <c:pt idx="636">
                  <c:v>1.013</c:v>
                </c:pt>
                <c:pt idx="637">
                  <c:v>0.927</c:v>
                </c:pt>
                <c:pt idx="638">
                  <c:v>0.839</c:v>
                </c:pt>
                <c:pt idx="639">
                  <c:v>0.748</c:v>
                </c:pt>
                <c:pt idx="640">
                  <c:v>0.655</c:v>
                </c:pt>
                <c:pt idx="641">
                  <c:v>0.56</c:v>
                </c:pt>
                <c:pt idx="642">
                  <c:v>0.464</c:v>
                </c:pt>
                <c:pt idx="643">
                  <c:v>0.367</c:v>
                </c:pt>
                <c:pt idx="644">
                  <c:v>0.269</c:v>
                </c:pt>
                <c:pt idx="645">
                  <c:v>0.171</c:v>
                </c:pt>
                <c:pt idx="646">
                  <c:v>0.073</c:v>
                </c:pt>
                <c:pt idx="647">
                  <c:v>-0.025</c:v>
                </c:pt>
                <c:pt idx="648">
                  <c:v>-0.121</c:v>
                </c:pt>
                <c:pt idx="649">
                  <c:v>-0.216</c:v>
                </c:pt>
                <c:pt idx="650">
                  <c:v>-0.309</c:v>
                </c:pt>
                <c:pt idx="651">
                  <c:v>-0.4</c:v>
                </c:pt>
                <c:pt idx="652">
                  <c:v>-0.488</c:v>
                </c:pt>
                <c:pt idx="653">
                  <c:v>-0.573</c:v>
                </c:pt>
                <c:pt idx="654">
                  <c:v>-0.654</c:v>
                </c:pt>
                <c:pt idx="655">
                  <c:v>-0.732</c:v>
                </c:pt>
                <c:pt idx="656">
                  <c:v>-0.805</c:v>
                </c:pt>
                <c:pt idx="657">
                  <c:v>-0.873</c:v>
                </c:pt>
                <c:pt idx="658">
                  <c:v>-0.935</c:v>
                </c:pt>
                <c:pt idx="659">
                  <c:v>-0.992</c:v>
                </c:pt>
                <c:pt idx="660">
                  <c:v>-1.042</c:v>
                </c:pt>
                <c:pt idx="661">
                  <c:v>-1.085</c:v>
                </c:pt>
                <c:pt idx="662">
                  <c:v>-1.121</c:v>
                </c:pt>
                <c:pt idx="663">
                  <c:v>-1.149</c:v>
                </c:pt>
                <c:pt idx="664">
                  <c:v>-1.168</c:v>
                </c:pt>
                <c:pt idx="665">
                  <c:v>-1.179</c:v>
                </c:pt>
                <c:pt idx="666">
                  <c:v>-1.182</c:v>
                </c:pt>
                <c:pt idx="667">
                  <c:v>-1.175</c:v>
                </c:pt>
                <c:pt idx="668">
                  <c:v>-1.159</c:v>
                </c:pt>
                <c:pt idx="669">
                  <c:v>-1.134</c:v>
                </c:pt>
                <c:pt idx="670">
                  <c:v>-1.1</c:v>
                </c:pt>
                <c:pt idx="671">
                  <c:v>-1.057</c:v>
                </c:pt>
                <c:pt idx="672">
                  <c:v>-1.004</c:v>
                </c:pt>
                <c:pt idx="673">
                  <c:v>-0.944</c:v>
                </c:pt>
                <c:pt idx="674">
                  <c:v>-0.874</c:v>
                </c:pt>
                <c:pt idx="675">
                  <c:v>-0.797</c:v>
                </c:pt>
                <c:pt idx="676">
                  <c:v>-0.713</c:v>
                </c:pt>
                <c:pt idx="677">
                  <c:v>-0.621</c:v>
                </c:pt>
                <c:pt idx="678">
                  <c:v>-0.523</c:v>
                </c:pt>
                <c:pt idx="679">
                  <c:v>-0.42</c:v>
                </c:pt>
                <c:pt idx="680">
                  <c:v>-0.312</c:v>
                </c:pt>
                <c:pt idx="681">
                  <c:v>-0.199</c:v>
                </c:pt>
                <c:pt idx="682">
                  <c:v>-0.082</c:v>
                </c:pt>
                <c:pt idx="683">
                  <c:v>0.037</c:v>
                </c:pt>
                <c:pt idx="684">
                  <c:v>0.158</c:v>
                </c:pt>
                <c:pt idx="685">
                  <c:v>0.281</c:v>
                </c:pt>
                <c:pt idx="686">
                  <c:v>0.405</c:v>
                </c:pt>
                <c:pt idx="687">
                  <c:v>0.529</c:v>
                </c:pt>
                <c:pt idx="688">
                  <c:v>0.653</c:v>
                </c:pt>
                <c:pt idx="689">
                  <c:v>0.775</c:v>
                </c:pt>
                <c:pt idx="690">
                  <c:v>0.895</c:v>
                </c:pt>
                <c:pt idx="691">
                  <c:v>1.013</c:v>
                </c:pt>
                <c:pt idx="692">
                  <c:v>1.128</c:v>
                </c:pt>
                <c:pt idx="693">
                  <c:v>1.24</c:v>
                </c:pt>
                <c:pt idx="694">
                  <c:v>1.347</c:v>
                </c:pt>
                <c:pt idx="695">
                  <c:v>1.45</c:v>
                </c:pt>
                <c:pt idx="696">
                  <c:v>1.547</c:v>
                </c:pt>
                <c:pt idx="697">
                  <c:v>1.639</c:v>
                </c:pt>
                <c:pt idx="698">
                  <c:v>1.725</c:v>
                </c:pt>
                <c:pt idx="699">
                  <c:v>1.805</c:v>
                </c:pt>
                <c:pt idx="700">
                  <c:v>1.878</c:v>
                </c:pt>
                <c:pt idx="701">
                  <c:v>1.943</c:v>
                </c:pt>
                <c:pt idx="702">
                  <c:v>2.002</c:v>
                </c:pt>
                <c:pt idx="703">
                  <c:v>2.052</c:v>
                </c:pt>
                <c:pt idx="704">
                  <c:v>2.095</c:v>
                </c:pt>
                <c:pt idx="705">
                  <c:v>2.13</c:v>
                </c:pt>
                <c:pt idx="706">
                  <c:v>2.157</c:v>
                </c:pt>
                <c:pt idx="707">
                  <c:v>2.176</c:v>
                </c:pt>
                <c:pt idx="708">
                  <c:v>2.186</c:v>
                </c:pt>
                <c:pt idx="709">
                  <c:v>2.188</c:v>
                </c:pt>
                <c:pt idx="710">
                  <c:v>2.182</c:v>
                </c:pt>
                <c:pt idx="711">
                  <c:v>2.167</c:v>
                </c:pt>
                <c:pt idx="712">
                  <c:v>2.145</c:v>
                </c:pt>
                <c:pt idx="713">
                  <c:v>2.114</c:v>
                </c:pt>
                <c:pt idx="714">
                  <c:v>2.076</c:v>
                </c:pt>
                <c:pt idx="715">
                  <c:v>2.03</c:v>
                </c:pt>
                <c:pt idx="716">
                  <c:v>1.977</c:v>
                </c:pt>
                <c:pt idx="717">
                  <c:v>1.916</c:v>
                </c:pt>
                <c:pt idx="718">
                  <c:v>1.848</c:v>
                </c:pt>
                <c:pt idx="719">
                  <c:v>1.774</c:v>
                </c:pt>
                <c:pt idx="720">
                  <c:v>1.693</c:v>
                </c:pt>
                <c:pt idx="721">
                  <c:v>1.606</c:v>
                </c:pt>
                <c:pt idx="722">
                  <c:v>1.512</c:v>
                </c:pt>
                <c:pt idx="723">
                  <c:v>1.413</c:v>
                </c:pt>
                <c:pt idx="724">
                  <c:v>1.308</c:v>
                </c:pt>
                <c:pt idx="725">
                  <c:v>1.198</c:v>
                </c:pt>
                <c:pt idx="726">
                  <c:v>1.082</c:v>
                </c:pt>
                <c:pt idx="727">
                  <c:v>0.962</c:v>
                </c:pt>
                <c:pt idx="728">
                  <c:v>0.837</c:v>
                </c:pt>
                <c:pt idx="729">
                  <c:v>0.709</c:v>
                </c:pt>
                <c:pt idx="730">
                  <c:v>0.576</c:v>
                </c:pt>
                <c:pt idx="731">
                  <c:v>0.44</c:v>
                </c:pt>
                <c:pt idx="732">
                  <c:v>0.302</c:v>
                </c:pt>
                <c:pt idx="733">
                  <c:v>0.16</c:v>
                </c:pt>
                <c:pt idx="734">
                  <c:v>0.017</c:v>
                </c:pt>
                <c:pt idx="735">
                  <c:v>-0.128</c:v>
                </c:pt>
                <c:pt idx="736">
                  <c:v>-0.273</c:v>
                </c:pt>
                <c:pt idx="737">
                  <c:v>-0.419</c:v>
                </c:pt>
                <c:pt idx="738">
                  <c:v>-0.564</c:v>
                </c:pt>
                <c:pt idx="739">
                  <c:v>-0.708</c:v>
                </c:pt>
                <c:pt idx="740">
                  <c:v>-0.85</c:v>
                </c:pt>
                <c:pt idx="741">
                  <c:v>-0.989</c:v>
                </c:pt>
                <c:pt idx="742">
                  <c:v>-1.125</c:v>
                </c:pt>
                <c:pt idx="743">
                  <c:v>-1.257</c:v>
                </c:pt>
                <c:pt idx="744">
                  <c:v>-1.384</c:v>
                </c:pt>
                <c:pt idx="745">
                  <c:v>-1.504</c:v>
                </c:pt>
                <c:pt idx="746">
                  <c:v>-1.618</c:v>
                </c:pt>
                <c:pt idx="747">
                  <c:v>-1.724</c:v>
                </c:pt>
                <c:pt idx="748">
                  <c:v>-1.822</c:v>
                </c:pt>
                <c:pt idx="749">
                  <c:v>-1.911</c:v>
                </c:pt>
                <c:pt idx="750">
                  <c:v>-1.989</c:v>
                </c:pt>
                <c:pt idx="751">
                  <c:v>-2.057</c:v>
                </c:pt>
                <c:pt idx="752">
                  <c:v>-2.114</c:v>
                </c:pt>
                <c:pt idx="753">
                  <c:v>-2.158</c:v>
                </c:pt>
                <c:pt idx="754">
                  <c:v>-2.191</c:v>
                </c:pt>
                <c:pt idx="755">
                  <c:v>-2.21</c:v>
                </c:pt>
                <c:pt idx="756">
                  <c:v>-2.217</c:v>
                </c:pt>
                <c:pt idx="757">
                  <c:v>-2.21</c:v>
                </c:pt>
                <c:pt idx="758">
                  <c:v>-2.189</c:v>
                </c:pt>
                <c:pt idx="759">
                  <c:v>-2.155</c:v>
                </c:pt>
                <c:pt idx="760">
                  <c:v>-2.107</c:v>
                </c:pt>
                <c:pt idx="761">
                  <c:v>-2.046</c:v>
                </c:pt>
                <c:pt idx="762">
                  <c:v>-1.972</c:v>
                </c:pt>
                <c:pt idx="763">
                  <c:v>-1.885</c:v>
                </c:pt>
                <c:pt idx="764">
                  <c:v>-1.785</c:v>
                </c:pt>
                <c:pt idx="765">
                  <c:v>-1.674</c:v>
                </c:pt>
                <c:pt idx="766">
                  <c:v>-1.552</c:v>
                </c:pt>
                <c:pt idx="767">
                  <c:v>-1.419</c:v>
                </c:pt>
                <c:pt idx="768">
                  <c:v>-1.276</c:v>
                </c:pt>
                <c:pt idx="769">
                  <c:v>-1.124</c:v>
                </c:pt>
                <c:pt idx="770">
                  <c:v>-0.964</c:v>
                </c:pt>
                <c:pt idx="771">
                  <c:v>-0.797</c:v>
                </c:pt>
                <c:pt idx="772">
                  <c:v>-0.624</c:v>
                </c:pt>
                <c:pt idx="773">
                  <c:v>-0.445</c:v>
                </c:pt>
                <c:pt idx="774">
                  <c:v>-0.263</c:v>
                </c:pt>
                <c:pt idx="775">
                  <c:v>-0.077</c:v>
                </c:pt>
                <c:pt idx="776">
                  <c:v>0.111</c:v>
                </c:pt>
                <c:pt idx="777">
                  <c:v>0.3</c:v>
                </c:pt>
                <c:pt idx="778">
                  <c:v>0.49</c:v>
                </c:pt>
                <c:pt idx="779">
                  <c:v>0.678</c:v>
                </c:pt>
                <c:pt idx="780">
                  <c:v>0.865</c:v>
                </c:pt>
                <c:pt idx="781">
                  <c:v>1.049</c:v>
                </c:pt>
                <c:pt idx="782">
                  <c:v>1.229</c:v>
                </c:pt>
                <c:pt idx="783">
                  <c:v>1.405</c:v>
                </c:pt>
                <c:pt idx="784">
                  <c:v>1.575</c:v>
                </c:pt>
                <c:pt idx="785">
                  <c:v>1.74</c:v>
                </c:pt>
                <c:pt idx="786">
                  <c:v>1.897</c:v>
                </c:pt>
                <c:pt idx="787">
                  <c:v>2.046</c:v>
                </c:pt>
                <c:pt idx="788">
                  <c:v>2.187</c:v>
                </c:pt>
                <c:pt idx="789">
                  <c:v>2.319</c:v>
                </c:pt>
                <c:pt idx="790">
                  <c:v>2.442</c:v>
                </c:pt>
                <c:pt idx="791">
                  <c:v>2.554</c:v>
                </c:pt>
                <c:pt idx="792">
                  <c:v>2.656</c:v>
                </c:pt>
                <c:pt idx="793">
                  <c:v>2.747</c:v>
                </c:pt>
                <c:pt idx="794">
                  <c:v>2.827</c:v>
                </c:pt>
                <c:pt idx="795">
                  <c:v>2.894</c:v>
                </c:pt>
                <c:pt idx="796">
                  <c:v>2.951</c:v>
                </c:pt>
                <c:pt idx="797">
                  <c:v>2.995</c:v>
                </c:pt>
                <c:pt idx="798">
                  <c:v>3.027</c:v>
                </c:pt>
                <c:pt idx="799">
                  <c:v>3.047</c:v>
                </c:pt>
                <c:pt idx="800">
                  <c:v>3.054</c:v>
                </c:pt>
                <c:pt idx="801">
                  <c:v>3.05</c:v>
                </c:pt>
                <c:pt idx="802">
                  <c:v>3.033</c:v>
                </c:pt>
                <c:pt idx="803">
                  <c:v>3.005</c:v>
                </c:pt>
                <c:pt idx="804">
                  <c:v>2.965</c:v>
                </c:pt>
                <c:pt idx="805">
                  <c:v>2.913</c:v>
                </c:pt>
                <c:pt idx="806">
                  <c:v>2.85</c:v>
                </c:pt>
                <c:pt idx="807">
                  <c:v>2.776</c:v>
                </c:pt>
                <c:pt idx="808">
                  <c:v>2.692</c:v>
                </c:pt>
                <c:pt idx="809">
                  <c:v>2.598</c:v>
                </c:pt>
                <c:pt idx="810">
                  <c:v>2.493</c:v>
                </c:pt>
                <c:pt idx="811">
                  <c:v>2.379</c:v>
                </c:pt>
                <c:pt idx="812">
                  <c:v>2.257</c:v>
                </c:pt>
                <c:pt idx="813">
                  <c:v>2.125</c:v>
                </c:pt>
                <c:pt idx="814">
                  <c:v>1.986</c:v>
                </c:pt>
                <c:pt idx="815">
                  <c:v>1.839</c:v>
                </c:pt>
                <c:pt idx="816">
                  <c:v>1.685</c:v>
                </c:pt>
                <c:pt idx="817">
                  <c:v>1.525</c:v>
                </c:pt>
                <c:pt idx="818">
                  <c:v>1.359</c:v>
                </c:pt>
                <c:pt idx="819">
                  <c:v>1.188</c:v>
                </c:pt>
                <c:pt idx="820">
                  <c:v>1.013</c:v>
                </c:pt>
                <c:pt idx="821">
                  <c:v>0.833</c:v>
                </c:pt>
                <c:pt idx="822">
                  <c:v>0.651</c:v>
                </c:pt>
                <c:pt idx="823">
                  <c:v>0.467</c:v>
                </c:pt>
                <c:pt idx="824">
                  <c:v>0.281</c:v>
                </c:pt>
                <c:pt idx="825">
                  <c:v>0.094</c:v>
                </c:pt>
                <c:pt idx="826">
                  <c:v>-0.092</c:v>
                </c:pt>
                <c:pt idx="827">
                  <c:v>-0.278</c:v>
                </c:pt>
                <c:pt idx="828">
                  <c:v>-0.461</c:v>
                </c:pt>
                <c:pt idx="829">
                  <c:v>-0.641</c:v>
                </c:pt>
                <c:pt idx="830">
                  <c:v>-0.818</c:v>
                </c:pt>
                <c:pt idx="831">
                  <c:v>-0.99</c:v>
                </c:pt>
                <c:pt idx="832">
                  <c:v>-1.157</c:v>
                </c:pt>
                <c:pt idx="833">
                  <c:v>-1.318</c:v>
                </c:pt>
                <c:pt idx="834">
                  <c:v>-1.471</c:v>
                </c:pt>
                <c:pt idx="835">
                  <c:v>-1.617</c:v>
                </c:pt>
                <c:pt idx="836">
                  <c:v>-1.754</c:v>
                </c:pt>
                <c:pt idx="837">
                  <c:v>-1.883</c:v>
                </c:pt>
                <c:pt idx="838">
                  <c:v>-2.002</c:v>
                </c:pt>
                <c:pt idx="839">
                  <c:v>-2.11</c:v>
                </c:pt>
                <c:pt idx="840">
                  <c:v>-2.208</c:v>
                </c:pt>
                <c:pt idx="841">
                  <c:v>-2.296</c:v>
                </c:pt>
                <c:pt idx="842">
                  <c:v>-2.372</c:v>
                </c:pt>
                <c:pt idx="843">
                  <c:v>-2.437</c:v>
                </c:pt>
                <c:pt idx="844">
                  <c:v>-2.49</c:v>
                </c:pt>
                <c:pt idx="845">
                  <c:v>-2.532</c:v>
                </c:pt>
                <c:pt idx="846">
                  <c:v>-2.562</c:v>
                </c:pt>
                <c:pt idx="847">
                  <c:v>-2.581</c:v>
                </c:pt>
                <c:pt idx="848">
                  <c:v>-2.588</c:v>
                </c:pt>
                <c:pt idx="849">
                  <c:v>-2.584</c:v>
                </c:pt>
                <c:pt idx="850">
                  <c:v>-2.569</c:v>
                </c:pt>
                <c:pt idx="851">
                  <c:v>-2.544</c:v>
                </c:pt>
                <c:pt idx="852">
                  <c:v>-2.508</c:v>
                </c:pt>
                <c:pt idx="853">
                  <c:v>-2.462</c:v>
                </c:pt>
                <c:pt idx="854">
                  <c:v>-2.407</c:v>
                </c:pt>
                <c:pt idx="855">
                  <c:v>-2.342</c:v>
                </c:pt>
                <c:pt idx="856">
                  <c:v>-2.269</c:v>
                </c:pt>
                <c:pt idx="857">
                  <c:v>-2.187</c:v>
                </c:pt>
                <c:pt idx="858">
                  <c:v>-2.098</c:v>
                </c:pt>
                <c:pt idx="859">
                  <c:v>-2.002</c:v>
                </c:pt>
                <c:pt idx="860">
                  <c:v>-1.899</c:v>
                </c:pt>
                <c:pt idx="861">
                  <c:v>-1.79</c:v>
                </c:pt>
                <c:pt idx="862">
                  <c:v>-1.675</c:v>
                </c:pt>
                <c:pt idx="863">
                  <c:v>-1.556</c:v>
                </c:pt>
                <c:pt idx="864">
                  <c:v>-1.432</c:v>
                </c:pt>
                <c:pt idx="865">
                  <c:v>-1.304</c:v>
                </c:pt>
                <c:pt idx="866">
                  <c:v>-1.173</c:v>
                </c:pt>
                <c:pt idx="867">
                  <c:v>-1.039</c:v>
                </c:pt>
                <c:pt idx="868">
                  <c:v>-0.903</c:v>
                </c:pt>
                <c:pt idx="869">
                  <c:v>-0.765</c:v>
                </c:pt>
                <c:pt idx="870">
                  <c:v>-0.626</c:v>
                </c:pt>
                <c:pt idx="871">
                  <c:v>-0.485</c:v>
                </c:pt>
                <c:pt idx="872">
                  <c:v>-0.344</c:v>
                </c:pt>
                <c:pt idx="873">
                  <c:v>-0.203</c:v>
                </c:pt>
                <c:pt idx="874">
                  <c:v>-0.062</c:v>
                </c:pt>
                <c:pt idx="875">
                  <c:v>0.078</c:v>
                </c:pt>
                <c:pt idx="876">
                  <c:v>0.217</c:v>
                </c:pt>
                <c:pt idx="877">
                  <c:v>0.356</c:v>
                </c:pt>
                <c:pt idx="878">
                  <c:v>0.492</c:v>
                </c:pt>
                <c:pt idx="879">
                  <c:v>0.628</c:v>
                </c:pt>
                <c:pt idx="880">
                  <c:v>0.761</c:v>
                </c:pt>
                <c:pt idx="881">
                  <c:v>0.892</c:v>
                </c:pt>
                <c:pt idx="882">
                  <c:v>1.021</c:v>
                </c:pt>
                <c:pt idx="883">
                  <c:v>1.148</c:v>
                </c:pt>
                <c:pt idx="884">
                  <c:v>1.271</c:v>
                </c:pt>
                <c:pt idx="885">
                  <c:v>1.393</c:v>
                </c:pt>
                <c:pt idx="886">
                  <c:v>1.511</c:v>
                </c:pt>
                <c:pt idx="887">
                  <c:v>1.626</c:v>
                </c:pt>
                <c:pt idx="888">
                  <c:v>1.737</c:v>
                </c:pt>
                <c:pt idx="889">
                  <c:v>1.846</c:v>
                </c:pt>
                <c:pt idx="890">
                  <c:v>1.951</c:v>
                </c:pt>
                <c:pt idx="891">
                  <c:v>2.052</c:v>
                </c:pt>
                <c:pt idx="892">
                  <c:v>2.149</c:v>
                </c:pt>
                <c:pt idx="893">
                  <c:v>2.243</c:v>
                </c:pt>
                <c:pt idx="894">
                  <c:v>2.332</c:v>
                </c:pt>
                <c:pt idx="895">
                  <c:v>2.418</c:v>
                </c:pt>
                <c:pt idx="896">
                  <c:v>2.499</c:v>
                </c:pt>
                <c:pt idx="897">
                  <c:v>2.575</c:v>
                </c:pt>
                <c:pt idx="898">
                  <c:v>2.648</c:v>
                </c:pt>
                <c:pt idx="899">
                  <c:v>2.715</c:v>
                </c:pt>
                <c:pt idx="900">
                  <c:v>2.778</c:v>
                </c:pt>
                <c:pt idx="901">
                  <c:v>2.836</c:v>
                </c:pt>
                <c:pt idx="902">
                  <c:v>2.889</c:v>
                </c:pt>
                <c:pt idx="903">
                  <c:v>2.937</c:v>
                </c:pt>
                <c:pt idx="904">
                  <c:v>2.98</c:v>
                </c:pt>
                <c:pt idx="905">
                  <c:v>3.018</c:v>
                </c:pt>
                <c:pt idx="906">
                  <c:v>3.051</c:v>
                </c:pt>
                <c:pt idx="907">
                  <c:v>3.078</c:v>
                </c:pt>
                <c:pt idx="908">
                  <c:v>3.1</c:v>
                </c:pt>
                <c:pt idx="909">
                  <c:v>3.117</c:v>
                </c:pt>
                <c:pt idx="910">
                  <c:v>3.128</c:v>
                </c:pt>
                <c:pt idx="911">
                  <c:v>3.134</c:v>
                </c:pt>
                <c:pt idx="912">
                  <c:v>3.135</c:v>
                </c:pt>
                <c:pt idx="913">
                  <c:v>3.13</c:v>
                </c:pt>
                <c:pt idx="914">
                  <c:v>3.12</c:v>
                </c:pt>
                <c:pt idx="915">
                  <c:v>3.105</c:v>
                </c:pt>
                <c:pt idx="916">
                  <c:v>3.084</c:v>
                </c:pt>
                <c:pt idx="917">
                  <c:v>3.058</c:v>
                </c:pt>
                <c:pt idx="918">
                  <c:v>3.027</c:v>
                </c:pt>
                <c:pt idx="919">
                  <c:v>2.991</c:v>
                </c:pt>
                <c:pt idx="920">
                  <c:v>2.95</c:v>
                </c:pt>
                <c:pt idx="921">
                  <c:v>2.904</c:v>
                </c:pt>
                <c:pt idx="922">
                  <c:v>2.854</c:v>
                </c:pt>
                <c:pt idx="923">
                  <c:v>2.798</c:v>
                </c:pt>
                <c:pt idx="924">
                  <c:v>2.739</c:v>
                </c:pt>
                <c:pt idx="925">
                  <c:v>2.675</c:v>
                </c:pt>
                <c:pt idx="926">
                  <c:v>2.606</c:v>
                </c:pt>
                <c:pt idx="927">
                  <c:v>2.534</c:v>
                </c:pt>
                <c:pt idx="928">
                  <c:v>2.458</c:v>
                </c:pt>
                <c:pt idx="929">
                  <c:v>2.379</c:v>
                </c:pt>
                <c:pt idx="930">
                  <c:v>2.296</c:v>
                </c:pt>
                <c:pt idx="931">
                  <c:v>2.21</c:v>
                </c:pt>
                <c:pt idx="932">
                  <c:v>2.121</c:v>
                </c:pt>
                <c:pt idx="933">
                  <c:v>2.03</c:v>
                </c:pt>
                <c:pt idx="934">
                  <c:v>1.937</c:v>
                </c:pt>
                <c:pt idx="935">
                  <c:v>1.841</c:v>
                </c:pt>
                <c:pt idx="936">
                  <c:v>1.744</c:v>
                </c:pt>
                <c:pt idx="937">
                  <c:v>1.646</c:v>
                </c:pt>
                <c:pt idx="938">
                  <c:v>1.547</c:v>
                </c:pt>
                <c:pt idx="939">
                  <c:v>1.447</c:v>
                </c:pt>
                <c:pt idx="940">
                  <c:v>1.347</c:v>
                </c:pt>
                <c:pt idx="941">
                  <c:v>1.247</c:v>
                </c:pt>
                <c:pt idx="942">
                  <c:v>1.147</c:v>
                </c:pt>
                <c:pt idx="943">
                  <c:v>1.048</c:v>
                </c:pt>
                <c:pt idx="944">
                  <c:v>0.951</c:v>
                </c:pt>
                <c:pt idx="945">
                  <c:v>0.855</c:v>
                </c:pt>
                <c:pt idx="946">
                  <c:v>0.76</c:v>
                </c:pt>
                <c:pt idx="947">
                  <c:v>0.668</c:v>
                </c:pt>
                <c:pt idx="948">
                  <c:v>0.578</c:v>
                </c:pt>
                <c:pt idx="949">
                  <c:v>0.49</c:v>
                </c:pt>
                <c:pt idx="950">
                  <c:v>0.405</c:v>
                </c:pt>
                <c:pt idx="951">
                  <c:v>0.324</c:v>
                </c:pt>
                <c:pt idx="952">
                  <c:v>0.245</c:v>
                </c:pt>
                <c:pt idx="953">
                  <c:v>0.171</c:v>
                </c:pt>
                <c:pt idx="954">
                  <c:v>0.099</c:v>
                </c:pt>
                <c:pt idx="955">
                  <c:v>0.032</c:v>
                </c:pt>
                <c:pt idx="956">
                  <c:v>-0.032</c:v>
                </c:pt>
                <c:pt idx="957">
                  <c:v>-0.092</c:v>
                </c:pt>
                <c:pt idx="958">
                  <c:v>-0.148</c:v>
                </c:pt>
                <c:pt idx="959">
                  <c:v>-0.2</c:v>
                </c:pt>
                <c:pt idx="960">
                  <c:v>-0.248</c:v>
                </c:pt>
                <c:pt idx="961">
                  <c:v>-0.293</c:v>
                </c:pt>
                <c:pt idx="962">
                  <c:v>-0.333</c:v>
                </c:pt>
                <c:pt idx="963">
                  <c:v>-0.37</c:v>
                </c:pt>
                <c:pt idx="964">
                  <c:v>-0.402</c:v>
                </c:pt>
                <c:pt idx="965">
                  <c:v>-0.432</c:v>
                </c:pt>
                <c:pt idx="966">
                  <c:v>-0.457</c:v>
                </c:pt>
                <c:pt idx="967">
                  <c:v>-0.479</c:v>
                </c:pt>
                <c:pt idx="968">
                  <c:v>-0.498</c:v>
                </c:pt>
                <c:pt idx="969">
                  <c:v>-0.514</c:v>
                </c:pt>
                <c:pt idx="970">
                  <c:v>-0.526</c:v>
                </c:pt>
                <c:pt idx="971">
                  <c:v>-0.535</c:v>
                </c:pt>
                <c:pt idx="972">
                  <c:v>-0.542</c:v>
                </c:pt>
                <c:pt idx="973">
                  <c:v>-0.545</c:v>
                </c:pt>
                <c:pt idx="974">
                  <c:v>-0.546</c:v>
                </c:pt>
                <c:pt idx="975">
                  <c:v>-0.545</c:v>
                </c:pt>
                <c:pt idx="976">
                  <c:v>-0.541</c:v>
                </c:pt>
                <c:pt idx="977">
                  <c:v>-0.534</c:v>
                </c:pt>
                <c:pt idx="978">
                  <c:v>-0.526</c:v>
                </c:pt>
                <c:pt idx="979">
                  <c:v>-0.515</c:v>
                </c:pt>
                <c:pt idx="980">
                  <c:v>-0.503</c:v>
                </c:pt>
                <c:pt idx="981">
                  <c:v>-0.488</c:v>
                </c:pt>
                <c:pt idx="982">
                  <c:v>-0.472</c:v>
                </c:pt>
                <c:pt idx="983">
                  <c:v>-0.454</c:v>
                </c:pt>
                <c:pt idx="984">
                  <c:v>-0.435</c:v>
                </c:pt>
                <c:pt idx="985">
                  <c:v>-0.414</c:v>
                </c:pt>
                <c:pt idx="986">
                  <c:v>-0.392</c:v>
                </c:pt>
                <c:pt idx="987">
                  <c:v>-0.369</c:v>
                </c:pt>
                <c:pt idx="988">
                  <c:v>-0.344</c:v>
                </c:pt>
                <c:pt idx="989">
                  <c:v>-0.319</c:v>
                </c:pt>
                <c:pt idx="990">
                  <c:v>-0.292</c:v>
                </c:pt>
                <c:pt idx="991">
                  <c:v>-0.265</c:v>
                </c:pt>
                <c:pt idx="992">
                  <c:v>-0.237</c:v>
                </c:pt>
                <c:pt idx="993">
                  <c:v>-0.208</c:v>
                </c:pt>
                <c:pt idx="994">
                  <c:v>-0.179</c:v>
                </c:pt>
                <c:pt idx="995">
                  <c:v>-0.15</c:v>
                </c:pt>
                <c:pt idx="996">
                  <c:v>-0.12</c:v>
                </c:pt>
                <c:pt idx="997">
                  <c:v>-0.09</c:v>
                </c:pt>
                <c:pt idx="998">
                  <c:v>-0.06</c:v>
                </c:pt>
                <c:pt idx="999">
                  <c:v>-0.03</c:v>
                </c:pt>
                <c:pt idx="1000">
                  <c:v>0</c:v>
                </c:pt>
                <c:pt idx="1001">
                  <c:v>0.03</c:v>
                </c:pt>
                <c:pt idx="1002">
                  <c:v>0.06</c:v>
                </c:pt>
                <c:pt idx="1003">
                  <c:v>0.089</c:v>
                </c:pt>
                <c:pt idx="1004">
                  <c:v>0.119</c:v>
                </c:pt>
                <c:pt idx="1005">
                  <c:v>0.148</c:v>
                </c:pt>
                <c:pt idx="1006">
                  <c:v>0.176</c:v>
                </c:pt>
                <c:pt idx="1007">
                  <c:v>0.204</c:v>
                </c:pt>
                <c:pt idx="1008">
                  <c:v>0.232</c:v>
                </c:pt>
                <c:pt idx="1009">
                  <c:v>0.26</c:v>
                </c:pt>
                <c:pt idx="1010">
                  <c:v>0.287</c:v>
                </c:pt>
                <c:pt idx="1011">
                  <c:v>0.313</c:v>
                </c:pt>
                <c:pt idx="1012">
                  <c:v>0.339</c:v>
                </c:pt>
                <c:pt idx="1013">
                  <c:v>0.365</c:v>
                </c:pt>
                <c:pt idx="1014">
                  <c:v>0.391</c:v>
                </c:pt>
                <c:pt idx="1015">
                  <c:v>0.416</c:v>
                </c:pt>
                <c:pt idx="1016">
                  <c:v>0.441</c:v>
                </c:pt>
                <c:pt idx="1017">
                  <c:v>0.467</c:v>
                </c:pt>
                <c:pt idx="1018">
                  <c:v>0.492</c:v>
                </c:pt>
                <c:pt idx="1019">
                  <c:v>0.517</c:v>
                </c:pt>
                <c:pt idx="1020">
                  <c:v>0.542</c:v>
                </c:pt>
                <c:pt idx="1021">
                  <c:v>0.567</c:v>
                </c:pt>
                <c:pt idx="1022">
                  <c:v>0.592</c:v>
                </c:pt>
                <c:pt idx="1023">
                  <c:v>0.618</c:v>
                </c:pt>
                <c:pt idx="1024">
                  <c:v>0.644</c:v>
                </c:pt>
                <c:pt idx="1025">
                  <c:v>0.67</c:v>
                </c:pt>
                <c:pt idx="1026">
                  <c:v>0.697</c:v>
                </c:pt>
                <c:pt idx="1027">
                  <c:v>0.724</c:v>
                </c:pt>
                <c:pt idx="1028">
                  <c:v>0.752</c:v>
                </c:pt>
                <c:pt idx="1029">
                  <c:v>0.78</c:v>
                </c:pt>
                <c:pt idx="1030">
                  <c:v>0.809</c:v>
                </c:pt>
                <c:pt idx="1031">
                  <c:v>0.838</c:v>
                </c:pt>
                <c:pt idx="1032">
                  <c:v>0.867</c:v>
                </c:pt>
                <c:pt idx="1033">
                  <c:v>0.897</c:v>
                </c:pt>
                <c:pt idx="1034">
                  <c:v>0.927</c:v>
                </c:pt>
                <c:pt idx="1035">
                  <c:v>0.957</c:v>
                </c:pt>
                <c:pt idx="1036">
                  <c:v>0.987</c:v>
                </c:pt>
                <c:pt idx="1037">
                  <c:v>1.018</c:v>
                </c:pt>
                <c:pt idx="1038">
                  <c:v>1.048</c:v>
                </c:pt>
                <c:pt idx="1039">
                  <c:v>1.078</c:v>
                </c:pt>
                <c:pt idx="1040">
                  <c:v>1.108</c:v>
                </c:pt>
                <c:pt idx="1041">
                  <c:v>1.138</c:v>
                </c:pt>
                <c:pt idx="1042">
                  <c:v>1.167</c:v>
                </c:pt>
                <c:pt idx="1043">
                  <c:v>1.196</c:v>
                </c:pt>
                <c:pt idx="1044">
                  <c:v>1.224</c:v>
                </c:pt>
                <c:pt idx="1045">
                  <c:v>1.25</c:v>
                </c:pt>
                <c:pt idx="1046">
                  <c:v>1.276</c:v>
                </c:pt>
                <c:pt idx="1047">
                  <c:v>1.301</c:v>
                </c:pt>
                <c:pt idx="1048">
                  <c:v>1.324</c:v>
                </c:pt>
                <c:pt idx="1049">
                  <c:v>1.346</c:v>
                </c:pt>
                <c:pt idx="1050">
                  <c:v>1.365</c:v>
                </c:pt>
                <c:pt idx="1051">
                  <c:v>1.384</c:v>
                </c:pt>
                <c:pt idx="1052">
                  <c:v>1.4</c:v>
                </c:pt>
                <c:pt idx="1053">
                  <c:v>1.414</c:v>
                </c:pt>
                <c:pt idx="1054">
                  <c:v>1.426</c:v>
                </c:pt>
                <c:pt idx="1055">
                  <c:v>1.435</c:v>
                </c:pt>
                <c:pt idx="1056">
                  <c:v>1.442</c:v>
                </c:pt>
                <c:pt idx="1057">
                  <c:v>1.447</c:v>
                </c:pt>
                <c:pt idx="1058">
                  <c:v>1.449</c:v>
                </c:pt>
                <c:pt idx="1059">
                  <c:v>1.448</c:v>
                </c:pt>
                <c:pt idx="1060">
                  <c:v>1.445</c:v>
                </c:pt>
                <c:pt idx="1061">
                  <c:v>1.439</c:v>
                </c:pt>
                <c:pt idx="1062">
                  <c:v>1.431</c:v>
                </c:pt>
                <c:pt idx="1063">
                  <c:v>1.42</c:v>
                </c:pt>
                <c:pt idx="1064">
                  <c:v>1.406</c:v>
                </c:pt>
                <c:pt idx="1065">
                  <c:v>1.39</c:v>
                </c:pt>
                <c:pt idx="1066">
                  <c:v>1.372</c:v>
                </c:pt>
                <c:pt idx="1067">
                  <c:v>1.351</c:v>
                </c:pt>
                <c:pt idx="1068">
                  <c:v>1.329</c:v>
                </c:pt>
                <c:pt idx="1069">
                  <c:v>1.304</c:v>
                </c:pt>
                <c:pt idx="1070">
                  <c:v>1.278</c:v>
                </c:pt>
                <c:pt idx="1071">
                  <c:v>1.25</c:v>
                </c:pt>
                <c:pt idx="1072">
                  <c:v>1.221</c:v>
                </c:pt>
                <c:pt idx="1073">
                  <c:v>1.191</c:v>
                </c:pt>
                <c:pt idx="1074">
                  <c:v>1.16</c:v>
                </c:pt>
                <c:pt idx="1075">
                  <c:v>1.128</c:v>
                </c:pt>
                <c:pt idx="1076">
                  <c:v>1.096</c:v>
                </c:pt>
                <c:pt idx="1077">
                  <c:v>1.063</c:v>
                </c:pt>
                <c:pt idx="1078">
                  <c:v>1.03</c:v>
                </c:pt>
                <c:pt idx="1079">
                  <c:v>0.997</c:v>
                </c:pt>
                <c:pt idx="1080">
                  <c:v>0.964</c:v>
                </c:pt>
                <c:pt idx="1081">
                  <c:v>0.93</c:v>
                </c:pt>
                <c:pt idx="1082">
                  <c:v>0.897</c:v>
                </c:pt>
                <c:pt idx="1083">
                  <c:v>0.865</c:v>
                </c:pt>
                <c:pt idx="1084">
                  <c:v>0.832</c:v>
                </c:pt>
                <c:pt idx="1085">
                  <c:v>0.8</c:v>
                </c:pt>
                <c:pt idx="1086">
                  <c:v>0.769</c:v>
                </c:pt>
                <c:pt idx="1087">
                  <c:v>0.737</c:v>
                </c:pt>
                <c:pt idx="1088">
                  <c:v>0.706</c:v>
                </c:pt>
                <c:pt idx="1089">
                  <c:v>0.676</c:v>
                </c:pt>
                <c:pt idx="1090">
                  <c:v>0.645</c:v>
                </c:pt>
                <c:pt idx="1091">
                  <c:v>0.615</c:v>
                </c:pt>
                <c:pt idx="1092">
                  <c:v>0.584</c:v>
                </c:pt>
                <c:pt idx="1093">
                  <c:v>0.554</c:v>
                </c:pt>
                <c:pt idx="1094">
                  <c:v>0.524</c:v>
                </c:pt>
                <c:pt idx="1095">
                  <c:v>0.494</c:v>
                </c:pt>
                <c:pt idx="1096">
                  <c:v>0.464</c:v>
                </c:pt>
                <c:pt idx="1097">
                  <c:v>0.434</c:v>
                </c:pt>
                <c:pt idx="1098">
                  <c:v>0.403</c:v>
                </c:pt>
                <c:pt idx="1099">
                  <c:v>0.373</c:v>
                </c:pt>
                <c:pt idx="1100">
                  <c:v>0.342</c:v>
                </c:pt>
                <c:pt idx="1101">
                  <c:v>0.311</c:v>
                </c:pt>
                <c:pt idx="1102">
                  <c:v>0.28</c:v>
                </c:pt>
                <c:pt idx="1103">
                  <c:v>0.248</c:v>
                </c:pt>
                <c:pt idx="1104">
                  <c:v>0.216</c:v>
                </c:pt>
                <c:pt idx="1105">
                  <c:v>0.184</c:v>
                </c:pt>
                <c:pt idx="1106">
                  <c:v>0.152</c:v>
                </c:pt>
                <c:pt idx="1107">
                  <c:v>0.119</c:v>
                </c:pt>
                <c:pt idx="1108">
                  <c:v>0.085</c:v>
                </c:pt>
                <c:pt idx="1109">
                  <c:v>0.052</c:v>
                </c:pt>
                <c:pt idx="1110">
                  <c:v>0.017</c:v>
                </c:pt>
                <c:pt idx="1111">
                  <c:v>-0.018</c:v>
                </c:pt>
                <c:pt idx="1112">
                  <c:v>-0.053</c:v>
                </c:pt>
                <c:pt idx="1113">
                  <c:v>-0.089</c:v>
                </c:pt>
                <c:pt idx="1114">
                  <c:v>-0.126</c:v>
                </c:pt>
                <c:pt idx="1115">
                  <c:v>-0.164</c:v>
                </c:pt>
                <c:pt idx="1116">
                  <c:v>-0.203</c:v>
                </c:pt>
                <c:pt idx="1117">
                  <c:v>-0.243</c:v>
                </c:pt>
                <c:pt idx="1118">
                  <c:v>-0.283</c:v>
                </c:pt>
                <c:pt idx="1119">
                  <c:v>-0.325</c:v>
                </c:pt>
                <c:pt idx="1120">
                  <c:v>-0.368</c:v>
                </c:pt>
                <c:pt idx="1121">
                  <c:v>-0.412</c:v>
                </c:pt>
                <c:pt idx="1122">
                  <c:v>-0.457</c:v>
                </c:pt>
                <c:pt idx="1123">
                  <c:v>-0.504</c:v>
                </c:pt>
                <c:pt idx="1124">
                  <c:v>-0.552</c:v>
                </c:pt>
                <c:pt idx="1125">
                  <c:v>-0.601</c:v>
                </c:pt>
                <c:pt idx="1126">
                  <c:v>-0.651</c:v>
                </c:pt>
                <c:pt idx="1127">
                  <c:v>-0.703</c:v>
                </c:pt>
                <c:pt idx="1128">
                  <c:v>-0.755</c:v>
                </c:pt>
                <c:pt idx="1129">
                  <c:v>-0.809</c:v>
                </c:pt>
                <c:pt idx="1130">
                  <c:v>-0.864</c:v>
                </c:pt>
                <c:pt idx="1131">
                  <c:v>-0.92</c:v>
                </c:pt>
                <c:pt idx="1132">
                  <c:v>-0.977</c:v>
                </c:pt>
                <c:pt idx="1133">
                  <c:v>-1.034</c:v>
                </c:pt>
                <c:pt idx="1134">
                  <c:v>-1.092</c:v>
                </c:pt>
                <c:pt idx="1135">
                  <c:v>-1.15</c:v>
                </c:pt>
                <c:pt idx="1136">
                  <c:v>-1.207</c:v>
                </c:pt>
                <c:pt idx="1137">
                  <c:v>-1.264</c:v>
                </c:pt>
                <c:pt idx="1138">
                  <c:v>-1.319</c:v>
                </c:pt>
                <c:pt idx="1139">
                  <c:v>-1.373</c:v>
                </c:pt>
                <c:pt idx="1140">
                  <c:v>-1.425</c:v>
                </c:pt>
                <c:pt idx="1141">
                  <c:v>-1.474</c:v>
                </c:pt>
                <c:pt idx="1142">
                  <c:v>-1.52</c:v>
                </c:pt>
                <c:pt idx="1143">
                  <c:v>-1.562</c:v>
                </c:pt>
                <c:pt idx="1144">
                  <c:v>-1.6</c:v>
                </c:pt>
                <c:pt idx="1145">
                  <c:v>-1.632</c:v>
                </c:pt>
                <c:pt idx="1146">
                  <c:v>-1.659</c:v>
                </c:pt>
                <c:pt idx="1147">
                  <c:v>-1.68</c:v>
                </c:pt>
                <c:pt idx="1148">
                  <c:v>-1.695</c:v>
                </c:pt>
                <c:pt idx="1149">
                  <c:v>-1.702</c:v>
                </c:pt>
                <c:pt idx="1150">
                  <c:v>-1.701</c:v>
                </c:pt>
                <c:pt idx="1151">
                  <c:v>-1.693</c:v>
                </c:pt>
                <c:pt idx="1152">
                  <c:v>-1.677</c:v>
                </c:pt>
                <c:pt idx="1153">
                  <c:v>-1.652</c:v>
                </c:pt>
                <c:pt idx="1154">
                  <c:v>-1.619</c:v>
                </c:pt>
                <c:pt idx="1155">
                  <c:v>-1.578</c:v>
                </c:pt>
                <c:pt idx="1156">
                  <c:v>-1.529</c:v>
                </c:pt>
                <c:pt idx="1157">
                  <c:v>-1.472</c:v>
                </c:pt>
                <c:pt idx="1158">
                  <c:v>-1.407</c:v>
                </c:pt>
                <c:pt idx="1159">
                  <c:v>-1.335</c:v>
                </c:pt>
                <c:pt idx="1160">
                  <c:v>-1.256</c:v>
                </c:pt>
                <c:pt idx="1161">
                  <c:v>-1.171</c:v>
                </c:pt>
                <c:pt idx="1162">
                  <c:v>-1.081</c:v>
                </c:pt>
                <c:pt idx="1163">
                  <c:v>-0.987</c:v>
                </c:pt>
                <c:pt idx="1164">
                  <c:v>-0.888</c:v>
                </c:pt>
                <c:pt idx="1165">
                  <c:v>-0.787</c:v>
                </c:pt>
                <c:pt idx="1166">
                  <c:v>-0.683</c:v>
                </c:pt>
                <c:pt idx="1167">
                  <c:v>-0.578</c:v>
                </c:pt>
                <c:pt idx="1168">
                  <c:v>-0.472</c:v>
                </c:pt>
                <c:pt idx="1169">
                  <c:v>-0.367</c:v>
                </c:pt>
                <c:pt idx="1170">
                  <c:v>-0.263</c:v>
                </c:pt>
                <c:pt idx="1171">
                  <c:v>-0.16</c:v>
                </c:pt>
                <c:pt idx="1172">
                  <c:v>-0.061</c:v>
                </c:pt>
                <c:pt idx="1173">
                  <c:v>0.036</c:v>
                </c:pt>
                <c:pt idx="1174">
                  <c:v>0.128</c:v>
                </c:pt>
                <c:pt idx="1175">
                  <c:v>0.217</c:v>
                </c:pt>
                <c:pt idx="1176">
                  <c:v>0.3</c:v>
                </c:pt>
                <c:pt idx="1177">
                  <c:v>0.379</c:v>
                </c:pt>
                <c:pt idx="1178">
                  <c:v>0.452</c:v>
                </c:pt>
                <c:pt idx="1179">
                  <c:v>0.52</c:v>
                </c:pt>
                <c:pt idx="1180">
                  <c:v>0.582</c:v>
                </c:pt>
                <c:pt idx="1181">
                  <c:v>0.638</c:v>
                </c:pt>
                <c:pt idx="1182">
                  <c:v>0.689</c:v>
                </c:pt>
                <c:pt idx="1183">
                  <c:v>0.735</c:v>
                </c:pt>
                <c:pt idx="1184">
                  <c:v>0.775</c:v>
                </c:pt>
                <c:pt idx="1185">
                  <c:v>0.809</c:v>
                </c:pt>
                <c:pt idx="1186">
                  <c:v>0.839</c:v>
                </c:pt>
                <c:pt idx="1187">
                  <c:v>0.865</c:v>
                </c:pt>
                <c:pt idx="1188">
                  <c:v>0.886</c:v>
                </c:pt>
                <c:pt idx="1189">
                  <c:v>0.904</c:v>
                </c:pt>
                <c:pt idx="1190">
                  <c:v>0.918</c:v>
                </c:pt>
                <c:pt idx="1191">
                  <c:v>0.929</c:v>
                </c:pt>
                <c:pt idx="1192">
                  <c:v>0.938</c:v>
                </c:pt>
                <c:pt idx="1193">
                  <c:v>0.944</c:v>
                </c:pt>
                <c:pt idx="1194">
                  <c:v>0.948</c:v>
                </c:pt>
                <c:pt idx="1195">
                  <c:v>0.951</c:v>
                </c:pt>
                <c:pt idx="1196">
                  <c:v>0.952</c:v>
                </c:pt>
                <c:pt idx="1197">
                  <c:v>0.952</c:v>
                </c:pt>
                <c:pt idx="1198">
                  <c:v>0.951</c:v>
                </c:pt>
                <c:pt idx="1199">
                  <c:v>0.95</c:v>
                </c:pt>
                <c:pt idx="1200">
                  <c:v>0.949</c:v>
                </c:pt>
                <c:pt idx="1201">
                  <c:v>0.946</c:v>
                </c:pt>
                <c:pt idx="1202">
                  <c:v>0.944</c:v>
                </c:pt>
                <c:pt idx="1203">
                  <c:v>0.942</c:v>
                </c:pt>
                <c:pt idx="1204">
                  <c:v>0.939</c:v>
                </c:pt>
                <c:pt idx="1205">
                  <c:v>0.935</c:v>
                </c:pt>
                <c:pt idx="1206">
                  <c:v>0.932</c:v>
                </c:pt>
                <c:pt idx="1207">
                  <c:v>0.928</c:v>
                </c:pt>
                <c:pt idx="1208">
                  <c:v>0.923</c:v>
                </c:pt>
                <c:pt idx="1209">
                  <c:v>0.918</c:v>
                </c:pt>
                <c:pt idx="1210">
                  <c:v>0.911</c:v>
                </c:pt>
                <c:pt idx="1211">
                  <c:v>0.904</c:v>
                </c:pt>
                <c:pt idx="1212">
                  <c:v>0.895</c:v>
                </c:pt>
                <c:pt idx="1213">
                  <c:v>0.885</c:v>
                </c:pt>
                <c:pt idx="1214">
                  <c:v>0.873</c:v>
                </c:pt>
                <c:pt idx="1215">
                  <c:v>0.858</c:v>
                </c:pt>
                <c:pt idx="1216">
                  <c:v>0.842</c:v>
                </c:pt>
                <c:pt idx="1217">
                  <c:v>0.823</c:v>
                </c:pt>
                <c:pt idx="1218">
                  <c:v>0.801</c:v>
                </c:pt>
                <c:pt idx="1219">
                  <c:v>0.777</c:v>
                </c:pt>
                <c:pt idx="1220">
                  <c:v>0.749</c:v>
                </c:pt>
                <c:pt idx="1221">
                  <c:v>0.718</c:v>
                </c:pt>
                <c:pt idx="1222">
                  <c:v>0.684</c:v>
                </c:pt>
                <c:pt idx="1223">
                  <c:v>0.646</c:v>
                </c:pt>
                <c:pt idx="1224">
                  <c:v>0.604</c:v>
                </c:pt>
                <c:pt idx="1225">
                  <c:v>0.559</c:v>
                </c:pt>
                <c:pt idx="1226">
                  <c:v>0.509</c:v>
                </c:pt>
                <c:pt idx="1227">
                  <c:v>0.456</c:v>
                </c:pt>
                <c:pt idx="1228">
                  <c:v>0.398</c:v>
                </c:pt>
                <c:pt idx="1229">
                  <c:v>0.337</c:v>
                </c:pt>
                <c:pt idx="1230">
                  <c:v>0.271</c:v>
                </c:pt>
                <c:pt idx="1231">
                  <c:v>0.202</c:v>
                </c:pt>
                <c:pt idx="1232">
                  <c:v>0.129</c:v>
                </c:pt>
                <c:pt idx="1233">
                  <c:v>0.051</c:v>
                </c:pt>
                <c:pt idx="1234">
                  <c:v>-0.029</c:v>
                </c:pt>
                <c:pt idx="1235">
                  <c:v>-0.113</c:v>
                </c:pt>
                <c:pt idx="1236">
                  <c:v>-0.201</c:v>
                </c:pt>
                <c:pt idx="1237">
                  <c:v>-0.291</c:v>
                </c:pt>
                <c:pt idx="1238">
                  <c:v>-0.384</c:v>
                </c:pt>
                <c:pt idx="1239">
                  <c:v>-0.479</c:v>
                </c:pt>
                <c:pt idx="1240">
                  <c:v>-0.576</c:v>
                </c:pt>
                <c:pt idx="1241">
                  <c:v>-0.675</c:v>
                </c:pt>
                <c:pt idx="1242">
                  <c:v>-0.775</c:v>
                </c:pt>
                <c:pt idx="1243">
                  <c:v>-0.876</c:v>
                </c:pt>
                <c:pt idx="1244">
                  <c:v>-0.978</c:v>
                </c:pt>
                <c:pt idx="1245">
                  <c:v>-1.079</c:v>
                </c:pt>
                <c:pt idx="1246">
                  <c:v>-1.18</c:v>
                </c:pt>
                <c:pt idx="1247">
                  <c:v>-1.279</c:v>
                </c:pt>
                <c:pt idx="1248">
                  <c:v>-1.377</c:v>
                </c:pt>
                <c:pt idx="1249">
                  <c:v>-1.473</c:v>
                </c:pt>
                <c:pt idx="1250">
                  <c:v>-1.565</c:v>
                </c:pt>
                <c:pt idx="1251">
                  <c:v>-1.655</c:v>
                </c:pt>
                <c:pt idx="1252">
                  <c:v>-1.74</c:v>
                </c:pt>
                <c:pt idx="1253">
                  <c:v>-1.821</c:v>
                </c:pt>
                <c:pt idx="1254">
                  <c:v>-1.897</c:v>
                </c:pt>
                <c:pt idx="1255">
                  <c:v>-1.967</c:v>
                </c:pt>
                <c:pt idx="1256">
                  <c:v>-2.031</c:v>
                </c:pt>
                <c:pt idx="1257">
                  <c:v>-2.088</c:v>
                </c:pt>
                <c:pt idx="1258">
                  <c:v>-2.138</c:v>
                </c:pt>
                <c:pt idx="1259">
                  <c:v>-2.181</c:v>
                </c:pt>
                <c:pt idx="1260">
                  <c:v>-2.216</c:v>
                </c:pt>
                <c:pt idx="1261">
                  <c:v>-2.243</c:v>
                </c:pt>
                <c:pt idx="1262">
                  <c:v>-2.262</c:v>
                </c:pt>
                <c:pt idx="1263">
                  <c:v>-2.272</c:v>
                </c:pt>
                <c:pt idx="1264">
                  <c:v>-2.274</c:v>
                </c:pt>
                <c:pt idx="1265">
                  <c:v>-2.267</c:v>
                </c:pt>
                <c:pt idx="1266">
                  <c:v>-2.251</c:v>
                </c:pt>
                <c:pt idx="1267">
                  <c:v>-2.227</c:v>
                </c:pt>
                <c:pt idx="1268">
                  <c:v>-2.195</c:v>
                </c:pt>
                <c:pt idx="1269">
                  <c:v>-2.154</c:v>
                </c:pt>
                <c:pt idx="1270">
                  <c:v>-2.106</c:v>
                </c:pt>
                <c:pt idx="1271">
                  <c:v>-2.05</c:v>
                </c:pt>
                <c:pt idx="1272">
                  <c:v>-1.986</c:v>
                </c:pt>
                <c:pt idx="1273">
                  <c:v>-1.916</c:v>
                </c:pt>
                <c:pt idx="1274">
                  <c:v>-1.839</c:v>
                </c:pt>
                <c:pt idx="1275">
                  <c:v>-1.756</c:v>
                </c:pt>
                <c:pt idx="1276">
                  <c:v>-1.667</c:v>
                </c:pt>
                <c:pt idx="1277">
                  <c:v>-1.574</c:v>
                </c:pt>
                <c:pt idx="1278">
                  <c:v>-1.475</c:v>
                </c:pt>
                <c:pt idx="1279">
                  <c:v>-1.373</c:v>
                </c:pt>
                <c:pt idx="1280">
                  <c:v>-1.266</c:v>
                </c:pt>
                <c:pt idx="1281">
                  <c:v>-1.157</c:v>
                </c:pt>
                <c:pt idx="1282">
                  <c:v>-1.045</c:v>
                </c:pt>
                <c:pt idx="1283">
                  <c:v>-0.93</c:v>
                </c:pt>
                <c:pt idx="1284">
                  <c:v>-0.814</c:v>
                </c:pt>
                <c:pt idx="1285">
                  <c:v>-0.697</c:v>
                </c:pt>
                <c:pt idx="1286">
                  <c:v>-0.579</c:v>
                </c:pt>
                <c:pt idx="1287">
                  <c:v>-0.46</c:v>
                </c:pt>
                <c:pt idx="1288">
                  <c:v>-0.342</c:v>
                </c:pt>
                <c:pt idx="1289">
                  <c:v>-0.224</c:v>
                </c:pt>
                <c:pt idx="1290">
                  <c:v>-0.107</c:v>
                </c:pt>
                <c:pt idx="1291">
                  <c:v>0.008</c:v>
                </c:pt>
                <c:pt idx="1292">
                  <c:v>0.122</c:v>
                </c:pt>
                <c:pt idx="1293">
                  <c:v>0.234</c:v>
                </c:pt>
                <c:pt idx="1294">
                  <c:v>0.345</c:v>
                </c:pt>
                <c:pt idx="1295">
                  <c:v>0.452</c:v>
                </c:pt>
                <c:pt idx="1296">
                  <c:v>0.558</c:v>
                </c:pt>
                <c:pt idx="1297">
                  <c:v>0.66</c:v>
                </c:pt>
                <c:pt idx="1298">
                  <c:v>0.76</c:v>
                </c:pt>
                <c:pt idx="1299">
                  <c:v>0.857</c:v>
                </c:pt>
                <c:pt idx="1300">
                  <c:v>0.951</c:v>
                </c:pt>
                <c:pt idx="1301">
                  <c:v>1.041</c:v>
                </c:pt>
                <c:pt idx="1302">
                  <c:v>1.129</c:v>
                </c:pt>
                <c:pt idx="1303">
                  <c:v>1.213</c:v>
                </c:pt>
                <c:pt idx="1304">
                  <c:v>1.293</c:v>
                </c:pt>
                <c:pt idx="1305">
                  <c:v>1.37</c:v>
                </c:pt>
                <c:pt idx="1306">
                  <c:v>1.444</c:v>
                </c:pt>
                <c:pt idx="1307">
                  <c:v>1.514</c:v>
                </c:pt>
                <c:pt idx="1308">
                  <c:v>1.58</c:v>
                </c:pt>
                <c:pt idx="1309">
                  <c:v>1.642</c:v>
                </c:pt>
                <c:pt idx="1310">
                  <c:v>1.701</c:v>
                </c:pt>
                <c:pt idx="1311">
                  <c:v>1.756</c:v>
                </c:pt>
                <c:pt idx="1312">
                  <c:v>1.806</c:v>
                </c:pt>
                <c:pt idx="1313">
                  <c:v>1.853</c:v>
                </c:pt>
                <c:pt idx="1314">
                  <c:v>1.895</c:v>
                </c:pt>
                <c:pt idx="1315">
                  <c:v>1.933</c:v>
                </c:pt>
                <c:pt idx="1316">
                  <c:v>1.967</c:v>
                </c:pt>
                <c:pt idx="1317">
                  <c:v>1.997</c:v>
                </c:pt>
                <c:pt idx="1318">
                  <c:v>2.022</c:v>
                </c:pt>
                <c:pt idx="1319">
                  <c:v>2.043</c:v>
                </c:pt>
                <c:pt idx="1320">
                  <c:v>2.059</c:v>
                </c:pt>
                <c:pt idx="1321">
                  <c:v>2.071</c:v>
                </c:pt>
                <c:pt idx="1322">
                  <c:v>2.079</c:v>
                </c:pt>
                <c:pt idx="1323">
                  <c:v>2.082</c:v>
                </c:pt>
                <c:pt idx="1324">
                  <c:v>2.081</c:v>
                </c:pt>
                <c:pt idx="1325">
                  <c:v>2.075</c:v>
                </c:pt>
                <c:pt idx="1326">
                  <c:v>2.066</c:v>
                </c:pt>
                <c:pt idx="1327">
                  <c:v>2.052</c:v>
                </c:pt>
                <c:pt idx="1328">
                  <c:v>2.035</c:v>
                </c:pt>
                <c:pt idx="1329">
                  <c:v>2.013</c:v>
                </c:pt>
                <c:pt idx="1330">
                  <c:v>1.988</c:v>
                </c:pt>
                <c:pt idx="1331">
                  <c:v>1.96</c:v>
                </c:pt>
                <c:pt idx="1332">
                  <c:v>1.927</c:v>
                </c:pt>
                <c:pt idx="1333">
                  <c:v>1.892</c:v>
                </c:pt>
                <c:pt idx="1334">
                  <c:v>1.853</c:v>
                </c:pt>
                <c:pt idx="1335">
                  <c:v>1.811</c:v>
                </c:pt>
                <c:pt idx="1336">
                  <c:v>1.767</c:v>
                </c:pt>
                <c:pt idx="1337">
                  <c:v>1.719</c:v>
                </c:pt>
                <c:pt idx="1338">
                  <c:v>1.67</c:v>
                </c:pt>
                <c:pt idx="1339">
                  <c:v>1.617</c:v>
                </c:pt>
                <c:pt idx="1340">
                  <c:v>1.563</c:v>
                </c:pt>
                <c:pt idx="1341">
                  <c:v>1.507</c:v>
                </c:pt>
                <c:pt idx="1342">
                  <c:v>1.449</c:v>
                </c:pt>
                <c:pt idx="1343">
                  <c:v>1.39</c:v>
                </c:pt>
                <c:pt idx="1344">
                  <c:v>1.329</c:v>
                </c:pt>
                <c:pt idx="1345">
                  <c:v>1.267</c:v>
                </c:pt>
                <c:pt idx="1346">
                  <c:v>1.204</c:v>
                </c:pt>
                <c:pt idx="1347">
                  <c:v>1.14</c:v>
                </c:pt>
                <c:pt idx="1348">
                  <c:v>1.075</c:v>
                </c:pt>
                <c:pt idx="1349">
                  <c:v>1.01</c:v>
                </c:pt>
                <c:pt idx="1350">
                  <c:v>0.944</c:v>
                </c:pt>
                <c:pt idx="1351">
                  <c:v>0.878</c:v>
                </c:pt>
                <c:pt idx="1352">
                  <c:v>0.812</c:v>
                </c:pt>
                <c:pt idx="1353">
                  <c:v>0.746</c:v>
                </c:pt>
                <c:pt idx="1354">
                  <c:v>0.68</c:v>
                </c:pt>
                <c:pt idx="1355">
                  <c:v>0.615</c:v>
                </c:pt>
                <c:pt idx="1356">
                  <c:v>0.55</c:v>
                </c:pt>
                <c:pt idx="1357">
                  <c:v>0.485</c:v>
                </c:pt>
                <c:pt idx="1358">
                  <c:v>0.421</c:v>
                </c:pt>
                <c:pt idx="1359">
                  <c:v>0.358</c:v>
                </c:pt>
                <c:pt idx="1360">
                  <c:v>0.295</c:v>
                </c:pt>
                <c:pt idx="1361">
                  <c:v>0.234</c:v>
                </c:pt>
                <c:pt idx="1362">
                  <c:v>0.173</c:v>
                </c:pt>
                <c:pt idx="1363">
                  <c:v>0.114</c:v>
                </c:pt>
                <c:pt idx="1364">
                  <c:v>0.056</c:v>
                </c:pt>
                <c:pt idx="1365">
                  <c:v>0</c:v>
                </c:pt>
                <c:pt idx="1366">
                  <c:v>-0.055</c:v>
                </c:pt>
                <c:pt idx="1367">
                  <c:v>-0.109</c:v>
                </c:pt>
                <c:pt idx="1368">
                  <c:v>-0.16</c:v>
                </c:pt>
                <c:pt idx="1369">
                  <c:v>-0.209</c:v>
                </c:pt>
                <c:pt idx="1370">
                  <c:v>-0.256</c:v>
                </c:pt>
                <c:pt idx="1371">
                  <c:v>-0.301</c:v>
                </c:pt>
                <c:pt idx="1372">
                  <c:v>-0.343</c:v>
                </c:pt>
                <c:pt idx="1373">
                  <c:v>-0.383</c:v>
                </c:pt>
                <c:pt idx="1374">
                  <c:v>-0.42</c:v>
                </c:pt>
                <c:pt idx="1375">
                  <c:v>-0.453</c:v>
                </c:pt>
                <c:pt idx="1376">
                  <c:v>-0.483</c:v>
                </c:pt>
                <c:pt idx="1377">
                  <c:v>-0.51</c:v>
                </c:pt>
                <c:pt idx="1378">
                  <c:v>-0.534</c:v>
                </c:pt>
                <c:pt idx="1379">
                  <c:v>-0.553</c:v>
                </c:pt>
                <c:pt idx="1380">
                  <c:v>-0.568</c:v>
                </c:pt>
                <c:pt idx="1381">
                  <c:v>-0.58</c:v>
                </c:pt>
                <c:pt idx="1382">
                  <c:v>-0.587</c:v>
                </c:pt>
                <c:pt idx="1383">
                  <c:v>-0.589</c:v>
                </c:pt>
                <c:pt idx="1384">
                  <c:v>-0.588</c:v>
                </c:pt>
                <c:pt idx="1385">
                  <c:v>-0.581</c:v>
                </c:pt>
                <c:pt idx="1386">
                  <c:v>-0.57</c:v>
                </c:pt>
                <c:pt idx="1387">
                  <c:v>-0.554</c:v>
                </c:pt>
                <c:pt idx="1388">
                  <c:v>-0.533</c:v>
                </c:pt>
                <c:pt idx="1389">
                  <c:v>-0.508</c:v>
                </c:pt>
                <c:pt idx="1390">
                  <c:v>-0.478</c:v>
                </c:pt>
                <c:pt idx="1391">
                  <c:v>-0.443</c:v>
                </c:pt>
                <c:pt idx="1392">
                  <c:v>-0.404</c:v>
                </c:pt>
                <c:pt idx="1393">
                  <c:v>-0.36</c:v>
                </c:pt>
                <c:pt idx="1394">
                  <c:v>-0.313</c:v>
                </c:pt>
                <c:pt idx="1395">
                  <c:v>-0.261</c:v>
                </c:pt>
                <c:pt idx="1396">
                  <c:v>-0.206</c:v>
                </c:pt>
                <c:pt idx="1397">
                  <c:v>-0.147</c:v>
                </c:pt>
                <c:pt idx="1398">
                  <c:v>-0.085</c:v>
                </c:pt>
                <c:pt idx="1399">
                  <c:v>-0.02</c:v>
                </c:pt>
                <c:pt idx="1400">
                  <c:v>0.048</c:v>
                </c:pt>
                <c:pt idx="1401">
                  <c:v>0.117</c:v>
                </c:pt>
                <c:pt idx="1402">
                  <c:v>0.189</c:v>
                </c:pt>
                <c:pt idx="1403">
                  <c:v>0.262</c:v>
                </c:pt>
                <c:pt idx="1404">
                  <c:v>0.336</c:v>
                </c:pt>
                <c:pt idx="1405">
                  <c:v>0.411</c:v>
                </c:pt>
                <c:pt idx="1406">
                  <c:v>0.487</c:v>
                </c:pt>
                <c:pt idx="1407">
                  <c:v>0.563</c:v>
                </c:pt>
                <c:pt idx="1408">
                  <c:v>0.639</c:v>
                </c:pt>
                <c:pt idx="1409">
                  <c:v>0.715</c:v>
                </c:pt>
                <c:pt idx="1410">
                  <c:v>0.791</c:v>
                </c:pt>
                <c:pt idx="1411">
                  <c:v>0.867</c:v>
                </c:pt>
                <c:pt idx="1412">
                  <c:v>0.942</c:v>
                </c:pt>
                <c:pt idx="1413">
                  <c:v>1.017</c:v>
                </c:pt>
                <c:pt idx="1414">
                  <c:v>1.091</c:v>
                </c:pt>
                <c:pt idx="1415">
                  <c:v>1.165</c:v>
                </c:pt>
                <c:pt idx="1416">
                  <c:v>1.238</c:v>
                </c:pt>
                <c:pt idx="1417">
                  <c:v>1.31</c:v>
                </c:pt>
                <c:pt idx="1418">
                  <c:v>1.383</c:v>
                </c:pt>
                <c:pt idx="1419">
                  <c:v>1.454</c:v>
                </c:pt>
                <c:pt idx="1420">
                  <c:v>1.525</c:v>
                </c:pt>
                <c:pt idx="1421">
                  <c:v>1.596</c:v>
                </c:pt>
                <c:pt idx="1422">
                  <c:v>1.666</c:v>
                </c:pt>
                <c:pt idx="1423">
                  <c:v>1.736</c:v>
                </c:pt>
                <c:pt idx="1424">
                  <c:v>1.806</c:v>
                </c:pt>
                <c:pt idx="1425">
                  <c:v>1.874</c:v>
                </c:pt>
                <c:pt idx="1426">
                  <c:v>1.943</c:v>
                </c:pt>
                <c:pt idx="1427">
                  <c:v>2.01</c:v>
                </c:pt>
                <c:pt idx="1428">
                  <c:v>2.076</c:v>
                </c:pt>
                <c:pt idx="1429">
                  <c:v>2.142</c:v>
                </c:pt>
                <c:pt idx="1430">
                  <c:v>2.206</c:v>
                </c:pt>
                <c:pt idx="1431">
                  <c:v>2.268</c:v>
                </c:pt>
                <c:pt idx="1432">
                  <c:v>2.329</c:v>
                </c:pt>
                <c:pt idx="1433">
                  <c:v>2.388</c:v>
                </c:pt>
                <c:pt idx="1434">
                  <c:v>2.445</c:v>
                </c:pt>
                <c:pt idx="1435">
                  <c:v>2.499</c:v>
                </c:pt>
                <c:pt idx="1436">
                  <c:v>2.55</c:v>
                </c:pt>
                <c:pt idx="1437">
                  <c:v>2.599</c:v>
                </c:pt>
                <c:pt idx="1438">
                  <c:v>2.644</c:v>
                </c:pt>
                <c:pt idx="1439">
                  <c:v>2.685</c:v>
                </c:pt>
                <c:pt idx="1440">
                  <c:v>2.723</c:v>
                </c:pt>
                <c:pt idx="1441">
                  <c:v>2.757</c:v>
                </c:pt>
                <c:pt idx="1442">
                  <c:v>2.786</c:v>
                </c:pt>
                <c:pt idx="1443">
                  <c:v>2.811</c:v>
                </c:pt>
                <c:pt idx="1444">
                  <c:v>2.831</c:v>
                </c:pt>
                <c:pt idx="1445">
                  <c:v>2.846</c:v>
                </c:pt>
                <c:pt idx="1446">
                  <c:v>2.857</c:v>
                </c:pt>
                <c:pt idx="1447">
                  <c:v>2.862</c:v>
                </c:pt>
                <c:pt idx="1448">
                  <c:v>2.862</c:v>
                </c:pt>
                <c:pt idx="1449">
                  <c:v>2.856</c:v>
                </c:pt>
                <c:pt idx="1450">
                  <c:v>2.845</c:v>
                </c:pt>
                <c:pt idx="1451">
                  <c:v>2.828</c:v>
                </c:pt>
                <c:pt idx="1452">
                  <c:v>2.806</c:v>
                </c:pt>
                <c:pt idx="1453">
                  <c:v>2.779</c:v>
                </c:pt>
                <c:pt idx="1454">
                  <c:v>2.746</c:v>
                </c:pt>
                <c:pt idx="1455">
                  <c:v>2.708</c:v>
                </c:pt>
                <c:pt idx="1456">
                  <c:v>2.664</c:v>
                </c:pt>
                <c:pt idx="1457">
                  <c:v>2.616</c:v>
                </c:pt>
                <c:pt idx="1458">
                  <c:v>2.563</c:v>
                </c:pt>
                <c:pt idx="1459">
                  <c:v>2.505</c:v>
                </c:pt>
                <c:pt idx="1460">
                  <c:v>2.443</c:v>
                </c:pt>
                <c:pt idx="1461">
                  <c:v>2.377</c:v>
                </c:pt>
                <c:pt idx="1462">
                  <c:v>2.308</c:v>
                </c:pt>
                <c:pt idx="1463">
                  <c:v>2.235</c:v>
                </c:pt>
                <c:pt idx="1464">
                  <c:v>2.159</c:v>
                </c:pt>
                <c:pt idx="1465">
                  <c:v>2.08</c:v>
                </c:pt>
                <c:pt idx="1466">
                  <c:v>1.999</c:v>
                </c:pt>
                <c:pt idx="1467">
                  <c:v>1.916</c:v>
                </c:pt>
                <c:pt idx="1468">
                  <c:v>1.831</c:v>
                </c:pt>
                <c:pt idx="1469">
                  <c:v>1.745</c:v>
                </c:pt>
                <c:pt idx="1470">
                  <c:v>1.657</c:v>
                </c:pt>
                <c:pt idx="1471">
                  <c:v>1.569</c:v>
                </c:pt>
                <c:pt idx="1472">
                  <c:v>1.481</c:v>
                </c:pt>
                <c:pt idx="1473">
                  <c:v>1.392</c:v>
                </c:pt>
                <c:pt idx="1474">
                  <c:v>1.302</c:v>
                </c:pt>
                <c:pt idx="1475">
                  <c:v>1.213</c:v>
                </c:pt>
                <c:pt idx="1476">
                  <c:v>1.123</c:v>
                </c:pt>
                <c:pt idx="1477">
                  <c:v>1.033</c:v>
                </c:pt>
                <c:pt idx="1478">
                  <c:v>0.944</c:v>
                </c:pt>
                <c:pt idx="1479">
                  <c:v>0.854</c:v>
                </c:pt>
                <c:pt idx="1480">
                  <c:v>0.765</c:v>
                </c:pt>
                <c:pt idx="1481">
                  <c:v>0.675</c:v>
                </c:pt>
                <c:pt idx="1482">
                  <c:v>0.586</c:v>
                </c:pt>
                <c:pt idx="1483">
                  <c:v>0.497</c:v>
                </c:pt>
                <c:pt idx="1484">
                  <c:v>0.408</c:v>
                </c:pt>
                <c:pt idx="1485">
                  <c:v>0.319</c:v>
                </c:pt>
                <c:pt idx="1486">
                  <c:v>0.231</c:v>
                </c:pt>
                <c:pt idx="1487">
                  <c:v>0.143</c:v>
                </c:pt>
                <c:pt idx="1488">
                  <c:v>0.055</c:v>
                </c:pt>
                <c:pt idx="1489">
                  <c:v>-0.032</c:v>
                </c:pt>
                <c:pt idx="1490">
                  <c:v>-0.118</c:v>
                </c:pt>
                <c:pt idx="1491">
                  <c:v>-0.203</c:v>
                </c:pt>
                <c:pt idx="1492">
                  <c:v>-0.287</c:v>
                </c:pt>
                <c:pt idx="1493">
                  <c:v>-0.369</c:v>
                </c:pt>
                <c:pt idx="1494">
                  <c:v>-0.451</c:v>
                </c:pt>
                <c:pt idx="1495">
                  <c:v>-0.53</c:v>
                </c:pt>
                <c:pt idx="1496">
                  <c:v>-0.607</c:v>
                </c:pt>
                <c:pt idx="1497">
                  <c:v>-0.682</c:v>
                </c:pt>
                <c:pt idx="1498">
                  <c:v>-0.754</c:v>
                </c:pt>
                <c:pt idx="1499">
                  <c:v>-0.824</c:v>
                </c:pt>
                <c:pt idx="1500">
                  <c:v>-0.891</c:v>
                </c:pt>
                <c:pt idx="1501">
                  <c:v>-0.954</c:v>
                </c:pt>
                <c:pt idx="1502">
                  <c:v>-1.014</c:v>
                </c:pt>
                <c:pt idx="1503">
                  <c:v>-1.07</c:v>
                </c:pt>
                <c:pt idx="1504">
                  <c:v>-1.123</c:v>
                </c:pt>
                <c:pt idx="1505">
                  <c:v>-1.171</c:v>
                </c:pt>
                <c:pt idx="1506">
                  <c:v>-1.215</c:v>
                </c:pt>
                <c:pt idx="1507">
                  <c:v>-1.255</c:v>
                </c:pt>
                <c:pt idx="1508">
                  <c:v>-1.29</c:v>
                </c:pt>
                <c:pt idx="1509">
                  <c:v>-1.321</c:v>
                </c:pt>
                <c:pt idx="1510">
                  <c:v>-1.348</c:v>
                </c:pt>
                <c:pt idx="1511">
                  <c:v>-1.37</c:v>
                </c:pt>
                <c:pt idx="1512">
                  <c:v>-1.388</c:v>
                </c:pt>
                <c:pt idx="1513">
                  <c:v>-1.403</c:v>
                </c:pt>
                <c:pt idx="1514">
                  <c:v>-1.413</c:v>
                </c:pt>
                <c:pt idx="1515">
                  <c:v>-1.42</c:v>
                </c:pt>
                <c:pt idx="1516">
                  <c:v>-1.424</c:v>
                </c:pt>
                <c:pt idx="1517">
                  <c:v>-1.426</c:v>
                </c:pt>
                <c:pt idx="1518">
                  <c:v>-1.425</c:v>
                </c:pt>
                <c:pt idx="1519">
                  <c:v>-1.422</c:v>
                </c:pt>
                <c:pt idx="1520">
                  <c:v>-1.418</c:v>
                </c:pt>
                <c:pt idx="1521">
                  <c:v>-1.413</c:v>
                </c:pt>
                <c:pt idx="1522">
                  <c:v>-1.407</c:v>
                </c:pt>
                <c:pt idx="1523">
                  <c:v>-1.401</c:v>
                </c:pt>
                <c:pt idx="1524">
                  <c:v>-1.395</c:v>
                </c:pt>
                <c:pt idx="1525">
                  <c:v>-1.39</c:v>
                </c:pt>
                <c:pt idx="1526">
                  <c:v>-1.385</c:v>
                </c:pt>
                <c:pt idx="1527">
                  <c:v>-1.381</c:v>
                </c:pt>
                <c:pt idx="1528">
                  <c:v>-1.378</c:v>
                </c:pt>
                <c:pt idx="1529">
                  <c:v>-1.375</c:v>
                </c:pt>
                <c:pt idx="1530">
                  <c:v>-1.374</c:v>
                </c:pt>
                <c:pt idx="1531">
                  <c:v>-1.373</c:v>
                </c:pt>
                <c:pt idx="1532">
                  <c:v>-1.372</c:v>
                </c:pt>
                <c:pt idx="1533">
                  <c:v>-1.371</c:v>
                </c:pt>
                <c:pt idx="1534">
                  <c:v>-1.37</c:v>
                </c:pt>
                <c:pt idx="1535">
                  <c:v>-1.369</c:v>
                </c:pt>
                <c:pt idx="1536">
                  <c:v>-1.367</c:v>
                </c:pt>
                <c:pt idx="1537">
                  <c:v>-1.363</c:v>
                </c:pt>
                <c:pt idx="1538">
                  <c:v>-1.357</c:v>
                </c:pt>
                <c:pt idx="1539">
                  <c:v>-1.349</c:v>
                </c:pt>
                <c:pt idx="1540">
                  <c:v>-1.338</c:v>
                </c:pt>
                <c:pt idx="1541">
                  <c:v>-1.325</c:v>
                </c:pt>
                <c:pt idx="1542">
                  <c:v>-1.307</c:v>
                </c:pt>
                <c:pt idx="1543">
                  <c:v>-1.286</c:v>
                </c:pt>
                <c:pt idx="1544">
                  <c:v>-1.26</c:v>
                </c:pt>
                <c:pt idx="1545">
                  <c:v>-1.23</c:v>
                </c:pt>
                <c:pt idx="1546">
                  <c:v>-1.196</c:v>
                </c:pt>
                <c:pt idx="1547">
                  <c:v>-1.156</c:v>
                </c:pt>
                <c:pt idx="1548">
                  <c:v>-1.111</c:v>
                </c:pt>
                <c:pt idx="1549">
                  <c:v>-1.062</c:v>
                </c:pt>
                <c:pt idx="1550">
                  <c:v>-1.007</c:v>
                </c:pt>
                <c:pt idx="1551">
                  <c:v>-0.948</c:v>
                </c:pt>
                <c:pt idx="1552">
                  <c:v>-0.883</c:v>
                </c:pt>
                <c:pt idx="1553">
                  <c:v>-0.814</c:v>
                </c:pt>
                <c:pt idx="1554">
                  <c:v>-0.741</c:v>
                </c:pt>
                <c:pt idx="1555">
                  <c:v>-0.663</c:v>
                </c:pt>
                <c:pt idx="1556">
                  <c:v>-0.581</c:v>
                </c:pt>
                <c:pt idx="1557">
                  <c:v>-0.495</c:v>
                </c:pt>
                <c:pt idx="1558">
                  <c:v>-0.406</c:v>
                </c:pt>
                <c:pt idx="1559">
                  <c:v>-0.314</c:v>
                </c:pt>
                <c:pt idx="1560">
                  <c:v>-0.22</c:v>
                </c:pt>
                <c:pt idx="1561">
                  <c:v>-0.123</c:v>
                </c:pt>
                <c:pt idx="1562">
                  <c:v>-0.024</c:v>
                </c:pt>
                <c:pt idx="1563">
                  <c:v>0.075</c:v>
                </c:pt>
                <c:pt idx="1564">
                  <c:v>0.176</c:v>
                </c:pt>
                <c:pt idx="1565">
                  <c:v>0.277</c:v>
                </c:pt>
                <c:pt idx="1566">
                  <c:v>0.378</c:v>
                </c:pt>
                <c:pt idx="1567">
                  <c:v>0.477</c:v>
                </c:pt>
                <c:pt idx="1568">
                  <c:v>0.576</c:v>
                </c:pt>
                <c:pt idx="1569">
                  <c:v>0.673</c:v>
                </c:pt>
                <c:pt idx="1570">
                  <c:v>0.767</c:v>
                </c:pt>
                <c:pt idx="1571">
                  <c:v>0.858</c:v>
                </c:pt>
                <c:pt idx="1572">
                  <c:v>0.946</c:v>
                </c:pt>
                <c:pt idx="1573">
                  <c:v>1.029</c:v>
                </c:pt>
                <c:pt idx="1574">
                  <c:v>1.108</c:v>
                </c:pt>
                <c:pt idx="1575">
                  <c:v>1.182</c:v>
                </c:pt>
                <c:pt idx="1576">
                  <c:v>1.25</c:v>
                </c:pt>
                <c:pt idx="1577">
                  <c:v>1.313</c:v>
                </c:pt>
                <c:pt idx="1578">
                  <c:v>1.369</c:v>
                </c:pt>
                <c:pt idx="1579">
                  <c:v>1.419</c:v>
                </c:pt>
                <c:pt idx="1580">
                  <c:v>1.461</c:v>
                </c:pt>
                <c:pt idx="1581">
                  <c:v>1.497</c:v>
                </c:pt>
                <c:pt idx="1582">
                  <c:v>1.525</c:v>
                </c:pt>
                <c:pt idx="1583">
                  <c:v>1.547</c:v>
                </c:pt>
                <c:pt idx="1584">
                  <c:v>1.561</c:v>
                </c:pt>
                <c:pt idx="1585">
                  <c:v>1.567</c:v>
                </c:pt>
                <c:pt idx="1586">
                  <c:v>1.567</c:v>
                </c:pt>
                <c:pt idx="1587">
                  <c:v>1.56</c:v>
                </c:pt>
                <c:pt idx="1588">
                  <c:v>1.546</c:v>
                </c:pt>
                <c:pt idx="1589">
                  <c:v>1.526</c:v>
                </c:pt>
                <c:pt idx="1590">
                  <c:v>1.499</c:v>
                </c:pt>
                <c:pt idx="1591">
                  <c:v>1.467</c:v>
                </c:pt>
                <c:pt idx="1592">
                  <c:v>1.429</c:v>
                </c:pt>
                <c:pt idx="1593">
                  <c:v>1.387</c:v>
                </c:pt>
                <c:pt idx="1594">
                  <c:v>1.339</c:v>
                </c:pt>
                <c:pt idx="1595">
                  <c:v>1.288</c:v>
                </c:pt>
                <c:pt idx="1596">
                  <c:v>1.232</c:v>
                </c:pt>
                <c:pt idx="1597">
                  <c:v>1.173</c:v>
                </c:pt>
                <c:pt idx="1598">
                  <c:v>1.111</c:v>
                </c:pt>
                <c:pt idx="1599">
                  <c:v>1.046</c:v>
                </c:pt>
                <c:pt idx="1600">
                  <c:v>0.979</c:v>
                </c:pt>
                <c:pt idx="1601">
                  <c:v>0.909</c:v>
                </c:pt>
                <c:pt idx="1602">
                  <c:v>0.838</c:v>
                </c:pt>
                <c:pt idx="1603">
                  <c:v>0.765</c:v>
                </c:pt>
                <c:pt idx="1604">
                  <c:v>0.69</c:v>
                </c:pt>
                <c:pt idx="1605">
                  <c:v>0.614</c:v>
                </c:pt>
                <c:pt idx="1606">
                  <c:v>0.536</c:v>
                </c:pt>
                <c:pt idx="1607">
                  <c:v>0.457</c:v>
                </c:pt>
                <c:pt idx="1608">
                  <c:v>0.376</c:v>
                </c:pt>
                <c:pt idx="1609">
                  <c:v>0.294</c:v>
                </c:pt>
                <c:pt idx="1610">
                  <c:v>0.21</c:v>
                </c:pt>
                <c:pt idx="1611">
                  <c:v>0.125</c:v>
                </c:pt>
                <c:pt idx="1612">
                  <c:v>0.038</c:v>
                </c:pt>
                <c:pt idx="1613">
                  <c:v>-0.051</c:v>
                </c:pt>
                <c:pt idx="1614">
                  <c:v>-0.142</c:v>
                </c:pt>
                <c:pt idx="1615">
                  <c:v>-0.236</c:v>
                </c:pt>
                <c:pt idx="1616">
                  <c:v>-0.332</c:v>
                </c:pt>
                <c:pt idx="1617">
                  <c:v>-0.43</c:v>
                </c:pt>
                <c:pt idx="1618">
                  <c:v>-0.531</c:v>
                </c:pt>
                <c:pt idx="1619">
                  <c:v>-0.635</c:v>
                </c:pt>
                <c:pt idx="1620">
                  <c:v>-0.741</c:v>
                </c:pt>
                <c:pt idx="1621">
                  <c:v>-0.85</c:v>
                </c:pt>
                <c:pt idx="1622">
                  <c:v>-0.962</c:v>
                </c:pt>
                <c:pt idx="1623">
                  <c:v>-1.075</c:v>
                </c:pt>
                <c:pt idx="1624">
                  <c:v>-1.191</c:v>
                </c:pt>
                <c:pt idx="1625">
                  <c:v>-1.308</c:v>
                </c:pt>
                <c:pt idx="1626">
                  <c:v>-1.426</c:v>
                </c:pt>
                <c:pt idx="1627">
                  <c:v>-1.544</c:v>
                </c:pt>
                <c:pt idx="1628">
                  <c:v>-1.663</c:v>
                </c:pt>
                <c:pt idx="1629">
                  <c:v>-1.781</c:v>
                </c:pt>
                <c:pt idx="1630">
                  <c:v>-1.897</c:v>
                </c:pt>
                <c:pt idx="1631">
                  <c:v>-2.01</c:v>
                </c:pt>
                <c:pt idx="1632">
                  <c:v>-2.121</c:v>
                </c:pt>
                <c:pt idx="1633">
                  <c:v>-2.227</c:v>
                </c:pt>
                <c:pt idx="1634">
                  <c:v>-2.328</c:v>
                </c:pt>
                <c:pt idx="1635">
                  <c:v>-2.423</c:v>
                </c:pt>
                <c:pt idx="1636">
                  <c:v>-2.51</c:v>
                </c:pt>
                <c:pt idx="1637">
                  <c:v>-2.59</c:v>
                </c:pt>
                <c:pt idx="1638">
                  <c:v>-2.662</c:v>
                </c:pt>
                <c:pt idx="1639">
                  <c:v>-2.724</c:v>
                </c:pt>
                <c:pt idx="1640">
                  <c:v>-2.775</c:v>
                </c:pt>
                <c:pt idx="1641">
                  <c:v>-2.816</c:v>
                </c:pt>
                <c:pt idx="1642">
                  <c:v>-2.846</c:v>
                </c:pt>
                <c:pt idx="1643">
                  <c:v>-2.865</c:v>
                </c:pt>
                <c:pt idx="1644">
                  <c:v>-2.871</c:v>
                </c:pt>
                <c:pt idx="1645">
                  <c:v>-2.866</c:v>
                </c:pt>
                <c:pt idx="1646">
                  <c:v>-2.848</c:v>
                </c:pt>
                <c:pt idx="1647">
                  <c:v>-2.819</c:v>
                </c:pt>
                <c:pt idx="1648">
                  <c:v>-2.778</c:v>
                </c:pt>
                <c:pt idx="1649">
                  <c:v>-2.726</c:v>
                </c:pt>
                <c:pt idx="1650">
                  <c:v>-2.662</c:v>
                </c:pt>
                <c:pt idx="1651">
                  <c:v>-2.588</c:v>
                </c:pt>
                <c:pt idx="1652">
                  <c:v>-2.504</c:v>
                </c:pt>
                <c:pt idx="1653">
                  <c:v>-2.41</c:v>
                </c:pt>
                <c:pt idx="1654">
                  <c:v>-2.307</c:v>
                </c:pt>
                <c:pt idx="1655">
                  <c:v>-2.196</c:v>
                </c:pt>
                <c:pt idx="1656">
                  <c:v>-2.078</c:v>
                </c:pt>
                <c:pt idx="1657">
                  <c:v>-1.953</c:v>
                </c:pt>
                <c:pt idx="1658">
                  <c:v>-1.822</c:v>
                </c:pt>
                <c:pt idx="1659">
                  <c:v>-1.686</c:v>
                </c:pt>
                <c:pt idx="1660">
                  <c:v>-1.545</c:v>
                </c:pt>
                <c:pt idx="1661">
                  <c:v>-1.401</c:v>
                </c:pt>
                <c:pt idx="1662">
                  <c:v>-1.254</c:v>
                </c:pt>
                <c:pt idx="1663">
                  <c:v>-1.105</c:v>
                </c:pt>
                <c:pt idx="1664">
                  <c:v>-0.956</c:v>
                </c:pt>
                <c:pt idx="1665">
                  <c:v>-0.805</c:v>
                </c:pt>
                <c:pt idx="1666">
                  <c:v>-0.655</c:v>
                </c:pt>
                <c:pt idx="1667">
                  <c:v>-0.506</c:v>
                </c:pt>
                <c:pt idx="1668">
                  <c:v>-0.359</c:v>
                </c:pt>
                <c:pt idx="1669">
                  <c:v>-0.214</c:v>
                </c:pt>
                <c:pt idx="1670">
                  <c:v>-0.073</c:v>
                </c:pt>
                <c:pt idx="1671">
                  <c:v>0.065</c:v>
                </c:pt>
                <c:pt idx="1672">
                  <c:v>0.199</c:v>
                </c:pt>
                <c:pt idx="1673">
                  <c:v>0.327</c:v>
                </c:pt>
                <c:pt idx="1674">
                  <c:v>0.45</c:v>
                </c:pt>
                <c:pt idx="1675">
                  <c:v>0.567</c:v>
                </c:pt>
                <c:pt idx="1676">
                  <c:v>0.677</c:v>
                </c:pt>
                <c:pt idx="1677">
                  <c:v>0.779</c:v>
                </c:pt>
                <c:pt idx="1678">
                  <c:v>0.875</c:v>
                </c:pt>
                <c:pt idx="1679">
                  <c:v>0.962</c:v>
                </c:pt>
                <c:pt idx="1680">
                  <c:v>1.041</c:v>
                </c:pt>
                <c:pt idx="1681">
                  <c:v>1.111</c:v>
                </c:pt>
                <c:pt idx="1682">
                  <c:v>1.172</c:v>
                </c:pt>
                <c:pt idx="1683">
                  <c:v>1.223</c:v>
                </c:pt>
                <c:pt idx="1684">
                  <c:v>1.265</c:v>
                </c:pt>
                <c:pt idx="1685">
                  <c:v>1.297</c:v>
                </c:pt>
                <c:pt idx="1686">
                  <c:v>1.319</c:v>
                </c:pt>
                <c:pt idx="1687">
                  <c:v>1.332</c:v>
                </c:pt>
                <c:pt idx="1688">
                  <c:v>1.334</c:v>
                </c:pt>
                <c:pt idx="1689">
                  <c:v>1.326</c:v>
                </c:pt>
                <c:pt idx="1690">
                  <c:v>1.308</c:v>
                </c:pt>
                <c:pt idx="1691">
                  <c:v>1.281</c:v>
                </c:pt>
                <c:pt idx="1692">
                  <c:v>1.244</c:v>
                </c:pt>
                <c:pt idx="1693">
                  <c:v>1.197</c:v>
                </c:pt>
                <c:pt idx="1694">
                  <c:v>1.142</c:v>
                </c:pt>
                <c:pt idx="1695">
                  <c:v>1.078</c:v>
                </c:pt>
                <c:pt idx="1696">
                  <c:v>1.006</c:v>
                </c:pt>
                <c:pt idx="1697">
                  <c:v>0.926</c:v>
                </c:pt>
                <c:pt idx="1698">
                  <c:v>0.839</c:v>
                </c:pt>
                <c:pt idx="1699">
                  <c:v>0.745</c:v>
                </c:pt>
                <c:pt idx="1700">
                  <c:v>0.646</c:v>
                </c:pt>
                <c:pt idx="1701">
                  <c:v>0.541</c:v>
                </c:pt>
                <c:pt idx="1702">
                  <c:v>0.432</c:v>
                </c:pt>
                <c:pt idx="1703">
                  <c:v>0.319</c:v>
                </c:pt>
                <c:pt idx="1704">
                  <c:v>0.203</c:v>
                </c:pt>
                <c:pt idx="1705">
                  <c:v>0.086</c:v>
                </c:pt>
                <c:pt idx="1706">
                  <c:v>-0.033</c:v>
                </c:pt>
                <c:pt idx="1707">
                  <c:v>-0.153</c:v>
                </c:pt>
                <c:pt idx="1708">
                  <c:v>-0.272</c:v>
                </c:pt>
                <c:pt idx="1709">
                  <c:v>-0.39</c:v>
                </c:pt>
                <c:pt idx="1710">
                  <c:v>-0.505</c:v>
                </c:pt>
                <c:pt idx="1711">
                  <c:v>-0.618</c:v>
                </c:pt>
                <c:pt idx="1712">
                  <c:v>-0.727</c:v>
                </c:pt>
                <c:pt idx="1713">
                  <c:v>-0.832</c:v>
                </c:pt>
                <c:pt idx="1714">
                  <c:v>-0.932</c:v>
                </c:pt>
                <c:pt idx="1715">
                  <c:v>-1.027</c:v>
                </c:pt>
                <c:pt idx="1716">
                  <c:v>-1.115</c:v>
                </c:pt>
                <c:pt idx="1717">
                  <c:v>-1.197</c:v>
                </c:pt>
                <c:pt idx="1718">
                  <c:v>-1.272</c:v>
                </c:pt>
                <c:pt idx="1719">
                  <c:v>-1.34</c:v>
                </c:pt>
                <c:pt idx="1720">
                  <c:v>-1.4</c:v>
                </c:pt>
                <c:pt idx="1721">
                  <c:v>-1.452</c:v>
                </c:pt>
                <c:pt idx="1722">
                  <c:v>-1.497</c:v>
                </c:pt>
                <c:pt idx="1723">
                  <c:v>-1.535</c:v>
                </c:pt>
                <c:pt idx="1724">
                  <c:v>-1.564</c:v>
                </c:pt>
                <c:pt idx="1725">
                  <c:v>-1.586</c:v>
                </c:pt>
                <c:pt idx="1726">
                  <c:v>-1.601</c:v>
                </c:pt>
                <c:pt idx="1727">
                  <c:v>-1.608</c:v>
                </c:pt>
                <c:pt idx="1728">
                  <c:v>-1.609</c:v>
                </c:pt>
                <c:pt idx="1729">
                  <c:v>-1.604</c:v>
                </c:pt>
                <c:pt idx="1730">
                  <c:v>-1.593</c:v>
                </c:pt>
                <c:pt idx="1731">
                  <c:v>-1.576</c:v>
                </c:pt>
                <c:pt idx="1732">
                  <c:v>-1.554</c:v>
                </c:pt>
                <c:pt idx="1733">
                  <c:v>-1.528</c:v>
                </c:pt>
                <c:pt idx="1734">
                  <c:v>-1.498</c:v>
                </c:pt>
                <c:pt idx="1735">
                  <c:v>-1.465</c:v>
                </c:pt>
                <c:pt idx="1736">
                  <c:v>-1.429</c:v>
                </c:pt>
                <c:pt idx="1737">
                  <c:v>-1.391</c:v>
                </c:pt>
                <c:pt idx="1738">
                  <c:v>-1.352</c:v>
                </c:pt>
                <c:pt idx="1739">
                  <c:v>-1.312</c:v>
                </c:pt>
                <c:pt idx="1740">
                  <c:v>-1.271</c:v>
                </c:pt>
                <c:pt idx="1741">
                  <c:v>-1.23</c:v>
                </c:pt>
                <c:pt idx="1742">
                  <c:v>-1.19</c:v>
                </c:pt>
                <c:pt idx="1743">
                  <c:v>-1.151</c:v>
                </c:pt>
                <c:pt idx="1744">
                  <c:v>-1.114</c:v>
                </c:pt>
                <c:pt idx="1745">
                  <c:v>-1.078</c:v>
                </c:pt>
                <c:pt idx="1746">
                  <c:v>-1.044</c:v>
                </c:pt>
                <c:pt idx="1747">
                  <c:v>-1.011</c:v>
                </c:pt>
                <c:pt idx="1748">
                  <c:v>-0.981</c:v>
                </c:pt>
                <c:pt idx="1749">
                  <c:v>-0.954</c:v>
                </c:pt>
                <c:pt idx="1750">
                  <c:v>-0.928</c:v>
                </c:pt>
                <c:pt idx="1751">
                  <c:v>-0.904</c:v>
                </c:pt>
                <c:pt idx="1752">
                  <c:v>-0.882</c:v>
                </c:pt>
                <c:pt idx="1753">
                  <c:v>-0.861</c:v>
                </c:pt>
                <c:pt idx="1754">
                  <c:v>-0.841</c:v>
                </c:pt>
                <c:pt idx="1755">
                  <c:v>-0.822</c:v>
                </c:pt>
                <c:pt idx="1756">
                  <c:v>-0.802</c:v>
                </c:pt>
                <c:pt idx="1757">
                  <c:v>-0.783</c:v>
                </c:pt>
                <c:pt idx="1758">
                  <c:v>-0.762</c:v>
                </c:pt>
                <c:pt idx="1759">
                  <c:v>-0.74</c:v>
                </c:pt>
                <c:pt idx="1760">
                  <c:v>-0.716</c:v>
                </c:pt>
                <c:pt idx="1761">
                  <c:v>-0.69</c:v>
                </c:pt>
                <c:pt idx="1762">
                  <c:v>-0.661</c:v>
                </c:pt>
                <c:pt idx="1763">
                  <c:v>-0.629</c:v>
                </c:pt>
                <c:pt idx="1764">
                  <c:v>-0.593</c:v>
                </c:pt>
                <c:pt idx="1765">
                  <c:v>-0.555</c:v>
                </c:pt>
                <c:pt idx="1766">
                  <c:v>-0.513</c:v>
                </c:pt>
                <c:pt idx="1767">
                  <c:v>-0.468</c:v>
                </c:pt>
                <c:pt idx="1768">
                  <c:v>-0.42</c:v>
                </c:pt>
                <c:pt idx="1769">
                  <c:v>-0.369</c:v>
                </c:pt>
                <c:pt idx="1770">
                  <c:v>-0.316</c:v>
                </c:pt>
                <c:pt idx="1771">
                  <c:v>-0.261</c:v>
                </c:pt>
                <c:pt idx="1772">
                  <c:v>-0.205</c:v>
                </c:pt>
                <c:pt idx="1773">
                  <c:v>-0.149</c:v>
                </c:pt>
                <c:pt idx="1774">
                  <c:v>-0.093</c:v>
                </c:pt>
                <c:pt idx="1775">
                  <c:v>-0.037</c:v>
                </c:pt>
                <c:pt idx="1776">
                  <c:v>0.017</c:v>
                </c:pt>
                <c:pt idx="1777">
                  <c:v>0.068</c:v>
                </c:pt>
                <c:pt idx="1778">
                  <c:v>0.117</c:v>
                </c:pt>
                <c:pt idx="1779">
                  <c:v>0.163</c:v>
                </c:pt>
                <c:pt idx="1780">
                  <c:v>0.205</c:v>
                </c:pt>
                <c:pt idx="1781">
                  <c:v>0.242</c:v>
                </c:pt>
                <c:pt idx="1782">
                  <c:v>0.275</c:v>
                </c:pt>
                <c:pt idx="1783">
                  <c:v>0.304</c:v>
                </c:pt>
                <c:pt idx="1784">
                  <c:v>0.327</c:v>
                </c:pt>
                <c:pt idx="1785">
                  <c:v>0.346</c:v>
                </c:pt>
                <c:pt idx="1786">
                  <c:v>0.36</c:v>
                </c:pt>
                <c:pt idx="1787">
                  <c:v>0.37</c:v>
                </c:pt>
                <c:pt idx="1788">
                  <c:v>0.376</c:v>
                </c:pt>
                <c:pt idx="1789">
                  <c:v>0.378</c:v>
                </c:pt>
                <c:pt idx="1790">
                  <c:v>0.376</c:v>
                </c:pt>
                <c:pt idx="1791">
                  <c:v>0.372</c:v>
                </c:pt>
                <c:pt idx="1792">
                  <c:v>0.365</c:v>
                </c:pt>
                <c:pt idx="1793">
                  <c:v>0.357</c:v>
                </c:pt>
                <c:pt idx="1794">
                  <c:v>0.347</c:v>
                </c:pt>
                <c:pt idx="1795">
                  <c:v>0.337</c:v>
                </c:pt>
                <c:pt idx="1796">
                  <c:v>0.326</c:v>
                </c:pt>
                <c:pt idx="1797">
                  <c:v>0.316</c:v>
                </c:pt>
                <c:pt idx="1798">
                  <c:v>0.308</c:v>
                </c:pt>
                <c:pt idx="1799">
                  <c:v>0.301</c:v>
                </c:pt>
                <c:pt idx="1800">
                  <c:v>0.296</c:v>
                </c:pt>
                <c:pt idx="1801">
                  <c:v>0.294</c:v>
                </c:pt>
                <c:pt idx="1802">
                  <c:v>0.295</c:v>
                </c:pt>
                <c:pt idx="1803">
                  <c:v>0.299</c:v>
                </c:pt>
                <c:pt idx="1804">
                  <c:v>0.306</c:v>
                </c:pt>
                <c:pt idx="1805">
                  <c:v>0.318</c:v>
                </c:pt>
                <c:pt idx="1806">
                  <c:v>0.333</c:v>
                </c:pt>
                <c:pt idx="1807">
                  <c:v>0.353</c:v>
                </c:pt>
                <c:pt idx="1808">
                  <c:v>0.377</c:v>
                </c:pt>
                <c:pt idx="1809">
                  <c:v>0.405</c:v>
                </c:pt>
                <c:pt idx="1810">
                  <c:v>0.437</c:v>
                </c:pt>
                <c:pt idx="1811">
                  <c:v>0.473</c:v>
                </c:pt>
                <c:pt idx="1812">
                  <c:v>0.513</c:v>
                </c:pt>
                <c:pt idx="1813">
                  <c:v>0.557</c:v>
                </c:pt>
                <c:pt idx="1814">
                  <c:v>0.603</c:v>
                </c:pt>
                <c:pt idx="1815">
                  <c:v>0.653</c:v>
                </c:pt>
                <c:pt idx="1816">
                  <c:v>0.706</c:v>
                </c:pt>
                <c:pt idx="1817">
                  <c:v>0.761</c:v>
                </c:pt>
                <c:pt idx="1818">
                  <c:v>0.818</c:v>
                </c:pt>
                <c:pt idx="1819">
                  <c:v>0.877</c:v>
                </c:pt>
                <c:pt idx="1820">
                  <c:v>0.937</c:v>
                </c:pt>
                <c:pt idx="1821">
                  <c:v>0.998</c:v>
                </c:pt>
                <c:pt idx="1822">
                  <c:v>1.06</c:v>
                </c:pt>
                <c:pt idx="1823">
                  <c:v>1.121</c:v>
                </c:pt>
                <c:pt idx="1824">
                  <c:v>1.182</c:v>
                </c:pt>
                <c:pt idx="1825">
                  <c:v>1.242</c:v>
                </c:pt>
                <c:pt idx="1826">
                  <c:v>1.301</c:v>
                </c:pt>
                <c:pt idx="1827">
                  <c:v>1.359</c:v>
                </c:pt>
                <c:pt idx="1828">
                  <c:v>1.414</c:v>
                </c:pt>
                <c:pt idx="1829">
                  <c:v>1.467</c:v>
                </c:pt>
                <c:pt idx="1830">
                  <c:v>1.517</c:v>
                </c:pt>
                <c:pt idx="1831">
                  <c:v>1.563</c:v>
                </c:pt>
                <c:pt idx="1832">
                  <c:v>1.605</c:v>
                </c:pt>
                <c:pt idx="1833">
                  <c:v>1.644</c:v>
                </c:pt>
                <c:pt idx="1834">
                  <c:v>1.678</c:v>
                </c:pt>
                <c:pt idx="1835">
                  <c:v>1.707</c:v>
                </c:pt>
                <c:pt idx="1836">
                  <c:v>1.731</c:v>
                </c:pt>
                <c:pt idx="1837">
                  <c:v>1.75</c:v>
                </c:pt>
                <c:pt idx="1838">
                  <c:v>1.764</c:v>
                </c:pt>
                <c:pt idx="1839">
                  <c:v>1.771</c:v>
                </c:pt>
                <c:pt idx="1840">
                  <c:v>1.773</c:v>
                </c:pt>
                <c:pt idx="1841">
                  <c:v>1.77</c:v>
                </c:pt>
                <c:pt idx="1842">
                  <c:v>1.76</c:v>
                </c:pt>
                <c:pt idx="1843">
                  <c:v>1.744</c:v>
                </c:pt>
                <c:pt idx="1844">
                  <c:v>1.723</c:v>
                </c:pt>
                <c:pt idx="1845">
                  <c:v>1.696</c:v>
                </c:pt>
                <c:pt idx="1846">
                  <c:v>1.664</c:v>
                </c:pt>
                <c:pt idx="1847">
                  <c:v>1.626</c:v>
                </c:pt>
                <c:pt idx="1848">
                  <c:v>1.584</c:v>
                </c:pt>
                <c:pt idx="1849">
                  <c:v>1.537</c:v>
                </c:pt>
                <c:pt idx="1850">
                  <c:v>1.486</c:v>
                </c:pt>
                <c:pt idx="1851">
                  <c:v>1.431</c:v>
                </c:pt>
                <c:pt idx="1852">
                  <c:v>1.373</c:v>
                </c:pt>
                <c:pt idx="1853">
                  <c:v>1.312</c:v>
                </c:pt>
                <c:pt idx="1854">
                  <c:v>1.248</c:v>
                </c:pt>
                <c:pt idx="1855">
                  <c:v>1.183</c:v>
                </c:pt>
                <c:pt idx="1856">
                  <c:v>1.116</c:v>
                </c:pt>
                <c:pt idx="1857">
                  <c:v>1.049</c:v>
                </c:pt>
                <c:pt idx="1858">
                  <c:v>0.981</c:v>
                </c:pt>
                <c:pt idx="1859">
                  <c:v>0.914</c:v>
                </c:pt>
                <c:pt idx="1860">
                  <c:v>0.847</c:v>
                </c:pt>
                <c:pt idx="1861">
                  <c:v>0.782</c:v>
                </c:pt>
                <c:pt idx="1862">
                  <c:v>0.719</c:v>
                </c:pt>
                <c:pt idx="1863">
                  <c:v>0.659</c:v>
                </c:pt>
                <c:pt idx="1864">
                  <c:v>0.601</c:v>
                </c:pt>
                <c:pt idx="1865">
                  <c:v>0.547</c:v>
                </c:pt>
                <c:pt idx="1866">
                  <c:v>0.498</c:v>
                </c:pt>
                <c:pt idx="1867">
                  <c:v>0.452</c:v>
                </c:pt>
                <c:pt idx="1868">
                  <c:v>0.411</c:v>
                </c:pt>
                <c:pt idx="1869">
                  <c:v>0.375</c:v>
                </c:pt>
                <c:pt idx="1870">
                  <c:v>0.345</c:v>
                </c:pt>
                <c:pt idx="1871">
                  <c:v>0.319</c:v>
                </c:pt>
                <c:pt idx="1872">
                  <c:v>0.3</c:v>
                </c:pt>
                <c:pt idx="1873">
                  <c:v>0.286</c:v>
                </c:pt>
                <c:pt idx="1874">
                  <c:v>0.277</c:v>
                </c:pt>
                <c:pt idx="1875">
                  <c:v>0.274</c:v>
                </c:pt>
                <c:pt idx="1876">
                  <c:v>0.277</c:v>
                </c:pt>
                <c:pt idx="1877">
                  <c:v>0.284</c:v>
                </c:pt>
                <c:pt idx="1878">
                  <c:v>0.297</c:v>
                </c:pt>
                <c:pt idx="1879">
                  <c:v>0.314</c:v>
                </c:pt>
                <c:pt idx="1880">
                  <c:v>0.336</c:v>
                </c:pt>
                <c:pt idx="1881">
                  <c:v>0.361</c:v>
                </c:pt>
                <c:pt idx="1882">
                  <c:v>0.391</c:v>
                </c:pt>
                <c:pt idx="1883">
                  <c:v>0.424</c:v>
                </c:pt>
                <c:pt idx="1884">
                  <c:v>0.459</c:v>
                </c:pt>
                <c:pt idx="1885">
                  <c:v>0.498</c:v>
                </c:pt>
                <c:pt idx="1886">
                  <c:v>0.538</c:v>
                </c:pt>
                <c:pt idx="1887">
                  <c:v>0.58</c:v>
                </c:pt>
                <c:pt idx="1888">
                  <c:v>0.624</c:v>
                </c:pt>
                <c:pt idx="1889">
                  <c:v>0.669</c:v>
                </c:pt>
                <c:pt idx="1890">
                  <c:v>0.715</c:v>
                </c:pt>
                <c:pt idx="1891">
                  <c:v>0.761</c:v>
                </c:pt>
                <c:pt idx="1892">
                  <c:v>0.808</c:v>
                </c:pt>
                <c:pt idx="1893">
                  <c:v>0.855</c:v>
                </c:pt>
                <c:pt idx="1894">
                  <c:v>0.901</c:v>
                </c:pt>
                <c:pt idx="1895">
                  <c:v>0.948</c:v>
                </c:pt>
                <c:pt idx="1896">
                  <c:v>0.994</c:v>
                </c:pt>
                <c:pt idx="1897">
                  <c:v>1.04</c:v>
                </c:pt>
                <c:pt idx="1898">
                  <c:v>1.085</c:v>
                </c:pt>
                <c:pt idx="1899">
                  <c:v>1.13</c:v>
                </c:pt>
                <c:pt idx="1900">
                  <c:v>1.174</c:v>
                </c:pt>
                <c:pt idx="1901">
                  <c:v>1.218</c:v>
                </c:pt>
                <c:pt idx="1902">
                  <c:v>1.261</c:v>
                </c:pt>
                <c:pt idx="1903">
                  <c:v>1.303</c:v>
                </c:pt>
                <c:pt idx="1904">
                  <c:v>1.344</c:v>
                </c:pt>
                <c:pt idx="1905">
                  <c:v>1.385</c:v>
                </c:pt>
                <c:pt idx="1906">
                  <c:v>1.424</c:v>
                </c:pt>
                <c:pt idx="1907">
                  <c:v>1.463</c:v>
                </c:pt>
                <c:pt idx="1908">
                  <c:v>1.5</c:v>
                </c:pt>
                <c:pt idx="1909">
                  <c:v>1.537</c:v>
                </c:pt>
                <c:pt idx="1910">
                  <c:v>1.572</c:v>
                </c:pt>
                <c:pt idx="1911">
                  <c:v>1.605</c:v>
                </c:pt>
                <c:pt idx="1912">
                  <c:v>1.637</c:v>
                </c:pt>
                <c:pt idx="1913">
                  <c:v>1.668</c:v>
                </c:pt>
                <c:pt idx="1914">
                  <c:v>1.697</c:v>
                </c:pt>
                <c:pt idx="1915">
                  <c:v>1.723</c:v>
                </c:pt>
                <c:pt idx="1916">
                  <c:v>1.748</c:v>
                </c:pt>
                <c:pt idx="1917">
                  <c:v>1.771</c:v>
                </c:pt>
                <c:pt idx="1918">
                  <c:v>1.791</c:v>
                </c:pt>
                <c:pt idx="1919">
                  <c:v>1.809</c:v>
                </c:pt>
                <c:pt idx="1920">
                  <c:v>1.824</c:v>
                </c:pt>
                <c:pt idx="1921">
                  <c:v>1.836</c:v>
                </c:pt>
                <c:pt idx="1922">
                  <c:v>1.847</c:v>
                </c:pt>
                <c:pt idx="1923">
                  <c:v>1.854</c:v>
                </c:pt>
                <c:pt idx="1924">
                  <c:v>1.859</c:v>
                </c:pt>
                <c:pt idx="1925">
                  <c:v>1.862</c:v>
                </c:pt>
                <c:pt idx="1926">
                  <c:v>1.862</c:v>
                </c:pt>
                <c:pt idx="1927">
                  <c:v>1.859</c:v>
                </c:pt>
                <c:pt idx="1928">
                  <c:v>1.855</c:v>
                </c:pt>
                <c:pt idx="1929">
                  <c:v>1.848</c:v>
                </c:pt>
                <c:pt idx="1930">
                  <c:v>1.84</c:v>
                </c:pt>
                <c:pt idx="1931">
                  <c:v>1.83</c:v>
                </c:pt>
                <c:pt idx="1932">
                  <c:v>1.819</c:v>
                </c:pt>
                <c:pt idx="1933">
                  <c:v>1.806</c:v>
                </c:pt>
                <c:pt idx="1934">
                  <c:v>1.793</c:v>
                </c:pt>
                <c:pt idx="1935">
                  <c:v>1.779</c:v>
                </c:pt>
                <c:pt idx="1936">
                  <c:v>1.764</c:v>
                </c:pt>
                <c:pt idx="1937">
                  <c:v>1.75</c:v>
                </c:pt>
                <c:pt idx="1938">
                  <c:v>1.735</c:v>
                </c:pt>
                <c:pt idx="1939">
                  <c:v>1.721</c:v>
                </c:pt>
                <c:pt idx="1940">
                  <c:v>1.707</c:v>
                </c:pt>
                <c:pt idx="1941">
                  <c:v>1.693</c:v>
                </c:pt>
                <c:pt idx="1942">
                  <c:v>1.681</c:v>
                </c:pt>
                <c:pt idx="1943">
                  <c:v>1.67</c:v>
                </c:pt>
                <c:pt idx="1944">
                  <c:v>1.66</c:v>
                </c:pt>
                <c:pt idx="1945">
                  <c:v>1.652</c:v>
                </c:pt>
                <c:pt idx="1946">
                  <c:v>1.645</c:v>
                </c:pt>
                <c:pt idx="1947">
                  <c:v>1.64</c:v>
                </c:pt>
                <c:pt idx="1948">
                  <c:v>1.637</c:v>
                </c:pt>
                <c:pt idx="1949">
                  <c:v>1.636</c:v>
                </c:pt>
                <c:pt idx="1950">
                  <c:v>1.637</c:v>
                </c:pt>
                <c:pt idx="1951">
                  <c:v>1.641</c:v>
                </c:pt>
                <c:pt idx="1952">
                  <c:v>1.646</c:v>
                </c:pt>
                <c:pt idx="1953">
                  <c:v>1.654</c:v>
                </c:pt>
                <c:pt idx="1954">
                  <c:v>1.664</c:v>
                </c:pt>
                <c:pt idx="1955">
                  <c:v>1.676</c:v>
                </c:pt>
                <c:pt idx="1956">
                  <c:v>1.69</c:v>
                </c:pt>
                <c:pt idx="1957">
                  <c:v>1.707</c:v>
                </c:pt>
                <c:pt idx="1958">
                  <c:v>1.725</c:v>
                </c:pt>
                <c:pt idx="1959">
                  <c:v>1.744</c:v>
                </c:pt>
                <c:pt idx="1960">
                  <c:v>1.765</c:v>
                </c:pt>
                <c:pt idx="1961">
                  <c:v>1.787</c:v>
                </c:pt>
                <c:pt idx="1962">
                  <c:v>1.81</c:v>
                </c:pt>
                <c:pt idx="1963">
                  <c:v>1.833</c:v>
                </c:pt>
                <c:pt idx="1964">
                  <c:v>1.856</c:v>
                </c:pt>
                <c:pt idx="1965">
                  <c:v>1.878</c:v>
                </c:pt>
                <c:pt idx="1966">
                  <c:v>1.9</c:v>
                </c:pt>
                <c:pt idx="1967">
                  <c:v>1.92</c:v>
                </c:pt>
                <c:pt idx="1968">
                  <c:v>1.939</c:v>
                </c:pt>
                <c:pt idx="1969">
                  <c:v>1.956</c:v>
                </c:pt>
                <c:pt idx="1970">
                  <c:v>1.97</c:v>
                </c:pt>
                <c:pt idx="1971">
                  <c:v>1.981</c:v>
                </c:pt>
                <c:pt idx="1972">
                  <c:v>1.989</c:v>
                </c:pt>
                <c:pt idx="1973">
                  <c:v>1.994</c:v>
                </c:pt>
                <c:pt idx="1974">
                  <c:v>1.996</c:v>
                </c:pt>
                <c:pt idx="1975">
                  <c:v>1.993</c:v>
                </c:pt>
                <c:pt idx="1976">
                  <c:v>1.987</c:v>
                </c:pt>
                <c:pt idx="1977">
                  <c:v>1.977</c:v>
                </c:pt>
                <c:pt idx="1978">
                  <c:v>1.963</c:v>
                </c:pt>
                <c:pt idx="1979">
                  <c:v>1.945</c:v>
                </c:pt>
                <c:pt idx="1980">
                  <c:v>1.924</c:v>
                </c:pt>
                <c:pt idx="1981">
                  <c:v>1.899</c:v>
                </c:pt>
                <c:pt idx="1982">
                  <c:v>1.871</c:v>
                </c:pt>
                <c:pt idx="1983">
                  <c:v>1.84</c:v>
                </c:pt>
                <c:pt idx="1984">
                  <c:v>1.806</c:v>
                </c:pt>
                <c:pt idx="1985">
                  <c:v>1.77</c:v>
                </c:pt>
                <c:pt idx="1986">
                  <c:v>1.731</c:v>
                </c:pt>
                <c:pt idx="1987">
                  <c:v>1.691</c:v>
                </c:pt>
                <c:pt idx="1988">
                  <c:v>1.65</c:v>
                </c:pt>
                <c:pt idx="1989">
                  <c:v>1.607</c:v>
                </c:pt>
                <c:pt idx="1990">
                  <c:v>1.564</c:v>
                </c:pt>
                <c:pt idx="1991">
                  <c:v>1.52</c:v>
                </c:pt>
                <c:pt idx="1992">
                  <c:v>1.476</c:v>
                </c:pt>
                <c:pt idx="1993">
                  <c:v>1.432</c:v>
                </c:pt>
                <c:pt idx="1994">
                  <c:v>1.389</c:v>
                </c:pt>
                <c:pt idx="1995">
                  <c:v>1.346</c:v>
                </c:pt>
                <c:pt idx="1996">
                  <c:v>1.303</c:v>
                </c:pt>
                <c:pt idx="1997">
                  <c:v>1.261</c:v>
                </c:pt>
                <c:pt idx="1998">
                  <c:v>1.22</c:v>
                </c:pt>
                <c:pt idx="1999">
                  <c:v>1.18</c:v>
                </c:pt>
                <c:pt idx="2000">
                  <c:v>1.14</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
          <c:min val="0"/>
        </c:scaling>
        <c:delete val="1"/>
        <c:axPos val="b"/>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3C5566"/>
                </a:solidFill>
                <a:latin typeface="+mn-lt"/>
              </a:defRPr>
            </a:pPr>
            <a:endParaRPr lang="en-US"/>
          </a:p>
        </c:txPr>
        <c:crossAx val="2094734552"/>
        <c:crossesAt val="-100"/>
        <c:auto val="1"/>
        <c:lblAlgn val="ctr"/>
        <c:noMultiLvlLbl val="1"/>
        <c:majorUnit val="0.2"/>
      </c:valAx>
      <c:valAx>
        <c:axId val="2094734552"/>
        <c:scaling>
          <c:orientation val="minMax"/>
          <c:max val="100"/>
          <c:min val="-100"/>
        </c:scaling>
        <c:delete val="0"/>
        <c:axPos val="l"/>
        <c:majorGridlines>
          <c:spPr>
            <a:ln w="6350" cap="flat">
              <a:solidFill>
                <a:srgbClr val="E3E8EB"/>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3C5566"/>
                </a:solidFill>
                <a:latin typeface="+mn-lt"/>
              </a:defRPr>
            </a:pPr>
            <a:endParaRPr lang="en-US"/>
          </a:p>
        </c:txPr>
        <c:crossAx val="2094734554"/>
        <c:crosses val="autoZero"/>
        <c:crossBetween val="midCat"/>
        <c:majorUnit val="50"/>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Exact solution</c:v>
                </c:pt>
              </c:strCache>
            </c:strRef>
          </c:tx>
          <c:spPr>
            <a:solidFill>
              <a:srgbClr val="AEB8C0"/>
            </a:solidFill>
            <a:ln w="19050" cap="flat">
              <a:solidFill>
                <a:srgbClr val="AEB8C0"/>
              </a:solidFill>
              <a:prstDash val="solid"/>
              <a:round/>
            </a:ln>
            <a:effectLst/>
          </c:spPr>
          <c:marker>
            <c:symbol val="none"/>
            <c:size val="6"/>
            <c:spPr>
              <a:solidFill>
                <a:srgbClr val="AEB8C0"/>
              </a:solidFill>
              <a:ln w="9525" cap="flat">
                <a:solidFill>
                  <a:srgbClr val="AEB8C0"/>
                </a:solidFill>
                <a:prstDash val="solid"/>
                <a:round/>
              </a:ln>
              <a:effectLst/>
            </c:spPr>
          </c:marker>
          <c:xVal>
            <c:numRef>
              <c:f>Sheet1!$A$2:$A$2004</c:f>
              <c:numCache>
                <c:formatCode>General</c:formatCode>
                <c:ptCount val="2003"/>
                <c:pt idx="0">
                  <c:v>0</c:v>
                </c:pt>
                <c:pt idx="1">
                  <c:v>0.0005</c:v>
                </c:pt>
                <c:pt idx="2">
                  <c:v>0.001</c:v>
                </c:pt>
                <c:pt idx="3">
                  <c:v>0.0015</c:v>
                </c:pt>
                <c:pt idx="4">
                  <c:v>0.002</c:v>
                </c:pt>
                <c:pt idx="5">
                  <c:v>0.0025</c:v>
                </c:pt>
                <c:pt idx="6">
                  <c:v>0.003</c:v>
                </c:pt>
                <c:pt idx="7">
                  <c:v>0.0035</c:v>
                </c:pt>
                <c:pt idx="8">
                  <c:v>0.004</c:v>
                </c:pt>
                <c:pt idx="9">
                  <c:v>0.0045</c:v>
                </c:pt>
                <c:pt idx="10">
                  <c:v>0.005</c:v>
                </c:pt>
                <c:pt idx="11">
                  <c:v>0.0055</c:v>
                </c:pt>
                <c:pt idx="12">
                  <c:v>0.006</c:v>
                </c:pt>
                <c:pt idx="13">
                  <c:v>0.0065</c:v>
                </c:pt>
                <c:pt idx="14">
                  <c:v>0.007</c:v>
                </c:pt>
                <c:pt idx="15">
                  <c:v>0.0075</c:v>
                </c:pt>
                <c:pt idx="16">
                  <c:v>0.008</c:v>
                </c:pt>
                <c:pt idx="17">
                  <c:v>0.0085</c:v>
                </c:pt>
                <c:pt idx="18">
                  <c:v>0.009</c:v>
                </c:pt>
                <c:pt idx="19">
                  <c:v>0.0095</c:v>
                </c:pt>
                <c:pt idx="20">
                  <c:v>0.01</c:v>
                </c:pt>
                <c:pt idx="21">
                  <c:v>0.0105</c:v>
                </c:pt>
                <c:pt idx="22">
                  <c:v>0.011</c:v>
                </c:pt>
                <c:pt idx="23">
                  <c:v>0.0115</c:v>
                </c:pt>
                <c:pt idx="24">
                  <c:v>0.012</c:v>
                </c:pt>
                <c:pt idx="25">
                  <c:v>0.0125</c:v>
                </c:pt>
                <c:pt idx="26">
                  <c:v>0.013</c:v>
                </c:pt>
                <c:pt idx="27">
                  <c:v>0.0135</c:v>
                </c:pt>
                <c:pt idx="28">
                  <c:v>0.014</c:v>
                </c:pt>
                <c:pt idx="29">
                  <c:v>0.0145</c:v>
                </c:pt>
                <c:pt idx="30">
                  <c:v>0.015</c:v>
                </c:pt>
                <c:pt idx="31">
                  <c:v>0.0155</c:v>
                </c:pt>
                <c:pt idx="32">
                  <c:v>0.016</c:v>
                </c:pt>
                <c:pt idx="33">
                  <c:v>0.0165</c:v>
                </c:pt>
                <c:pt idx="34">
                  <c:v>0.017</c:v>
                </c:pt>
                <c:pt idx="35">
                  <c:v>0.0175</c:v>
                </c:pt>
                <c:pt idx="36">
                  <c:v>0.018</c:v>
                </c:pt>
                <c:pt idx="37">
                  <c:v>0.0185</c:v>
                </c:pt>
                <c:pt idx="38">
                  <c:v>0.019</c:v>
                </c:pt>
                <c:pt idx="39">
                  <c:v>0.0195</c:v>
                </c:pt>
                <c:pt idx="40">
                  <c:v>0.02</c:v>
                </c:pt>
                <c:pt idx="41">
                  <c:v>0.0205</c:v>
                </c:pt>
                <c:pt idx="42">
                  <c:v>0.021</c:v>
                </c:pt>
                <c:pt idx="43">
                  <c:v>0.0215</c:v>
                </c:pt>
                <c:pt idx="44">
                  <c:v>0.022</c:v>
                </c:pt>
                <c:pt idx="45">
                  <c:v>0.0225</c:v>
                </c:pt>
                <c:pt idx="46">
                  <c:v>0.023</c:v>
                </c:pt>
                <c:pt idx="47">
                  <c:v>0.0235</c:v>
                </c:pt>
                <c:pt idx="48">
                  <c:v>0.024</c:v>
                </c:pt>
                <c:pt idx="49">
                  <c:v>0.0245</c:v>
                </c:pt>
                <c:pt idx="50">
                  <c:v>0.025</c:v>
                </c:pt>
                <c:pt idx="51">
                  <c:v>0.0255</c:v>
                </c:pt>
                <c:pt idx="52">
                  <c:v>0.026</c:v>
                </c:pt>
                <c:pt idx="53">
                  <c:v>0.0265</c:v>
                </c:pt>
                <c:pt idx="54">
                  <c:v>0.027</c:v>
                </c:pt>
                <c:pt idx="55">
                  <c:v>0.0275</c:v>
                </c:pt>
                <c:pt idx="56">
                  <c:v>0.028</c:v>
                </c:pt>
                <c:pt idx="57">
                  <c:v>0.0285</c:v>
                </c:pt>
                <c:pt idx="58">
                  <c:v>0.029</c:v>
                </c:pt>
                <c:pt idx="59">
                  <c:v>0.0295</c:v>
                </c:pt>
                <c:pt idx="60">
                  <c:v>0.03</c:v>
                </c:pt>
                <c:pt idx="61">
                  <c:v>0.0305</c:v>
                </c:pt>
                <c:pt idx="62">
                  <c:v>0.031</c:v>
                </c:pt>
                <c:pt idx="63">
                  <c:v>0.0315</c:v>
                </c:pt>
                <c:pt idx="64">
                  <c:v>0.032</c:v>
                </c:pt>
                <c:pt idx="65">
                  <c:v>0.0325</c:v>
                </c:pt>
                <c:pt idx="66">
                  <c:v>0.033</c:v>
                </c:pt>
                <c:pt idx="67">
                  <c:v>0.0335</c:v>
                </c:pt>
                <c:pt idx="68">
                  <c:v>0.034</c:v>
                </c:pt>
                <c:pt idx="69">
                  <c:v>0.0345</c:v>
                </c:pt>
                <c:pt idx="70">
                  <c:v>0.035</c:v>
                </c:pt>
                <c:pt idx="71">
                  <c:v>0.0355</c:v>
                </c:pt>
                <c:pt idx="72">
                  <c:v>0.036</c:v>
                </c:pt>
                <c:pt idx="73">
                  <c:v>0.0365</c:v>
                </c:pt>
                <c:pt idx="74">
                  <c:v>0.037</c:v>
                </c:pt>
                <c:pt idx="75">
                  <c:v>0.0375</c:v>
                </c:pt>
                <c:pt idx="76">
                  <c:v>0.038</c:v>
                </c:pt>
                <c:pt idx="77">
                  <c:v>0.0385</c:v>
                </c:pt>
                <c:pt idx="78">
                  <c:v>0.039</c:v>
                </c:pt>
                <c:pt idx="79">
                  <c:v>0.0395</c:v>
                </c:pt>
                <c:pt idx="80">
                  <c:v>0.04</c:v>
                </c:pt>
                <c:pt idx="81">
                  <c:v>0.0405</c:v>
                </c:pt>
                <c:pt idx="82">
                  <c:v>0.041</c:v>
                </c:pt>
                <c:pt idx="83">
                  <c:v>0.0415</c:v>
                </c:pt>
                <c:pt idx="84">
                  <c:v>0.042</c:v>
                </c:pt>
                <c:pt idx="85">
                  <c:v>0.0425</c:v>
                </c:pt>
                <c:pt idx="86">
                  <c:v>0.043</c:v>
                </c:pt>
                <c:pt idx="87">
                  <c:v>0.0435</c:v>
                </c:pt>
                <c:pt idx="88">
                  <c:v>0.044</c:v>
                </c:pt>
                <c:pt idx="89">
                  <c:v>0.0445</c:v>
                </c:pt>
                <c:pt idx="90">
                  <c:v>0.045</c:v>
                </c:pt>
                <c:pt idx="91">
                  <c:v>0.0455</c:v>
                </c:pt>
                <c:pt idx="92">
                  <c:v>0.046</c:v>
                </c:pt>
                <c:pt idx="93">
                  <c:v>0.0465</c:v>
                </c:pt>
                <c:pt idx="94">
                  <c:v>0.047</c:v>
                </c:pt>
                <c:pt idx="95">
                  <c:v>0.0475</c:v>
                </c:pt>
                <c:pt idx="96">
                  <c:v>0.048</c:v>
                </c:pt>
                <c:pt idx="97">
                  <c:v>0.0485</c:v>
                </c:pt>
                <c:pt idx="98">
                  <c:v>0.049</c:v>
                </c:pt>
                <c:pt idx="99">
                  <c:v>0.0495</c:v>
                </c:pt>
                <c:pt idx="100">
                  <c:v>0.05</c:v>
                </c:pt>
                <c:pt idx="101">
                  <c:v>0.0505</c:v>
                </c:pt>
                <c:pt idx="102">
                  <c:v>0.051</c:v>
                </c:pt>
                <c:pt idx="103">
                  <c:v>0.0515</c:v>
                </c:pt>
                <c:pt idx="104">
                  <c:v>0.052</c:v>
                </c:pt>
                <c:pt idx="105">
                  <c:v>0.0525</c:v>
                </c:pt>
                <c:pt idx="106">
                  <c:v>0.053</c:v>
                </c:pt>
                <c:pt idx="107">
                  <c:v>0.0535</c:v>
                </c:pt>
                <c:pt idx="108">
                  <c:v>0.054</c:v>
                </c:pt>
                <c:pt idx="109">
                  <c:v>0.0545</c:v>
                </c:pt>
                <c:pt idx="110">
                  <c:v>0.055</c:v>
                </c:pt>
                <c:pt idx="111">
                  <c:v>0.0555</c:v>
                </c:pt>
                <c:pt idx="112">
                  <c:v>0.056</c:v>
                </c:pt>
                <c:pt idx="113">
                  <c:v>0.0565</c:v>
                </c:pt>
                <c:pt idx="114">
                  <c:v>0.057</c:v>
                </c:pt>
                <c:pt idx="115">
                  <c:v>0.0575</c:v>
                </c:pt>
                <c:pt idx="116">
                  <c:v>0.058</c:v>
                </c:pt>
                <c:pt idx="117">
                  <c:v>0.0585</c:v>
                </c:pt>
                <c:pt idx="118">
                  <c:v>0.059</c:v>
                </c:pt>
                <c:pt idx="119">
                  <c:v>0.0595</c:v>
                </c:pt>
                <c:pt idx="120">
                  <c:v>0.06</c:v>
                </c:pt>
                <c:pt idx="121">
                  <c:v>0.0605</c:v>
                </c:pt>
                <c:pt idx="122">
                  <c:v>0.061</c:v>
                </c:pt>
                <c:pt idx="123">
                  <c:v>0.0615</c:v>
                </c:pt>
                <c:pt idx="124">
                  <c:v>0.062</c:v>
                </c:pt>
                <c:pt idx="125">
                  <c:v>0.0625</c:v>
                </c:pt>
                <c:pt idx="126">
                  <c:v>0.063</c:v>
                </c:pt>
                <c:pt idx="127">
                  <c:v>0.0635</c:v>
                </c:pt>
                <c:pt idx="128">
                  <c:v>0.064</c:v>
                </c:pt>
                <c:pt idx="129">
                  <c:v>0.0645</c:v>
                </c:pt>
                <c:pt idx="130">
                  <c:v>0.065</c:v>
                </c:pt>
                <c:pt idx="131">
                  <c:v>0.0655</c:v>
                </c:pt>
                <c:pt idx="132">
                  <c:v>0.066</c:v>
                </c:pt>
                <c:pt idx="133">
                  <c:v>0.0665</c:v>
                </c:pt>
                <c:pt idx="134">
                  <c:v>0.067</c:v>
                </c:pt>
                <c:pt idx="135">
                  <c:v>0.0675</c:v>
                </c:pt>
                <c:pt idx="136">
                  <c:v>0.068</c:v>
                </c:pt>
                <c:pt idx="137">
                  <c:v>0.0685</c:v>
                </c:pt>
                <c:pt idx="138">
                  <c:v>0.069</c:v>
                </c:pt>
                <c:pt idx="139">
                  <c:v>0.0695</c:v>
                </c:pt>
                <c:pt idx="140">
                  <c:v>0.07</c:v>
                </c:pt>
                <c:pt idx="141">
                  <c:v>0.0705</c:v>
                </c:pt>
                <c:pt idx="142">
                  <c:v>0.071</c:v>
                </c:pt>
                <c:pt idx="143">
                  <c:v>0.0715</c:v>
                </c:pt>
                <c:pt idx="144">
                  <c:v>0.072</c:v>
                </c:pt>
                <c:pt idx="145">
                  <c:v>0.0725</c:v>
                </c:pt>
                <c:pt idx="146">
                  <c:v>0.073</c:v>
                </c:pt>
                <c:pt idx="147">
                  <c:v>0.0735</c:v>
                </c:pt>
                <c:pt idx="148">
                  <c:v>0.074</c:v>
                </c:pt>
                <c:pt idx="149">
                  <c:v>0.0745</c:v>
                </c:pt>
                <c:pt idx="150">
                  <c:v>0.075</c:v>
                </c:pt>
                <c:pt idx="151">
                  <c:v>0.0755</c:v>
                </c:pt>
                <c:pt idx="152">
                  <c:v>0.076</c:v>
                </c:pt>
                <c:pt idx="153">
                  <c:v>0.0765</c:v>
                </c:pt>
                <c:pt idx="154">
                  <c:v>0.077</c:v>
                </c:pt>
                <c:pt idx="155">
                  <c:v>0.0775</c:v>
                </c:pt>
                <c:pt idx="156">
                  <c:v>0.078</c:v>
                </c:pt>
                <c:pt idx="157">
                  <c:v>0.0785</c:v>
                </c:pt>
                <c:pt idx="158">
                  <c:v>0.079</c:v>
                </c:pt>
                <c:pt idx="159">
                  <c:v>0.0795</c:v>
                </c:pt>
                <c:pt idx="160">
                  <c:v>0.08</c:v>
                </c:pt>
                <c:pt idx="161">
                  <c:v>0.0805</c:v>
                </c:pt>
                <c:pt idx="162">
                  <c:v>0.081</c:v>
                </c:pt>
                <c:pt idx="163">
                  <c:v>0.0815</c:v>
                </c:pt>
                <c:pt idx="164">
                  <c:v>0.082</c:v>
                </c:pt>
                <c:pt idx="165">
                  <c:v>0.0825</c:v>
                </c:pt>
                <c:pt idx="166">
                  <c:v>0.083</c:v>
                </c:pt>
                <c:pt idx="167">
                  <c:v>0.0835</c:v>
                </c:pt>
                <c:pt idx="168">
                  <c:v>0.084</c:v>
                </c:pt>
                <c:pt idx="169">
                  <c:v>0.0845</c:v>
                </c:pt>
                <c:pt idx="170">
                  <c:v>0.085</c:v>
                </c:pt>
                <c:pt idx="171">
                  <c:v>0.0855</c:v>
                </c:pt>
                <c:pt idx="172">
                  <c:v>0.086</c:v>
                </c:pt>
                <c:pt idx="173">
                  <c:v>0.0865</c:v>
                </c:pt>
                <c:pt idx="174">
                  <c:v>0.087</c:v>
                </c:pt>
                <c:pt idx="175">
                  <c:v>0.0875</c:v>
                </c:pt>
                <c:pt idx="176">
                  <c:v>0.088</c:v>
                </c:pt>
                <c:pt idx="177">
                  <c:v>0.0885</c:v>
                </c:pt>
                <c:pt idx="178">
                  <c:v>0.089</c:v>
                </c:pt>
                <c:pt idx="179">
                  <c:v>0.0895</c:v>
                </c:pt>
                <c:pt idx="180">
                  <c:v>0.09</c:v>
                </c:pt>
                <c:pt idx="181">
                  <c:v>0.0905</c:v>
                </c:pt>
                <c:pt idx="182">
                  <c:v>0.091</c:v>
                </c:pt>
                <c:pt idx="183">
                  <c:v>0.0915</c:v>
                </c:pt>
                <c:pt idx="184">
                  <c:v>0.092</c:v>
                </c:pt>
                <c:pt idx="185">
                  <c:v>0.0925</c:v>
                </c:pt>
                <c:pt idx="186">
                  <c:v>0.093</c:v>
                </c:pt>
                <c:pt idx="187">
                  <c:v>0.0935</c:v>
                </c:pt>
                <c:pt idx="188">
                  <c:v>0.094</c:v>
                </c:pt>
                <c:pt idx="189">
                  <c:v>0.0945</c:v>
                </c:pt>
                <c:pt idx="190">
                  <c:v>0.095</c:v>
                </c:pt>
                <c:pt idx="191">
                  <c:v>0.0955</c:v>
                </c:pt>
                <c:pt idx="192">
                  <c:v>0.096</c:v>
                </c:pt>
                <c:pt idx="193">
                  <c:v>0.0965</c:v>
                </c:pt>
                <c:pt idx="194">
                  <c:v>0.097</c:v>
                </c:pt>
                <c:pt idx="195">
                  <c:v>0.0975</c:v>
                </c:pt>
                <c:pt idx="196">
                  <c:v>0.098</c:v>
                </c:pt>
                <c:pt idx="197">
                  <c:v>0.0985</c:v>
                </c:pt>
                <c:pt idx="198">
                  <c:v>0.099</c:v>
                </c:pt>
                <c:pt idx="199">
                  <c:v>0.0995</c:v>
                </c:pt>
                <c:pt idx="200">
                  <c:v>0.1</c:v>
                </c:pt>
                <c:pt idx="201">
                  <c:v>0.1005</c:v>
                </c:pt>
                <c:pt idx="202">
                  <c:v>0.101</c:v>
                </c:pt>
                <c:pt idx="203">
                  <c:v>0.1015</c:v>
                </c:pt>
                <c:pt idx="204">
                  <c:v>0.102</c:v>
                </c:pt>
                <c:pt idx="205">
                  <c:v>0.1025</c:v>
                </c:pt>
                <c:pt idx="206">
                  <c:v>0.103</c:v>
                </c:pt>
                <c:pt idx="207">
                  <c:v>0.1035</c:v>
                </c:pt>
                <c:pt idx="208">
                  <c:v>0.104</c:v>
                </c:pt>
                <c:pt idx="209">
                  <c:v>0.1045</c:v>
                </c:pt>
                <c:pt idx="210">
                  <c:v>0.105</c:v>
                </c:pt>
                <c:pt idx="211">
                  <c:v>0.1055</c:v>
                </c:pt>
                <c:pt idx="212">
                  <c:v>0.106</c:v>
                </c:pt>
                <c:pt idx="213">
                  <c:v>0.1065</c:v>
                </c:pt>
                <c:pt idx="214">
                  <c:v>0.107</c:v>
                </c:pt>
                <c:pt idx="215">
                  <c:v>0.1075</c:v>
                </c:pt>
                <c:pt idx="216">
                  <c:v>0.108</c:v>
                </c:pt>
                <c:pt idx="217">
                  <c:v>0.1085</c:v>
                </c:pt>
                <c:pt idx="218">
                  <c:v>0.109</c:v>
                </c:pt>
                <c:pt idx="219">
                  <c:v>0.1095</c:v>
                </c:pt>
                <c:pt idx="220">
                  <c:v>0.11</c:v>
                </c:pt>
                <c:pt idx="221">
                  <c:v>0.1105</c:v>
                </c:pt>
                <c:pt idx="222">
                  <c:v>0.111</c:v>
                </c:pt>
                <c:pt idx="223">
                  <c:v>0.1115</c:v>
                </c:pt>
                <c:pt idx="224">
                  <c:v>0.112</c:v>
                </c:pt>
                <c:pt idx="225">
                  <c:v>0.1125</c:v>
                </c:pt>
                <c:pt idx="226">
                  <c:v>0.113</c:v>
                </c:pt>
                <c:pt idx="227">
                  <c:v>0.1135</c:v>
                </c:pt>
                <c:pt idx="228">
                  <c:v>0.114</c:v>
                </c:pt>
                <c:pt idx="229">
                  <c:v>0.1145</c:v>
                </c:pt>
                <c:pt idx="230">
                  <c:v>0.115</c:v>
                </c:pt>
                <c:pt idx="231">
                  <c:v>0.1155</c:v>
                </c:pt>
                <c:pt idx="232">
                  <c:v>0.116</c:v>
                </c:pt>
                <c:pt idx="233">
                  <c:v>0.1165</c:v>
                </c:pt>
                <c:pt idx="234">
                  <c:v>0.117</c:v>
                </c:pt>
                <c:pt idx="235">
                  <c:v>0.1175</c:v>
                </c:pt>
                <c:pt idx="236">
                  <c:v>0.118</c:v>
                </c:pt>
                <c:pt idx="237">
                  <c:v>0.1185</c:v>
                </c:pt>
                <c:pt idx="238">
                  <c:v>0.119</c:v>
                </c:pt>
                <c:pt idx="239">
                  <c:v>0.1195</c:v>
                </c:pt>
                <c:pt idx="240">
                  <c:v>0.12</c:v>
                </c:pt>
                <c:pt idx="241">
                  <c:v>0.1205</c:v>
                </c:pt>
                <c:pt idx="242">
                  <c:v>0.121</c:v>
                </c:pt>
                <c:pt idx="243">
                  <c:v>0.1215</c:v>
                </c:pt>
                <c:pt idx="244">
                  <c:v>0.122</c:v>
                </c:pt>
                <c:pt idx="245">
                  <c:v>0.1225</c:v>
                </c:pt>
                <c:pt idx="246">
                  <c:v>0.123</c:v>
                </c:pt>
                <c:pt idx="247">
                  <c:v>0.1235</c:v>
                </c:pt>
                <c:pt idx="248">
                  <c:v>0.124</c:v>
                </c:pt>
                <c:pt idx="249">
                  <c:v>0.1245</c:v>
                </c:pt>
                <c:pt idx="250">
                  <c:v>0.125</c:v>
                </c:pt>
                <c:pt idx="251">
                  <c:v>0.1255</c:v>
                </c:pt>
                <c:pt idx="252">
                  <c:v>0.126</c:v>
                </c:pt>
                <c:pt idx="253">
                  <c:v>0.1265</c:v>
                </c:pt>
                <c:pt idx="254">
                  <c:v>0.127</c:v>
                </c:pt>
                <c:pt idx="255">
                  <c:v>0.1275</c:v>
                </c:pt>
                <c:pt idx="256">
                  <c:v>0.128</c:v>
                </c:pt>
                <c:pt idx="257">
                  <c:v>0.1285</c:v>
                </c:pt>
                <c:pt idx="258">
                  <c:v>0.129</c:v>
                </c:pt>
                <c:pt idx="259">
                  <c:v>0.1295</c:v>
                </c:pt>
                <c:pt idx="260">
                  <c:v>0.13</c:v>
                </c:pt>
                <c:pt idx="261">
                  <c:v>0.1305</c:v>
                </c:pt>
                <c:pt idx="262">
                  <c:v>0.131</c:v>
                </c:pt>
                <c:pt idx="263">
                  <c:v>0.1315</c:v>
                </c:pt>
                <c:pt idx="264">
                  <c:v>0.132</c:v>
                </c:pt>
                <c:pt idx="265">
                  <c:v>0.1325</c:v>
                </c:pt>
                <c:pt idx="266">
                  <c:v>0.133</c:v>
                </c:pt>
                <c:pt idx="267">
                  <c:v>0.1335</c:v>
                </c:pt>
                <c:pt idx="268">
                  <c:v>0.134</c:v>
                </c:pt>
                <c:pt idx="269">
                  <c:v>0.1345</c:v>
                </c:pt>
                <c:pt idx="270">
                  <c:v>0.135</c:v>
                </c:pt>
                <c:pt idx="271">
                  <c:v>0.1355</c:v>
                </c:pt>
                <c:pt idx="272">
                  <c:v>0.136</c:v>
                </c:pt>
                <c:pt idx="273">
                  <c:v>0.1365</c:v>
                </c:pt>
                <c:pt idx="274">
                  <c:v>0.137</c:v>
                </c:pt>
                <c:pt idx="275">
                  <c:v>0.1375</c:v>
                </c:pt>
                <c:pt idx="276">
                  <c:v>0.138</c:v>
                </c:pt>
                <c:pt idx="277">
                  <c:v>0.1385</c:v>
                </c:pt>
                <c:pt idx="278">
                  <c:v>0.139</c:v>
                </c:pt>
                <c:pt idx="279">
                  <c:v>0.1395</c:v>
                </c:pt>
                <c:pt idx="280">
                  <c:v>0.14</c:v>
                </c:pt>
                <c:pt idx="281">
                  <c:v>0.1405</c:v>
                </c:pt>
                <c:pt idx="282">
                  <c:v>0.141</c:v>
                </c:pt>
                <c:pt idx="283">
                  <c:v>0.1415</c:v>
                </c:pt>
                <c:pt idx="284">
                  <c:v>0.142</c:v>
                </c:pt>
                <c:pt idx="285">
                  <c:v>0.1425</c:v>
                </c:pt>
                <c:pt idx="286">
                  <c:v>0.143</c:v>
                </c:pt>
                <c:pt idx="287">
                  <c:v>0.1435</c:v>
                </c:pt>
                <c:pt idx="288">
                  <c:v>0.144</c:v>
                </c:pt>
                <c:pt idx="289">
                  <c:v>0.1445</c:v>
                </c:pt>
                <c:pt idx="290">
                  <c:v>0.145</c:v>
                </c:pt>
                <c:pt idx="291">
                  <c:v>0.1455</c:v>
                </c:pt>
                <c:pt idx="292">
                  <c:v>0.146</c:v>
                </c:pt>
                <c:pt idx="293">
                  <c:v>0.1465</c:v>
                </c:pt>
                <c:pt idx="294">
                  <c:v>0.147</c:v>
                </c:pt>
                <c:pt idx="295">
                  <c:v>0.1475</c:v>
                </c:pt>
                <c:pt idx="296">
                  <c:v>0.148</c:v>
                </c:pt>
                <c:pt idx="297">
                  <c:v>0.1485</c:v>
                </c:pt>
                <c:pt idx="298">
                  <c:v>0.149</c:v>
                </c:pt>
                <c:pt idx="299">
                  <c:v>0.1495</c:v>
                </c:pt>
                <c:pt idx="300">
                  <c:v>0.15</c:v>
                </c:pt>
                <c:pt idx="301">
                  <c:v>0.1505</c:v>
                </c:pt>
                <c:pt idx="302">
                  <c:v>0.151</c:v>
                </c:pt>
                <c:pt idx="303">
                  <c:v>0.1515</c:v>
                </c:pt>
                <c:pt idx="304">
                  <c:v>0.152</c:v>
                </c:pt>
                <c:pt idx="305">
                  <c:v>0.1525</c:v>
                </c:pt>
                <c:pt idx="306">
                  <c:v>0.153</c:v>
                </c:pt>
                <c:pt idx="307">
                  <c:v>0.1535</c:v>
                </c:pt>
                <c:pt idx="308">
                  <c:v>0.154</c:v>
                </c:pt>
                <c:pt idx="309">
                  <c:v>0.1545</c:v>
                </c:pt>
                <c:pt idx="310">
                  <c:v>0.155</c:v>
                </c:pt>
                <c:pt idx="311">
                  <c:v>0.1555</c:v>
                </c:pt>
                <c:pt idx="312">
                  <c:v>0.156</c:v>
                </c:pt>
                <c:pt idx="313">
                  <c:v>0.1565</c:v>
                </c:pt>
                <c:pt idx="314">
                  <c:v>0.157</c:v>
                </c:pt>
                <c:pt idx="315">
                  <c:v>0.1575</c:v>
                </c:pt>
                <c:pt idx="316">
                  <c:v>0.158</c:v>
                </c:pt>
                <c:pt idx="317">
                  <c:v>0.1585</c:v>
                </c:pt>
                <c:pt idx="318">
                  <c:v>0.159</c:v>
                </c:pt>
                <c:pt idx="319">
                  <c:v>0.1595</c:v>
                </c:pt>
                <c:pt idx="320">
                  <c:v>0.16</c:v>
                </c:pt>
                <c:pt idx="321">
                  <c:v>0.1605</c:v>
                </c:pt>
                <c:pt idx="322">
                  <c:v>0.161</c:v>
                </c:pt>
                <c:pt idx="323">
                  <c:v>0.1615</c:v>
                </c:pt>
                <c:pt idx="324">
                  <c:v>0.162</c:v>
                </c:pt>
                <c:pt idx="325">
                  <c:v>0.1625</c:v>
                </c:pt>
                <c:pt idx="326">
                  <c:v>0.163</c:v>
                </c:pt>
                <c:pt idx="327">
                  <c:v>0.1635</c:v>
                </c:pt>
                <c:pt idx="328">
                  <c:v>0.164</c:v>
                </c:pt>
                <c:pt idx="329">
                  <c:v>0.1645</c:v>
                </c:pt>
                <c:pt idx="330">
                  <c:v>0.165</c:v>
                </c:pt>
                <c:pt idx="331">
                  <c:v>0.1655</c:v>
                </c:pt>
                <c:pt idx="332">
                  <c:v>0.166</c:v>
                </c:pt>
                <c:pt idx="333">
                  <c:v>0.1665</c:v>
                </c:pt>
                <c:pt idx="334">
                  <c:v>0.167</c:v>
                </c:pt>
                <c:pt idx="335">
                  <c:v>0.1675</c:v>
                </c:pt>
                <c:pt idx="336">
                  <c:v>0.168</c:v>
                </c:pt>
                <c:pt idx="337">
                  <c:v>0.1685</c:v>
                </c:pt>
                <c:pt idx="338">
                  <c:v>0.169</c:v>
                </c:pt>
                <c:pt idx="339">
                  <c:v>0.1695</c:v>
                </c:pt>
                <c:pt idx="340">
                  <c:v>0.17</c:v>
                </c:pt>
                <c:pt idx="341">
                  <c:v>0.1705</c:v>
                </c:pt>
                <c:pt idx="342">
                  <c:v>0.171</c:v>
                </c:pt>
                <c:pt idx="343">
                  <c:v>0.1715</c:v>
                </c:pt>
                <c:pt idx="344">
                  <c:v>0.172</c:v>
                </c:pt>
                <c:pt idx="345">
                  <c:v>0.1725</c:v>
                </c:pt>
                <c:pt idx="346">
                  <c:v>0.173</c:v>
                </c:pt>
                <c:pt idx="347">
                  <c:v>0.1735</c:v>
                </c:pt>
                <c:pt idx="348">
                  <c:v>0.174</c:v>
                </c:pt>
                <c:pt idx="349">
                  <c:v>0.1745</c:v>
                </c:pt>
                <c:pt idx="350">
                  <c:v>0.175</c:v>
                </c:pt>
                <c:pt idx="351">
                  <c:v>0.1755</c:v>
                </c:pt>
                <c:pt idx="352">
                  <c:v>0.176</c:v>
                </c:pt>
                <c:pt idx="353">
                  <c:v>0.1765</c:v>
                </c:pt>
                <c:pt idx="354">
                  <c:v>0.177</c:v>
                </c:pt>
                <c:pt idx="355">
                  <c:v>0.1775</c:v>
                </c:pt>
                <c:pt idx="356">
                  <c:v>0.178</c:v>
                </c:pt>
                <c:pt idx="357">
                  <c:v>0.1785</c:v>
                </c:pt>
                <c:pt idx="358">
                  <c:v>0.179</c:v>
                </c:pt>
                <c:pt idx="359">
                  <c:v>0.1795</c:v>
                </c:pt>
                <c:pt idx="360">
                  <c:v>0.18</c:v>
                </c:pt>
                <c:pt idx="361">
                  <c:v>0.1805</c:v>
                </c:pt>
                <c:pt idx="362">
                  <c:v>0.181</c:v>
                </c:pt>
                <c:pt idx="363">
                  <c:v>0.1815</c:v>
                </c:pt>
                <c:pt idx="364">
                  <c:v>0.182</c:v>
                </c:pt>
                <c:pt idx="365">
                  <c:v>0.1825</c:v>
                </c:pt>
                <c:pt idx="366">
                  <c:v>0.183</c:v>
                </c:pt>
                <c:pt idx="367">
                  <c:v>0.1835</c:v>
                </c:pt>
                <c:pt idx="368">
                  <c:v>0.184</c:v>
                </c:pt>
                <c:pt idx="369">
                  <c:v>0.1845</c:v>
                </c:pt>
                <c:pt idx="370">
                  <c:v>0.185</c:v>
                </c:pt>
                <c:pt idx="371">
                  <c:v>0.1855</c:v>
                </c:pt>
                <c:pt idx="372">
                  <c:v>0.186</c:v>
                </c:pt>
                <c:pt idx="373">
                  <c:v>0.1865</c:v>
                </c:pt>
                <c:pt idx="374">
                  <c:v>0.187</c:v>
                </c:pt>
                <c:pt idx="375">
                  <c:v>0.1875</c:v>
                </c:pt>
                <c:pt idx="376">
                  <c:v>0.188</c:v>
                </c:pt>
                <c:pt idx="377">
                  <c:v>0.1885</c:v>
                </c:pt>
                <c:pt idx="378">
                  <c:v>0.189</c:v>
                </c:pt>
                <c:pt idx="379">
                  <c:v>0.1895</c:v>
                </c:pt>
                <c:pt idx="380">
                  <c:v>0.19</c:v>
                </c:pt>
                <c:pt idx="381">
                  <c:v>0.1905</c:v>
                </c:pt>
                <c:pt idx="382">
                  <c:v>0.191</c:v>
                </c:pt>
                <c:pt idx="383">
                  <c:v>0.1915</c:v>
                </c:pt>
                <c:pt idx="384">
                  <c:v>0.192</c:v>
                </c:pt>
                <c:pt idx="385">
                  <c:v>0.1925</c:v>
                </c:pt>
                <c:pt idx="386">
                  <c:v>0.193</c:v>
                </c:pt>
                <c:pt idx="387">
                  <c:v>0.1935</c:v>
                </c:pt>
                <c:pt idx="388">
                  <c:v>0.194</c:v>
                </c:pt>
                <c:pt idx="389">
                  <c:v>0.1945</c:v>
                </c:pt>
                <c:pt idx="390">
                  <c:v>0.195</c:v>
                </c:pt>
                <c:pt idx="391">
                  <c:v>0.1955</c:v>
                </c:pt>
                <c:pt idx="392">
                  <c:v>0.196</c:v>
                </c:pt>
                <c:pt idx="393">
                  <c:v>0.1965</c:v>
                </c:pt>
                <c:pt idx="394">
                  <c:v>0.197</c:v>
                </c:pt>
                <c:pt idx="395">
                  <c:v>0.1975</c:v>
                </c:pt>
                <c:pt idx="396">
                  <c:v>0.198</c:v>
                </c:pt>
                <c:pt idx="397">
                  <c:v>0.1985</c:v>
                </c:pt>
                <c:pt idx="398">
                  <c:v>0.199</c:v>
                </c:pt>
                <c:pt idx="399">
                  <c:v>0.1995</c:v>
                </c:pt>
                <c:pt idx="400">
                  <c:v>0.2</c:v>
                </c:pt>
                <c:pt idx="401">
                  <c:v>0.2005</c:v>
                </c:pt>
                <c:pt idx="402">
                  <c:v>0.201</c:v>
                </c:pt>
                <c:pt idx="403">
                  <c:v>0.2015</c:v>
                </c:pt>
                <c:pt idx="404">
                  <c:v>0.202</c:v>
                </c:pt>
                <c:pt idx="405">
                  <c:v>0.2025</c:v>
                </c:pt>
                <c:pt idx="406">
                  <c:v>0.203</c:v>
                </c:pt>
                <c:pt idx="407">
                  <c:v>0.2035</c:v>
                </c:pt>
                <c:pt idx="408">
                  <c:v>0.204</c:v>
                </c:pt>
                <c:pt idx="409">
                  <c:v>0.2045</c:v>
                </c:pt>
                <c:pt idx="410">
                  <c:v>0.205</c:v>
                </c:pt>
                <c:pt idx="411">
                  <c:v>0.2055</c:v>
                </c:pt>
                <c:pt idx="412">
                  <c:v>0.206</c:v>
                </c:pt>
                <c:pt idx="413">
                  <c:v>0.2065</c:v>
                </c:pt>
                <c:pt idx="414">
                  <c:v>0.207</c:v>
                </c:pt>
                <c:pt idx="415">
                  <c:v>0.2075</c:v>
                </c:pt>
                <c:pt idx="416">
                  <c:v>0.208</c:v>
                </c:pt>
                <c:pt idx="417">
                  <c:v>0.2085</c:v>
                </c:pt>
                <c:pt idx="418">
                  <c:v>0.209</c:v>
                </c:pt>
                <c:pt idx="419">
                  <c:v>0.2095</c:v>
                </c:pt>
                <c:pt idx="420">
                  <c:v>0.21</c:v>
                </c:pt>
                <c:pt idx="421">
                  <c:v>0.2105</c:v>
                </c:pt>
                <c:pt idx="422">
                  <c:v>0.211</c:v>
                </c:pt>
                <c:pt idx="423">
                  <c:v>0.2115</c:v>
                </c:pt>
                <c:pt idx="424">
                  <c:v>0.212</c:v>
                </c:pt>
                <c:pt idx="425">
                  <c:v>0.2125</c:v>
                </c:pt>
                <c:pt idx="426">
                  <c:v>0.213</c:v>
                </c:pt>
                <c:pt idx="427">
                  <c:v>0.2135</c:v>
                </c:pt>
                <c:pt idx="428">
                  <c:v>0.214</c:v>
                </c:pt>
                <c:pt idx="429">
                  <c:v>0.2145</c:v>
                </c:pt>
                <c:pt idx="430">
                  <c:v>0.215</c:v>
                </c:pt>
                <c:pt idx="431">
                  <c:v>0.2155</c:v>
                </c:pt>
                <c:pt idx="432">
                  <c:v>0.216</c:v>
                </c:pt>
                <c:pt idx="433">
                  <c:v>0.2165</c:v>
                </c:pt>
                <c:pt idx="434">
                  <c:v>0.217</c:v>
                </c:pt>
                <c:pt idx="435">
                  <c:v>0.2175</c:v>
                </c:pt>
                <c:pt idx="436">
                  <c:v>0.218</c:v>
                </c:pt>
                <c:pt idx="437">
                  <c:v>0.2185</c:v>
                </c:pt>
                <c:pt idx="438">
                  <c:v>0.219</c:v>
                </c:pt>
                <c:pt idx="439">
                  <c:v>0.2195</c:v>
                </c:pt>
                <c:pt idx="440">
                  <c:v>0.22</c:v>
                </c:pt>
                <c:pt idx="441">
                  <c:v>0.2205</c:v>
                </c:pt>
                <c:pt idx="442">
                  <c:v>0.221</c:v>
                </c:pt>
                <c:pt idx="443">
                  <c:v>0.2215</c:v>
                </c:pt>
                <c:pt idx="444">
                  <c:v>0.222</c:v>
                </c:pt>
                <c:pt idx="445">
                  <c:v>0.2225</c:v>
                </c:pt>
                <c:pt idx="446">
                  <c:v>0.223</c:v>
                </c:pt>
                <c:pt idx="447">
                  <c:v>0.2235</c:v>
                </c:pt>
                <c:pt idx="448">
                  <c:v>0.224</c:v>
                </c:pt>
                <c:pt idx="449">
                  <c:v>0.2245</c:v>
                </c:pt>
                <c:pt idx="450">
                  <c:v>0.225</c:v>
                </c:pt>
                <c:pt idx="451">
                  <c:v>0.2255</c:v>
                </c:pt>
                <c:pt idx="452">
                  <c:v>0.226</c:v>
                </c:pt>
                <c:pt idx="453">
                  <c:v>0.2265</c:v>
                </c:pt>
                <c:pt idx="454">
                  <c:v>0.227</c:v>
                </c:pt>
                <c:pt idx="455">
                  <c:v>0.2275</c:v>
                </c:pt>
                <c:pt idx="456">
                  <c:v>0.228</c:v>
                </c:pt>
                <c:pt idx="457">
                  <c:v>0.2285</c:v>
                </c:pt>
                <c:pt idx="458">
                  <c:v>0.229</c:v>
                </c:pt>
                <c:pt idx="459">
                  <c:v>0.2295</c:v>
                </c:pt>
                <c:pt idx="460">
                  <c:v>0.23</c:v>
                </c:pt>
                <c:pt idx="461">
                  <c:v>0.2305</c:v>
                </c:pt>
                <c:pt idx="462">
                  <c:v>0.231</c:v>
                </c:pt>
                <c:pt idx="463">
                  <c:v>0.2315</c:v>
                </c:pt>
                <c:pt idx="464">
                  <c:v>0.232</c:v>
                </c:pt>
                <c:pt idx="465">
                  <c:v>0.2325</c:v>
                </c:pt>
                <c:pt idx="466">
                  <c:v>0.233</c:v>
                </c:pt>
                <c:pt idx="467">
                  <c:v>0.2335</c:v>
                </c:pt>
                <c:pt idx="468">
                  <c:v>0.234</c:v>
                </c:pt>
                <c:pt idx="469">
                  <c:v>0.2345</c:v>
                </c:pt>
                <c:pt idx="470">
                  <c:v>0.235</c:v>
                </c:pt>
                <c:pt idx="471">
                  <c:v>0.2355</c:v>
                </c:pt>
                <c:pt idx="472">
                  <c:v>0.236</c:v>
                </c:pt>
                <c:pt idx="473">
                  <c:v>0.2365</c:v>
                </c:pt>
                <c:pt idx="474">
                  <c:v>0.237</c:v>
                </c:pt>
                <c:pt idx="475">
                  <c:v>0.2375</c:v>
                </c:pt>
                <c:pt idx="476">
                  <c:v>0.238</c:v>
                </c:pt>
                <c:pt idx="477">
                  <c:v>0.2385</c:v>
                </c:pt>
                <c:pt idx="478">
                  <c:v>0.239</c:v>
                </c:pt>
                <c:pt idx="479">
                  <c:v>0.2395</c:v>
                </c:pt>
                <c:pt idx="480">
                  <c:v>0.24</c:v>
                </c:pt>
                <c:pt idx="481">
                  <c:v>0.2405</c:v>
                </c:pt>
                <c:pt idx="482">
                  <c:v>0.241</c:v>
                </c:pt>
                <c:pt idx="483">
                  <c:v>0.2415</c:v>
                </c:pt>
                <c:pt idx="484">
                  <c:v>0.242</c:v>
                </c:pt>
                <c:pt idx="485">
                  <c:v>0.2425</c:v>
                </c:pt>
                <c:pt idx="486">
                  <c:v>0.243</c:v>
                </c:pt>
                <c:pt idx="487">
                  <c:v>0.2435</c:v>
                </c:pt>
                <c:pt idx="488">
                  <c:v>0.244</c:v>
                </c:pt>
                <c:pt idx="489">
                  <c:v>0.2445</c:v>
                </c:pt>
                <c:pt idx="490">
                  <c:v>0.245</c:v>
                </c:pt>
                <c:pt idx="491">
                  <c:v>0.2455</c:v>
                </c:pt>
                <c:pt idx="492">
                  <c:v>0.246</c:v>
                </c:pt>
                <c:pt idx="493">
                  <c:v>0.2465</c:v>
                </c:pt>
                <c:pt idx="494">
                  <c:v>0.247</c:v>
                </c:pt>
                <c:pt idx="495">
                  <c:v>0.2475</c:v>
                </c:pt>
                <c:pt idx="496">
                  <c:v>0.248</c:v>
                </c:pt>
                <c:pt idx="497">
                  <c:v>0.2485</c:v>
                </c:pt>
                <c:pt idx="498">
                  <c:v>0.249</c:v>
                </c:pt>
                <c:pt idx="499">
                  <c:v>0.2495</c:v>
                </c:pt>
                <c:pt idx="500">
                  <c:v>0.25</c:v>
                </c:pt>
                <c:pt idx="501">
                  <c:v>0.2505</c:v>
                </c:pt>
                <c:pt idx="502">
                  <c:v>0.251</c:v>
                </c:pt>
                <c:pt idx="503">
                  <c:v>0.2515</c:v>
                </c:pt>
                <c:pt idx="504">
                  <c:v>0.252</c:v>
                </c:pt>
                <c:pt idx="505">
                  <c:v>0.2525</c:v>
                </c:pt>
                <c:pt idx="506">
                  <c:v>0.253</c:v>
                </c:pt>
                <c:pt idx="507">
                  <c:v>0.2535</c:v>
                </c:pt>
                <c:pt idx="508">
                  <c:v>0.254</c:v>
                </c:pt>
                <c:pt idx="509">
                  <c:v>0.2545</c:v>
                </c:pt>
                <c:pt idx="510">
                  <c:v>0.255</c:v>
                </c:pt>
                <c:pt idx="511">
                  <c:v>0.2555</c:v>
                </c:pt>
                <c:pt idx="512">
                  <c:v>0.256</c:v>
                </c:pt>
                <c:pt idx="513">
                  <c:v>0.2565</c:v>
                </c:pt>
                <c:pt idx="514">
                  <c:v>0.257</c:v>
                </c:pt>
                <c:pt idx="515">
                  <c:v>0.2575</c:v>
                </c:pt>
                <c:pt idx="516">
                  <c:v>0.258</c:v>
                </c:pt>
                <c:pt idx="517">
                  <c:v>0.2585</c:v>
                </c:pt>
                <c:pt idx="518">
                  <c:v>0.259</c:v>
                </c:pt>
                <c:pt idx="519">
                  <c:v>0.2595</c:v>
                </c:pt>
                <c:pt idx="520">
                  <c:v>0.26</c:v>
                </c:pt>
                <c:pt idx="521">
                  <c:v>0.2605</c:v>
                </c:pt>
                <c:pt idx="522">
                  <c:v>0.261</c:v>
                </c:pt>
                <c:pt idx="523">
                  <c:v>0.2615</c:v>
                </c:pt>
                <c:pt idx="524">
                  <c:v>0.262</c:v>
                </c:pt>
                <c:pt idx="525">
                  <c:v>0.2625</c:v>
                </c:pt>
                <c:pt idx="526">
                  <c:v>0.263</c:v>
                </c:pt>
                <c:pt idx="527">
                  <c:v>0.2635</c:v>
                </c:pt>
                <c:pt idx="528">
                  <c:v>0.264</c:v>
                </c:pt>
                <c:pt idx="529">
                  <c:v>0.2645</c:v>
                </c:pt>
                <c:pt idx="530">
                  <c:v>0.265</c:v>
                </c:pt>
                <c:pt idx="531">
                  <c:v>0.2655</c:v>
                </c:pt>
                <c:pt idx="532">
                  <c:v>0.266</c:v>
                </c:pt>
                <c:pt idx="533">
                  <c:v>0.2665</c:v>
                </c:pt>
                <c:pt idx="534">
                  <c:v>0.267</c:v>
                </c:pt>
                <c:pt idx="535">
                  <c:v>0.2675</c:v>
                </c:pt>
                <c:pt idx="536">
                  <c:v>0.268</c:v>
                </c:pt>
                <c:pt idx="537">
                  <c:v>0.2685</c:v>
                </c:pt>
                <c:pt idx="538">
                  <c:v>0.269</c:v>
                </c:pt>
                <c:pt idx="539">
                  <c:v>0.2695</c:v>
                </c:pt>
                <c:pt idx="540">
                  <c:v>0.27</c:v>
                </c:pt>
                <c:pt idx="541">
                  <c:v>0.2705</c:v>
                </c:pt>
                <c:pt idx="542">
                  <c:v>0.271</c:v>
                </c:pt>
                <c:pt idx="543">
                  <c:v>0.2715</c:v>
                </c:pt>
                <c:pt idx="544">
                  <c:v>0.272</c:v>
                </c:pt>
                <c:pt idx="545">
                  <c:v>0.2725</c:v>
                </c:pt>
                <c:pt idx="546">
                  <c:v>0.273</c:v>
                </c:pt>
                <c:pt idx="547">
                  <c:v>0.2735</c:v>
                </c:pt>
                <c:pt idx="548">
                  <c:v>0.274</c:v>
                </c:pt>
                <c:pt idx="549">
                  <c:v>0.2745</c:v>
                </c:pt>
                <c:pt idx="550">
                  <c:v>0.275</c:v>
                </c:pt>
                <c:pt idx="551">
                  <c:v>0.2755</c:v>
                </c:pt>
                <c:pt idx="552">
                  <c:v>0.276</c:v>
                </c:pt>
                <c:pt idx="553">
                  <c:v>0.2765</c:v>
                </c:pt>
                <c:pt idx="554">
                  <c:v>0.277</c:v>
                </c:pt>
                <c:pt idx="555">
                  <c:v>0.2775</c:v>
                </c:pt>
                <c:pt idx="556">
                  <c:v>0.278</c:v>
                </c:pt>
                <c:pt idx="557">
                  <c:v>0.2785</c:v>
                </c:pt>
                <c:pt idx="558">
                  <c:v>0.279</c:v>
                </c:pt>
                <c:pt idx="559">
                  <c:v>0.2795</c:v>
                </c:pt>
                <c:pt idx="560">
                  <c:v>0.28</c:v>
                </c:pt>
                <c:pt idx="561">
                  <c:v>0.2805</c:v>
                </c:pt>
                <c:pt idx="562">
                  <c:v>0.281</c:v>
                </c:pt>
                <c:pt idx="563">
                  <c:v>0.2815</c:v>
                </c:pt>
                <c:pt idx="564">
                  <c:v>0.282</c:v>
                </c:pt>
                <c:pt idx="565">
                  <c:v>0.2825</c:v>
                </c:pt>
                <c:pt idx="566">
                  <c:v>0.283</c:v>
                </c:pt>
                <c:pt idx="567">
                  <c:v>0.2835</c:v>
                </c:pt>
                <c:pt idx="568">
                  <c:v>0.284</c:v>
                </c:pt>
                <c:pt idx="569">
                  <c:v>0.2845</c:v>
                </c:pt>
                <c:pt idx="570">
                  <c:v>0.285</c:v>
                </c:pt>
                <c:pt idx="571">
                  <c:v>0.2855</c:v>
                </c:pt>
                <c:pt idx="572">
                  <c:v>0.286</c:v>
                </c:pt>
                <c:pt idx="573">
                  <c:v>0.2865</c:v>
                </c:pt>
                <c:pt idx="574">
                  <c:v>0.287</c:v>
                </c:pt>
                <c:pt idx="575">
                  <c:v>0.2875</c:v>
                </c:pt>
                <c:pt idx="576">
                  <c:v>0.288</c:v>
                </c:pt>
                <c:pt idx="577">
                  <c:v>0.2885</c:v>
                </c:pt>
                <c:pt idx="578">
                  <c:v>0.289</c:v>
                </c:pt>
                <c:pt idx="579">
                  <c:v>0.2895</c:v>
                </c:pt>
                <c:pt idx="580">
                  <c:v>0.29</c:v>
                </c:pt>
                <c:pt idx="581">
                  <c:v>0.2905</c:v>
                </c:pt>
                <c:pt idx="582">
                  <c:v>0.291</c:v>
                </c:pt>
                <c:pt idx="583">
                  <c:v>0.2915</c:v>
                </c:pt>
                <c:pt idx="584">
                  <c:v>0.292</c:v>
                </c:pt>
                <c:pt idx="585">
                  <c:v>0.2925</c:v>
                </c:pt>
                <c:pt idx="586">
                  <c:v>0.293</c:v>
                </c:pt>
                <c:pt idx="587">
                  <c:v>0.2935</c:v>
                </c:pt>
                <c:pt idx="588">
                  <c:v>0.294</c:v>
                </c:pt>
                <c:pt idx="589">
                  <c:v>0.2945</c:v>
                </c:pt>
                <c:pt idx="590">
                  <c:v>0.295</c:v>
                </c:pt>
                <c:pt idx="591">
                  <c:v>0.2955</c:v>
                </c:pt>
                <c:pt idx="592">
                  <c:v>0.296</c:v>
                </c:pt>
                <c:pt idx="593">
                  <c:v>0.2965</c:v>
                </c:pt>
                <c:pt idx="594">
                  <c:v>0.297</c:v>
                </c:pt>
                <c:pt idx="595">
                  <c:v>0.2975</c:v>
                </c:pt>
                <c:pt idx="596">
                  <c:v>0.298</c:v>
                </c:pt>
                <c:pt idx="597">
                  <c:v>0.2985</c:v>
                </c:pt>
                <c:pt idx="598">
                  <c:v>0.299</c:v>
                </c:pt>
                <c:pt idx="599">
                  <c:v>0.2995</c:v>
                </c:pt>
                <c:pt idx="600">
                  <c:v>0.3</c:v>
                </c:pt>
                <c:pt idx="601">
                  <c:v>0.3005</c:v>
                </c:pt>
                <c:pt idx="602">
                  <c:v>0.301</c:v>
                </c:pt>
                <c:pt idx="603">
                  <c:v>0.3015</c:v>
                </c:pt>
                <c:pt idx="604">
                  <c:v>0.302</c:v>
                </c:pt>
                <c:pt idx="605">
                  <c:v>0.3025</c:v>
                </c:pt>
                <c:pt idx="606">
                  <c:v>0.303</c:v>
                </c:pt>
                <c:pt idx="607">
                  <c:v>0.3035</c:v>
                </c:pt>
                <c:pt idx="608">
                  <c:v>0.304</c:v>
                </c:pt>
                <c:pt idx="609">
                  <c:v>0.3045</c:v>
                </c:pt>
                <c:pt idx="610">
                  <c:v>0.305</c:v>
                </c:pt>
                <c:pt idx="611">
                  <c:v>0.3055</c:v>
                </c:pt>
                <c:pt idx="612">
                  <c:v>0.306</c:v>
                </c:pt>
                <c:pt idx="613">
                  <c:v>0.3065</c:v>
                </c:pt>
                <c:pt idx="614">
                  <c:v>0.307</c:v>
                </c:pt>
                <c:pt idx="615">
                  <c:v>0.3075</c:v>
                </c:pt>
                <c:pt idx="616">
                  <c:v>0.308</c:v>
                </c:pt>
                <c:pt idx="617">
                  <c:v>0.3085</c:v>
                </c:pt>
                <c:pt idx="618">
                  <c:v>0.309</c:v>
                </c:pt>
                <c:pt idx="619">
                  <c:v>0.3095</c:v>
                </c:pt>
                <c:pt idx="620">
                  <c:v>0.31</c:v>
                </c:pt>
                <c:pt idx="621">
                  <c:v>0.3105</c:v>
                </c:pt>
                <c:pt idx="622">
                  <c:v>0.311</c:v>
                </c:pt>
                <c:pt idx="623">
                  <c:v>0.3115</c:v>
                </c:pt>
                <c:pt idx="624">
                  <c:v>0.312</c:v>
                </c:pt>
                <c:pt idx="625">
                  <c:v>0.3125</c:v>
                </c:pt>
                <c:pt idx="626">
                  <c:v>0.313</c:v>
                </c:pt>
                <c:pt idx="627">
                  <c:v>0.3135</c:v>
                </c:pt>
                <c:pt idx="628">
                  <c:v>0.314</c:v>
                </c:pt>
                <c:pt idx="629">
                  <c:v>0.3145</c:v>
                </c:pt>
                <c:pt idx="630">
                  <c:v>0.315</c:v>
                </c:pt>
                <c:pt idx="631">
                  <c:v>0.3155</c:v>
                </c:pt>
                <c:pt idx="632">
                  <c:v>0.316</c:v>
                </c:pt>
                <c:pt idx="633">
                  <c:v>0.3165</c:v>
                </c:pt>
                <c:pt idx="634">
                  <c:v>0.317</c:v>
                </c:pt>
                <c:pt idx="635">
                  <c:v>0.3175</c:v>
                </c:pt>
                <c:pt idx="636">
                  <c:v>0.318</c:v>
                </c:pt>
                <c:pt idx="637">
                  <c:v>0.3185</c:v>
                </c:pt>
                <c:pt idx="638">
                  <c:v>0.319</c:v>
                </c:pt>
                <c:pt idx="639">
                  <c:v>0.3195</c:v>
                </c:pt>
                <c:pt idx="640">
                  <c:v>0.32</c:v>
                </c:pt>
                <c:pt idx="641">
                  <c:v>0.3205</c:v>
                </c:pt>
                <c:pt idx="642">
                  <c:v>0.321</c:v>
                </c:pt>
                <c:pt idx="643">
                  <c:v>0.3215</c:v>
                </c:pt>
                <c:pt idx="644">
                  <c:v>0.322</c:v>
                </c:pt>
                <c:pt idx="645">
                  <c:v>0.3225</c:v>
                </c:pt>
                <c:pt idx="646">
                  <c:v>0.323</c:v>
                </c:pt>
                <c:pt idx="647">
                  <c:v>0.3235</c:v>
                </c:pt>
                <c:pt idx="648">
                  <c:v>0.324</c:v>
                </c:pt>
                <c:pt idx="649">
                  <c:v>0.3245</c:v>
                </c:pt>
                <c:pt idx="650">
                  <c:v>0.325</c:v>
                </c:pt>
                <c:pt idx="651">
                  <c:v>0.3255</c:v>
                </c:pt>
                <c:pt idx="652">
                  <c:v>0.326</c:v>
                </c:pt>
                <c:pt idx="653">
                  <c:v>0.3265</c:v>
                </c:pt>
                <c:pt idx="654">
                  <c:v>0.327</c:v>
                </c:pt>
                <c:pt idx="655">
                  <c:v>0.3275</c:v>
                </c:pt>
                <c:pt idx="656">
                  <c:v>0.328</c:v>
                </c:pt>
                <c:pt idx="657">
                  <c:v>0.3285</c:v>
                </c:pt>
                <c:pt idx="658">
                  <c:v>0.329</c:v>
                </c:pt>
                <c:pt idx="659">
                  <c:v>0.3295</c:v>
                </c:pt>
                <c:pt idx="660">
                  <c:v>0.33</c:v>
                </c:pt>
                <c:pt idx="661">
                  <c:v>0.3305</c:v>
                </c:pt>
                <c:pt idx="662">
                  <c:v>0.331</c:v>
                </c:pt>
                <c:pt idx="663">
                  <c:v>0.3315</c:v>
                </c:pt>
                <c:pt idx="664">
                  <c:v>0.332</c:v>
                </c:pt>
                <c:pt idx="665">
                  <c:v>0.3325</c:v>
                </c:pt>
                <c:pt idx="666">
                  <c:v>0.333</c:v>
                </c:pt>
                <c:pt idx="667">
                  <c:v>0.3335</c:v>
                </c:pt>
                <c:pt idx="668">
                  <c:v>0.334</c:v>
                </c:pt>
                <c:pt idx="669">
                  <c:v>0.3345</c:v>
                </c:pt>
                <c:pt idx="670">
                  <c:v>0.335</c:v>
                </c:pt>
                <c:pt idx="671">
                  <c:v>0.3355</c:v>
                </c:pt>
                <c:pt idx="672">
                  <c:v>0.336</c:v>
                </c:pt>
                <c:pt idx="673">
                  <c:v>0.3365</c:v>
                </c:pt>
                <c:pt idx="674">
                  <c:v>0.337</c:v>
                </c:pt>
                <c:pt idx="675">
                  <c:v>0.3375</c:v>
                </c:pt>
                <c:pt idx="676">
                  <c:v>0.338</c:v>
                </c:pt>
                <c:pt idx="677">
                  <c:v>0.3385</c:v>
                </c:pt>
                <c:pt idx="678">
                  <c:v>0.339</c:v>
                </c:pt>
                <c:pt idx="679">
                  <c:v>0.3395</c:v>
                </c:pt>
                <c:pt idx="680">
                  <c:v>0.34</c:v>
                </c:pt>
                <c:pt idx="681">
                  <c:v>0.3405</c:v>
                </c:pt>
                <c:pt idx="682">
                  <c:v>0.341</c:v>
                </c:pt>
                <c:pt idx="683">
                  <c:v>0.3415</c:v>
                </c:pt>
                <c:pt idx="684">
                  <c:v>0.342</c:v>
                </c:pt>
                <c:pt idx="685">
                  <c:v>0.3425</c:v>
                </c:pt>
                <c:pt idx="686">
                  <c:v>0.343</c:v>
                </c:pt>
                <c:pt idx="687">
                  <c:v>0.3435</c:v>
                </c:pt>
                <c:pt idx="688">
                  <c:v>0.344</c:v>
                </c:pt>
                <c:pt idx="689">
                  <c:v>0.3445</c:v>
                </c:pt>
                <c:pt idx="690">
                  <c:v>0.345</c:v>
                </c:pt>
                <c:pt idx="691">
                  <c:v>0.3455</c:v>
                </c:pt>
                <c:pt idx="692">
                  <c:v>0.346</c:v>
                </c:pt>
                <c:pt idx="693">
                  <c:v>0.3465</c:v>
                </c:pt>
                <c:pt idx="694">
                  <c:v>0.347</c:v>
                </c:pt>
                <c:pt idx="695">
                  <c:v>0.3475</c:v>
                </c:pt>
                <c:pt idx="696">
                  <c:v>0.348</c:v>
                </c:pt>
                <c:pt idx="697">
                  <c:v>0.3485</c:v>
                </c:pt>
                <c:pt idx="698">
                  <c:v>0.349</c:v>
                </c:pt>
                <c:pt idx="699">
                  <c:v>0.3495</c:v>
                </c:pt>
                <c:pt idx="700">
                  <c:v>0.35</c:v>
                </c:pt>
                <c:pt idx="701">
                  <c:v>0.3505</c:v>
                </c:pt>
                <c:pt idx="702">
                  <c:v>0.351</c:v>
                </c:pt>
                <c:pt idx="703">
                  <c:v>0.3515</c:v>
                </c:pt>
                <c:pt idx="704">
                  <c:v>0.352</c:v>
                </c:pt>
                <c:pt idx="705">
                  <c:v>0.3525</c:v>
                </c:pt>
                <c:pt idx="706">
                  <c:v>0.353</c:v>
                </c:pt>
                <c:pt idx="707">
                  <c:v>0.3535</c:v>
                </c:pt>
                <c:pt idx="708">
                  <c:v>0.354</c:v>
                </c:pt>
                <c:pt idx="709">
                  <c:v>0.3545</c:v>
                </c:pt>
                <c:pt idx="710">
                  <c:v>0.355</c:v>
                </c:pt>
                <c:pt idx="711">
                  <c:v>0.3555</c:v>
                </c:pt>
                <c:pt idx="712">
                  <c:v>0.356</c:v>
                </c:pt>
                <c:pt idx="713">
                  <c:v>0.3565</c:v>
                </c:pt>
                <c:pt idx="714">
                  <c:v>0.357</c:v>
                </c:pt>
                <c:pt idx="715">
                  <c:v>0.3575</c:v>
                </c:pt>
                <c:pt idx="716">
                  <c:v>0.358</c:v>
                </c:pt>
                <c:pt idx="717">
                  <c:v>0.3585</c:v>
                </c:pt>
                <c:pt idx="718">
                  <c:v>0.359</c:v>
                </c:pt>
                <c:pt idx="719">
                  <c:v>0.3595</c:v>
                </c:pt>
                <c:pt idx="720">
                  <c:v>0.36</c:v>
                </c:pt>
                <c:pt idx="721">
                  <c:v>0.3605</c:v>
                </c:pt>
                <c:pt idx="722">
                  <c:v>0.361</c:v>
                </c:pt>
                <c:pt idx="723">
                  <c:v>0.3615</c:v>
                </c:pt>
                <c:pt idx="724">
                  <c:v>0.362</c:v>
                </c:pt>
                <c:pt idx="725">
                  <c:v>0.3625</c:v>
                </c:pt>
                <c:pt idx="726">
                  <c:v>0.363</c:v>
                </c:pt>
                <c:pt idx="727">
                  <c:v>0.3635</c:v>
                </c:pt>
                <c:pt idx="728">
                  <c:v>0.364</c:v>
                </c:pt>
                <c:pt idx="729">
                  <c:v>0.3645</c:v>
                </c:pt>
                <c:pt idx="730">
                  <c:v>0.365</c:v>
                </c:pt>
                <c:pt idx="731">
                  <c:v>0.3655</c:v>
                </c:pt>
                <c:pt idx="732">
                  <c:v>0.366</c:v>
                </c:pt>
                <c:pt idx="733">
                  <c:v>0.3665</c:v>
                </c:pt>
                <c:pt idx="734">
                  <c:v>0.367</c:v>
                </c:pt>
                <c:pt idx="735">
                  <c:v>0.3675</c:v>
                </c:pt>
                <c:pt idx="736">
                  <c:v>0.368</c:v>
                </c:pt>
                <c:pt idx="737">
                  <c:v>0.3685</c:v>
                </c:pt>
                <c:pt idx="738">
                  <c:v>0.369</c:v>
                </c:pt>
                <c:pt idx="739">
                  <c:v>0.3695</c:v>
                </c:pt>
                <c:pt idx="740">
                  <c:v>0.37</c:v>
                </c:pt>
                <c:pt idx="741">
                  <c:v>0.3705</c:v>
                </c:pt>
                <c:pt idx="742">
                  <c:v>0.371</c:v>
                </c:pt>
                <c:pt idx="743">
                  <c:v>0.3715</c:v>
                </c:pt>
                <c:pt idx="744">
                  <c:v>0.372</c:v>
                </c:pt>
                <c:pt idx="745">
                  <c:v>0.3725</c:v>
                </c:pt>
                <c:pt idx="746">
                  <c:v>0.373</c:v>
                </c:pt>
                <c:pt idx="747">
                  <c:v>0.3735</c:v>
                </c:pt>
                <c:pt idx="748">
                  <c:v>0.374</c:v>
                </c:pt>
                <c:pt idx="749">
                  <c:v>0.3745</c:v>
                </c:pt>
                <c:pt idx="750">
                  <c:v>0.375</c:v>
                </c:pt>
                <c:pt idx="751">
                  <c:v>0.3755</c:v>
                </c:pt>
                <c:pt idx="752">
                  <c:v>0.376</c:v>
                </c:pt>
                <c:pt idx="753">
                  <c:v>0.3765</c:v>
                </c:pt>
                <c:pt idx="754">
                  <c:v>0.377</c:v>
                </c:pt>
                <c:pt idx="755">
                  <c:v>0.3775</c:v>
                </c:pt>
                <c:pt idx="756">
                  <c:v>0.378</c:v>
                </c:pt>
                <c:pt idx="757">
                  <c:v>0.3785</c:v>
                </c:pt>
                <c:pt idx="758">
                  <c:v>0.379</c:v>
                </c:pt>
                <c:pt idx="759">
                  <c:v>0.3795</c:v>
                </c:pt>
                <c:pt idx="760">
                  <c:v>0.38</c:v>
                </c:pt>
                <c:pt idx="761">
                  <c:v>0.3805</c:v>
                </c:pt>
                <c:pt idx="762">
                  <c:v>0.381</c:v>
                </c:pt>
                <c:pt idx="763">
                  <c:v>0.3815</c:v>
                </c:pt>
                <c:pt idx="764">
                  <c:v>0.382</c:v>
                </c:pt>
                <c:pt idx="765">
                  <c:v>0.3825</c:v>
                </c:pt>
                <c:pt idx="766">
                  <c:v>0.383</c:v>
                </c:pt>
                <c:pt idx="767">
                  <c:v>0.3835</c:v>
                </c:pt>
                <c:pt idx="768">
                  <c:v>0.384</c:v>
                </c:pt>
                <c:pt idx="769">
                  <c:v>0.3845</c:v>
                </c:pt>
                <c:pt idx="770">
                  <c:v>0.385</c:v>
                </c:pt>
                <c:pt idx="771">
                  <c:v>0.3855</c:v>
                </c:pt>
                <c:pt idx="772">
                  <c:v>0.386</c:v>
                </c:pt>
                <c:pt idx="773">
                  <c:v>0.3865</c:v>
                </c:pt>
                <c:pt idx="774">
                  <c:v>0.387</c:v>
                </c:pt>
                <c:pt idx="775">
                  <c:v>0.3875</c:v>
                </c:pt>
                <c:pt idx="776">
                  <c:v>0.388</c:v>
                </c:pt>
                <c:pt idx="777">
                  <c:v>0.3885</c:v>
                </c:pt>
                <c:pt idx="778">
                  <c:v>0.389</c:v>
                </c:pt>
                <c:pt idx="779">
                  <c:v>0.3895</c:v>
                </c:pt>
                <c:pt idx="780">
                  <c:v>0.39</c:v>
                </c:pt>
                <c:pt idx="781">
                  <c:v>0.3905</c:v>
                </c:pt>
                <c:pt idx="782">
                  <c:v>0.391</c:v>
                </c:pt>
                <c:pt idx="783">
                  <c:v>0.3915</c:v>
                </c:pt>
                <c:pt idx="784">
                  <c:v>0.392</c:v>
                </c:pt>
                <c:pt idx="785">
                  <c:v>0.3925</c:v>
                </c:pt>
                <c:pt idx="786">
                  <c:v>0.393</c:v>
                </c:pt>
                <c:pt idx="787">
                  <c:v>0.3935</c:v>
                </c:pt>
                <c:pt idx="788">
                  <c:v>0.394</c:v>
                </c:pt>
                <c:pt idx="789">
                  <c:v>0.3945</c:v>
                </c:pt>
                <c:pt idx="790">
                  <c:v>0.395</c:v>
                </c:pt>
                <c:pt idx="791">
                  <c:v>0.3955</c:v>
                </c:pt>
                <c:pt idx="792">
                  <c:v>0.396</c:v>
                </c:pt>
                <c:pt idx="793">
                  <c:v>0.3965</c:v>
                </c:pt>
                <c:pt idx="794">
                  <c:v>0.397</c:v>
                </c:pt>
                <c:pt idx="795">
                  <c:v>0.3975</c:v>
                </c:pt>
                <c:pt idx="796">
                  <c:v>0.398</c:v>
                </c:pt>
                <c:pt idx="797">
                  <c:v>0.3985</c:v>
                </c:pt>
                <c:pt idx="798">
                  <c:v>0.399</c:v>
                </c:pt>
                <c:pt idx="799">
                  <c:v>0.3995</c:v>
                </c:pt>
                <c:pt idx="800">
                  <c:v>0.4</c:v>
                </c:pt>
                <c:pt idx="801">
                  <c:v>0.4005</c:v>
                </c:pt>
                <c:pt idx="802">
                  <c:v>0.401</c:v>
                </c:pt>
                <c:pt idx="803">
                  <c:v>0.4015</c:v>
                </c:pt>
                <c:pt idx="804">
                  <c:v>0.402</c:v>
                </c:pt>
                <c:pt idx="805">
                  <c:v>0.4025</c:v>
                </c:pt>
                <c:pt idx="806">
                  <c:v>0.403</c:v>
                </c:pt>
                <c:pt idx="807">
                  <c:v>0.4035</c:v>
                </c:pt>
                <c:pt idx="808">
                  <c:v>0.404</c:v>
                </c:pt>
                <c:pt idx="809">
                  <c:v>0.4045</c:v>
                </c:pt>
                <c:pt idx="810">
                  <c:v>0.405</c:v>
                </c:pt>
                <c:pt idx="811">
                  <c:v>0.4055</c:v>
                </c:pt>
                <c:pt idx="812">
                  <c:v>0.406</c:v>
                </c:pt>
                <c:pt idx="813">
                  <c:v>0.4065</c:v>
                </c:pt>
                <c:pt idx="814">
                  <c:v>0.407</c:v>
                </c:pt>
                <c:pt idx="815">
                  <c:v>0.4075</c:v>
                </c:pt>
                <c:pt idx="816">
                  <c:v>0.408</c:v>
                </c:pt>
                <c:pt idx="817">
                  <c:v>0.4085</c:v>
                </c:pt>
                <c:pt idx="818">
                  <c:v>0.409</c:v>
                </c:pt>
                <c:pt idx="819">
                  <c:v>0.4095</c:v>
                </c:pt>
                <c:pt idx="820">
                  <c:v>0.41</c:v>
                </c:pt>
                <c:pt idx="821">
                  <c:v>0.4105</c:v>
                </c:pt>
                <c:pt idx="822">
                  <c:v>0.411</c:v>
                </c:pt>
                <c:pt idx="823">
                  <c:v>0.4115</c:v>
                </c:pt>
                <c:pt idx="824">
                  <c:v>0.412</c:v>
                </c:pt>
                <c:pt idx="825">
                  <c:v>0.4125</c:v>
                </c:pt>
                <c:pt idx="826">
                  <c:v>0.413</c:v>
                </c:pt>
                <c:pt idx="827">
                  <c:v>0.4135</c:v>
                </c:pt>
                <c:pt idx="828">
                  <c:v>0.414</c:v>
                </c:pt>
                <c:pt idx="829">
                  <c:v>0.4145</c:v>
                </c:pt>
                <c:pt idx="830">
                  <c:v>0.415</c:v>
                </c:pt>
                <c:pt idx="831">
                  <c:v>0.4155</c:v>
                </c:pt>
                <c:pt idx="832">
                  <c:v>0.416</c:v>
                </c:pt>
                <c:pt idx="833">
                  <c:v>0.4165</c:v>
                </c:pt>
                <c:pt idx="834">
                  <c:v>0.417</c:v>
                </c:pt>
                <c:pt idx="835">
                  <c:v>0.4175</c:v>
                </c:pt>
                <c:pt idx="836">
                  <c:v>0.418</c:v>
                </c:pt>
                <c:pt idx="837">
                  <c:v>0.4185</c:v>
                </c:pt>
                <c:pt idx="838">
                  <c:v>0.419</c:v>
                </c:pt>
                <c:pt idx="839">
                  <c:v>0.4195</c:v>
                </c:pt>
                <c:pt idx="840">
                  <c:v>0.42</c:v>
                </c:pt>
                <c:pt idx="841">
                  <c:v>0.4205</c:v>
                </c:pt>
                <c:pt idx="842">
                  <c:v>0.421</c:v>
                </c:pt>
                <c:pt idx="843">
                  <c:v>0.4215</c:v>
                </c:pt>
                <c:pt idx="844">
                  <c:v>0.422</c:v>
                </c:pt>
                <c:pt idx="845">
                  <c:v>0.4225</c:v>
                </c:pt>
                <c:pt idx="846">
                  <c:v>0.423</c:v>
                </c:pt>
                <c:pt idx="847">
                  <c:v>0.4235</c:v>
                </c:pt>
                <c:pt idx="848">
                  <c:v>0.424</c:v>
                </c:pt>
                <c:pt idx="849">
                  <c:v>0.4245</c:v>
                </c:pt>
                <c:pt idx="850">
                  <c:v>0.425</c:v>
                </c:pt>
                <c:pt idx="851">
                  <c:v>0.4255</c:v>
                </c:pt>
                <c:pt idx="852">
                  <c:v>0.426</c:v>
                </c:pt>
                <c:pt idx="853">
                  <c:v>0.4265</c:v>
                </c:pt>
                <c:pt idx="854">
                  <c:v>0.427</c:v>
                </c:pt>
                <c:pt idx="855">
                  <c:v>0.4275</c:v>
                </c:pt>
                <c:pt idx="856">
                  <c:v>0.428</c:v>
                </c:pt>
                <c:pt idx="857">
                  <c:v>0.4285</c:v>
                </c:pt>
                <c:pt idx="858">
                  <c:v>0.429</c:v>
                </c:pt>
                <c:pt idx="859">
                  <c:v>0.4295</c:v>
                </c:pt>
                <c:pt idx="860">
                  <c:v>0.43</c:v>
                </c:pt>
                <c:pt idx="861">
                  <c:v>0.4305</c:v>
                </c:pt>
                <c:pt idx="862">
                  <c:v>0.431</c:v>
                </c:pt>
                <c:pt idx="863">
                  <c:v>0.4315</c:v>
                </c:pt>
                <c:pt idx="864">
                  <c:v>0.432</c:v>
                </c:pt>
                <c:pt idx="865">
                  <c:v>0.4325</c:v>
                </c:pt>
                <c:pt idx="866">
                  <c:v>0.433</c:v>
                </c:pt>
                <c:pt idx="867">
                  <c:v>0.4335</c:v>
                </c:pt>
                <c:pt idx="868">
                  <c:v>0.434</c:v>
                </c:pt>
                <c:pt idx="869">
                  <c:v>0.4345</c:v>
                </c:pt>
                <c:pt idx="870">
                  <c:v>0.435</c:v>
                </c:pt>
                <c:pt idx="871">
                  <c:v>0.4355</c:v>
                </c:pt>
                <c:pt idx="872">
                  <c:v>0.436</c:v>
                </c:pt>
                <c:pt idx="873">
                  <c:v>0.4365</c:v>
                </c:pt>
                <c:pt idx="874">
                  <c:v>0.437</c:v>
                </c:pt>
                <c:pt idx="875">
                  <c:v>0.4375</c:v>
                </c:pt>
                <c:pt idx="876">
                  <c:v>0.438</c:v>
                </c:pt>
                <c:pt idx="877">
                  <c:v>0.4385</c:v>
                </c:pt>
                <c:pt idx="878">
                  <c:v>0.439</c:v>
                </c:pt>
                <c:pt idx="879">
                  <c:v>0.4395</c:v>
                </c:pt>
                <c:pt idx="880">
                  <c:v>0.44</c:v>
                </c:pt>
                <c:pt idx="881">
                  <c:v>0.4405</c:v>
                </c:pt>
                <c:pt idx="882">
                  <c:v>0.441</c:v>
                </c:pt>
                <c:pt idx="883">
                  <c:v>0.4415</c:v>
                </c:pt>
                <c:pt idx="884">
                  <c:v>0.442</c:v>
                </c:pt>
                <c:pt idx="885">
                  <c:v>0.4425</c:v>
                </c:pt>
                <c:pt idx="886">
                  <c:v>0.443</c:v>
                </c:pt>
                <c:pt idx="887">
                  <c:v>0.4435</c:v>
                </c:pt>
                <c:pt idx="888">
                  <c:v>0.444</c:v>
                </c:pt>
                <c:pt idx="889">
                  <c:v>0.4445</c:v>
                </c:pt>
                <c:pt idx="890">
                  <c:v>0.445</c:v>
                </c:pt>
                <c:pt idx="891">
                  <c:v>0.4455</c:v>
                </c:pt>
                <c:pt idx="892">
                  <c:v>0.446</c:v>
                </c:pt>
                <c:pt idx="893">
                  <c:v>0.4465</c:v>
                </c:pt>
                <c:pt idx="894">
                  <c:v>0.447</c:v>
                </c:pt>
                <c:pt idx="895">
                  <c:v>0.4475</c:v>
                </c:pt>
                <c:pt idx="896">
                  <c:v>0.448</c:v>
                </c:pt>
                <c:pt idx="897">
                  <c:v>0.4485</c:v>
                </c:pt>
                <c:pt idx="898">
                  <c:v>0.449</c:v>
                </c:pt>
                <c:pt idx="899">
                  <c:v>0.4495</c:v>
                </c:pt>
                <c:pt idx="900">
                  <c:v>0.45</c:v>
                </c:pt>
                <c:pt idx="901">
                  <c:v>0.4505</c:v>
                </c:pt>
                <c:pt idx="902">
                  <c:v>0.451</c:v>
                </c:pt>
                <c:pt idx="903">
                  <c:v>0.4515</c:v>
                </c:pt>
                <c:pt idx="904">
                  <c:v>0.452</c:v>
                </c:pt>
                <c:pt idx="905">
                  <c:v>0.4525</c:v>
                </c:pt>
                <c:pt idx="906">
                  <c:v>0.453</c:v>
                </c:pt>
                <c:pt idx="907">
                  <c:v>0.4535</c:v>
                </c:pt>
                <c:pt idx="908">
                  <c:v>0.454</c:v>
                </c:pt>
                <c:pt idx="909">
                  <c:v>0.4545</c:v>
                </c:pt>
                <c:pt idx="910">
                  <c:v>0.455</c:v>
                </c:pt>
                <c:pt idx="911">
                  <c:v>0.4555</c:v>
                </c:pt>
                <c:pt idx="912">
                  <c:v>0.456</c:v>
                </c:pt>
                <c:pt idx="913">
                  <c:v>0.4565</c:v>
                </c:pt>
                <c:pt idx="914">
                  <c:v>0.457</c:v>
                </c:pt>
                <c:pt idx="915">
                  <c:v>0.4575</c:v>
                </c:pt>
                <c:pt idx="916">
                  <c:v>0.458</c:v>
                </c:pt>
                <c:pt idx="917">
                  <c:v>0.4585</c:v>
                </c:pt>
                <c:pt idx="918">
                  <c:v>0.459</c:v>
                </c:pt>
                <c:pt idx="919">
                  <c:v>0.4595</c:v>
                </c:pt>
                <c:pt idx="920">
                  <c:v>0.46</c:v>
                </c:pt>
                <c:pt idx="921">
                  <c:v>0.4605</c:v>
                </c:pt>
                <c:pt idx="922">
                  <c:v>0.461</c:v>
                </c:pt>
                <c:pt idx="923">
                  <c:v>0.4615</c:v>
                </c:pt>
                <c:pt idx="924">
                  <c:v>0.462</c:v>
                </c:pt>
                <c:pt idx="925">
                  <c:v>0.4625</c:v>
                </c:pt>
                <c:pt idx="926">
                  <c:v>0.463</c:v>
                </c:pt>
                <c:pt idx="927">
                  <c:v>0.4635</c:v>
                </c:pt>
                <c:pt idx="928">
                  <c:v>0.464</c:v>
                </c:pt>
                <c:pt idx="929">
                  <c:v>0.4645</c:v>
                </c:pt>
                <c:pt idx="930">
                  <c:v>0.465</c:v>
                </c:pt>
                <c:pt idx="931">
                  <c:v>0.4655</c:v>
                </c:pt>
                <c:pt idx="932">
                  <c:v>0.466</c:v>
                </c:pt>
                <c:pt idx="933">
                  <c:v>0.4665</c:v>
                </c:pt>
                <c:pt idx="934">
                  <c:v>0.467</c:v>
                </c:pt>
                <c:pt idx="935">
                  <c:v>0.4675</c:v>
                </c:pt>
                <c:pt idx="936">
                  <c:v>0.468</c:v>
                </c:pt>
                <c:pt idx="937">
                  <c:v>0.4685</c:v>
                </c:pt>
                <c:pt idx="938">
                  <c:v>0.469</c:v>
                </c:pt>
                <c:pt idx="939">
                  <c:v>0.4695</c:v>
                </c:pt>
                <c:pt idx="940">
                  <c:v>0.47</c:v>
                </c:pt>
                <c:pt idx="941">
                  <c:v>0.4705</c:v>
                </c:pt>
                <c:pt idx="942">
                  <c:v>0.471</c:v>
                </c:pt>
                <c:pt idx="943">
                  <c:v>0.4715</c:v>
                </c:pt>
                <c:pt idx="944">
                  <c:v>0.472</c:v>
                </c:pt>
                <c:pt idx="945">
                  <c:v>0.4725</c:v>
                </c:pt>
                <c:pt idx="946">
                  <c:v>0.473</c:v>
                </c:pt>
                <c:pt idx="947">
                  <c:v>0.4735</c:v>
                </c:pt>
                <c:pt idx="948">
                  <c:v>0.474</c:v>
                </c:pt>
                <c:pt idx="949">
                  <c:v>0.4745</c:v>
                </c:pt>
                <c:pt idx="950">
                  <c:v>0.475</c:v>
                </c:pt>
                <c:pt idx="951">
                  <c:v>0.4755</c:v>
                </c:pt>
                <c:pt idx="952">
                  <c:v>0.476</c:v>
                </c:pt>
                <c:pt idx="953">
                  <c:v>0.4765</c:v>
                </c:pt>
                <c:pt idx="954">
                  <c:v>0.477</c:v>
                </c:pt>
                <c:pt idx="955">
                  <c:v>0.4775</c:v>
                </c:pt>
                <c:pt idx="956">
                  <c:v>0.478</c:v>
                </c:pt>
                <c:pt idx="957">
                  <c:v>0.4785</c:v>
                </c:pt>
                <c:pt idx="958">
                  <c:v>0.479</c:v>
                </c:pt>
                <c:pt idx="959">
                  <c:v>0.4795</c:v>
                </c:pt>
                <c:pt idx="960">
                  <c:v>0.48</c:v>
                </c:pt>
                <c:pt idx="961">
                  <c:v>0.4805</c:v>
                </c:pt>
                <c:pt idx="962">
                  <c:v>0.481</c:v>
                </c:pt>
                <c:pt idx="963">
                  <c:v>0.4815</c:v>
                </c:pt>
                <c:pt idx="964">
                  <c:v>0.482</c:v>
                </c:pt>
                <c:pt idx="965">
                  <c:v>0.4825</c:v>
                </c:pt>
                <c:pt idx="966">
                  <c:v>0.483</c:v>
                </c:pt>
                <c:pt idx="967">
                  <c:v>0.4835</c:v>
                </c:pt>
                <c:pt idx="968">
                  <c:v>0.484</c:v>
                </c:pt>
                <c:pt idx="969">
                  <c:v>0.4845</c:v>
                </c:pt>
                <c:pt idx="970">
                  <c:v>0.485</c:v>
                </c:pt>
                <c:pt idx="971">
                  <c:v>0.4855</c:v>
                </c:pt>
                <c:pt idx="972">
                  <c:v>0.486</c:v>
                </c:pt>
                <c:pt idx="973">
                  <c:v>0.4865</c:v>
                </c:pt>
                <c:pt idx="974">
                  <c:v>0.487</c:v>
                </c:pt>
                <c:pt idx="975">
                  <c:v>0.4875</c:v>
                </c:pt>
                <c:pt idx="976">
                  <c:v>0.488</c:v>
                </c:pt>
                <c:pt idx="977">
                  <c:v>0.4885</c:v>
                </c:pt>
                <c:pt idx="978">
                  <c:v>0.489</c:v>
                </c:pt>
                <c:pt idx="979">
                  <c:v>0.4895</c:v>
                </c:pt>
                <c:pt idx="980">
                  <c:v>0.49</c:v>
                </c:pt>
                <c:pt idx="981">
                  <c:v>0.4905</c:v>
                </c:pt>
                <c:pt idx="982">
                  <c:v>0.491</c:v>
                </c:pt>
                <c:pt idx="983">
                  <c:v>0.4915</c:v>
                </c:pt>
                <c:pt idx="984">
                  <c:v>0.492</c:v>
                </c:pt>
                <c:pt idx="985">
                  <c:v>0.4925</c:v>
                </c:pt>
                <c:pt idx="986">
                  <c:v>0.493</c:v>
                </c:pt>
                <c:pt idx="987">
                  <c:v>0.4935</c:v>
                </c:pt>
                <c:pt idx="988">
                  <c:v>0.494</c:v>
                </c:pt>
                <c:pt idx="989">
                  <c:v>0.4945</c:v>
                </c:pt>
                <c:pt idx="990">
                  <c:v>0.495</c:v>
                </c:pt>
                <c:pt idx="991">
                  <c:v>0.4955</c:v>
                </c:pt>
                <c:pt idx="992">
                  <c:v>0.496</c:v>
                </c:pt>
                <c:pt idx="993">
                  <c:v>0.4965</c:v>
                </c:pt>
                <c:pt idx="994">
                  <c:v>0.497</c:v>
                </c:pt>
                <c:pt idx="995">
                  <c:v>0.4975</c:v>
                </c:pt>
                <c:pt idx="996">
                  <c:v>0.498</c:v>
                </c:pt>
                <c:pt idx="997">
                  <c:v>0.4985</c:v>
                </c:pt>
                <c:pt idx="998">
                  <c:v>0.499</c:v>
                </c:pt>
                <c:pt idx="999">
                  <c:v>0.4995</c:v>
                </c:pt>
                <c:pt idx="1000">
                  <c:v>0.5</c:v>
                </c:pt>
                <c:pt idx="1001">
                  <c:v>0.5005</c:v>
                </c:pt>
                <c:pt idx="1002">
                  <c:v>0.501</c:v>
                </c:pt>
                <c:pt idx="1003">
                  <c:v>0.5015</c:v>
                </c:pt>
                <c:pt idx="1004">
                  <c:v>0.502</c:v>
                </c:pt>
                <c:pt idx="1005">
                  <c:v>0.5025</c:v>
                </c:pt>
                <c:pt idx="1006">
                  <c:v>0.503</c:v>
                </c:pt>
                <c:pt idx="1007">
                  <c:v>0.5035</c:v>
                </c:pt>
                <c:pt idx="1008">
                  <c:v>0.504</c:v>
                </c:pt>
                <c:pt idx="1009">
                  <c:v>0.5045</c:v>
                </c:pt>
                <c:pt idx="1010">
                  <c:v>0.505</c:v>
                </c:pt>
                <c:pt idx="1011">
                  <c:v>0.5055</c:v>
                </c:pt>
                <c:pt idx="1012">
                  <c:v>0.506</c:v>
                </c:pt>
                <c:pt idx="1013">
                  <c:v>0.5065</c:v>
                </c:pt>
                <c:pt idx="1014">
                  <c:v>0.507</c:v>
                </c:pt>
                <c:pt idx="1015">
                  <c:v>0.5075</c:v>
                </c:pt>
                <c:pt idx="1016">
                  <c:v>0.508</c:v>
                </c:pt>
                <c:pt idx="1017">
                  <c:v>0.5085</c:v>
                </c:pt>
                <c:pt idx="1018">
                  <c:v>0.509</c:v>
                </c:pt>
                <c:pt idx="1019">
                  <c:v>0.5095</c:v>
                </c:pt>
                <c:pt idx="1020">
                  <c:v>0.51</c:v>
                </c:pt>
                <c:pt idx="1021">
                  <c:v>0.5105</c:v>
                </c:pt>
                <c:pt idx="1022">
                  <c:v>0.511</c:v>
                </c:pt>
                <c:pt idx="1023">
                  <c:v>0.5115</c:v>
                </c:pt>
                <c:pt idx="1024">
                  <c:v>0.512</c:v>
                </c:pt>
                <c:pt idx="1025">
                  <c:v>0.5125</c:v>
                </c:pt>
                <c:pt idx="1026">
                  <c:v>0.513</c:v>
                </c:pt>
                <c:pt idx="1027">
                  <c:v>0.5135</c:v>
                </c:pt>
                <c:pt idx="1028">
                  <c:v>0.514</c:v>
                </c:pt>
                <c:pt idx="1029">
                  <c:v>0.5145</c:v>
                </c:pt>
                <c:pt idx="1030">
                  <c:v>0.515</c:v>
                </c:pt>
                <c:pt idx="1031">
                  <c:v>0.5155</c:v>
                </c:pt>
                <c:pt idx="1032">
                  <c:v>0.516</c:v>
                </c:pt>
                <c:pt idx="1033">
                  <c:v>0.5165</c:v>
                </c:pt>
                <c:pt idx="1034">
                  <c:v>0.517</c:v>
                </c:pt>
                <c:pt idx="1035">
                  <c:v>0.5175</c:v>
                </c:pt>
                <c:pt idx="1036">
                  <c:v>0.518</c:v>
                </c:pt>
                <c:pt idx="1037">
                  <c:v>0.5185</c:v>
                </c:pt>
                <c:pt idx="1038">
                  <c:v>0.519</c:v>
                </c:pt>
                <c:pt idx="1039">
                  <c:v>0.5195</c:v>
                </c:pt>
                <c:pt idx="1040">
                  <c:v>0.52</c:v>
                </c:pt>
                <c:pt idx="1041">
                  <c:v>0.5205</c:v>
                </c:pt>
                <c:pt idx="1042">
                  <c:v>0.521</c:v>
                </c:pt>
                <c:pt idx="1043">
                  <c:v>0.5215</c:v>
                </c:pt>
                <c:pt idx="1044">
                  <c:v>0.522</c:v>
                </c:pt>
                <c:pt idx="1045">
                  <c:v>0.5225</c:v>
                </c:pt>
                <c:pt idx="1046">
                  <c:v>0.523</c:v>
                </c:pt>
                <c:pt idx="1047">
                  <c:v>0.5235</c:v>
                </c:pt>
                <c:pt idx="1048">
                  <c:v>0.524</c:v>
                </c:pt>
                <c:pt idx="1049">
                  <c:v>0.5245</c:v>
                </c:pt>
                <c:pt idx="1050">
                  <c:v>0.525</c:v>
                </c:pt>
                <c:pt idx="1051">
                  <c:v>0.5255</c:v>
                </c:pt>
                <c:pt idx="1052">
                  <c:v>0.526</c:v>
                </c:pt>
                <c:pt idx="1053">
                  <c:v>0.5265</c:v>
                </c:pt>
                <c:pt idx="1054">
                  <c:v>0.527</c:v>
                </c:pt>
                <c:pt idx="1055">
                  <c:v>0.5275</c:v>
                </c:pt>
                <c:pt idx="1056">
                  <c:v>0.528</c:v>
                </c:pt>
                <c:pt idx="1057">
                  <c:v>0.5285</c:v>
                </c:pt>
                <c:pt idx="1058">
                  <c:v>0.529</c:v>
                </c:pt>
                <c:pt idx="1059">
                  <c:v>0.5295</c:v>
                </c:pt>
                <c:pt idx="1060">
                  <c:v>0.53</c:v>
                </c:pt>
                <c:pt idx="1061">
                  <c:v>0.5305</c:v>
                </c:pt>
                <c:pt idx="1062">
                  <c:v>0.531</c:v>
                </c:pt>
                <c:pt idx="1063">
                  <c:v>0.5315</c:v>
                </c:pt>
                <c:pt idx="1064">
                  <c:v>0.532</c:v>
                </c:pt>
                <c:pt idx="1065">
                  <c:v>0.5325</c:v>
                </c:pt>
                <c:pt idx="1066">
                  <c:v>0.533</c:v>
                </c:pt>
                <c:pt idx="1067">
                  <c:v>0.5335</c:v>
                </c:pt>
                <c:pt idx="1068">
                  <c:v>0.534</c:v>
                </c:pt>
                <c:pt idx="1069">
                  <c:v>0.5345</c:v>
                </c:pt>
                <c:pt idx="1070">
                  <c:v>0.535</c:v>
                </c:pt>
                <c:pt idx="1071">
                  <c:v>0.5355</c:v>
                </c:pt>
                <c:pt idx="1072">
                  <c:v>0.536</c:v>
                </c:pt>
                <c:pt idx="1073">
                  <c:v>0.5365</c:v>
                </c:pt>
                <c:pt idx="1074">
                  <c:v>0.537</c:v>
                </c:pt>
                <c:pt idx="1075">
                  <c:v>0.5375</c:v>
                </c:pt>
                <c:pt idx="1076">
                  <c:v>0.538</c:v>
                </c:pt>
                <c:pt idx="1077">
                  <c:v>0.5385</c:v>
                </c:pt>
                <c:pt idx="1078">
                  <c:v>0.539</c:v>
                </c:pt>
                <c:pt idx="1079">
                  <c:v>0.5395</c:v>
                </c:pt>
                <c:pt idx="1080">
                  <c:v>0.54</c:v>
                </c:pt>
                <c:pt idx="1081">
                  <c:v>0.5405</c:v>
                </c:pt>
                <c:pt idx="1082">
                  <c:v>0.541</c:v>
                </c:pt>
                <c:pt idx="1083">
                  <c:v>0.5415</c:v>
                </c:pt>
                <c:pt idx="1084">
                  <c:v>0.542</c:v>
                </c:pt>
                <c:pt idx="1085">
                  <c:v>0.5425</c:v>
                </c:pt>
                <c:pt idx="1086">
                  <c:v>0.543</c:v>
                </c:pt>
                <c:pt idx="1087">
                  <c:v>0.5435</c:v>
                </c:pt>
                <c:pt idx="1088">
                  <c:v>0.544</c:v>
                </c:pt>
                <c:pt idx="1089">
                  <c:v>0.5445</c:v>
                </c:pt>
                <c:pt idx="1090">
                  <c:v>0.545</c:v>
                </c:pt>
                <c:pt idx="1091">
                  <c:v>0.5455</c:v>
                </c:pt>
                <c:pt idx="1092">
                  <c:v>0.546</c:v>
                </c:pt>
                <c:pt idx="1093">
                  <c:v>0.5465</c:v>
                </c:pt>
                <c:pt idx="1094">
                  <c:v>0.547</c:v>
                </c:pt>
                <c:pt idx="1095">
                  <c:v>0.5475</c:v>
                </c:pt>
                <c:pt idx="1096">
                  <c:v>0.548</c:v>
                </c:pt>
                <c:pt idx="1097">
                  <c:v>0.5485</c:v>
                </c:pt>
                <c:pt idx="1098">
                  <c:v>0.549</c:v>
                </c:pt>
                <c:pt idx="1099">
                  <c:v>0.5495</c:v>
                </c:pt>
                <c:pt idx="1100">
                  <c:v>0.55</c:v>
                </c:pt>
                <c:pt idx="1101">
                  <c:v>0.5505</c:v>
                </c:pt>
                <c:pt idx="1102">
                  <c:v>0.551</c:v>
                </c:pt>
                <c:pt idx="1103">
                  <c:v>0.5515</c:v>
                </c:pt>
                <c:pt idx="1104">
                  <c:v>0.552</c:v>
                </c:pt>
                <c:pt idx="1105">
                  <c:v>0.5525</c:v>
                </c:pt>
                <c:pt idx="1106">
                  <c:v>0.553</c:v>
                </c:pt>
                <c:pt idx="1107">
                  <c:v>0.5535</c:v>
                </c:pt>
                <c:pt idx="1108">
                  <c:v>0.554</c:v>
                </c:pt>
                <c:pt idx="1109">
                  <c:v>0.5545</c:v>
                </c:pt>
                <c:pt idx="1110">
                  <c:v>0.555</c:v>
                </c:pt>
                <c:pt idx="1111">
                  <c:v>0.5555</c:v>
                </c:pt>
                <c:pt idx="1112">
                  <c:v>0.556</c:v>
                </c:pt>
                <c:pt idx="1113">
                  <c:v>0.5565</c:v>
                </c:pt>
                <c:pt idx="1114">
                  <c:v>0.557</c:v>
                </c:pt>
                <c:pt idx="1115">
                  <c:v>0.5575</c:v>
                </c:pt>
                <c:pt idx="1116">
                  <c:v>0.558</c:v>
                </c:pt>
                <c:pt idx="1117">
                  <c:v>0.5585</c:v>
                </c:pt>
                <c:pt idx="1118">
                  <c:v>0.559</c:v>
                </c:pt>
                <c:pt idx="1119">
                  <c:v>0.5595</c:v>
                </c:pt>
                <c:pt idx="1120">
                  <c:v>0.56</c:v>
                </c:pt>
                <c:pt idx="1121">
                  <c:v>0.5605</c:v>
                </c:pt>
                <c:pt idx="1122">
                  <c:v>0.561</c:v>
                </c:pt>
                <c:pt idx="1123">
                  <c:v>0.5615</c:v>
                </c:pt>
                <c:pt idx="1124">
                  <c:v>0.562</c:v>
                </c:pt>
                <c:pt idx="1125">
                  <c:v>0.5625</c:v>
                </c:pt>
                <c:pt idx="1126">
                  <c:v>0.563</c:v>
                </c:pt>
                <c:pt idx="1127">
                  <c:v>0.5635</c:v>
                </c:pt>
                <c:pt idx="1128">
                  <c:v>0.564</c:v>
                </c:pt>
                <c:pt idx="1129">
                  <c:v>0.5645</c:v>
                </c:pt>
                <c:pt idx="1130">
                  <c:v>0.565</c:v>
                </c:pt>
                <c:pt idx="1131">
                  <c:v>0.5655</c:v>
                </c:pt>
                <c:pt idx="1132">
                  <c:v>0.566</c:v>
                </c:pt>
                <c:pt idx="1133">
                  <c:v>0.5665</c:v>
                </c:pt>
                <c:pt idx="1134">
                  <c:v>0.567</c:v>
                </c:pt>
                <c:pt idx="1135">
                  <c:v>0.5675</c:v>
                </c:pt>
                <c:pt idx="1136">
                  <c:v>0.568</c:v>
                </c:pt>
                <c:pt idx="1137">
                  <c:v>0.5685</c:v>
                </c:pt>
                <c:pt idx="1138">
                  <c:v>0.569</c:v>
                </c:pt>
                <c:pt idx="1139">
                  <c:v>0.5695</c:v>
                </c:pt>
                <c:pt idx="1140">
                  <c:v>0.57</c:v>
                </c:pt>
                <c:pt idx="1141">
                  <c:v>0.5705</c:v>
                </c:pt>
                <c:pt idx="1142">
                  <c:v>0.571</c:v>
                </c:pt>
                <c:pt idx="1143">
                  <c:v>0.5715</c:v>
                </c:pt>
                <c:pt idx="1144">
                  <c:v>0.572</c:v>
                </c:pt>
                <c:pt idx="1145">
                  <c:v>0.5725</c:v>
                </c:pt>
                <c:pt idx="1146">
                  <c:v>0.573</c:v>
                </c:pt>
                <c:pt idx="1147">
                  <c:v>0.5735</c:v>
                </c:pt>
                <c:pt idx="1148">
                  <c:v>0.574</c:v>
                </c:pt>
                <c:pt idx="1149">
                  <c:v>0.5745</c:v>
                </c:pt>
                <c:pt idx="1150">
                  <c:v>0.575</c:v>
                </c:pt>
                <c:pt idx="1151">
                  <c:v>0.5755</c:v>
                </c:pt>
                <c:pt idx="1152">
                  <c:v>0.576</c:v>
                </c:pt>
                <c:pt idx="1153">
                  <c:v>0.5765</c:v>
                </c:pt>
                <c:pt idx="1154">
                  <c:v>0.577</c:v>
                </c:pt>
                <c:pt idx="1155">
                  <c:v>0.5775</c:v>
                </c:pt>
                <c:pt idx="1156">
                  <c:v>0.578</c:v>
                </c:pt>
                <c:pt idx="1157">
                  <c:v>0.5785</c:v>
                </c:pt>
                <c:pt idx="1158">
                  <c:v>0.579</c:v>
                </c:pt>
                <c:pt idx="1159">
                  <c:v>0.5795</c:v>
                </c:pt>
                <c:pt idx="1160">
                  <c:v>0.58</c:v>
                </c:pt>
                <c:pt idx="1161">
                  <c:v>0.5805</c:v>
                </c:pt>
                <c:pt idx="1162">
                  <c:v>0.581</c:v>
                </c:pt>
                <c:pt idx="1163">
                  <c:v>0.5815</c:v>
                </c:pt>
                <c:pt idx="1164">
                  <c:v>0.582</c:v>
                </c:pt>
                <c:pt idx="1165">
                  <c:v>0.5825</c:v>
                </c:pt>
                <c:pt idx="1166">
                  <c:v>0.583</c:v>
                </c:pt>
                <c:pt idx="1167">
                  <c:v>0.5835</c:v>
                </c:pt>
                <c:pt idx="1168">
                  <c:v>0.584</c:v>
                </c:pt>
                <c:pt idx="1169">
                  <c:v>0.5845</c:v>
                </c:pt>
                <c:pt idx="1170">
                  <c:v>0.585</c:v>
                </c:pt>
                <c:pt idx="1171">
                  <c:v>0.5855</c:v>
                </c:pt>
                <c:pt idx="1172">
                  <c:v>0.586</c:v>
                </c:pt>
                <c:pt idx="1173">
                  <c:v>0.5865</c:v>
                </c:pt>
                <c:pt idx="1174">
                  <c:v>0.587</c:v>
                </c:pt>
                <c:pt idx="1175">
                  <c:v>0.5875</c:v>
                </c:pt>
                <c:pt idx="1176">
                  <c:v>0.588</c:v>
                </c:pt>
                <c:pt idx="1177">
                  <c:v>0.5885</c:v>
                </c:pt>
                <c:pt idx="1178">
                  <c:v>0.589</c:v>
                </c:pt>
                <c:pt idx="1179">
                  <c:v>0.5895</c:v>
                </c:pt>
                <c:pt idx="1180">
                  <c:v>0.59</c:v>
                </c:pt>
                <c:pt idx="1181">
                  <c:v>0.5905</c:v>
                </c:pt>
                <c:pt idx="1182">
                  <c:v>0.591</c:v>
                </c:pt>
                <c:pt idx="1183">
                  <c:v>0.5915</c:v>
                </c:pt>
                <c:pt idx="1184">
                  <c:v>0.592</c:v>
                </c:pt>
                <c:pt idx="1185">
                  <c:v>0.5925</c:v>
                </c:pt>
                <c:pt idx="1186">
                  <c:v>0.593</c:v>
                </c:pt>
                <c:pt idx="1187">
                  <c:v>0.5935</c:v>
                </c:pt>
                <c:pt idx="1188">
                  <c:v>0.594</c:v>
                </c:pt>
                <c:pt idx="1189">
                  <c:v>0.5945</c:v>
                </c:pt>
                <c:pt idx="1190">
                  <c:v>0.595</c:v>
                </c:pt>
                <c:pt idx="1191">
                  <c:v>0.5955</c:v>
                </c:pt>
                <c:pt idx="1192">
                  <c:v>0.596</c:v>
                </c:pt>
                <c:pt idx="1193">
                  <c:v>0.5965</c:v>
                </c:pt>
                <c:pt idx="1194">
                  <c:v>0.597</c:v>
                </c:pt>
                <c:pt idx="1195">
                  <c:v>0.5975</c:v>
                </c:pt>
                <c:pt idx="1196">
                  <c:v>0.598</c:v>
                </c:pt>
                <c:pt idx="1197">
                  <c:v>0.5985</c:v>
                </c:pt>
                <c:pt idx="1198">
                  <c:v>0.599</c:v>
                </c:pt>
                <c:pt idx="1199">
                  <c:v>0.5995</c:v>
                </c:pt>
                <c:pt idx="1200">
                  <c:v>0.6</c:v>
                </c:pt>
                <c:pt idx="1201">
                  <c:v>0.6005</c:v>
                </c:pt>
                <c:pt idx="1202">
                  <c:v>0.601</c:v>
                </c:pt>
                <c:pt idx="1203">
                  <c:v>0.6015</c:v>
                </c:pt>
                <c:pt idx="1204">
                  <c:v>0.602</c:v>
                </c:pt>
                <c:pt idx="1205">
                  <c:v>0.6025</c:v>
                </c:pt>
                <c:pt idx="1206">
                  <c:v>0.603</c:v>
                </c:pt>
                <c:pt idx="1207">
                  <c:v>0.6035</c:v>
                </c:pt>
                <c:pt idx="1208">
                  <c:v>0.604</c:v>
                </c:pt>
                <c:pt idx="1209">
                  <c:v>0.6045</c:v>
                </c:pt>
                <c:pt idx="1210">
                  <c:v>0.605</c:v>
                </c:pt>
                <c:pt idx="1211">
                  <c:v>0.6055</c:v>
                </c:pt>
                <c:pt idx="1212">
                  <c:v>0.606</c:v>
                </c:pt>
                <c:pt idx="1213">
                  <c:v>0.6065</c:v>
                </c:pt>
                <c:pt idx="1214">
                  <c:v>0.607</c:v>
                </c:pt>
                <c:pt idx="1215">
                  <c:v>0.6075</c:v>
                </c:pt>
                <c:pt idx="1216">
                  <c:v>0.608</c:v>
                </c:pt>
                <c:pt idx="1217">
                  <c:v>0.6085</c:v>
                </c:pt>
                <c:pt idx="1218">
                  <c:v>0.609</c:v>
                </c:pt>
                <c:pt idx="1219">
                  <c:v>0.6095</c:v>
                </c:pt>
                <c:pt idx="1220">
                  <c:v>0.61</c:v>
                </c:pt>
                <c:pt idx="1221">
                  <c:v>0.6105</c:v>
                </c:pt>
                <c:pt idx="1222">
                  <c:v>0.611</c:v>
                </c:pt>
                <c:pt idx="1223">
                  <c:v>0.6115</c:v>
                </c:pt>
                <c:pt idx="1224">
                  <c:v>0.612</c:v>
                </c:pt>
                <c:pt idx="1225">
                  <c:v>0.6125</c:v>
                </c:pt>
                <c:pt idx="1226">
                  <c:v>0.613</c:v>
                </c:pt>
                <c:pt idx="1227">
                  <c:v>0.6135</c:v>
                </c:pt>
                <c:pt idx="1228">
                  <c:v>0.614</c:v>
                </c:pt>
                <c:pt idx="1229">
                  <c:v>0.6145</c:v>
                </c:pt>
                <c:pt idx="1230">
                  <c:v>0.615</c:v>
                </c:pt>
                <c:pt idx="1231">
                  <c:v>0.6155</c:v>
                </c:pt>
                <c:pt idx="1232">
                  <c:v>0.616</c:v>
                </c:pt>
                <c:pt idx="1233">
                  <c:v>0.6165</c:v>
                </c:pt>
                <c:pt idx="1234">
                  <c:v>0.617</c:v>
                </c:pt>
                <c:pt idx="1235">
                  <c:v>0.6175</c:v>
                </c:pt>
                <c:pt idx="1236">
                  <c:v>0.618</c:v>
                </c:pt>
                <c:pt idx="1237">
                  <c:v>0.6185</c:v>
                </c:pt>
                <c:pt idx="1238">
                  <c:v>0.619</c:v>
                </c:pt>
                <c:pt idx="1239">
                  <c:v>0.6195</c:v>
                </c:pt>
                <c:pt idx="1240">
                  <c:v>0.62</c:v>
                </c:pt>
                <c:pt idx="1241">
                  <c:v>0.6205</c:v>
                </c:pt>
                <c:pt idx="1242">
                  <c:v>0.621</c:v>
                </c:pt>
                <c:pt idx="1243">
                  <c:v>0.6215</c:v>
                </c:pt>
                <c:pt idx="1244">
                  <c:v>0.622</c:v>
                </c:pt>
                <c:pt idx="1245">
                  <c:v>0.6225</c:v>
                </c:pt>
                <c:pt idx="1246">
                  <c:v>0.623</c:v>
                </c:pt>
                <c:pt idx="1247">
                  <c:v>0.6235</c:v>
                </c:pt>
                <c:pt idx="1248">
                  <c:v>0.624</c:v>
                </c:pt>
                <c:pt idx="1249">
                  <c:v>0.6245</c:v>
                </c:pt>
                <c:pt idx="1250">
                  <c:v>0.625</c:v>
                </c:pt>
                <c:pt idx="1251">
                  <c:v>0.6255</c:v>
                </c:pt>
                <c:pt idx="1252">
                  <c:v>0.626</c:v>
                </c:pt>
                <c:pt idx="1253">
                  <c:v>0.6265</c:v>
                </c:pt>
                <c:pt idx="1254">
                  <c:v>0.627</c:v>
                </c:pt>
                <c:pt idx="1255">
                  <c:v>0.6275</c:v>
                </c:pt>
                <c:pt idx="1256">
                  <c:v>0.628</c:v>
                </c:pt>
                <c:pt idx="1257">
                  <c:v>0.6285</c:v>
                </c:pt>
                <c:pt idx="1258">
                  <c:v>0.629</c:v>
                </c:pt>
                <c:pt idx="1259">
                  <c:v>0.6295</c:v>
                </c:pt>
                <c:pt idx="1260">
                  <c:v>0.63</c:v>
                </c:pt>
                <c:pt idx="1261">
                  <c:v>0.6305</c:v>
                </c:pt>
                <c:pt idx="1262">
                  <c:v>0.631</c:v>
                </c:pt>
                <c:pt idx="1263">
                  <c:v>0.6315</c:v>
                </c:pt>
                <c:pt idx="1264">
                  <c:v>0.632</c:v>
                </c:pt>
                <c:pt idx="1265">
                  <c:v>0.6325</c:v>
                </c:pt>
                <c:pt idx="1266">
                  <c:v>0.633</c:v>
                </c:pt>
                <c:pt idx="1267">
                  <c:v>0.6335</c:v>
                </c:pt>
                <c:pt idx="1268">
                  <c:v>0.634</c:v>
                </c:pt>
                <c:pt idx="1269">
                  <c:v>0.6345</c:v>
                </c:pt>
                <c:pt idx="1270">
                  <c:v>0.635</c:v>
                </c:pt>
                <c:pt idx="1271">
                  <c:v>0.6355</c:v>
                </c:pt>
                <c:pt idx="1272">
                  <c:v>0.636</c:v>
                </c:pt>
                <c:pt idx="1273">
                  <c:v>0.6365</c:v>
                </c:pt>
                <c:pt idx="1274">
                  <c:v>0.637</c:v>
                </c:pt>
                <c:pt idx="1275">
                  <c:v>0.6375</c:v>
                </c:pt>
                <c:pt idx="1276">
                  <c:v>0.638</c:v>
                </c:pt>
                <c:pt idx="1277">
                  <c:v>0.6385</c:v>
                </c:pt>
                <c:pt idx="1278">
                  <c:v>0.639</c:v>
                </c:pt>
                <c:pt idx="1279">
                  <c:v>0.6395</c:v>
                </c:pt>
                <c:pt idx="1280">
                  <c:v>0.64</c:v>
                </c:pt>
                <c:pt idx="1281">
                  <c:v>0.6405</c:v>
                </c:pt>
                <c:pt idx="1282">
                  <c:v>0.641</c:v>
                </c:pt>
                <c:pt idx="1283">
                  <c:v>0.6415</c:v>
                </c:pt>
                <c:pt idx="1284">
                  <c:v>0.642</c:v>
                </c:pt>
                <c:pt idx="1285">
                  <c:v>0.6425</c:v>
                </c:pt>
                <c:pt idx="1286">
                  <c:v>0.643</c:v>
                </c:pt>
                <c:pt idx="1287">
                  <c:v>0.6435</c:v>
                </c:pt>
                <c:pt idx="1288">
                  <c:v>0.644</c:v>
                </c:pt>
                <c:pt idx="1289">
                  <c:v>0.6445</c:v>
                </c:pt>
                <c:pt idx="1290">
                  <c:v>0.645</c:v>
                </c:pt>
                <c:pt idx="1291">
                  <c:v>0.6455</c:v>
                </c:pt>
                <c:pt idx="1292">
                  <c:v>0.646</c:v>
                </c:pt>
                <c:pt idx="1293">
                  <c:v>0.6465</c:v>
                </c:pt>
                <c:pt idx="1294">
                  <c:v>0.647</c:v>
                </c:pt>
                <c:pt idx="1295">
                  <c:v>0.6475</c:v>
                </c:pt>
                <c:pt idx="1296">
                  <c:v>0.648</c:v>
                </c:pt>
                <c:pt idx="1297">
                  <c:v>0.6485</c:v>
                </c:pt>
                <c:pt idx="1298">
                  <c:v>0.649</c:v>
                </c:pt>
                <c:pt idx="1299">
                  <c:v>0.6495</c:v>
                </c:pt>
                <c:pt idx="1300">
                  <c:v>0.65</c:v>
                </c:pt>
                <c:pt idx="1301">
                  <c:v>0.6505</c:v>
                </c:pt>
                <c:pt idx="1302">
                  <c:v>0.651</c:v>
                </c:pt>
                <c:pt idx="1303">
                  <c:v>0.6515</c:v>
                </c:pt>
                <c:pt idx="1304">
                  <c:v>0.652</c:v>
                </c:pt>
                <c:pt idx="1305">
                  <c:v>0.6525</c:v>
                </c:pt>
                <c:pt idx="1306">
                  <c:v>0.653</c:v>
                </c:pt>
                <c:pt idx="1307">
                  <c:v>0.6535</c:v>
                </c:pt>
                <c:pt idx="1308">
                  <c:v>0.654</c:v>
                </c:pt>
                <c:pt idx="1309">
                  <c:v>0.6545</c:v>
                </c:pt>
                <c:pt idx="1310">
                  <c:v>0.655</c:v>
                </c:pt>
                <c:pt idx="1311">
                  <c:v>0.6555</c:v>
                </c:pt>
                <c:pt idx="1312">
                  <c:v>0.656</c:v>
                </c:pt>
                <c:pt idx="1313">
                  <c:v>0.6565</c:v>
                </c:pt>
                <c:pt idx="1314">
                  <c:v>0.657</c:v>
                </c:pt>
                <c:pt idx="1315">
                  <c:v>0.6575</c:v>
                </c:pt>
                <c:pt idx="1316">
                  <c:v>0.658</c:v>
                </c:pt>
                <c:pt idx="1317">
                  <c:v>0.6585</c:v>
                </c:pt>
                <c:pt idx="1318">
                  <c:v>0.659</c:v>
                </c:pt>
                <c:pt idx="1319">
                  <c:v>0.6595</c:v>
                </c:pt>
                <c:pt idx="1320">
                  <c:v>0.66</c:v>
                </c:pt>
                <c:pt idx="1321">
                  <c:v>0.6605</c:v>
                </c:pt>
                <c:pt idx="1322">
                  <c:v>0.661</c:v>
                </c:pt>
                <c:pt idx="1323">
                  <c:v>0.6615</c:v>
                </c:pt>
                <c:pt idx="1324">
                  <c:v>0.662</c:v>
                </c:pt>
                <c:pt idx="1325">
                  <c:v>0.6625</c:v>
                </c:pt>
                <c:pt idx="1326">
                  <c:v>0.663</c:v>
                </c:pt>
                <c:pt idx="1327">
                  <c:v>0.6635</c:v>
                </c:pt>
                <c:pt idx="1328">
                  <c:v>0.664</c:v>
                </c:pt>
                <c:pt idx="1329">
                  <c:v>0.6645</c:v>
                </c:pt>
                <c:pt idx="1330">
                  <c:v>0.665</c:v>
                </c:pt>
                <c:pt idx="1331">
                  <c:v>0.6655</c:v>
                </c:pt>
                <c:pt idx="1332">
                  <c:v>0.666</c:v>
                </c:pt>
                <c:pt idx="1333">
                  <c:v>0.6665</c:v>
                </c:pt>
                <c:pt idx="1334">
                  <c:v>0.667</c:v>
                </c:pt>
                <c:pt idx="1335">
                  <c:v>0.6675</c:v>
                </c:pt>
                <c:pt idx="1336">
                  <c:v>0.668</c:v>
                </c:pt>
                <c:pt idx="1337">
                  <c:v>0.6685</c:v>
                </c:pt>
                <c:pt idx="1338">
                  <c:v>0.669</c:v>
                </c:pt>
                <c:pt idx="1339">
                  <c:v>0.6695</c:v>
                </c:pt>
                <c:pt idx="1340">
                  <c:v>0.67</c:v>
                </c:pt>
                <c:pt idx="1341">
                  <c:v>0.6705</c:v>
                </c:pt>
                <c:pt idx="1342">
                  <c:v>0.671</c:v>
                </c:pt>
                <c:pt idx="1343">
                  <c:v>0.6715</c:v>
                </c:pt>
                <c:pt idx="1344">
                  <c:v>0.672</c:v>
                </c:pt>
                <c:pt idx="1345">
                  <c:v>0.6725</c:v>
                </c:pt>
                <c:pt idx="1346">
                  <c:v>0.673</c:v>
                </c:pt>
                <c:pt idx="1347">
                  <c:v>0.6735</c:v>
                </c:pt>
                <c:pt idx="1348">
                  <c:v>0.674</c:v>
                </c:pt>
                <c:pt idx="1349">
                  <c:v>0.6745</c:v>
                </c:pt>
                <c:pt idx="1350">
                  <c:v>0.675</c:v>
                </c:pt>
                <c:pt idx="1351">
                  <c:v>0.6755</c:v>
                </c:pt>
                <c:pt idx="1352">
                  <c:v>0.676</c:v>
                </c:pt>
                <c:pt idx="1353">
                  <c:v>0.6765</c:v>
                </c:pt>
                <c:pt idx="1354">
                  <c:v>0.677</c:v>
                </c:pt>
                <c:pt idx="1355">
                  <c:v>0.6775</c:v>
                </c:pt>
                <c:pt idx="1356">
                  <c:v>0.678</c:v>
                </c:pt>
                <c:pt idx="1357">
                  <c:v>0.6785</c:v>
                </c:pt>
                <c:pt idx="1358">
                  <c:v>0.679</c:v>
                </c:pt>
                <c:pt idx="1359">
                  <c:v>0.6795</c:v>
                </c:pt>
                <c:pt idx="1360">
                  <c:v>0.68</c:v>
                </c:pt>
                <c:pt idx="1361">
                  <c:v>0.6805</c:v>
                </c:pt>
                <c:pt idx="1362">
                  <c:v>0.681</c:v>
                </c:pt>
                <c:pt idx="1363">
                  <c:v>0.6815</c:v>
                </c:pt>
                <c:pt idx="1364">
                  <c:v>0.682</c:v>
                </c:pt>
                <c:pt idx="1365">
                  <c:v>0.6825</c:v>
                </c:pt>
                <c:pt idx="1366">
                  <c:v>0.683</c:v>
                </c:pt>
                <c:pt idx="1367">
                  <c:v>0.6835</c:v>
                </c:pt>
                <c:pt idx="1368">
                  <c:v>0.684</c:v>
                </c:pt>
                <c:pt idx="1369">
                  <c:v>0.6845</c:v>
                </c:pt>
                <c:pt idx="1370">
                  <c:v>0.685</c:v>
                </c:pt>
                <c:pt idx="1371">
                  <c:v>0.6855</c:v>
                </c:pt>
                <c:pt idx="1372">
                  <c:v>0.686</c:v>
                </c:pt>
                <c:pt idx="1373">
                  <c:v>0.6865</c:v>
                </c:pt>
                <c:pt idx="1374">
                  <c:v>0.687</c:v>
                </c:pt>
                <c:pt idx="1375">
                  <c:v>0.6875</c:v>
                </c:pt>
                <c:pt idx="1376">
                  <c:v>0.688</c:v>
                </c:pt>
                <c:pt idx="1377">
                  <c:v>0.6885</c:v>
                </c:pt>
                <c:pt idx="1378">
                  <c:v>0.689</c:v>
                </c:pt>
                <c:pt idx="1379">
                  <c:v>0.6895</c:v>
                </c:pt>
                <c:pt idx="1380">
                  <c:v>0.69</c:v>
                </c:pt>
                <c:pt idx="1381">
                  <c:v>0.6905</c:v>
                </c:pt>
                <c:pt idx="1382">
                  <c:v>0.691</c:v>
                </c:pt>
                <c:pt idx="1383">
                  <c:v>0.6915</c:v>
                </c:pt>
                <c:pt idx="1384">
                  <c:v>0.692</c:v>
                </c:pt>
                <c:pt idx="1385">
                  <c:v>0.6925</c:v>
                </c:pt>
                <c:pt idx="1386">
                  <c:v>0.693</c:v>
                </c:pt>
                <c:pt idx="1387">
                  <c:v>0.6935</c:v>
                </c:pt>
                <c:pt idx="1388">
                  <c:v>0.694</c:v>
                </c:pt>
                <c:pt idx="1389">
                  <c:v>0.6945</c:v>
                </c:pt>
                <c:pt idx="1390">
                  <c:v>0.695</c:v>
                </c:pt>
                <c:pt idx="1391">
                  <c:v>0.6955</c:v>
                </c:pt>
                <c:pt idx="1392">
                  <c:v>0.696</c:v>
                </c:pt>
                <c:pt idx="1393">
                  <c:v>0.6965</c:v>
                </c:pt>
                <c:pt idx="1394">
                  <c:v>0.697</c:v>
                </c:pt>
                <c:pt idx="1395">
                  <c:v>0.6975</c:v>
                </c:pt>
                <c:pt idx="1396">
                  <c:v>0.698</c:v>
                </c:pt>
                <c:pt idx="1397">
                  <c:v>0.6985</c:v>
                </c:pt>
                <c:pt idx="1398">
                  <c:v>0.699</c:v>
                </c:pt>
                <c:pt idx="1399">
                  <c:v>0.6995</c:v>
                </c:pt>
                <c:pt idx="1400">
                  <c:v>0.7</c:v>
                </c:pt>
                <c:pt idx="1401">
                  <c:v>0.7005</c:v>
                </c:pt>
                <c:pt idx="1402">
                  <c:v>0.701</c:v>
                </c:pt>
                <c:pt idx="1403">
                  <c:v>0.7015</c:v>
                </c:pt>
                <c:pt idx="1404">
                  <c:v>0.702</c:v>
                </c:pt>
                <c:pt idx="1405">
                  <c:v>0.7025</c:v>
                </c:pt>
                <c:pt idx="1406">
                  <c:v>0.703</c:v>
                </c:pt>
                <c:pt idx="1407">
                  <c:v>0.7035</c:v>
                </c:pt>
                <c:pt idx="1408">
                  <c:v>0.704</c:v>
                </c:pt>
                <c:pt idx="1409">
                  <c:v>0.7045</c:v>
                </c:pt>
                <c:pt idx="1410">
                  <c:v>0.705</c:v>
                </c:pt>
                <c:pt idx="1411">
                  <c:v>0.7055</c:v>
                </c:pt>
                <c:pt idx="1412">
                  <c:v>0.706</c:v>
                </c:pt>
                <c:pt idx="1413">
                  <c:v>0.7065</c:v>
                </c:pt>
                <c:pt idx="1414">
                  <c:v>0.707</c:v>
                </c:pt>
                <c:pt idx="1415">
                  <c:v>0.7075</c:v>
                </c:pt>
                <c:pt idx="1416">
                  <c:v>0.708</c:v>
                </c:pt>
                <c:pt idx="1417">
                  <c:v>0.7085</c:v>
                </c:pt>
                <c:pt idx="1418">
                  <c:v>0.709</c:v>
                </c:pt>
                <c:pt idx="1419">
                  <c:v>0.7095</c:v>
                </c:pt>
                <c:pt idx="1420">
                  <c:v>0.71</c:v>
                </c:pt>
                <c:pt idx="1421">
                  <c:v>0.7105</c:v>
                </c:pt>
                <c:pt idx="1422">
                  <c:v>0.711</c:v>
                </c:pt>
                <c:pt idx="1423">
                  <c:v>0.7115</c:v>
                </c:pt>
                <c:pt idx="1424">
                  <c:v>0.712</c:v>
                </c:pt>
                <c:pt idx="1425">
                  <c:v>0.7125</c:v>
                </c:pt>
                <c:pt idx="1426">
                  <c:v>0.713</c:v>
                </c:pt>
                <c:pt idx="1427">
                  <c:v>0.7135</c:v>
                </c:pt>
                <c:pt idx="1428">
                  <c:v>0.714</c:v>
                </c:pt>
                <c:pt idx="1429">
                  <c:v>0.7145</c:v>
                </c:pt>
                <c:pt idx="1430">
                  <c:v>0.715</c:v>
                </c:pt>
                <c:pt idx="1431">
                  <c:v>0.7155</c:v>
                </c:pt>
                <c:pt idx="1432">
                  <c:v>0.716</c:v>
                </c:pt>
                <c:pt idx="1433">
                  <c:v>0.7165</c:v>
                </c:pt>
                <c:pt idx="1434">
                  <c:v>0.717</c:v>
                </c:pt>
                <c:pt idx="1435">
                  <c:v>0.7175</c:v>
                </c:pt>
                <c:pt idx="1436">
                  <c:v>0.718</c:v>
                </c:pt>
                <c:pt idx="1437">
                  <c:v>0.7185</c:v>
                </c:pt>
                <c:pt idx="1438">
                  <c:v>0.719</c:v>
                </c:pt>
                <c:pt idx="1439">
                  <c:v>0.7195</c:v>
                </c:pt>
                <c:pt idx="1440">
                  <c:v>0.72</c:v>
                </c:pt>
                <c:pt idx="1441">
                  <c:v>0.7205</c:v>
                </c:pt>
                <c:pt idx="1442">
                  <c:v>0.721</c:v>
                </c:pt>
                <c:pt idx="1443">
                  <c:v>0.7215</c:v>
                </c:pt>
                <c:pt idx="1444">
                  <c:v>0.722</c:v>
                </c:pt>
                <c:pt idx="1445">
                  <c:v>0.7225</c:v>
                </c:pt>
                <c:pt idx="1446">
                  <c:v>0.723</c:v>
                </c:pt>
                <c:pt idx="1447">
                  <c:v>0.7235</c:v>
                </c:pt>
                <c:pt idx="1448">
                  <c:v>0.724</c:v>
                </c:pt>
                <c:pt idx="1449">
                  <c:v>0.7245</c:v>
                </c:pt>
                <c:pt idx="1450">
                  <c:v>0.725</c:v>
                </c:pt>
                <c:pt idx="1451">
                  <c:v>0.7255</c:v>
                </c:pt>
                <c:pt idx="1452">
                  <c:v>0.726</c:v>
                </c:pt>
                <c:pt idx="1453">
                  <c:v>0.7265</c:v>
                </c:pt>
                <c:pt idx="1454">
                  <c:v>0.727</c:v>
                </c:pt>
                <c:pt idx="1455">
                  <c:v>0.7275</c:v>
                </c:pt>
                <c:pt idx="1456">
                  <c:v>0.728</c:v>
                </c:pt>
                <c:pt idx="1457">
                  <c:v>0.7285</c:v>
                </c:pt>
                <c:pt idx="1458">
                  <c:v>0.729</c:v>
                </c:pt>
                <c:pt idx="1459">
                  <c:v>0.7295</c:v>
                </c:pt>
                <c:pt idx="1460">
                  <c:v>0.73</c:v>
                </c:pt>
                <c:pt idx="1461">
                  <c:v>0.7305</c:v>
                </c:pt>
                <c:pt idx="1462">
                  <c:v>0.731</c:v>
                </c:pt>
                <c:pt idx="1463">
                  <c:v>0.7315</c:v>
                </c:pt>
                <c:pt idx="1464">
                  <c:v>0.732</c:v>
                </c:pt>
                <c:pt idx="1465">
                  <c:v>0.7325</c:v>
                </c:pt>
                <c:pt idx="1466">
                  <c:v>0.733</c:v>
                </c:pt>
                <c:pt idx="1467">
                  <c:v>0.7335</c:v>
                </c:pt>
                <c:pt idx="1468">
                  <c:v>0.734</c:v>
                </c:pt>
                <c:pt idx="1469">
                  <c:v>0.7345</c:v>
                </c:pt>
                <c:pt idx="1470">
                  <c:v>0.735</c:v>
                </c:pt>
                <c:pt idx="1471">
                  <c:v>0.7355</c:v>
                </c:pt>
                <c:pt idx="1472">
                  <c:v>0.736</c:v>
                </c:pt>
                <c:pt idx="1473">
                  <c:v>0.7365</c:v>
                </c:pt>
                <c:pt idx="1474">
                  <c:v>0.737</c:v>
                </c:pt>
                <c:pt idx="1475">
                  <c:v>0.7375</c:v>
                </c:pt>
                <c:pt idx="1476">
                  <c:v>0.738</c:v>
                </c:pt>
                <c:pt idx="1477">
                  <c:v>0.7385</c:v>
                </c:pt>
                <c:pt idx="1478">
                  <c:v>0.739</c:v>
                </c:pt>
                <c:pt idx="1479">
                  <c:v>0.7395</c:v>
                </c:pt>
                <c:pt idx="1480">
                  <c:v>0.74</c:v>
                </c:pt>
                <c:pt idx="1481">
                  <c:v>0.7405</c:v>
                </c:pt>
                <c:pt idx="1482">
                  <c:v>0.741</c:v>
                </c:pt>
                <c:pt idx="1483">
                  <c:v>0.7415</c:v>
                </c:pt>
                <c:pt idx="1484">
                  <c:v>0.742</c:v>
                </c:pt>
                <c:pt idx="1485">
                  <c:v>0.7425</c:v>
                </c:pt>
                <c:pt idx="1486">
                  <c:v>0.743</c:v>
                </c:pt>
                <c:pt idx="1487">
                  <c:v>0.7435</c:v>
                </c:pt>
                <c:pt idx="1488">
                  <c:v>0.744</c:v>
                </c:pt>
                <c:pt idx="1489">
                  <c:v>0.7445</c:v>
                </c:pt>
                <c:pt idx="1490">
                  <c:v>0.745</c:v>
                </c:pt>
                <c:pt idx="1491">
                  <c:v>0.7455</c:v>
                </c:pt>
                <c:pt idx="1492">
                  <c:v>0.746</c:v>
                </c:pt>
                <c:pt idx="1493">
                  <c:v>0.7465</c:v>
                </c:pt>
                <c:pt idx="1494">
                  <c:v>0.747</c:v>
                </c:pt>
                <c:pt idx="1495">
                  <c:v>0.7475</c:v>
                </c:pt>
                <c:pt idx="1496">
                  <c:v>0.748</c:v>
                </c:pt>
                <c:pt idx="1497">
                  <c:v>0.7485</c:v>
                </c:pt>
                <c:pt idx="1498">
                  <c:v>0.749</c:v>
                </c:pt>
                <c:pt idx="1499">
                  <c:v>0.7495</c:v>
                </c:pt>
                <c:pt idx="1500">
                  <c:v>0.75</c:v>
                </c:pt>
                <c:pt idx="1501">
                  <c:v>0.7505</c:v>
                </c:pt>
                <c:pt idx="1502">
                  <c:v>0.751</c:v>
                </c:pt>
                <c:pt idx="1503">
                  <c:v>0.7515</c:v>
                </c:pt>
                <c:pt idx="1504">
                  <c:v>0.752</c:v>
                </c:pt>
                <c:pt idx="1505">
                  <c:v>0.7525</c:v>
                </c:pt>
                <c:pt idx="1506">
                  <c:v>0.753</c:v>
                </c:pt>
                <c:pt idx="1507">
                  <c:v>0.7535</c:v>
                </c:pt>
                <c:pt idx="1508">
                  <c:v>0.754</c:v>
                </c:pt>
                <c:pt idx="1509">
                  <c:v>0.7545</c:v>
                </c:pt>
                <c:pt idx="1510">
                  <c:v>0.755</c:v>
                </c:pt>
                <c:pt idx="1511">
                  <c:v>0.7555</c:v>
                </c:pt>
                <c:pt idx="1512">
                  <c:v>0.756</c:v>
                </c:pt>
                <c:pt idx="1513">
                  <c:v>0.7565</c:v>
                </c:pt>
                <c:pt idx="1514">
                  <c:v>0.757</c:v>
                </c:pt>
                <c:pt idx="1515">
                  <c:v>0.7575</c:v>
                </c:pt>
                <c:pt idx="1516">
                  <c:v>0.758</c:v>
                </c:pt>
                <c:pt idx="1517">
                  <c:v>0.7585</c:v>
                </c:pt>
                <c:pt idx="1518">
                  <c:v>0.759</c:v>
                </c:pt>
                <c:pt idx="1519">
                  <c:v>0.7595</c:v>
                </c:pt>
                <c:pt idx="1520">
                  <c:v>0.76</c:v>
                </c:pt>
                <c:pt idx="1521">
                  <c:v>0.7605</c:v>
                </c:pt>
                <c:pt idx="1522">
                  <c:v>0.761</c:v>
                </c:pt>
                <c:pt idx="1523">
                  <c:v>0.7615</c:v>
                </c:pt>
                <c:pt idx="1524">
                  <c:v>0.762</c:v>
                </c:pt>
                <c:pt idx="1525">
                  <c:v>0.7625</c:v>
                </c:pt>
                <c:pt idx="1526">
                  <c:v>0.763</c:v>
                </c:pt>
                <c:pt idx="1527">
                  <c:v>0.7635</c:v>
                </c:pt>
                <c:pt idx="1528">
                  <c:v>0.764</c:v>
                </c:pt>
                <c:pt idx="1529">
                  <c:v>0.7645</c:v>
                </c:pt>
                <c:pt idx="1530">
                  <c:v>0.765</c:v>
                </c:pt>
                <c:pt idx="1531">
                  <c:v>0.7655</c:v>
                </c:pt>
                <c:pt idx="1532">
                  <c:v>0.766</c:v>
                </c:pt>
                <c:pt idx="1533">
                  <c:v>0.7665</c:v>
                </c:pt>
                <c:pt idx="1534">
                  <c:v>0.767</c:v>
                </c:pt>
                <c:pt idx="1535">
                  <c:v>0.7675</c:v>
                </c:pt>
                <c:pt idx="1536">
                  <c:v>0.768</c:v>
                </c:pt>
                <c:pt idx="1537">
                  <c:v>0.7685</c:v>
                </c:pt>
                <c:pt idx="1538">
                  <c:v>0.769</c:v>
                </c:pt>
                <c:pt idx="1539">
                  <c:v>0.7695</c:v>
                </c:pt>
                <c:pt idx="1540">
                  <c:v>0.77</c:v>
                </c:pt>
                <c:pt idx="1541">
                  <c:v>0.7705</c:v>
                </c:pt>
                <c:pt idx="1542">
                  <c:v>0.771</c:v>
                </c:pt>
                <c:pt idx="1543">
                  <c:v>0.7715</c:v>
                </c:pt>
                <c:pt idx="1544">
                  <c:v>0.772</c:v>
                </c:pt>
                <c:pt idx="1545">
                  <c:v>0.7725</c:v>
                </c:pt>
                <c:pt idx="1546">
                  <c:v>0.773</c:v>
                </c:pt>
                <c:pt idx="1547">
                  <c:v>0.7735</c:v>
                </c:pt>
                <c:pt idx="1548">
                  <c:v>0.774</c:v>
                </c:pt>
                <c:pt idx="1549">
                  <c:v>0.7745</c:v>
                </c:pt>
                <c:pt idx="1550">
                  <c:v>0.775</c:v>
                </c:pt>
                <c:pt idx="1551">
                  <c:v>0.7755</c:v>
                </c:pt>
                <c:pt idx="1552">
                  <c:v>0.776</c:v>
                </c:pt>
                <c:pt idx="1553">
                  <c:v>0.7765</c:v>
                </c:pt>
                <c:pt idx="1554">
                  <c:v>0.777</c:v>
                </c:pt>
                <c:pt idx="1555">
                  <c:v>0.7775</c:v>
                </c:pt>
                <c:pt idx="1556">
                  <c:v>0.778</c:v>
                </c:pt>
                <c:pt idx="1557">
                  <c:v>0.7785</c:v>
                </c:pt>
                <c:pt idx="1558">
                  <c:v>0.779</c:v>
                </c:pt>
                <c:pt idx="1559">
                  <c:v>0.7795</c:v>
                </c:pt>
                <c:pt idx="1560">
                  <c:v>0.78</c:v>
                </c:pt>
                <c:pt idx="1561">
                  <c:v>0.7805</c:v>
                </c:pt>
                <c:pt idx="1562">
                  <c:v>0.781</c:v>
                </c:pt>
                <c:pt idx="1563">
                  <c:v>0.7815</c:v>
                </c:pt>
                <c:pt idx="1564">
                  <c:v>0.782</c:v>
                </c:pt>
                <c:pt idx="1565">
                  <c:v>0.7825</c:v>
                </c:pt>
                <c:pt idx="1566">
                  <c:v>0.783</c:v>
                </c:pt>
                <c:pt idx="1567">
                  <c:v>0.7835</c:v>
                </c:pt>
                <c:pt idx="1568">
                  <c:v>0.784</c:v>
                </c:pt>
                <c:pt idx="1569">
                  <c:v>0.7845</c:v>
                </c:pt>
                <c:pt idx="1570">
                  <c:v>0.785</c:v>
                </c:pt>
                <c:pt idx="1571">
                  <c:v>0.7855</c:v>
                </c:pt>
                <c:pt idx="1572">
                  <c:v>0.786</c:v>
                </c:pt>
                <c:pt idx="1573">
                  <c:v>0.7865</c:v>
                </c:pt>
                <c:pt idx="1574">
                  <c:v>0.787</c:v>
                </c:pt>
                <c:pt idx="1575">
                  <c:v>0.7875</c:v>
                </c:pt>
                <c:pt idx="1576">
                  <c:v>0.788</c:v>
                </c:pt>
                <c:pt idx="1577">
                  <c:v>0.7885</c:v>
                </c:pt>
                <c:pt idx="1578">
                  <c:v>0.789</c:v>
                </c:pt>
                <c:pt idx="1579">
                  <c:v>0.7895</c:v>
                </c:pt>
                <c:pt idx="1580">
                  <c:v>0.79</c:v>
                </c:pt>
                <c:pt idx="1581">
                  <c:v>0.7905</c:v>
                </c:pt>
                <c:pt idx="1582">
                  <c:v>0.791</c:v>
                </c:pt>
                <c:pt idx="1583">
                  <c:v>0.7915</c:v>
                </c:pt>
                <c:pt idx="1584">
                  <c:v>0.792</c:v>
                </c:pt>
                <c:pt idx="1585">
                  <c:v>0.7925</c:v>
                </c:pt>
                <c:pt idx="1586">
                  <c:v>0.793</c:v>
                </c:pt>
                <c:pt idx="1587">
                  <c:v>0.7935</c:v>
                </c:pt>
                <c:pt idx="1588">
                  <c:v>0.794</c:v>
                </c:pt>
                <c:pt idx="1589">
                  <c:v>0.7945</c:v>
                </c:pt>
                <c:pt idx="1590">
                  <c:v>0.795</c:v>
                </c:pt>
                <c:pt idx="1591">
                  <c:v>0.7955</c:v>
                </c:pt>
                <c:pt idx="1592">
                  <c:v>0.796</c:v>
                </c:pt>
                <c:pt idx="1593">
                  <c:v>0.7965</c:v>
                </c:pt>
                <c:pt idx="1594">
                  <c:v>0.797</c:v>
                </c:pt>
                <c:pt idx="1595">
                  <c:v>0.7975</c:v>
                </c:pt>
                <c:pt idx="1596">
                  <c:v>0.798</c:v>
                </c:pt>
                <c:pt idx="1597">
                  <c:v>0.7985</c:v>
                </c:pt>
                <c:pt idx="1598">
                  <c:v>0.799</c:v>
                </c:pt>
                <c:pt idx="1599">
                  <c:v>0.7995</c:v>
                </c:pt>
                <c:pt idx="1600">
                  <c:v>0.8</c:v>
                </c:pt>
                <c:pt idx="1601">
                  <c:v>0.8005</c:v>
                </c:pt>
                <c:pt idx="1602">
                  <c:v>0.801</c:v>
                </c:pt>
                <c:pt idx="1603">
                  <c:v>0.8015</c:v>
                </c:pt>
                <c:pt idx="1604">
                  <c:v>0.802</c:v>
                </c:pt>
                <c:pt idx="1605">
                  <c:v>0.8025</c:v>
                </c:pt>
                <c:pt idx="1606">
                  <c:v>0.803</c:v>
                </c:pt>
                <c:pt idx="1607">
                  <c:v>0.8035</c:v>
                </c:pt>
                <c:pt idx="1608">
                  <c:v>0.804</c:v>
                </c:pt>
                <c:pt idx="1609">
                  <c:v>0.8045</c:v>
                </c:pt>
                <c:pt idx="1610">
                  <c:v>0.805</c:v>
                </c:pt>
                <c:pt idx="1611">
                  <c:v>0.8055</c:v>
                </c:pt>
                <c:pt idx="1612">
                  <c:v>0.806</c:v>
                </c:pt>
                <c:pt idx="1613">
                  <c:v>0.8065</c:v>
                </c:pt>
                <c:pt idx="1614">
                  <c:v>0.807</c:v>
                </c:pt>
                <c:pt idx="1615">
                  <c:v>0.8075</c:v>
                </c:pt>
                <c:pt idx="1616">
                  <c:v>0.808</c:v>
                </c:pt>
                <c:pt idx="1617">
                  <c:v>0.8085</c:v>
                </c:pt>
                <c:pt idx="1618">
                  <c:v>0.809</c:v>
                </c:pt>
                <c:pt idx="1619">
                  <c:v>0.8095</c:v>
                </c:pt>
                <c:pt idx="1620">
                  <c:v>0.81</c:v>
                </c:pt>
                <c:pt idx="1621">
                  <c:v>0.8105</c:v>
                </c:pt>
                <c:pt idx="1622">
                  <c:v>0.811</c:v>
                </c:pt>
                <c:pt idx="1623">
                  <c:v>0.8115</c:v>
                </c:pt>
                <c:pt idx="1624">
                  <c:v>0.812</c:v>
                </c:pt>
                <c:pt idx="1625">
                  <c:v>0.8125</c:v>
                </c:pt>
                <c:pt idx="1626">
                  <c:v>0.813</c:v>
                </c:pt>
                <c:pt idx="1627">
                  <c:v>0.8135</c:v>
                </c:pt>
                <c:pt idx="1628">
                  <c:v>0.814</c:v>
                </c:pt>
                <c:pt idx="1629">
                  <c:v>0.8145</c:v>
                </c:pt>
                <c:pt idx="1630">
                  <c:v>0.815</c:v>
                </c:pt>
                <c:pt idx="1631">
                  <c:v>0.8155</c:v>
                </c:pt>
                <c:pt idx="1632">
                  <c:v>0.816</c:v>
                </c:pt>
                <c:pt idx="1633">
                  <c:v>0.8165</c:v>
                </c:pt>
                <c:pt idx="1634">
                  <c:v>0.817</c:v>
                </c:pt>
                <c:pt idx="1635">
                  <c:v>0.8175</c:v>
                </c:pt>
                <c:pt idx="1636">
                  <c:v>0.818</c:v>
                </c:pt>
                <c:pt idx="1637">
                  <c:v>0.8185</c:v>
                </c:pt>
                <c:pt idx="1638">
                  <c:v>0.819</c:v>
                </c:pt>
                <c:pt idx="1639">
                  <c:v>0.8195</c:v>
                </c:pt>
                <c:pt idx="1640">
                  <c:v>0.82</c:v>
                </c:pt>
                <c:pt idx="1641">
                  <c:v>0.8205</c:v>
                </c:pt>
                <c:pt idx="1642">
                  <c:v>0.821</c:v>
                </c:pt>
                <c:pt idx="1643">
                  <c:v>0.8215</c:v>
                </c:pt>
                <c:pt idx="1644">
                  <c:v>0.822</c:v>
                </c:pt>
                <c:pt idx="1645">
                  <c:v>0.8225</c:v>
                </c:pt>
                <c:pt idx="1646">
                  <c:v>0.823</c:v>
                </c:pt>
                <c:pt idx="1647">
                  <c:v>0.8235</c:v>
                </c:pt>
                <c:pt idx="1648">
                  <c:v>0.824</c:v>
                </c:pt>
                <c:pt idx="1649">
                  <c:v>0.8245</c:v>
                </c:pt>
                <c:pt idx="1650">
                  <c:v>0.825</c:v>
                </c:pt>
                <c:pt idx="1651">
                  <c:v>0.8255</c:v>
                </c:pt>
                <c:pt idx="1652">
                  <c:v>0.826</c:v>
                </c:pt>
                <c:pt idx="1653">
                  <c:v>0.8265</c:v>
                </c:pt>
                <c:pt idx="1654">
                  <c:v>0.827</c:v>
                </c:pt>
                <c:pt idx="1655">
                  <c:v>0.8275</c:v>
                </c:pt>
                <c:pt idx="1656">
                  <c:v>0.828</c:v>
                </c:pt>
                <c:pt idx="1657">
                  <c:v>0.8285</c:v>
                </c:pt>
                <c:pt idx="1658">
                  <c:v>0.829</c:v>
                </c:pt>
                <c:pt idx="1659">
                  <c:v>0.8295</c:v>
                </c:pt>
                <c:pt idx="1660">
                  <c:v>0.83</c:v>
                </c:pt>
                <c:pt idx="1661">
                  <c:v>0.8305</c:v>
                </c:pt>
                <c:pt idx="1662">
                  <c:v>0.831</c:v>
                </c:pt>
                <c:pt idx="1663">
                  <c:v>0.8315</c:v>
                </c:pt>
                <c:pt idx="1664">
                  <c:v>0.832</c:v>
                </c:pt>
                <c:pt idx="1665">
                  <c:v>0.8325</c:v>
                </c:pt>
                <c:pt idx="1666">
                  <c:v>0.833</c:v>
                </c:pt>
                <c:pt idx="1667">
                  <c:v>0.8335</c:v>
                </c:pt>
                <c:pt idx="1668">
                  <c:v>0.834</c:v>
                </c:pt>
                <c:pt idx="1669">
                  <c:v>0.8345</c:v>
                </c:pt>
                <c:pt idx="1670">
                  <c:v>0.835</c:v>
                </c:pt>
                <c:pt idx="1671">
                  <c:v>0.8355</c:v>
                </c:pt>
                <c:pt idx="1672">
                  <c:v>0.836</c:v>
                </c:pt>
                <c:pt idx="1673">
                  <c:v>0.8365</c:v>
                </c:pt>
                <c:pt idx="1674">
                  <c:v>0.837</c:v>
                </c:pt>
                <c:pt idx="1675">
                  <c:v>0.8375</c:v>
                </c:pt>
                <c:pt idx="1676">
                  <c:v>0.838</c:v>
                </c:pt>
                <c:pt idx="1677">
                  <c:v>0.8385</c:v>
                </c:pt>
                <c:pt idx="1678">
                  <c:v>0.839</c:v>
                </c:pt>
                <c:pt idx="1679">
                  <c:v>0.8395</c:v>
                </c:pt>
                <c:pt idx="1680">
                  <c:v>0.84</c:v>
                </c:pt>
                <c:pt idx="1681">
                  <c:v>0.8405</c:v>
                </c:pt>
                <c:pt idx="1682">
                  <c:v>0.841</c:v>
                </c:pt>
                <c:pt idx="1683">
                  <c:v>0.8415</c:v>
                </c:pt>
                <c:pt idx="1684">
                  <c:v>0.842</c:v>
                </c:pt>
                <c:pt idx="1685">
                  <c:v>0.8425</c:v>
                </c:pt>
                <c:pt idx="1686">
                  <c:v>0.843</c:v>
                </c:pt>
                <c:pt idx="1687">
                  <c:v>0.8435</c:v>
                </c:pt>
                <c:pt idx="1688">
                  <c:v>0.844</c:v>
                </c:pt>
                <c:pt idx="1689">
                  <c:v>0.8445</c:v>
                </c:pt>
                <c:pt idx="1690">
                  <c:v>0.845</c:v>
                </c:pt>
                <c:pt idx="1691">
                  <c:v>0.8455</c:v>
                </c:pt>
                <c:pt idx="1692">
                  <c:v>0.846</c:v>
                </c:pt>
                <c:pt idx="1693">
                  <c:v>0.8465</c:v>
                </c:pt>
                <c:pt idx="1694">
                  <c:v>0.847</c:v>
                </c:pt>
                <c:pt idx="1695">
                  <c:v>0.8475</c:v>
                </c:pt>
                <c:pt idx="1696">
                  <c:v>0.848</c:v>
                </c:pt>
                <c:pt idx="1697">
                  <c:v>0.8485</c:v>
                </c:pt>
                <c:pt idx="1698">
                  <c:v>0.849</c:v>
                </c:pt>
                <c:pt idx="1699">
                  <c:v>0.8495</c:v>
                </c:pt>
                <c:pt idx="1700">
                  <c:v>0.85</c:v>
                </c:pt>
                <c:pt idx="1701">
                  <c:v>0.8505</c:v>
                </c:pt>
                <c:pt idx="1702">
                  <c:v>0.851</c:v>
                </c:pt>
                <c:pt idx="1703">
                  <c:v>0.8515</c:v>
                </c:pt>
                <c:pt idx="1704">
                  <c:v>0.852</c:v>
                </c:pt>
                <c:pt idx="1705">
                  <c:v>0.8525</c:v>
                </c:pt>
                <c:pt idx="1706">
                  <c:v>0.853</c:v>
                </c:pt>
                <c:pt idx="1707">
                  <c:v>0.8535</c:v>
                </c:pt>
                <c:pt idx="1708">
                  <c:v>0.854</c:v>
                </c:pt>
                <c:pt idx="1709">
                  <c:v>0.8545</c:v>
                </c:pt>
                <c:pt idx="1710">
                  <c:v>0.855</c:v>
                </c:pt>
                <c:pt idx="1711">
                  <c:v>0.8555</c:v>
                </c:pt>
                <c:pt idx="1712">
                  <c:v>0.856</c:v>
                </c:pt>
                <c:pt idx="1713">
                  <c:v>0.8565</c:v>
                </c:pt>
                <c:pt idx="1714">
                  <c:v>0.857</c:v>
                </c:pt>
                <c:pt idx="1715">
                  <c:v>0.8575</c:v>
                </c:pt>
                <c:pt idx="1716">
                  <c:v>0.858</c:v>
                </c:pt>
                <c:pt idx="1717">
                  <c:v>0.8585</c:v>
                </c:pt>
                <c:pt idx="1718">
                  <c:v>0.859</c:v>
                </c:pt>
                <c:pt idx="1719">
                  <c:v>0.8595</c:v>
                </c:pt>
                <c:pt idx="1720">
                  <c:v>0.86</c:v>
                </c:pt>
                <c:pt idx="1721">
                  <c:v>0.8605</c:v>
                </c:pt>
                <c:pt idx="1722">
                  <c:v>0.861</c:v>
                </c:pt>
                <c:pt idx="1723">
                  <c:v>0.8615</c:v>
                </c:pt>
                <c:pt idx="1724">
                  <c:v>0.862</c:v>
                </c:pt>
                <c:pt idx="1725">
                  <c:v>0.8625</c:v>
                </c:pt>
                <c:pt idx="1726">
                  <c:v>0.863</c:v>
                </c:pt>
                <c:pt idx="1727">
                  <c:v>0.8635</c:v>
                </c:pt>
                <c:pt idx="1728">
                  <c:v>0.864</c:v>
                </c:pt>
                <c:pt idx="1729">
                  <c:v>0.8645</c:v>
                </c:pt>
                <c:pt idx="1730">
                  <c:v>0.865</c:v>
                </c:pt>
                <c:pt idx="1731">
                  <c:v>0.8655</c:v>
                </c:pt>
                <c:pt idx="1732">
                  <c:v>0.866</c:v>
                </c:pt>
                <c:pt idx="1733">
                  <c:v>0.8665</c:v>
                </c:pt>
                <c:pt idx="1734">
                  <c:v>0.867</c:v>
                </c:pt>
                <c:pt idx="1735">
                  <c:v>0.8675</c:v>
                </c:pt>
                <c:pt idx="1736">
                  <c:v>0.868</c:v>
                </c:pt>
                <c:pt idx="1737">
                  <c:v>0.8685</c:v>
                </c:pt>
                <c:pt idx="1738">
                  <c:v>0.869</c:v>
                </c:pt>
                <c:pt idx="1739">
                  <c:v>0.8695</c:v>
                </c:pt>
                <c:pt idx="1740">
                  <c:v>0.87</c:v>
                </c:pt>
                <c:pt idx="1741">
                  <c:v>0.8705</c:v>
                </c:pt>
                <c:pt idx="1742">
                  <c:v>0.871</c:v>
                </c:pt>
                <c:pt idx="1743">
                  <c:v>0.8715</c:v>
                </c:pt>
                <c:pt idx="1744">
                  <c:v>0.872</c:v>
                </c:pt>
                <c:pt idx="1745">
                  <c:v>0.8725</c:v>
                </c:pt>
                <c:pt idx="1746">
                  <c:v>0.873</c:v>
                </c:pt>
                <c:pt idx="1747">
                  <c:v>0.8735</c:v>
                </c:pt>
                <c:pt idx="1748">
                  <c:v>0.874</c:v>
                </c:pt>
                <c:pt idx="1749">
                  <c:v>0.8745</c:v>
                </c:pt>
                <c:pt idx="1750">
                  <c:v>0.875</c:v>
                </c:pt>
                <c:pt idx="1751">
                  <c:v>0.8755</c:v>
                </c:pt>
                <c:pt idx="1752">
                  <c:v>0.876</c:v>
                </c:pt>
                <c:pt idx="1753">
                  <c:v>0.8765</c:v>
                </c:pt>
                <c:pt idx="1754">
                  <c:v>0.877</c:v>
                </c:pt>
                <c:pt idx="1755">
                  <c:v>0.8775</c:v>
                </c:pt>
                <c:pt idx="1756">
                  <c:v>0.878</c:v>
                </c:pt>
                <c:pt idx="1757">
                  <c:v>0.8785</c:v>
                </c:pt>
                <c:pt idx="1758">
                  <c:v>0.879</c:v>
                </c:pt>
                <c:pt idx="1759">
                  <c:v>0.8795</c:v>
                </c:pt>
                <c:pt idx="1760">
                  <c:v>0.88</c:v>
                </c:pt>
                <c:pt idx="1761">
                  <c:v>0.8805</c:v>
                </c:pt>
                <c:pt idx="1762">
                  <c:v>0.881</c:v>
                </c:pt>
                <c:pt idx="1763">
                  <c:v>0.8815</c:v>
                </c:pt>
                <c:pt idx="1764">
                  <c:v>0.882</c:v>
                </c:pt>
                <c:pt idx="1765">
                  <c:v>0.8825</c:v>
                </c:pt>
                <c:pt idx="1766">
                  <c:v>0.883</c:v>
                </c:pt>
                <c:pt idx="1767">
                  <c:v>0.8835</c:v>
                </c:pt>
                <c:pt idx="1768">
                  <c:v>0.884</c:v>
                </c:pt>
                <c:pt idx="1769">
                  <c:v>0.8845</c:v>
                </c:pt>
                <c:pt idx="1770">
                  <c:v>0.885</c:v>
                </c:pt>
                <c:pt idx="1771">
                  <c:v>0.8855</c:v>
                </c:pt>
                <c:pt idx="1772">
                  <c:v>0.886</c:v>
                </c:pt>
                <c:pt idx="1773">
                  <c:v>0.8865</c:v>
                </c:pt>
                <c:pt idx="1774">
                  <c:v>0.887</c:v>
                </c:pt>
                <c:pt idx="1775">
                  <c:v>0.8875</c:v>
                </c:pt>
                <c:pt idx="1776">
                  <c:v>0.888</c:v>
                </c:pt>
                <c:pt idx="1777">
                  <c:v>0.8885</c:v>
                </c:pt>
                <c:pt idx="1778">
                  <c:v>0.889</c:v>
                </c:pt>
                <c:pt idx="1779">
                  <c:v>0.8895</c:v>
                </c:pt>
                <c:pt idx="1780">
                  <c:v>0.89</c:v>
                </c:pt>
                <c:pt idx="1781">
                  <c:v>0.8905</c:v>
                </c:pt>
                <c:pt idx="1782">
                  <c:v>0.891</c:v>
                </c:pt>
                <c:pt idx="1783">
                  <c:v>0.8915</c:v>
                </c:pt>
                <c:pt idx="1784">
                  <c:v>0.892</c:v>
                </c:pt>
                <c:pt idx="1785">
                  <c:v>0.8925</c:v>
                </c:pt>
                <c:pt idx="1786">
                  <c:v>0.893</c:v>
                </c:pt>
                <c:pt idx="1787">
                  <c:v>0.8935</c:v>
                </c:pt>
                <c:pt idx="1788">
                  <c:v>0.894</c:v>
                </c:pt>
                <c:pt idx="1789">
                  <c:v>0.8945</c:v>
                </c:pt>
                <c:pt idx="1790">
                  <c:v>0.895</c:v>
                </c:pt>
                <c:pt idx="1791">
                  <c:v>0.8955</c:v>
                </c:pt>
                <c:pt idx="1792">
                  <c:v>0.896</c:v>
                </c:pt>
                <c:pt idx="1793">
                  <c:v>0.8965</c:v>
                </c:pt>
                <c:pt idx="1794">
                  <c:v>0.897</c:v>
                </c:pt>
                <c:pt idx="1795">
                  <c:v>0.8975</c:v>
                </c:pt>
                <c:pt idx="1796">
                  <c:v>0.898</c:v>
                </c:pt>
                <c:pt idx="1797">
                  <c:v>0.8985</c:v>
                </c:pt>
                <c:pt idx="1798">
                  <c:v>0.899</c:v>
                </c:pt>
                <c:pt idx="1799">
                  <c:v>0.8995</c:v>
                </c:pt>
                <c:pt idx="1800">
                  <c:v>0.9</c:v>
                </c:pt>
                <c:pt idx="1801">
                  <c:v>0.9005</c:v>
                </c:pt>
                <c:pt idx="1802">
                  <c:v>0.901</c:v>
                </c:pt>
                <c:pt idx="1803">
                  <c:v>0.9015</c:v>
                </c:pt>
                <c:pt idx="1804">
                  <c:v>0.902</c:v>
                </c:pt>
                <c:pt idx="1805">
                  <c:v>0.9025</c:v>
                </c:pt>
                <c:pt idx="1806">
                  <c:v>0.903</c:v>
                </c:pt>
                <c:pt idx="1807">
                  <c:v>0.9035</c:v>
                </c:pt>
                <c:pt idx="1808">
                  <c:v>0.904</c:v>
                </c:pt>
                <c:pt idx="1809">
                  <c:v>0.9045</c:v>
                </c:pt>
                <c:pt idx="1810">
                  <c:v>0.905</c:v>
                </c:pt>
                <c:pt idx="1811">
                  <c:v>0.9055</c:v>
                </c:pt>
                <c:pt idx="1812">
                  <c:v>0.906</c:v>
                </c:pt>
                <c:pt idx="1813">
                  <c:v>0.9065</c:v>
                </c:pt>
                <c:pt idx="1814">
                  <c:v>0.907</c:v>
                </c:pt>
                <c:pt idx="1815">
                  <c:v>0.9075</c:v>
                </c:pt>
                <c:pt idx="1816">
                  <c:v>0.908</c:v>
                </c:pt>
                <c:pt idx="1817">
                  <c:v>0.9085</c:v>
                </c:pt>
                <c:pt idx="1818">
                  <c:v>0.909</c:v>
                </c:pt>
                <c:pt idx="1819">
                  <c:v>0.9095</c:v>
                </c:pt>
                <c:pt idx="1820">
                  <c:v>0.91</c:v>
                </c:pt>
                <c:pt idx="1821">
                  <c:v>0.9105</c:v>
                </c:pt>
                <c:pt idx="1822">
                  <c:v>0.911</c:v>
                </c:pt>
                <c:pt idx="1823">
                  <c:v>0.9115</c:v>
                </c:pt>
                <c:pt idx="1824">
                  <c:v>0.912</c:v>
                </c:pt>
                <c:pt idx="1825">
                  <c:v>0.9125</c:v>
                </c:pt>
                <c:pt idx="1826">
                  <c:v>0.913</c:v>
                </c:pt>
                <c:pt idx="1827">
                  <c:v>0.9135</c:v>
                </c:pt>
                <c:pt idx="1828">
                  <c:v>0.914</c:v>
                </c:pt>
                <c:pt idx="1829">
                  <c:v>0.9145</c:v>
                </c:pt>
                <c:pt idx="1830">
                  <c:v>0.915</c:v>
                </c:pt>
                <c:pt idx="1831">
                  <c:v>0.9155</c:v>
                </c:pt>
                <c:pt idx="1832">
                  <c:v>0.916</c:v>
                </c:pt>
                <c:pt idx="1833">
                  <c:v>0.9165</c:v>
                </c:pt>
                <c:pt idx="1834">
                  <c:v>0.917</c:v>
                </c:pt>
                <c:pt idx="1835">
                  <c:v>0.9175</c:v>
                </c:pt>
                <c:pt idx="1836">
                  <c:v>0.918</c:v>
                </c:pt>
                <c:pt idx="1837">
                  <c:v>0.9185</c:v>
                </c:pt>
                <c:pt idx="1838">
                  <c:v>0.919</c:v>
                </c:pt>
                <c:pt idx="1839">
                  <c:v>0.9195</c:v>
                </c:pt>
                <c:pt idx="1840">
                  <c:v>0.92</c:v>
                </c:pt>
                <c:pt idx="1841">
                  <c:v>0.9205</c:v>
                </c:pt>
                <c:pt idx="1842">
                  <c:v>0.921</c:v>
                </c:pt>
                <c:pt idx="1843">
                  <c:v>0.9215</c:v>
                </c:pt>
                <c:pt idx="1844">
                  <c:v>0.922</c:v>
                </c:pt>
                <c:pt idx="1845">
                  <c:v>0.9225</c:v>
                </c:pt>
                <c:pt idx="1846">
                  <c:v>0.923</c:v>
                </c:pt>
                <c:pt idx="1847">
                  <c:v>0.9235</c:v>
                </c:pt>
                <c:pt idx="1848">
                  <c:v>0.924</c:v>
                </c:pt>
                <c:pt idx="1849">
                  <c:v>0.9245</c:v>
                </c:pt>
                <c:pt idx="1850">
                  <c:v>0.925</c:v>
                </c:pt>
                <c:pt idx="1851">
                  <c:v>0.9255</c:v>
                </c:pt>
                <c:pt idx="1852">
                  <c:v>0.926</c:v>
                </c:pt>
                <c:pt idx="1853">
                  <c:v>0.9265</c:v>
                </c:pt>
                <c:pt idx="1854">
                  <c:v>0.927</c:v>
                </c:pt>
                <c:pt idx="1855">
                  <c:v>0.9275</c:v>
                </c:pt>
                <c:pt idx="1856">
                  <c:v>0.928</c:v>
                </c:pt>
                <c:pt idx="1857">
                  <c:v>0.9285</c:v>
                </c:pt>
                <c:pt idx="1858">
                  <c:v>0.929</c:v>
                </c:pt>
                <c:pt idx="1859">
                  <c:v>0.9295</c:v>
                </c:pt>
                <c:pt idx="1860">
                  <c:v>0.93</c:v>
                </c:pt>
                <c:pt idx="1861">
                  <c:v>0.9305</c:v>
                </c:pt>
                <c:pt idx="1862">
                  <c:v>0.931</c:v>
                </c:pt>
                <c:pt idx="1863">
                  <c:v>0.9315</c:v>
                </c:pt>
                <c:pt idx="1864">
                  <c:v>0.932</c:v>
                </c:pt>
                <c:pt idx="1865">
                  <c:v>0.9325</c:v>
                </c:pt>
                <c:pt idx="1866">
                  <c:v>0.933</c:v>
                </c:pt>
                <c:pt idx="1867">
                  <c:v>0.9335</c:v>
                </c:pt>
                <c:pt idx="1868">
                  <c:v>0.934</c:v>
                </c:pt>
                <c:pt idx="1869">
                  <c:v>0.9345</c:v>
                </c:pt>
                <c:pt idx="1870">
                  <c:v>0.935</c:v>
                </c:pt>
                <c:pt idx="1871">
                  <c:v>0.9355</c:v>
                </c:pt>
                <c:pt idx="1872">
                  <c:v>0.936</c:v>
                </c:pt>
                <c:pt idx="1873">
                  <c:v>0.9365</c:v>
                </c:pt>
                <c:pt idx="1874">
                  <c:v>0.937</c:v>
                </c:pt>
                <c:pt idx="1875">
                  <c:v>0.9375</c:v>
                </c:pt>
                <c:pt idx="1876">
                  <c:v>0.938</c:v>
                </c:pt>
                <c:pt idx="1877">
                  <c:v>0.9385</c:v>
                </c:pt>
                <c:pt idx="1878">
                  <c:v>0.939</c:v>
                </c:pt>
                <c:pt idx="1879">
                  <c:v>0.9395</c:v>
                </c:pt>
                <c:pt idx="1880">
                  <c:v>0.94</c:v>
                </c:pt>
                <c:pt idx="1881">
                  <c:v>0.9405</c:v>
                </c:pt>
                <c:pt idx="1882">
                  <c:v>0.941</c:v>
                </c:pt>
                <c:pt idx="1883">
                  <c:v>0.9415</c:v>
                </c:pt>
                <c:pt idx="1884">
                  <c:v>0.942</c:v>
                </c:pt>
                <c:pt idx="1885">
                  <c:v>0.9425</c:v>
                </c:pt>
                <c:pt idx="1886">
                  <c:v>0.943</c:v>
                </c:pt>
                <c:pt idx="1887">
                  <c:v>0.9435</c:v>
                </c:pt>
                <c:pt idx="1888">
                  <c:v>0.944</c:v>
                </c:pt>
                <c:pt idx="1889">
                  <c:v>0.9445</c:v>
                </c:pt>
                <c:pt idx="1890">
                  <c:v>0.945</c:v>
                </c:pt>
                <c:pt idx="1891">
                  <c:v>0.9455</c:v>
                </c:pt>
                <c:pt idx="1892">
                  <c:v>0.946</c:v>
                </c:pt>
                <c:pt idx="1893">
                  <c:v>0.9465</c:v>
                </c:pt>
                <c:pt idx="1894">
                  <c:v>0.947</c:v>
                </c:pt>
                <c:pt idx="1895">
                  <c:v>0.9475</c:v>
                </c:pt>
                <c:pt idx="1896">
                  <c:v>0.948</c:v>
                </c:pt>
                <c:pt idx="1897">
                  <c:v>0.9485</c:v>
                </c:pt>
                <c:pt idx="1898">
                  <c:v>0.949</c:v>
                </c:pt>
                <c:pt idx="1899">
                  <c:v>0.9495</c:v>
                </c:pt>
                <c:pt idx="1900">
                  <c:v>0.95</c:v>
                </c:pt>
                <c:pt idx="1901">
                  <c:v>0.9505</c:v>
                </c:pt>
                <c:pt idx="1902">
                  <c:v>0.951</c:v>
                </c:pt>
                <c:pt idx="1903">
                  <c:v>0.9515</c:v>
                </c:pt>
                <c:pt idx="1904">
                  <c:v>0.952</c:v>
                </c:pt>
                <c:pt idx="1905">
                  <c:v>0.9525</c:v>
                </c:pt>
                <c:pt idx="1906">
                  <c:v>0.953</c:v>
                </c:pt>
                <c:pt idx="1907">
                  <c:v>0.9535</c:v>
                </c:pt>
                <c:pt idx="1908">
                  <c:v>0.954</c:v>
                </c:pt>
                <c:pt idx="1909">
                  <c:v>0.9545</c:v>
                </c:pt>
                <c:pt idx="1910">
                  <c:v>0.955</c:v>
                </c:pt>
                <c:pt idx="1911">
                  <c:v>0.9555</c:v>
                </c:pt>
                <c:pt idx="1912">
                  <c:v>0.956</c:v>
                </c:pt>
                <c:pt idx="1913">
                  <c:v>0.9565</c:v>
                </c:pt>
                <c:pt idx="1914">
                  <c:v>0.957</c:v>
                </c:pt>
                <c:pt idx="1915">
                  <c:v>0.9575</c:v>
                </c:pt>
                <c:pt idx="1916">
                  <c:v>0.958</c:v>
                </c:pt>
                <c:pt idx="1917">
                  <c:v>0.9585</c:v>
                </c:pt>
                <c:pt idx="1918">
                  <c:v>0.959</c:v>
                </c:pt>
                <c:pt idx="1919">
                  <c:v>0.9595</c:v>
                </c:pt>
                <c:pt idx="1920">
                  <c:v>0.96</c:v>
                </c:pt>
                <c:pt idx="1921">
                  <c:v>0.9605</c:v>
                </c:pt>
                <c:pt idx="1922">
                  <c:v>0.961</c:v>
                </c:pt>
                <c:pt idx="1923">
                  <c:v>0.9615</c:v>
                </c:pt>
                <c:pt idx="1924">
                  <c:v>0.962</c:v>
                </c:pt>
                <c:pt idx="1925">
                  <c:v>0.9625</c:v>
                </c:pt>
                <c:pt idx="1926">
                  <c:v>0.963</c:v>
                </c:pt>
                <c:pt idx="1927">
                  <c:v>0.9635</c:v>
                </c:pt>
                <c:pt idx="1928">
                  <c:v>0.964</c:v>
                </c:pt>
                <c:pt idx="1929">
                  <c:v>0.9645</c:v>
                </c:pt>
                <c:pt idx="1930">
                  <c:v>0.965</c:v>
                </c:pt>
                <c:pt idx="1931">
                  <c:v>0.9655</c:v>
                </c:pt>
                <c:pt idx="1932">
                  <c:v>0.966</c:v>
                </c:pt>
                <c:pt idx="1933">
                  <c:v>0.9665</c:v>
                </c:pt>
                <c:pt idx="1934">
                  <c:v>0.967</c:v>
                </c:pt>
                <c:pt idx="1935">
                  <c:v>0.9675</c:v>
                </c:pt>
                <c:pt idx="1936">
                  <c:v>0.968</c:v>
                </c:pt>
                <c:pt idx="1937">
                  <c:v>0.9685</c:v>
                </c:pt>
                <c:pt idx="1938">
                  <c:v>0.969</c:v>
                </c:pt>
                <c:pt idx="1939">
                  <c:v>0.9695</c:v>
                </c:pt>
                <c:pt idx="1940">
                  <c:v>0.97</c:v>
                </c:pt>
                <c:pt idx="1941">
                  <c:v>0.9705</c:v>
                </c:pt>
                <c:pt idx="1942">
                  <c:v>0.971</c:v>
                </c:pt>
                <c:pt idx="1943">
                  <c:v>0.9715</c:v>
                </c:pt>
                <c:pt idx="1944">
                  <c:v>0.972</c:v>
                </c:pt>
                <c:pt idx="1945">
                  <c:v>0.9725</c:v>
                </c:pt>
                <c:pt idx="1946">
                  <c:v>0.973</c:v>
                </c:pt>
                <c:pt idx="1947">
                  <c:v>0.9735</c:v>
                </c:pt>
                <c:pt idx="1948">
                  <c:v>0.974</c:v>
                </c:pt>
                <c:pt idx="1949">
                  <c:v>0.9745</c:v>
                </c:pt>
                <c:pt idx="1950">
                  <c:v>0.975</c:v>
                </c:pt>
                <c:pt idx="1951">
                  <c:v>0.9755</c:v>
                </c:pt>
                <c:pt idx="1952">
                  <c:v>0.976</c:v>
                </c:pt>
                <c:pt idx="1953">
                  <c:v>0.9765</c:v>
                </c:pt>
                <c:pt idx="1954">
                  <c:v>0.977</c:v>
                </c:pt>
                <c:pt idx="1955">
                  <c:v>0.9775</c:v>
                </c:pt>
                <c:pt idx="1956">
                  <c:v>0.978</c:v>
                </c:pt>
                <c:pt idx="1957">
                  <c:v>0.9785</c:v>
                </c:pt>
                <c:pt idx="1958">
                  <c:v>0.979</c:v>
                </c:pt>
                <c:pt idx="1959">
                  <c:v>0.9795</c:v>
                </c:pt>
                <c:pt idx="1960">
                  <c:v>0.98</c:v>
                </c:pt>
                <c:pt idx="1961">
                  <c:v>0.9805</c:v>
                </c:pt>
                <c:pt idx="1962">
                  <c:v>0.981</c:v>
                </c:pt>
                <c:pt idx="1963">
                  <c:v>0.9815</c:v>
                </c:pt>
                <c:pt idx="1964">
                  <c:v>0.982</c:v>
                </c:pt>
                <c:pt idx="1965">
                  <c:v>0.9825</c:v>
                </c:pt>
                <c:pt idx="1966">
                  <c:v>0.983</c:v>
                </c:pt>
                <c:pt idx="1967">
                  <c:v>0.9835</c:v>
                </c:pt>
                <c:pt idx="1968">
                  <c:v>0.984</c:v>
                </c:pt>
                <c:pt idx="1969">
                  <c:v>0.9845</c:v>
                </c:pt>
                <c:pt idx="1970">
                  <c:v>0.985</c:v>
                </c:pt>
                <c:pt idx="1971">
                  <c:v>0.9855</c:v>
                </c:pt>
                <c:pt idx="1972">
                  <c:v>0.986</c:v>
                </c:pt>
                <c:pt idx="1973">
                  <c:v>0.9865</c:v>
                </c:pt>
                <c:pt idx="1974">
                  <c:v>0.987</c:v>
                </c:pt>
                <c:pt idx="1975">
                  <c:v>0.9875</c:v>
                </c:pt>
                <c:pt idx="1976">
                  <c:v>0.988</c:v>
                </c:pt>
                <c:pt idx="1977">
                  <c:v>0.9885</c:v>
                </c:pt>
                <c:pt idx="1978">
                  <c:v>0.989</c:v>
                </c:pt>
                <c:pt idx="1979">
                  <c:v>0.9895</c:v>
                </c:pt>
                <c:pt idx="1980">
                  <c:v>0.99</c:v>
                </c:pt>
                <c:pt idx="1981">
                  <c:v>0.9905</c:v>
                </c:pt>
                <c:pt idx="1982">
                  <c:v>0.991</c:v>
                </c:pt>
                <c:pt idx="1983">
                  <c:v>0.9915</c:v>
                </c:pt>
                <c:pt idx="1984">
                  <c:v>0.992</c:v>
                </c:pt>
                <c:pt idx="1985">
                  <c:v>0.9925</c:v>
                </c:pt>
                <c:pt idx="1986">
                  <c:v>0.993</c:v>
                </c:pt>
                <c:pt idx="1987">
                  <c:v>0.9935</c:v>
                </c:pt>
                <c:pt idx="1988">
                  <c:v>0.994</c:v>
                </c:pt>
                <c:pt idx="1989">
                  <c:v>0.9945</c:v>
                </c:pt>
                <c:pt idx="1990">
                  <c:v>0.995</c:v>
                </c:pt>
                <c:pt idx="1991">
                  <c:v>0.9955</c:v>
                </c:pt>
                <c:pt idx="1992">
                  <c:v>0.996</c:v>
                </c:pt>
                <c:pt idx="1993">
                  <c:v>0.9965</c:v>
                </c:pt>
                <c:pt idx="1994">
                  <c:v>0.997</c:v>
                </c:pt>
                <c:pt idx="1995">
                  <c:v>0.9975</c:v>
                </c:pt>
                <c:pt idx="1996">
                  <c:v>0.998</c:v>
                </c:pt>
                <c:pt idx="1997">
                  <c:v>0.9985</c:v>
                </c:pt>
                <c:pt idx="1998">
                  <c:v>0.999</c:v>
                </c:pt>
                <c:pt idx="1999">
                  <c:v>0.9995</c:v>
                </c:pt>
                <c:pt idx="2000">
                  <c:v>1</c:v>
                </c:pt>
                <c:pt idx="2001">
                  <c:v>0.15325</c:v>
                </c:pt>
                <c:pt idx="2002">
                  <c:v>0.15325</c:v>
                </c:pt>
              </c:numCache>
            </c:numRef>
          </c:xVal>
          <c:yVal>
            <c:numRef>
              <c:f>Sheet1!$B$2:$B$2004</c:f>
              <c:numCache>
                <c:formatCode>General</c:formatCode>
                <c:ptCount val="2003"/>
                <c:pt idx="0">
                  <c:v>80</c:v>
                </c:pt>
                <c:pt idx="1">
                  <c:v>79.833</c:v>
                </c:pt>
                <c:pt idx="2">
                  <c:v>79.333</c:v>
                </c:pt>
                <c:pt idx="3">
                  <c:v>78.504</c:v>
                </c:pt>
                <c:pt idx="4">
                  <c:v>77.349</c:v>
                </c:pt>
                <c:pt idx="5">
                  <c:v>75.876</c:v>
                </c:pt>
                <c:pt idx="6">
                  <c:v>74.092</c:v>
                </c:pt>
                <c:pt idx="7">
                  <c:v>72.004</c:v>
                </c:pt>
                <c:pt idx="8">
                  <c:v>69.623</c:v>
                </c:pt>
                <c:pt idx="9">
                  <c:v>66.959</c:v>
                </c:pt>
                <c:pt idx="10">
                  <c:v>64.026</c:v>
                </c:pt>
                <c:pt idx="11">
                  <c:v>60.835</c:v>
                </c:pt>
                <c:pt idx="12">
                  <c:v>57.402</c:v>
                </c:pt>
                <c:pt idx="13">
                  <c:v>53.741</c:v>
                </c:pt>
                <c:pt idx="14">
                  <c:v>49.869</c:v>
                </c:pt>
                <c:pt idx="15">
                  <c:v>45.802</c:v>
                </c:pt>
                <c:pt idx="16">
                  <c:v>41.559</c:v>
                </c:pt>
                <c:pt idx="17">
                  <c:v>37.156</c:v>
                </c:pt>
                <c:pt idx="18">
                  <c:v>32.615</c:v>
                </c:pt>
                <c:pt idx="19">
                  <c:v>27.953</c:v>
                </c:pt>
                <c:pt idx="20">
                  <c:v>23.19</c:v>
                </c:pt>
                <c:pt idx="21">
                  <c:v>18.348</c:v>
                </c:pt>
                <c:pt idx="22">
                  <c:v>13.447</c:v>
                </c:pt>
                <c:pt idx="23">
                  <c:v>8.506</c:v>
                </c:pt>
                <c:pt idx="24">
                  <c:v>3.547</c:v>
                </c:pt>
                <c:pt idx="25">
                  <c:v>-1.408</c:v>
                </c:pt>
                <c:pt idx="26">
                  <c:v>-6.341</c:v>
                </c:pt>
                <c:pt idx="27">
                  <c:v>-11.229</c:v>
                </c:pt>
                <c:pt idx="28">
                  <c:v>-16.054</c:v>
                </c:pt>
                <c:pt idx="29">
                  <c:v>-20.794</c:v>
                </c:pt>
                <c:pt idx="30">
                  <c:v>-25.431</c:v>
                </c:pt>
                <c:pt idx="31">
                  <c:v>-29.945</c:v>
                </c:pt>
                <c:pt idx="32">
                  <c:v>-34.318</c:v>
                </c:pt>
                <c:pt idx="33">
                  <c:v>-38.533</c:v>
                </c:pt>
                <c:pt idx="34">
                  <c:v>-42.571</c:v>
                </c:pt>
                <c:pt idx="35">
                  <c:v>-46.418</c:v>
                </c:pt>
                <c:pt idx="36">
                  <c:v>-50.057</c:v>
                </c:pt>
                <c:pt idx="37">
                  <c:v>-53.474</c:v>
                </c:pt>
                <c:pt idx="38">
                  <c:v>-56.656</c:v>
                </c:pt>
                <c:pt idx="39">
                  <c:v>-59.591</c:v>
                </c:pt>
                <c:pt idx="40">
                  <c:v>-62.265</c:v>
                </c:pt>
                <c:pt idx="41">
                  <c:v>-64.671</c:v>
                </c:pt>
                <c:pt idx="42">
                  <c:v>-66.798</c:v>
                </c:pt>
                <c:pt idx="43">
                  <c:v>-68.639</c:v>
                </c:pt>
                <c:pt idx="44">
                  <c:v>-70.186</c:v>
                </c:pt>
                <c:pt idx="45">
                  <c:v>-71.435</c:v>
                </c:pt>
                <c:pt idx="46">
                  <c:v>-72.381</c:v>
                </c:pt>
                <c:pt idx="47">
                  <c:v>-73.022</c:v>
                </c:pt>
                <c:pt idx="48">
                  <c:v>-73.355</c:v>
                </c:pt>
                <c:pt idx="49">
                  <c:v>-73.381</c:v>
                </c:pt>
                <c:pt idx="50">
                  <c:v>-73.101</c:v>
                </c:pt>
                <c:pt idx="51">
                  <c:v>-72.516</c:v>
                </c:pt>
                <c:pt idx="52">
                  <c:v>-71.631</c:v>
                </c:pt>
                <c:pt idx="53">
                  <c:v>-70.449</c:v>
                </c:pt>
                <c:pt idx="54">
                  <c:v>-68.978</c:v>
                </c:pt>
                <c:pt idx="55">
                  <c:v>-67.224</c:v>
                </c:pt>
                <c:pt idx="56">
                  <c:v>-65.195</c:v>
                </c:pt>
                <c:pt idx="57">
                  <c:v>-62.901</c:v>
                </c:pt>
                <c:pt idx="58">
                  <c:v>-60.353</c:v>
                </c:pt>
                <c:pt idx="59">
                  <c:v>-57.562</c:v>
                </c:pt>
                <c:pt idx="60">
                  <c:v>-54.54</c:v>
                </c:pt>
                <c:pt idx="61">
                  <c:v>-51.301</c:v>
                </c:pt>
                <c:pt idx="62">
                  <c:v>-47.86</c:v>
                </c:pt>
                <c:pt idx="63">
                  <c:v>-44.23</c:v>
                </c:pt>
                <c:pt idx="64">
                  <c:v>-40.429</c:v>
                </c:pt>
                <c:pt idx="65">
                  <c:v>-36.473</c:v>
                </c:pt>
                <c:pt idx="66">
                  <c:v>-32.378</c:v>
                </c:pt>
                <c:pt idx="67">
                  <c:v>-28.162</c:v>
                </c:pt>
                <c:pt idx="68">
                  <c:v>-23.844</c:v>
                </c:pt>
                <c:pt idx="69">
                  <c:v>-19.442</c:v>
                </c:pt>
                <c:pt idx="70">
                  <c:v>-14.974</c:v>
                </c:pt>
                <c:pt idx="71">
                  <c:v>-10.459</c:v>
                </c:pt>
                <c:pt idx="72">
                  <c:v>-5.916</c:v>
                </c:pt>
                <c:pt idx="73">
                  <c:v>-1.365</c:v>
                </c:pt>
                <c:pt idx="74">
                  <c:v>3.176</c:v>
                </c:pt>
                <c:pt idx="75">
                  <c:v>7.688</c:v>
                </c:pt>
                <c:pt idx="76">
                  <c:v>12.151</c:v>
                </c:pt>
                <c:pt idx="77">
                  <c:v>16.548</c:v>
                </c:pt>
                <c:pt idx="78">
                  <c:v>20.861</c:v>
                </c:pt>
                <c:pt idx="79">
                  <c:v>25.071</c:v>
                </c:pt>
                <c:pt idx="80">
                  <c:v>29.161</c:v>
                </c:pt>
                <c:pt idx="81">
                  <c:v>33.115</c:v>
                </c:pt>
                <c:pt idx="82">
                  <c:v>36.917</c:v>
                </c:pt>
                <c:pt idx="83">
                  <c:v>40.552</c:v>
                </c:pt>
                <c:pt idx="84">
                  <c:v>44.004</c:v>
                </c:pt>
                <c:pt idx="85">
                  <c:v>47.26</c:v>
                </c:pt>
                <c:pt idx="86">
                  <c:v>50.308</c:v>
                </c:pt>
                <c:pt idx="87">
                  <c:v>53.134</c:v>
                </c:pt>
                <c:pt idx="88">
                  <c:v>55.729</c:v>
                </c:pt>
                <c:pt idx="89">
                  <c:v>58.082</c:v>
                </c:pt>
                <c:pt idx="90">
                  <c:v>60.184</c:v>
                </c:pt>
                <c:pt idx="91">
                  <c:v>62.028</c:v>
                </c:pt>
                <c:pt idx="92">
                  <c:v>63.606</c:v>
                </c:pt>
                <c:pt idx="93">
                  <c:v>64.912</c:v>
                </c:pt>
                <c:pt idx="94">
                  <c:v>65.943</c:v>
                </c:pt>
                <c:pt idx="95">
                  <c:v>66.695</c:v>
                </c:pt>
                <c:pt idx="96">
                  <c:v>67.166</c:v>
                </c:pt>
                <c:pt idx="97">
                  <c:v>67.355</c:v>
                </c:pt>
                <c:pt idx="98">
                  <c:v>67.262</c:v>
                </c:pt>
                <c:pt idx="99">
                  <c:v>66.888</c:v>
                </c:pt>
                <c:pt idx="100">
                  <c:v>66.237</c:v>
                </c:pt>
                <c:pt idx="101">
                  <c:v>65.311</c:v>
                </c:pt>
                <c:pt idx="102">
                  <c:v>64.115</c:v>
                </c:pt>
                <c:pt idx="103">
                  <c:v>62.657</c:v>
                </c:pt>
                <c:pt idx="104">
                  <c:v>60.941</c:v>
                </c:pt>
                <c:pt idx="105">
                  <c:v>58.978</c:v>
                </c:pt>
                <c:pt idx="106">
                  <c:v>56.775</c:v>
                </c:pt>
                <c:pt idx="107">
                  <c:v>54.342</c:v>
                </c:pt>
                <c:pt idx="108">
                  <c:v>51.692</c:v>
                </c:pt>
                <c:pt idx="109">
                  <c:v>48.835</c:v>
                </c:pt>
                <c:pt idx="110">
                  <c:v>45.784</c:v>
                </c:pt>
                <c:pt idx="111">
                  <c:v>42.553</c:v>
                </c:pt>
                <c:pt idx="112">
                  <c:v>39.155</c:v>
                </c:pt>
                <c:pt idx="113">
                  <c:v>35.606</c:v>
                </c:pt>
                <c:pt idx="114">
                  <c:v>31.921</c:v>
                </c:pt>
                <c:pt idx="115">
                  <c:v>28.116</c:v>
                </c:pt>
                <c:pt idx="116">
                  <c:v>24.206</c:v>
                </c:pt>
                <c:pt idx="117">
                  <c:v>20.21</c:v>
                </c:pt>
                <c:pt idx="118">
                  <c:v>16.143</c:v>
                </c:pt>
                <c:pt idx="119">
                  <c:v>12.023</c:v>
                </c:pt>
                <c:pt idx="120">
                  <c:v>7.867</c:v>
                </c:pt>
                <c:pt idx="121">
                  <c:v>3.694</c:v>
                </c:pt>
                <c:pt idx="122">
                  <c:v>-0.481</c:v>
                </c:pt>
                <c:pt idx="123">
                  <c:v>-4.638</c:v>
                </c:pt>
                <c:pt idx="124">
                  <c:v>-8.762</c:v>
                </c:pt>
                <c:pt idx="125">
                  <c:v>-12.834</c:v>
                </c:pt>
                <c:pt idx="126">
                  <c:v>-16.839</c:v>
                </c:pt>
                <c:pt idx="127">
                  <c:v>-20.759</c:v>
                </c:pt>
                <c:pt idx="128">
                  <c:v>-24.578</c:v>
                </c:pt>
                <c:pt idx="129">
                  <c:v>-28.281</c:v>
                </c:pt>
                <c:pt idx="130">
                  <c:v>-31.854</c:v>
                </c:pt>
                <c:pt idx="131">
                  <c:v>-35.28</c:v>
                </c:pt>
                <c:pt idx="132">
                  <c:v>-38.547</c:v>
                </c:pt>
                <c:pt idx="133">
                  <c:v>-41.642</c:v>
                </c:pt>
                <c:pt idx="134">
                  <c:v>-44.552</c:v>
                </c:pt>
                <c:pt idx="135">
                  <c:v>-47.265</c:v>
                </c:pt>
                <c:pt idx="136">
                  <c:v>-49.772</c:v>
                </c:pt>
                <c:pt idx="137">
                  <c:v>-52.061</c:v>
                </c:pt>
                <c:pt idx="138">
                  <c:v>-54.126</c:v>
                </c:pt>
                <c:pt idx="139">
                  <c:v>-55.957</c:v>
                </c:pt>
                <c:pt idx="140">
                  <c:v>-57.548</c:v>
                </c:pt>
                <c:pt idx="141">
                  <c:v>-58.893</c:v>
                </c:pt>
                <c:pt idx="142">
                  <c:v>-59.987</c:v>
                </c:pt>
                <c:pt idx="143">
                  <c:v>-60.827</c:v>
                </c:pt>
                <c:pt idx="144">
                  <c:v>-61.41</c:v>
                </c:pt>
                <c:pt idx="145">
                  <c:v>-61.735</c:v>
                </c:pt>
                <c:pt idx="146">
                  <c:v>-61.801</c:v>
                </c:pt>
                <c:pt idx="147">
                  <c:v>-61.608</c:v>
                </c:pt>
                <c:pt idx="148">
                  <c:v>-61.159</c:v>
                </c:pt>
                <c:pt idx="149">
                  <c:v>-60.456</c:v>
                </c:pt>
                <c:pt idx="150">
                  <c:v>-59.503</c:v>
                </c:pt>
                <c:pt idx="151">
                  <c:v>-58.305</c:v>
                </c:pt>
                <c:pt idx="152">
                  <c:v>-56.868</c:v>
                </c:pt>
                <c:pt idx="153">
                  <c:v>-55.198</c:v>
                </c:pt>
                <c:pt idx="154">
                  <c:v>-53.304</c:v>
                </c:pt>
                <c:pt idx="155">
                  <c:v>-51.194</c:v>
                </c:pt>
                <c:pt idx="156">
                  <c:v>-48.878</c:v>
                </c:pt>
                <c:pt idx="157">
                  <c:v>-46.366</c:v>
                </c:pt>
                <c:pt idx="158">
                  <c:v>-43.669</c:v>
                </c:pt>
                <c:pt idx="159">
                  <c:v>-40.799</c:v>
                </c:pt>
                <c:pt idx="160">
                  <c:v>-37.769</c:v>
                </c:pt>
                <c:pt idx="161">
                  <c:v>-34.592</c:v>
                </c:pt>
                <c:pt idx="162">
                  <c:v>-31.282</c:v>
                </c:pt>
                <c:pt idx="163">
                  <c:v>-27.853</c:v>
                </c:pt>
                <c:pt idx="164">
                  <c:v>-24.32</c:v>
                </c:pt>
                <c:pt idx="165">
                  <c:v>-20.697</c:v>
                </c:pt>
                <c:pt idx="166">
                  <c:v>-17.001</c:v>
                </c:pt>
                <c:pt idx="167">
                  <c:v>-13.247</c:v>
                </c:pt>
                <c:pt idx="168">
                  <c:v>-9.451</c:v>
                </c:pt>
                <c:pt idx="169">
                  <c:v>-5.629</c:v>
                </c:pt>
                <c:pt idx="170">
                  <c:v>-1.797</c:v>
                </c:pt>
                <c:pt idx="171">
                  <c:v>2.029</c:v>
                </c:pt>
                <c:pt idx="172">
                  <c:v>5.833</c:v>
                </c:pt>
                <c:pt idx="173">
                  <c:v>9.599</c:v>
                </c:pt>
                <c:pt idx="174">
                  <c:v>13.312</c:v>
                </c:pt>
                <c:pt idx="175">
                  <c:v>16.956</c:v>
                </c:pt>
                <c:pt idx="176">
                  <c:v>20.516</c:v>
                </c:pt>
                <c:pt idx="177">
                  <c:v>23.978</c:v>
                </c:pt>
                <c:pt idx="178">
                  <c:v>27.328</c:v>
                </c:pt>
                <c:pt idx="179">
                  <c:v>30.552</c:v>
                </c:pt>
                <c:pt idx="180">
                  <c:v>33.637</c:v>
                </c:pt>
                <c:pt idx="181">
                  <c:v>36.57</c:v>
                </c:pt>
                <c:pt idx="182">
                  <c:v>39.341</c:v>
                </c:pt>
                <c:pt idx="183">
                  <c:v>41.937</c:v>
                </c:pt>
                <c:pt idx="184">
                  <c:v>44.349</c:v>
                </c:pt>
                <c:pt idx="185">
                  <c:v>46.568</c:v>
                </c:pt>
                <c:pt idx="186">
                  <c:v>48.584</c:v>
                </c:pt>
                <c:pt idx="187">
                  <c:v>50.39</c:v>
                </c:pt>
                <c:pt idx="188">
                  <c:v>51.979</c:v>
                </c:pt>
                <c:pt idx="189">
                  <c:v>53.346</c:v>
                </c:pt>
                <c:pt idx="190">
                  <c:v>54.485</c:v>
                </c:pt>
                <c:pt idx="191">
                  <c:v>55.393</c:v>
                </c:pt>
                <c:pt idx="192">
                  <c:v>56.066</c:v>
                </c:pt>
                <c:pt idx="193">
                  <c:v>56.503</c:v>
                </c:pt>
                <c:pt idx="194">
                  <c:v>56.702</c:v>
                </c:pt>
                <c:pt idx="195">
                  <c:v>56.664</c:v>
                </c:pt>
                <c:pt idx="196">
                  <c:v>56.389</c:v>
                </c:pt>
                <c:pt idx="197">
                  <c:v>55.88</c:v>
                </c:pt>
                <c:pt idx="198">
                  <c:v>55.139</c:v>
                </c:pt>
                <c:pt idx="199">
                  <c:v>54.17</c:v>
                </c:pt>
                <c:pt idx="200">
                  <c:v>52.979</c:v>
                </c:pt>
                <c:pt idx="201">
                  <c:v>51.571</c:v>
                </c:pt>
                <c:pt idx="202">
                  <c:v>49.953</c:v>
                </c:pt>
                <c:pt idx="203">
                  <c:v>48.131</c:v>
                </c:pt>
                <c:pt idx="204">
                  <c:v>46.115</c:v>
                </c:pt>
                <c:pt idx="205">
                  <c:v>43.914</c:v>
                </c:pt>
                <c:pt idx="206">
                  <c:v>41.537</c:v>
                </c:pt>
                <c:pt idx="207">
                  <c:v>38.995</c:v>
                </c:pt>
                <c:pt idx="208">
                  <c:v>36.299</c:v>
                </c:pt>
                <c:pt idx="209">
                  <c:v>33.462</c:v>
                </c:pt>
                <c:pt idx="210">
                  <c:v>30.494</c:v>
                </c:pt>
                <c:pt idx="211">
                  <c:v>27.41</c:v>
                </c:pt>
                <c:pt idx="212">
                  <c:v>24.222</c:v>
                </c:pt>
                <c:pt idx="213">
                  <c:v>20.944</c:v>
                </c:pt>
                <c:pt idx="214">
                  <c:v>17.59</c:v>
                </c:pt>
                <c:pt idx="215">
                  <c:v>14.175</c:v>
                </c:pt>
                <c:pt idx="216">
                  <c:v>10.713</c:v>
                </c:pt>
                <c:pt idx="217">
                  <c:v>7.218</c:v>
                </c:pt>
                <c:pt idx="218">
                  <c:v>3.705</c:v>
                </c:pt>
                <c:pt idx="219">
                  <c:v>0.189</c:v>
                </c:pt>
                <c:pt idx="220">
                  <c:v>-3.315</c:v>
                </c:pt>
                <c:pt idx="221">
                  <c:v>-6.793</c:v>
                </c:pt>
                <c:pt idx="222">
                  <c:v>-10.23</c:v>
                </c:pt>
                <c:pt idx="223">
                  <c:v>-13.612</c:v>
                </c:pt>
                <c:pt idx="224">
                  <c:v>-16.926</c:v>
                </c:pt>
                <c:pt idx="225">
                  <c:v>-20.157</c:v>
                </c:pt>
                <c:pt idx="226">
                  <c:v>-23.292</c:v>
                </c:pt>
                <c:pt idx="227">
                  <c:v>-26.32</c:v>
                </c:pt>
                <c:pt idx="228">
                  <c:v>-29.226</c:v>
                </c:pt>
                <c:pt idx="229">
                  <c:v>-32.001</c:v>
                </c:pt>
                <c:pt idx="230">
                  <c:v>-34.632</c:v>
                </c:pt>
                <c:pt idx="231">
                  <c:v>-37.109</c:v>
                </c:pt>
                <c:pt idx="232">
                  <c:v>-39.422</c:v>
                </c:pt>
                <c:pt idx="233">
                  <c:v>-41.563</c:v>
                </c:pt>
                <c:pt idx="234">
                  <c:v>-43.522</c:v>
                </c:pt>
                <c:pt idx="235">
                  <c:v>-45.293</c:v>
                </c:pt>
                <c:pt idx="236">
                  <c:v>-46.868</c:v>
                </c:pt>
                <c:pt idx="237">
                  <c:v>-48.242</c:v>
                </c:pt>
                <c:pt idx="238">
                  <c:v>-49.41</c:v>
                </c:pt>
                <c:pt idx="239">
                  <c:v>-50.368</c:v>
                </c:pt>
                <c:pt idx="240">
                  <c:v>-51.111</c:v>
                </c:pt>
                <c:pt idx="241">
                  <c:v>-51.639</c:v>
                </c:pt>
                <c:pt idx="242">
                  <c:v>-51.949</c:v>
                </c:pt>
                <c:pt idx="243">
                  <c:v>-52.041</c:v>
                </c:pt>
                <c:pt idx="244">
                  <c:v>-51.916</c:v>
                </c:pt>
                <c:pt idx="245">
                  <c:v>-51.574</c:v>
                </c:pt>
                <c:pt idx="246">
                  <c:v>-51.018</c:v>
                </c:pt>
                <c:pt idx="247">
                  <c:v>-50.251</c:v>
                </c:pt>
                <c:pt idx="248">
                  <c:v>-49.277</c:v>
                </c:pt>
                <c:pt idx="249">
                  <c:v>-48.101</c:v>
                </c:pt>
                <c:pt idx="250">
                  <c:v>-46.728</c:v>
                </c:pt>
                <c:pt idx="251">
                  <c:v>-45.164</c:v>
                </c:pt>
                <c:pt idx="252">
                  <c:v>-43.418</c:v>
                </c:pt>
                <c:pt idx="253">
                  <c:v>-41.497</c:v>
                </c:pt>
                <c:pt idx="254">
                  <c:v>-39.409</c:v>
                </c:pt>
                <c:pt idx="255">
                  <c:v>-37.163</c:v>
                </c:pt>
                <c:pt idx="256">
                  <c:v>-34.771</c:v>
                </c:pt>
                <c:pt idx="257">
                  <c:v>-32.242</c:v>
                </c:pt>
                <c:pt idx="258">
                  <c:v>-29.587</c:v>
                </c:pt>
                <c:pt idx="259">
                  <c:v>-26.818</c:v>
                </c:pt>
                <c:pt idx="260">
                  <c:v>-23.947</c:v>
                </c:pt>
                <c:pt idx="261">
                  <c:v>-20.986</c:v>
                </c:pt>
                <c:pt idx="262">
                  <c:v>-17.948</c:v>
                </c:pt>
                <c:pt idx="263">
                  <c:v>-14.845</c:v>
                </c:pt>
                <c:pt idx="264">
                  <c:v>-11.692</c:v>
                </c:pt>
                <c:pt idx="265">
                  <c:v>-8.501</c:v>
                </c:pt>
                <c:pt idx="266">
                  <c:v>-5.285</c:v>
                </c:pt>
                <c:pt idx="267">
                  <c:v>-2.059</c:v>
                </c:pt>
                <c:pt idx="268">
                  <c:v>1.164</c:v>
                </c:pt>
                <c:pt idx="269">
                  <c:v>4.371</c:v>
                </c:pt>
                <c:pt idx="270">
                  <c:v>7.548</c:v>
                </c:pt>
                <c:pt idx="271">
                  <c:v>10.683</c:v>
                </c:pt>
                <c:pt idx="272">
                  <c:v>13.762</c:v>
                </c:pt>
                <c:pt idx="273">
                  <c:v>16.772</c:v>
                </c:pt>
                <c:pt idx="274">
                  <c:v>19.702</c:v>
                </c:pt>
                <c:pt idx="275">
                  <c:v>22.54</c:v>
                </c:pt>
                <c:pt idx="276">
                  <c:v>25.273</c:v>
                </c:pt>
                <c:pt idx="277">
                  <c:v>27.891</c:v>
                </c:pt>
                <c:pt idx="278">
                  <c:v>30.383</c:v>
                </c:pt>
                <c:pt idx="279">
                  <c:v>32.74</c:v>
                </c:pt>
                <c:pt idx="280">
                  <c:v>34.951</c:v>
                </c:pt>
                <c:pt idx="281">
                  <c:v>37.009</c:v>
                </c:pt>
                <c:pt idx="282">
                  <c:v>38.905</c:v>
                </c:pt>
                <c:pt idx="283">
                  <c:v>40.632</c:v>
                </c:pt>
                <c:pt idx="284">
                  <c:v>42.183</c:v>
                </c:pt>
                <c:pt idx="285">
                  <c:v>43.553</c:v>
                </c:pt>
                <c:pt idx="286">
                  <c:v>44.736</c:v>
                </c:pt>
                <c:pt idx="287">
                  <c:v>45.727</c:v>
                </c:pt>
                <c:pt idx="288">
                  <c:v>46.525</c:v>
                </c:pt>
                <c:pt idx="289">
                  <c:v>47.125</c:v>
                </c:pt>
                <c:pt idx="290">
                  <c:v>47.526</c:v>
                </c:pt>
                <c:pt idx="291">
                  <c:v>47.728</c:v>
                </c:pt>
                <c:pt idx="292">
                  <c:v>47.73</c:v>
                </c:pt>
                <c:pt idx="293">
                  <c:v>47.532</c:v>
                </c:pt>
                <c:pt idx="294">
                  <c:v>47.136</c:v>
                </c:pt>
                <c:pt idx="295">
                  <c:v>46.545</c:v>
                </c:pt>
                <c:pt idx="296">
                  <c:v>45.762</c:v>
                </c:pt>
                <c:pt idx="297">
                  <c:v>44.791</c:v>
                </c:pt>
                <c:pt idx="298">
                  <c:v>43.636</c:v>
                </c:pt>
                <c:pt idx="299">
                  <c:v>42.302</c:v>
                </c:pt>
                <c:pt idx="300">
                  <c:v>40.797</c:v>
                </c:pt>
                <c:pt idx="301">
                  <c:v>39.127</c:v>
                </c:pt>
                <c:pt idx="302">
                  <c:v>37.299</c:v>
                </c:pt>
                <c:pt idx="303">
                  <c:v>35.322</c:v>
                </c:pt>
                <c:pt idx="304">
                  <c:v>33.205</c:v>
                </c:pt>
                <c:pt idx="305">
                  <c:v>30.956</c:v>
                </c:pt>
                <c:pt idx="306">
                  <c:v>28.587</c:v>
                </c:pt>
                <c:pt idx="307">
                  <c:v>26.106</c:v>
                </c:pt>
                <c:pt idx="308">
                  <c:v>23.524</c:v>
                </c:pt>
                <c:pt idx="309">
                  <c:v>20.854</c:v>
                </c:pt>
                <c:pt idx="310">
                  <c:v>18.106</c:v>
                </c:pt>
                <c:pt idx="311">
                  <c:v>15.293</c:v>
                </c:pt>
                <c:pt idx="312">
                  <c:v>12.425</c:v>
                </c:pt>
                <c:pt idx="313">
                  <c:v>9.515</c:v>
                </c:pt>
                <c:pt idx="314">
                  <c:v>6.577</c:v>
                </c:pt>
                <c:pt idx="315">
                  <c:v>3.621</c:v>
                </c:pt>
                <c:pt idx="316">
                  <c:v>0.66</c:v>
                </c:pt>
                <c:pt idx="317">
                  <c:v>-2.293</c:v>
                </c:pt>
                <c:pt idx="318">
                  <c:v>-5.226</c:v>
                </c:pt>
                <c:pt idx="319">
                  <c:v>-8.127</c:v>
                </c:pt>
                <c:pt idx="320">
                  <c:v>-10.983</c:v>
                </c:pt>
                <c:pt idx="321">
                  <c:v>-13.784</c:v>
                </c:pt>
                <c:pt idx="322">
                  <c:v>-16.517</c:v>
                </c:pt>
                <c:pt idx="323">
                  <c:v>-19.171</c:v>
                </c:pt>
                <c:pt idx="324">
                  <c:v>-21.736</c:v>
                </c:pt>
                <c:pt idx="325">
                  <c:v>-24.202</c:v>
                </c:pt>
                <c:pt idx="326">
                  <c:v>-26.557</c:v>
                </c:pt>
                <c:pt idx="327">
                  <c:v>-28.793</c:v>
                </c:pt>
                <c:pt idx="328">
                  <c:v>-30.902</c:v>
                </c:pt>
                <c:pt idx="329">
                  <c:v>-32.873</c:v>
                </c:pt>
                <c:pt idx="330">
                  <c:v>-34.701</c:v>
                </c:pt>
                <c:pt idx="331">
                  <c:v>-36.377</c:v>
                </c:pt>
                <c:pt idx="332">
                  <c:v>-37.895</c:v>
                </c:pt>
                <c:pt idx="333">
                  <c:v>-39.25</c:v>
                </c:pt>
                <c:pt idx="334">
                  <c:v>-40.436</c:v>
                </c:pt>
                <c:pt idx="335">
                  <c:v>-41.449</c:v>
                </c:pt>
                <c:pt idx="336">
                  <c:v>-42.285</c:v>
                </c:pt>
                <c:pt idx="337">
                  <c:v>-42.942</c:v>
                </c:pt>
                <c:pt idx="338">
                  <c:v>-43.417</c:v>
                </c:pt>
                <c:pt idx="339">
                  <c:v>-43.709</c:v>
                </c:pt>
                <c:pt idx="340">
                  <c:v>-43.818</c:v>
                </c:pt>
                <c:pt idx="341">
                  <c:v>-43.743</c:v>
                </c:pt>
                <c:pt idx="342">
                  <c:v>-43.486</c:v>
                </c:pt>
                <c:pt idx="343">
                  <c:v>-43.049</c:v>
                </c:pt>
                <c:pt idx="344">
                  <c:v>-42.433</c:v>
                </c:pt>
                <c:pt idx="345">
                  <c:v>-41.642</c:v>
                </c:pt>
                <c:pt idx="346">
                  <c:v>-40.68</c:v>
                </c:pt>
                <c:pt idx="347">
                  <c:v>-39.551</c:v>
                </c:pt>
                <c:pt idx="348">
                  <c:v>-38.262</c:v>
                </c:pt>
                <c:pt idx="349">
                  <c:v>-36.817</c:v>
                </c:pt>
                <c:pt idx="350">
                  <c:v>-35.223</c:v>
                </c:pt>
                <c:pt idx="351">
                  <c:v>-33.489</c:v>
                </c:pt>
                <c:pt idx="352">
                  <c:v>-31.62</c:v>
                </c:pt>
                <c:pt idx="353">
                  <c:v>-29.626</c:v>
                </c:pt>
                <c:pt idx="354">
                  <c:v>-27.515</c:v>
                </c:pt>
                <c:pt idx="355">
                  <c:v>-25.297</c:v>
                </c:pt>
                <c:pt idx="356">
                  <c:v>-22.981</c:v>
                </c:pt>
                <c:pt idx="357">
                  <c:v>-20.578</c:v>
                </c:pt>
                <c:pt idx="358">
                  <c:v>-18.096</c:v>
                </c:pt>
                <c:pt idx="359">
                  <c:v>-15.549</c:v>
                </c:pt>
                <c:pt idx="360">
                  <c:v>-12.945</c:v>
                </c:pt>
                <c:pt idx="361">
                  <c:v>-10.296</c:v>
                </c:pt>
                <c:pt idx="362">
                  <c:v>-7.614</c:v>
                </c:pt>
                <c:pt idx="363">
                  <c:v>-4.909</c:v>
                </c:pt>
                <c:pt idx="364">
                  <c:v>-2.194</c:v>
                </c:pt>
                <c:pt idx="365">
                  <c:v>0.521</c:v>
                </c:pt>
                <c:pt idx="366">
                  <c:v>3.225</c:v>
                </c:pt>
                <c:pt idx="367">
                  <c:v>5.905</c:v>
                </c:pt>
                <c:pt idx="368">
                  <c:v>8.551</c:v>
                </c:pt>
                <c:pt idx="369">
                  <c:v>11.152</c:v>
                </c:pt>
                <c:pt idx="370">
                  <c:v>13.698</c:v>
                </c:pt>
                <c:pt idx="371">
                  <c:v>16.177</c:v>
                </c:pt>
                <c:pt idx="372">
                  <c:v>18.58</c:v>
                </c:pt>
                <c:pt idx="373">
                  <c:v>20.897</c:v>
                </c:pt>
                <c:pt idx="374">
                  <c:v>23.118</c:v>
                </c:pt>
                <c:pt idx="375">
                  <c:v>25.235</c:v>
                </c:pt>
                <c:pt idx="376">
                  <c:v>27.239</c:v>
                </c:pt>
                <c:pt idx="377">
                  <c:v>29.122</c:v>
                </c:pt>
                <c:pt idx="378">
                  <c:v>30.878</c:v>
                </c:pt>
                <c:pt idx="379">
                  <c:v>32.497</c:v>
                </c:pt>
                <c:pt idx="380">
                  <c:v>33.976</c:v>
                </c:pt>
                <c:pt idx="381">
                  <c:v>35.307</c:v>
                </c:pt>
                <c:pt idx="382">
                  <c:v>36.487</c:v>
                </c:pt>
                <c:pt idx="383">
                  <c:v>37.509</c:v>
                </c:pt>
                <c:pt idx="384">
                  <c:v>38.372</c:v>
                </c:pt>
                <c:pt idx="385">
                  <c:v>39.071</c:v>
                </c:pt>
                <c:pt idx="386">
                  <c:v>39.605</c:v>
                </c:pt>
                <c:pt idx="387">
                  <c:v>39.971</c:v>
                </c:pt>
                <c:pt idx="388">
                  <c:v>40.17</c:v>
                </c:pt>
                <c:pt idx="389">
                  <c:v>40.199</c:v>
                </c:pt>
                <c:pt idx="390">
                  <c:v>40.061</c:v>
                </c:pt>
                <c:pt idx="391">
                  <c:v>39.756</c:v>
                </c:pt>
                <c:pt idx="392">
                  <c:v>39.286</c:v>
                </c:pt>
                <c:pt idx="393">
                  <c:v>38.654</c:v>
                </c:pt>
                <c:pt idx="394">
                  <c:v>37.863</c:v>
                </c:pt>
                <c:pt idx="395">
                  <c:v>36.916</c:v>
                </c:pt>
                <c:pt idx="396">
                  <c:v>35.818</c:v>
                </c:pt>
                <c:pt idx="397">
                  <c:v>34.575</c:v>
                </c:pt>
                <c:pt idx="398">
                  <c:v>33.192</c:v>
                </c:pt>
                <c:pt idx="399">
                  <c:v>31.675</c:v>
                </c:pt>
                <c:pt idx="400">
                  <c:v>30.031</c:v>
                </c:pt>
                <c:pt idx="401">
                  <c:v>28.268</c:v>
                </c:pt>
                <c:pt idx="402">
                  <c:v>26.393</c:v>
                </c:pt>
                <c:pt idx="403">
                  <c:v>24.414</c:v>
                </c:pt>
                <c:pt idx="404">
                  <c:v>22.34</c:v>
                </c:pt>
                <c:pt idx="405">
                  <c:v>20.181</c:v>
                </c:pt>
                <c:pt idx="406">
                  <c:v>17.944</c:v>
                </c:pt>
                <c:pt idx="407">
                  <c:v>15.641</c:v>
                </c:pt>
                <c:pt idx="408">
                  <c:v>13.281</c:v>
                </c:pt>
                <c:pt idx="409">
                  <c:v>10.873</c:v>
                </c:pt>
                <c:pt idx="410">
                  <c:v>8.428</c:v>
                </c:pt>
                <c:pt idx="411">
                  <c:v>5.957</c:v>
                </c:pt>
                <c:pt idx="412">
                  <c:v>3.47</c:v>
                </c:pt>
                <c:pt idx="413">
                  <c:v>0.977</c:v>
                </c:pt>
                <c:pt idx="414">
                  <c:v>-1.511</c:v>
                </c:pt>
                <c:pt idx="415">
                  <c:v>-3.984</c:v>
                </c:pt>
                <c:pt idx="416">
                  <c:v>-6.432</c:v>
                </c:pt>
                <c:pt idx="417">
                  <c:v>-8.844</c:v>
                </c:pt>
                <c:pt idx="418">
                  <c:v>-11.21</c:v>
                </c:pt>
                <c:pt idx="419">
                  <c:v>-13.522</c:v>
                </c:pt>
                <c:pt idx="420">
                  <c:v>-15.769</c:v>
                </c:pt>
                <c:pt idx="421">
                  <c:v>-17.942</c:v>
                </c:pt>
                <c:pt idx="422">
                  <c:v>-20.033</c:v>
                </c:pt>
                <c:pt idx="423">
                  <c:v>-22.032</c:v>
                </c:pt>
                <c:pt idx="424">
                  <c:v>-23.933</c:v>
                </c:pt>
                <c:pt idx="425">
                  <c:v>-25.726</c:v>
                </c:pt>
                <c:pt idx="426">
                  <c:v>-27.406</c:v>
                </c:pt>
                <c:pt idx="427">
                  <c:v>-28.966</c:v>
                </c:pt>
                <c:pt idx="428">
                  <c:v>-30.399</c:v>
                </c:pt>
                <c:pt idx="429">
                  <c:v>-31.7</c:v>
                </c:pt>
                <c:pt idx="430">
                  <c:v>-32.865</c:v>
                </c:pt>
                <c:pt idx="431">
                  <c:v>-33.888</c:v>
                </c:pt>
                <c:pt idx="432">
                  <c:v>-34.765</c:v>
                </c:pt>
                <c:pt idx="433">
                  <c:v>-35.495</c:v>
                </c:pt>
                <c:pt idx="434">
                  <c:v>-36.074</c:v>
                </c:pt>
                <c:pt idx="435">
                  <c:v>-36.5</c:v>
                </c:pt>
                <c:pt idx="436">
                  <c:v>-36.772</c:v>
                </c:pt>
                <c:pt idx="437">
                  <c:v>-36.89</c:v>
                </c:pt>
                <c:pt idx="438">
                  <c:v>-36.853</c:v>
                </c:pt>
                <c:pt idx="439">
                  <c:v>-36.662</c:v>
                </c:pt>
                <c:pt idx="440">
                  <c:v>-36.319</c:v>
                </c:pt>
                <c:pt idx="441">
                  <c:v>-35.826</c:v>
                </c:pt>
                <c:pt idx="442">
                  <c:v>-35.185</c:v>
                </c:pt>
                <c:pt idx="443">
                  <c:v>-34.399</c:v>
                </c:pt>
                <c:pt idx="444">
                  <c:v>-33.472</c:v>
                </c:pt>
                <c:pt idx="445">
                  <c:v>-32.409</c:v>
                </c:pt>
                <c:pt idx="446">
                  <c:v>-31.214</c:v>
                </c:pt>
                <c:pt idx="447">
                  <c:v>-29.893</c:v>
                </c:pt>
                <c:pt idx="448">
                  <c:v>-28.452</c:v>
                </c:pt>
                <c:pt idx="449">
                  <c:v>-26.897</c:v>
                </c:pt>
                <c:pt idx="450">
                  <c:v>-25.236</c:v>
                </c:pt>
                <c:pt idx="451">
                  <c:v>-23.475</c:v>
                </c:pt>
                <c:pt idx="452">
                  <c:v>-21.622</c:v>
                </c:pt>
                <c:pt idx="453">
                  <c:v>-19.685</c:v>
                </c:pt>
                <c:pt idx="454">
                  <c:v>-17.673</c:v>
                </c:pt>
                <c:pt idx="455">
                  <c:v>-15.595</c:v>
                </c:pt>
                <c:pt idx="456">
                  <c:v>-13.458</c:v>
                </c:pt>
                <c:pt idx="457">
                  <c:v>-11.273</c:v>
                </c:pt>
                <c:pt idx="458">
                  <c:v>-9.049</c:v>
                </c:pt>
                <c:pt idx="459">
                  <c:v>-6.794</c:v>
                </c:pt>
                <c:pt idx="460">
                  <c:v>-4.52</c:v>
                </c:pt>
                <c:pt idx="461">
                  <c:v>-2.234</c:v>
                </c:pt>
                <c:pt idx="462">
                  <c:v>0.053</c:v>
                </c:pt>
                <c:pt idx="463">
                  <c:v>2.331</c:v>
                </c:pt>
                <c:pt idx="464">
                  <c:v>4.592</c:v>
                </c:pt>
                <c:pt idx="465">
                  <c:v>6.826</c:v>
                </c:pt>
                <c:pt idx="466">
                  <c:v>9.023</c:v>
                </c:pt>
                <c:pt idx="467">
                  <c:v>11.174</c:v>
                </c:pt>
                <c:pt idx="468">
                  <c:v>13.272</c:v>
                </c:pt>
                <c:pt idx="469">
                  <c:v>15.307</c:v>
                </c:pt>
                <c:pt idx="470">
                  <c:v>17.27</c:v>
                </c:pt>
                <c:pt idx="471">
                  <c:v>19.155</c:v>
                </c:pt>
                <c:pt idx="472">
                  <c:v>20.952</c:v>
                </c:pt>
                <c:pt idx="473">
                  <c:v>22.656</c:v>
                </c:pt>
                <c:pt idx="474">
                  <c:v>24.26</c:v>
                </c:pt>
                <c:pt idx="475">
                  <c:v>25.756</c:v>
                </c:pt>
                <c:pt idx="476">
                  <c:v>27.14</c:v>
                </c:pt>
                <c:pt idx="477">
                  <c:v>28.405</c:v>
                </c:pt>
                <c:pt idx="478">
                  <c:v>29.548</c:v>
                </c:pt>
                <c:pt idx="479">
                  <c:v>30.563</c:v>
                </c:pt>
                <c:pt idx="480">
                  <c:v>31.446</c:v>
                </c:pt>
                <c:pt idx="481">
                  <c:v>32.195</c:v>
                </c:pt>
                <c:pt idx="482">
                  <c:v>32.808</c:v>
                </c:pt>
                <c:pt idx="483">
                  <c:v>33.281</c:v>
                </c:pt>
                <c:pt idx="484">
                  <c:v>33.613</c:v>
                </c:pt>
                <c:pt idx="485">
                  <c:v>33.804</c:v>
                </c:pt>
                <c:pt idx="486">
                  <c:v>33.853</c:v>
                </c:pt>
                <c:pt idx="487">
                  <c:v>33.761</c:v>
                </c:pt>
                <c:pt idx="488">
                  <c:v>33.527</c:v>
                </c:pt>
                <c:pt idx="489">
                  <c:v>33.155</c:v>
                </c:pt>
                <c:pt idx="490">
                  <c:v>32.646</c:v>
                </c:pt>
                <c:pt idx="491">
                  <c:v>32.002</c:v>
                </c:pt>
                <c:pt idx="492">
                  <c:v>31.227</c:v>
                </c:pt>
                <c:pt idx="493">
                  <c:v>30.324</c:v>
                </c:pt>
                <c:pt idx="494">
                  <c:v>29.297</c:v>
                </c:pt>
                <c:pt idx="495">
                  <c:v>28.152</c:v>
                </c:pt>
                <c:pt idx="496">
                  <c:v>26.894</c:v>
                </c:pt>
                <c:pt idx="497">
                  <c:v>25.527</c:v>
                </c:pt>
                <c:pt idx="498">
                  <c:v>24.059</c:v>
                </c:pt>
                <c:pt idx="499">
                  <c:v>22.496</c:v>
                </c:pt>
                <c:pt idx="500">
                  <c:v>20.844</c:v>
                </c:pt>
                <c:pt idx="501">
                  <c:v>19.111</c:v>
                </c:pt>
                <c:pt idx="502">
                  <c:v>17.304</c:v>
                </c:pt>
                <c:pt idx="503">
                  <c:v>15.432</c:v>
                </c:pt>
                <c:pt idx="504">
                  <c:v>13.501</c:v>
                </c:pt>
                <c:pt idx="505">
                  <c:v>11.521</c:v>
                </c:pt>
                <c:pt idx="506">
                  <c:v>9.5</c:v>
                </c:pt>
                <c:pt idx="507">
                  <c:v>7.447</c:v>
                </c:pt>
                <c:pt idx="508">
                  <c:v>5.369</c:v>
                </c:pt>
                <c:pt idx="509">
                  <c:v>3.277</c:v>
                </c:pt>
                <c:pt idx="510">
                  <c:v>1.178</c:v>
                </c:pt>
                <c:pt idx="511">
                  <c:v>-0.918</c:v>
                </c:pt>
                <c:pt idx="512">
                  <c:v>-3.003</c:v>
                </c:pt>
                <c:pt idx="513">
                  <c:v>-5.068</c:v>
                </c:pt>
                <c:pt idx="514">
                  <c:v>-7.105</c:v>
                </c:pt>
                <c:pt idx="515">
                  <c:v>-9.105</c:v>
                </c:pt>
                <c:pt idx="516">
                  <c:v>-11.06</c:v>
                </c:pt>
                <c:pt idx="517">
                  <c:v>-12.961</c:v>
                </c:pt>
                <c:pt idx="518">
                  <c:v>-14.802</c:v>
                </c:pt>
                <c:pt idx="519">
                  <c:v>-16.575</c:v>
                </c:pt>
                <c:pt idx="520">
                  <c:v>-18.272</c:v>
                </c:pt>
                <c:pt idx="521">
                  <c:v>-19.886</c:v>
                </c:pt>
                <c:pt idx="522">
                  <c:v>-21.412</c:v>
                </c:pt>
                <c:pt idx="523">
                  <c:v>-22.843</c:v>
                </c:pt>
                <c:pt idx="524">
                  <c:v>-24.174</c:v>
                </c:pt>
                <c:pt idx="525">
                  <c:v>-25.399</c:v>
                </c:pt>
                <c:pt idx="526">
                  <c:v>-26.514</c:v>
                </c:pt>
                <c:pt idx="527">
                  <c:v>-27.514</c:v>
                </c:pt>
                <c:pt idx="528">
                  <c:v>-28.396</c:v>
                </c:pt>
                <c:pt idx="529">
                  <c:v>-29.156</c:v>
                </c:pt>
                <c:pt idx="530">
                  <c:v>-29.791</c:v>
                </c:pt>
                <c:pt idx="531">
                  <c:v>-30.3</c:v>
                </c:pt>
                <c:pt idx="532">
                  <c:v>-30.681</c:v>
                </c:pt>
                <c:pt idx="533">
                  <c:v>-30.932</c:v>
                </c:pt>
                <c:pt idx="534">
                  <c:v>-31.053</c:v>
                </c:pt>
                <c:pt idx="535">
                  <c:v>-31.044</c:v>
                </c:pt>
                <c:pt idx="536">
                  <c:v>-30.905</c:v>
                </c:pt>
                <c:pt idx="537">
                  <c:v>-30.638</c:v>
                </c:pt>
                <c:pt idx="538">
                  <c:v>-30.244</c:v>
                </c:pt>
                <c:pt idx="539">
                  <c:v>-29.725</c:v>
                </c:pt>
                <c:pt idx="540">
                  <c:v>-29.084</c:v>
                </c:pt>
                <c:pt idx="541">
                  <c:v>-28.323</c:v>
                </c:pt>
                <c:pt idx="542">
                  <c:v>-27.447</c:v>
                </c:pt>
                <c:pt idx="543">
                  <c:v>-26.46</c:v>
                </c:pt>
                <c:pt idx="544">
                  <c:v>-25.365</c:v>
                </c:pt>
                <c:pt idx="545">
                  <c:v>-24.169</c:v>
                </c:pt>
                <c:pt idx="546">
                  <c:v>-22.875</c:v>
                </c:pt>
                <c:pt idx="547">
                  <c:v>-21.491</c:v>
                </c:pt>
                <c:pt idx="548">
                  <c:v>-20.022</c:v>
                </c:pt>
                <c:pt idx="549">
                  <c:v>-18.475</c:v>
                </c:pt>
                <c:pt idx="550">
                  <c:v>-16.855</c:v>
                </c:pt>
                <c:pt idx="551">
                  <c:v>-15.172</c:v>
                </c:pt>
                <c:pt idx="552">
                  <c:v>-13.43</c:v>
                </c:pt>
                <c:pt idx="553">
                  <c:v>-11.639</c:v>
                </c:pt>
                <c:pt idx="554">
                  <c:v>-9.806</c:v>
                </c:pt>
                <c:pt idx="555">
                  <c:v>-7.938</c:v>
                </c:pt>
                <c:pt idx="556">
                  <c:v>-6.043</c:v>
                </c:pt>
                <c:pt idx="557">
                  <c:v>-4.13</c:v>
                </c:pt>
                <c:pt idx="558">
                  <c:v>-2.207</c:v>
                </c:pt>
                <c:pt idx="559">
                  <c:v>-0.281</c:v>
                </c:pt>
                <c:pt idx="560">
                  <c:v>1.639</c:v>
                </c:pt>
                <c:pt idx="561">
                  <c:v>3.546</c:v>
                </c:pt>
                <c:pt idx="562">
                  <c:v>5.431</c:v>
                </c:pt>
                <c:pt idx="563">
                  <c:v>7.286</c:v>
                </c:pt>
                <c:pt idx="564">
                  <c:v>9.105</c:v>
                </c:pt>
                <c:pt idx="565">
                  <c:v>10.879</c:v>
                </c:pt>
                <c:pt idx="566">
                  <c:v>12.602</c:v>
                </c:pt>
                <c:pt idx="567">
                  <c:v>14.266</c:v>
                </c:pt>
                <c:pt idx="568">
                  <c:v>15.864</c:v>
                </c:pt>
                <c:pt idx="569">
                  <c:v>17.391</c:v>
                </c:pt>
                <c:pt idx="570">
                  <c:v>18.84</c:v>
                </c:pt>
                <c:pt idx="571">
                  <c:v>20.204</c:v>
                </c:pt>
                <c:pt idx="572">
                  <c:v>21.48</c:v>
                </c:pt>
                <c:pt idx="573">
                  <c:v>22.661</c:v>
                </c:pt>
                <c:pt idx="574">
                  <c:v>23.744</c:v>
                </c:pt>
                <c:pt idx="575">
                  <c:v>24.723</c:v>
                </c:pt>
                <c:pt idx="576">
                  <c:v>25.596</c:v>
                </c:pt>
                <c:pt idx="577">
                  <c:v>26.359</c:v>
                </c:pt>
                <c:pt idx="578">
                  <c:v>27.01</c:v>
                </c:pt>
                <c:pt idx="579">
                  <c:v>27.545</c:v>
                </c:pt>
                <c:pt idx="580">
                  <c:v>27.963</c:v>
                </c:pt>
                <c:pt idx="581">
                  <c:v>28.263</c:v>
                </c:pt>
                <c:pt idx="582">
                  <c:v>28.444</c:v>
                </c:pt>
                <c:pt idx="583">
                  <c:v>28.505</c:v>
                </c:pt>
                <c:pt idx="584">
                  <c:v>28.448</c:v>
                </c:pt>
                <c:pt idx="585">
                  <c:v>28.271</c:v>
                </c:pt>
                <c:pt idx="586">
                  <c:v>27.977</c:v>
                </c:pt>
                <c:pt idx="587">
                  <c:v>27.568</c:v>
                </c:pt>
                <c:pt idx="588">
                  <c:v>27.045</c:v>
                </c:pt>
                <c:pt idx="589">
                  <c:v>26.411</c:v>
                </c:pt>
                <c:pt idx="590">
                  <c:v>25.668</c:v>
                </c:pt>
                <c:pt idx="591">
                  <c:v>24.821</c:v>
                </c:pt>
                <c:pt idx="592">
                  <c:v>23.874</c:v>
                </c:pt>
                <c:pt idx="593">
                  <c:v>22.83</c:v>
                </c:pt>
                <c:pt idx="594">
                  <c:v>21.695</c:v>
                </c:pt>
                <c:pt idx="595">
                  <c:v>20.473</c:v>
                </c:pt>
                <c:pt idx="596">
                  <c:v>19.169</c:v>
                </c:pt>
                <c:pt idx="597">
                  <c:v>17.791</c:v>
                </c:pt>
                <c:pt idx="598">
                  <c:v>16.343</c:v>
                </c:pt>
                <c:pt idx="599">
                  <c:v>14.831</c:v>
                </c:pt>
                <c:pt idx="600">
                  <c:v>13.264</c:v>
                </c:pt>
                <c:pt idx="601">
                  <c:v>11.646</c:v>
                </c:pt>
                <c:pt idx="602">
                  <c:v>9.986</c:v>
                </c:pt>
                <c:pt idx="603">
                  <c:v>8.289</c:v>
                </c:pt>
                <c:pt idx="604">
                  <c:v>6.564</c:v>
                </c:pt>
                <c:pt idx="605">
                  <c:v>4.818</c:v>
                </c:pt>
                <c:pt idx="606">
                  <c:v>3.058</c:v>
                </c:pt>
                <c:pt idx="607">
                  <c:v>1.291</c:v>
                </c:pt>
                <c:pt idx="608">
                  <c:v>-0.475</c:v>
                </c:pt>
                <c:pt idx="609">
                  <c:v>-2.233</c:v>
                </c:pt>
                <c:pt idx="610">
                  <c:v>-3.975</c:v>
                </c:pt>
                <c:pt idx="611">
                  <c:v>-5.694</c:v>
                </c:pt>
                <c:pt idx="612">
                  <c:v>-7.384</c:v>
                </c:pt>
                <c:pt idx="613">
                  <c:v>-9.037</c:v>
                </c:pt>
                <c:pt idx="614">
                  <c:v>-10.646</c:v>
                </c:pt>
                <c:pt idx="615">
                  <c:v>-12.205</c:v>
                </c:pt>
                <c:pt idx="616">
                  <c:v>-13.707</c:v>
                </c:pt>
                <c:pt idx="617">
                  <c:v>-15.147</c:v>
                </c:pt>
                <c:pt idx="618">
                  <c:v>-16.519</c:v>
                </c:pt>
                <c:pt idx="619">
                  <c:v>-17.817</c:v>
                </c:pt>
                <c:pt idx="620">
                  <c:v>-19.036</c:v>
                </c:pt>
                <c:pt idx="621">
                  <c:v>-20.171</c:v>
                </c:pt>
                <c:pt idx="622">
                  <c:v>-21.218</c:v>
                </c:pt>
                <c:pt idx="623">
                  <c:v>-22.172</c:v>
                </c:pt>
                <c:pt idx="624">
                  <c:v>-23.031</c:v>
                </c:pt>
                <c:pt idx="625">
                  <c:v>-23.79</c:v>
                </c:pt>
                <c:pt idx="626">
                  <c:v>-24.448</c:v>
                </c:pt>
                <c:pt idx="627">
                  <c:v>-25.001</c:v>
                </c:pt>
                <c:pt idx="628">
                  <c:v>-25.447</c:v>
                </c:pt>
                <c:pt idx="629">
                  <c:v>-25.786</c:v>
                </c:pt>
                <c:pt idx="630">
                  <c:v>-26.016</c:v>
                </c:pt>
                <c:pt idx="631">
                  <c:v>-26.137</c:v>
                </c:pt>
                <c:pt idx="632">
                  <c:v>-26.148</c:v>
                </c:pt>
                <c:pt idx="633">
                  <c:v>-26.049</c:v>
                </c:pt>
                <c:pt idx="634">
                  <c:v>-25.843</c:v>
                </c:pt>
                <c:pt idx="635">
                  <c:v>-25.529</c:v>
                </c:pt>
                <c:pt idx="636">
                  <c:v>-25.109</c:v>
                </c:pt>
                <c:pt idx="637">
                  <c:v>-24.587</c:v>
                </c:pt>
                <c:pt idx="638">
                  <c:v>-23.963</c:v>
                </c:pt>
                <c:pt idx="639">
                  <c:v>-23.242</c:v>
                </c:pt>
                <c:pt idx="640">
                  <c:v>-22.426</c:v>
                </c:pt>
                <c:pt idx="641">
                  <c:v>-21.519</c:v>
                </c:pt>
                <c:pt idx="642">
                  <c:v>-20.526</c:v>
                </c:pt>
                <c:pt idx="643">
                  <c:v>-19.451</c:v>
                </c:pt>
                <c:pt idx="644">
                  <c:v>-18.298</c:v>
                </c:pt>
                <c:pt idx="645">
                  <c:v>-17.072</c:v>
                </c:pt>
                <c:pt idx="646">
                  <c:v>-15.78</c:v>
                </c:pt>
                <c:pt idx="647">
                  <c:v>-14.427</c:v>
                </c:pt>
                <c:pt idx="648">
                  <c:v>-13.018</c:v>
                </c:pt>
                <c:pt idx="649">
                  <c:v>-11.559</c:v>
                </c:pt>
                <c:pt idx="650">
                  <c:v>-10.058</c:v>
                </c:pt>
                <c:pt idx="651">
                  <c:v>-8.52</c:v>
                </c:pt>
                <c:pt idx="652">
                  <c:v>-6.951</c:v>
                </c:pt>
                <c:pt idx="653">
                  <c:v>-5.36</c:v>
                </c:pt>
                <c:pt idx="654">
                  <c:v>-3.751</c:v>
                </c:pt>
                <c:pt idx="655">
                  <c:v>-2.133</c:v>
                </c:pt>
                <c:pt idx="656">
                  <c:v>-0.511</c:v>
                </c:pt>
                <c:pt idx="657">
                  <c:v>1.107</c:v>
                </c:pt>
                <c:pt idx="658">
                  <c:v>2.715</c:v>
                </c:pt>
                <c:pt idx="659">
                  <c:v>4.306</c:v>
                </c:pt>
                <c:pt idx="660">
                  <c:v>5.873</c:v>
                </c:pt>
                <c:pt idx="661">
                  <c:v>7.41</c:v>
                </c:pt>
                <c:pt idx="662">
                  <c:v>8.911</c:v>
                </c:pt>
                <c:pt idx="663">
                  <c:v>10.369</c:v>
                </c:pt>
                <c:pt idx="664">
                  <c:v>11.778</c:v>
                </c:pt>
                <c:pt idx="665">
                  <c:v>13.134</c:v>
                </c:pt>
                <c:pt idx="666">
                  <c:v>14.43</c:v>
                </c:pt>
                <c:pt idx="667">
                  <c:v>15.661</c:v>
                </c:pt>
                <c:pt idx="668">
                  <c:v>16.822</c:v>
                </c:pt>
                <c:pt idx="669">
                  <c:v>17.91</c:v>
                </c:pt>
                <c:pt idx="670">
                  <c:v>18.918</c:v>
                </c:pt>
                <c:pt idx="671">
                  <c:v>19.844</c:v>
                </c:pt>
                <c:pt idx="672">
                  <c:v>20.684</c:v>
                </c:pt>
                <c:pt idx="673">
                  <c:v>21.434</c:v>
                </c:pt>
                <c:pt idx="674">
                  <c:v>22.092</c:v>
                </c:pt>
                <c:pt idx="675">
                  <c:v>22.656</c:v>
                </c:pt>
                <c:pt idx="676">
                  <c:v>23.123</c:v>
                </c:pt>
                <c:pt idx="677">
                  <c:v>23.492</c:v>
                </c:pt>
                <c:pt idx="678">
                  <c:v>23.761</c:v>
                </c:pt>
                <c:pt idx="679">
                  <c:v>23.931</c:v>
                </c:pt>
                <c:pt idx="680">
                  <c:v>23.999</c:v>
                </c:pt>
                <c:pt idx="681">
                  <c:v>23.968</c:v>
                </c:pt>
                <c:pt idx="682">
                  <c:v>23.836</c:v>
                </c:pt>
                <c:pt idx="683">
                  <c:v>23.605</c:v>
                </c:pt>
                <c:pt idx="684">
                  <c:v>23.277</c:v>
                </c:pt>
                <c:pt idx="685">
                  <c:v>22.853</c:v>
                </c:pt>
                <c:pt idx="686">
                  <c:v>22.334</c:v>
                </c:pt>
                <c:pt idx="687">
                  <c:v>21.724</c:v>
                </c:pt>
                <c:pt idx="688">
                  <c:v>21.026</c:v>
                </c:pt>
                <c:pt idx="689">
                  <c:v>20.242</c:v>
                </c:pt>
                <c:pt idx="690">
                  <c:v>19.377</c:v>
                </c:pt>
                <c:pt idx="691">
                  <c:v>18.434</c:v>
                </c:pt>
                <c:pt idx="692">
                  <c:v>17.417</c:v>
                </c:pt>
                <c:pt idx="693">
                  <c:v>16.331</c:v>
                </c:pt>
                <c:pt idx="694">
                  <c:v>15.18</c:v>
                </c:pt>
                <c:pt idx="695">
                  <c:v>13.97</c:v>
                </c:pt>
                <c:pt idx="696">
                  <c:v>12.707</c:v>
                </c:pt>
                <c:pt idx="697">
                  <c:v>11.394</c:v>
                </c:pt>
                <c:pt idx="698">
                  <c:v>10.039</c:v>
                </c:pt>
                <c:pt idx="699">
                  <c:v>8.647</c:v>
                </c:pt>
                <c:pt idx="700">
                  <c:v>7.223</c:v>
                </c:pt>
                <c:pt idx="701">
                  <c:v>5.774</c:v>
                </c:pt>
                <c:pt idx="702">
                  <c:v>4.306</c:v>
                </c:pt>
                <c:pt idx="703">
                  <c:v>2.826</c:v>
                </c:pt>
                <c:pt idx="704">
                  <c:v>1.339</c:v>
                </c:pt>
                <c:pt idx="705">
                  <c:v>-0.149</c:v>
                </c:pt>
                <c:pt idx="706">
                  <c:v>-1.63</c:v>
                </c:pt>
                <c:pt idx="707">
                  <c:v>-3.1</c:v>
                </c:pt>
                <c:pt idx="708">
                  <c:v>-4.551</c:v>
                </c:pt>
                <c:pt idx="709">
                  <c:v>-5.978</c:v>
                </c:pt>
                <c:pt idx="710">
                  <c:v>-7.376</c:v>
                </c:pt>
                <c:pt idx="711">
                  <c:v>-8.737</c:v>
                </c:pt>
                <c:pt idx="712">
                  <c:v>-10.057</c:v>
                </c:pt>
                <c:pt idx="713">
                  <c:v>-11.331</c:v>
                </c:pt>
                <c:pt idx="714">
                  <c:v>-12.553</c:v>
                </c:pt>
                <c:pt idx="715">
                  <c:v>-13.718</c:v>
                </c:pt>
                <c:pt idx="716">
                  <c:v>-14.821</c:v>
                </c:pt>
                <c:pt idx="717">
                  <c:v>-15.859</c:v>
                </c:pt>
                <c:pt idx="718">
                  <c:v>-16.827</c:v>
                </c:pt>
                <c:pt idx="719">
                  <c:v>-17.721</c:v>
                </c:pt>
                <c:pt idx="720">
                  <c:v>-18.538</c:v>
                </c:pt>
                <c:pt idx="721">
                  <c:v>-19.275</c:v>
                </c:pt>
                <c:pt idx="722">
                  <c:v>-19.929</c:v>
                </c:pt>
                <c:pt idx="723">
                  <c:v>-20.497</c:v>
                </c:pt>
                <c:pt idx="724">
                  <c:v>-20.978</c:v>
                </c:pt>
                <c:pt idx="725">
                  <c:v>-21.369</c:v>
                </c:pt>
                <c:pt idx="726">
                  <c:v>-21.67</c:v>
                </c:pt>
                <c:pt idx="727">
                  <c:v>-21.879</c:v>
                </c:pt>
                <c:pt idx="728">
                  <c:v>-21.996</c:v>
                </c:pt>
                <c:pt idx="729">
                  <c:v>-22.021</c:v>
                </c:pt>
                <c:pt idx="730">
                  <c:v>-21.954</c:v>
                </c:pt>
                <c:pt idx="731">
                  <c:v>-21.795</c:v>
                </c:pt>
                <c:pt idx="732">
                  <c:v>-21.546</c:v>
                </c:pt>
                <c:pt idx="733">
                  <c:v>-21.208</c:v>
                </c:pt>
                <c:pt idx="734">
                  <c:v>-20.782</c:v>
                </c:pt>
                <c:pt idx="735">
                  <c:v>-20.271</c:v>
                </c:pt>
                <c:pt idx="736">
                  <c:v>-19.678</c:v>
                </c:pt>
                <c:pt idx="737">
                  <c:v>-19.004</c:v>
                </c:pt>
                <c:pt idx="738">
                  <c:v>-18.253</c:v>
                </c:pt>
                <c:pt idx="739">
                  <c:v>-17.429</c:v>
                </c:pt>
                <c:pt idx="740">
                  <c:v>-16.535</c:v>
                </c:pt>
                <c:pt idx="741">
                  <c:v>-15.575</c:v>
                </c:pt>
                <c:pt idx="742">
                  <c:v>-14.553</c:v>
                </c:pt>
                <c:pt idx="743">
                  <c:v>-13.475</c:v>
                </c:pt>
                <c:pt idx="744">
                  <c:v>-12.343</c:v>
                </c:pt>
                <c:pt idx="745">
                  <c:v>-11.165</c:v>
                </c:pt>
                <c:pt idx="746">
                  <c:v>-9.943</c:v>
                </c:pt>
                <c:pt idx="747">
                  <c:v>-8.685</c:v>
                </c:pt>
                <c:pt idx="748">
                  <c:v>-7.395</c:v>
                </c:pt>
                <c:pt idx="749">
                  <c:v>-6.078</c:v>
                </c:pt>
                <c:pt idx="750">
                  <c:v>-4.741</c:v>
                </c:pt>
                <c:pt idx="751">
                  <c:v>-3.388</c:v>
                </c:pt>
                <c:pt idx="752">
                  <c:v>-2.027</c:v>
                </c:pt>
                <c:pt idx="753">
                  <c:v>-0.661</c:v>
                </c:pt>
                <c:pt idx="754">
                  <c:v>0.702</c:v>
                </c:pt>
                <c:pt idx="755">
                  <c:v>2.058</c:v>
                </c:pt>
                <c:pt idx="756">
                  <c:v>3.4</c:v>
                </c:pt>
                <c:pt idx="757">
                  <c:v>4.723</c:v>
                </c:pt>
                <c:pt idx="758">
                  <c:v>6.022</c:v>
                </c:pt>
                <c:pt idx="759">
                  <c:v>7.291</c:v>
                </c:pt>
                <c:pt idx="760">
                  <c:v>8.525</c:v>
                </c:pt>
                <c:pt idx="761">
                  <c:v>9.72</c:v>
                </c:pt>
                <c:pt idx="762">
                  <c:v>10.869</c:v>
                </c:pt>
                <c:pt idx="763">
                  <c:v>11.969</c:v>
                </c:pt>
                <c:pt idx="764">
                  <c:v>13.015</c:v>
                </c:pt>
                <c:pt idx="765">
                  <c:v>14.003</c:v>
                </c:pt>
                <c:pt idx="766">
                  <c:v>14.929</c:v>
                </c:pt>
                <c:pt idx="767">
                  <c:v>15.79</c:v>
                </c:pt>
                <c:pt idx="768">
                  <c:v>16.581</c:v>
                </c:pt>
                <c:pt idx="769">
                  <c:v>17.301</c:v>
                </c:pt>
                <c:pt idx="770">
                  <c:v>17.946</c:v>
                </c:pt>
                <c:pt idx="771">
                  <c:v>18.513</c:v>
                </c:pt>
                <c:pt idx="772">
                  <c:v>19.001</c:v>
                </c:pt>
                <c:pt idx="773">
                  <c:v>19.408</c:v>
                </c:pt>
                <c:pt idx="774">
                  <c:v>19.733</c:v>
                </c:pt>
                <c:pt idx="775">
                  <c:v>19.974</c:v>
                </c:pt>
                <c:pt idx="776">
                  <c:v>20.131</c:v>
                </c:pt>
                <c:pt idx="777">
                  <c:v>20.203</c:v>
                </c:pt>
                <c:pt idx="778">
                  <c:v>20.191</c:v>
                </c:pt>
                <c:pt idx="779">
                  <c:v>20.094</c:v>
                </c:pt>
                <c:pt idx="780">
                  <c:v>19.914</c:v>
                </c:pt>
                <c:pt idx="781">
                  <c:v>19.651</c:v>
                </c:pt>
                <c:pt idx="782">
                  <c:v>19.308</c:v>
                </c:pt>
                <c:pt idx="783">
                  <c:v>18.884</c:v>
                </c:pt>
                <c:pt idx="784">
                  <c:v>18.384</c:v>
                </c:pt>
                <c:pt idx="785">
                  <c:v>17.808</c:v>
                </c:pt>
                <c:pt idx="786">
                  <c:v>17.16</c:v>
                </c:pt>
                <c:pt idx="787">
                  <c:v>16.443</c:v>
                </c:pt>
                <c:pt idx="788">
                  <c:v>15.66</c:v>
                </c:pt>
                <c:pt idx="789">
                  <c:v>14.814</c:v>
                </c:pt>
                <c:pt idx="790">
                  <c:v>13.909</c:v>
                </c:pt>
                <c:pt idx="791">
                  <c:v>12.949</c:v>
                </c:pt>
                <c:pt idx="792">
                  <c:v>11.939</c:v>
                </c:pt>
                <c:pt idx="793">
                  <c:v>10.882</c:v>
                </c:pt>
                <c:pt idx="794">
                  <c:v>9.784</c:v>
                </c:pt>
                <c:pt idx="795">
                  <c:v>8.648</c:v>
                </c:pt>
                <c:pt idx="796">
                  <c:v>7.481</c:v>
                </c:pt>
                <c:pt idx="797">
                  <c:v>6.286</c:v>
                </c:pt>
                <c:pt idx="798">
                  <c:v>5.069</c:v>
                </c:pt>
                <c:pt idx="799">
                  <c:v>3.836</c:v>
                </c:pt>
                <c:pt idx="800">
                  <c:v>2.591</c:v>
                </c:pt>
                <c:pt idx="801">
                  <c:v>1.339</c:v>
                </c:pt>
                <c:pt idx="802">
                  <c:v>0.087</c:v>
                </c:pt>
                <c:pt idx="803">
                  <c:v>-1.162</c:v>
                </c:pt>
                <c:pt idx="804">
                  <c:v>-2.402</c:v>
                </c:pt>
                <c:pt idx="805">
                  <c:v>-3.627</c:v>
                </c:pt>
                <c:pt idx="806">
                  <c:v>-4.832</c:v>
                </c:pt>
                <c:pt idx="807">
                  <c:v>-6.013</c:v>
                </c:pt>
                <c:pt idx="808">
                  <c:v>-7.165</c:v>
                </c:pt>
                <c:pt idx="809">
                  <c:v>-8.283</c:v>
                </c:pt>
                <c:pt idx="810">
                  <c:v>-9.362</c:v>
                </c:pt>
                <c:pt idx="811">
                  <c:v>-10.398</c:v>
                </c:pt>
                <c:pt idx="812">
                  <c:v>-11.388</c:v>
                </c:pt>
                <c:pt idx="813">
                  <c:v>-12.326</c:v>
                </c:pt>
                <c:pt idx="814">
                  <c:v>-13.209</c:v>
                </c:pt>
                <c:pt idx="815">
                  <c:v>-14.035</c:v>
                </c:pt>
                <c:pt idx="816">
                  <c:v>-14.798</c:v>
                </c:pt>
                <c:pt idx="817">
                  <c:v>-15.497</c:v>
                </c:pt>
                <c:pt idx="818">
                  <c:v>-16.129</c:v>
                </c:pt>
                <c:pt idx="819">
                  <c:v>-16.692</c:v>
                </c:pt>
                <c:pt idx="820">
                  <c:v>-17.183</c:v>
                </c:pt>
                <c:pt idx="821">
                  <c:v>-17.6</c:v>
                </c:pt>
                <c:pt idx="822">
                  <c:v>-17.942</c:v>
                </c:pt>
                <c:pt idx="823">
                  <c:v>-18.208</c:v>
                </c:pt>
                <c:pt idx="824">
                  <c:v>-18.398</c:v>
                </c:pt>
                <c:pt idx="825">
                  <c:v>-18.509</c:v>
                </c:pt>
                <c:pt idx="826">
                  <c:v>-18.543</c:v>
                </c:pt>
                <c:pt idx="827">
                  <c:v>-18.5</c:v>
                </c:pt>
                <c:pt idx="828">
                  <c:v>-18.379</c:v>
                </c:pt>
                <c:pt idx="829">
                  <c:v>-18.182</c:v>
                </c:pt>
                <c:pt idx="830">
                  <c:v>-17.91</c:v>
                </c:pt>
                <c:pt idx="831">
                  <c:v>-17.564</c:v>
                </c:pt>
                <c:pt idx="832">
                  <c:v>-17.146</c:v>
                </c:pt>
                <c:pt idx="833">
                  <c:v>-16.658</c:v>
                </c:pt>
                <c:pt idx="834">
                  <c:v>-16.102</c:v>
                </c:pt>
                <c:pt idx="835">
                  <c:v>-15.481</c:v>
                </c:pt>
                <c:pt idx="836">
                  <c:v>-14.797</c:v>
                </c:pt>
                <c:pt idx="837">
                  <c:v>-14.054</c:v>
                </c:pt>
                <c:pt idx="838">
                  <c:v>-13.254</c:v>
                </c:pt>
                <c:pt idx="839">
                  <c:v>-12.403</c:v>
                </c:pt>
                <c:pt idx="840">
                  <c:v>-11.502</c:v>
                </c:pt>
                <c:pt idx="841">
                  <c:v>-10.557</c:v>
                </c:pt>
                <c:pt idx="842">
                  <c:v>-9.571</c:v>
                </c:pt>
                <c:pt idx="843">
                  <c:v>-8.548</c:v>
                </c:pt>
                <c:pt idx="844">
                  <c:v>-7.494</c:v>
                </c:pt>
                <c:pt idx="845">
                  <c:v>-6.412</c:v>
                </c:pt>
                <c:pt idx="846">
                  <c:v>-5.307</c:v>
                </c:pt>
                <c:pt idx="847">
                  <c:v>-4.183</c:v>
                </c:pt>
                <c:pt idx="848">
                  <c:v>-3.046</c:v>
                </c:pt>
                <c:pt idx="849">
                  <c:v>-1.901</c:v>
                </c:pt>
                <c:pt idx="850">
                  <c:v>-0.751</c:v>
                </c:pt>
                <c:pt idx="851">
                  <c:v>0.397</c:v>
                </c:pt>
                <c:pt idx="852">
                  <c:v>1.54</c:v>
                </c:pt>
                <c:pt idx="853">
                  <c:v>2.672</c:v>
                </c:pt>
                <c:pt idx="854">
                  <c:v>3.79</c:v>
                </c:pt>
                <c:pt idx="855">
                  <c:v>4.887</c:v>
                </c:pt>
                <c:pt idx="856">
                  <c:v>5.96</c:v>
                </c:pt>
                <c:pt idx="857">
                  <c:v>7.005</c:v>
                </c:pt>
                <c:pt idx="858">
                  <c:v>8.016</c:v>
                </c:pt>
                <c:pt idx="859">
                  <c:v>8.991</c:v>
                </c:pt>
                <c:pt idx="860">
                  <c:v>9.924</c:v>
                </c:pt>
                <c:pt idx="861">
                  <c:v>10.813</c:v>
                </c:pt>
                <c:pt idx="862">
                  <c:v>11.653</c:v>
                </c:pt>
                <c:pt idx="863">
                  <c:v>12.442</c:v>
                </c:pt>
                <c:pt idx="864">
                  <c:v>13.176</c:v>
                </c:pt>
                <c:pt idx="865">
                  <c:v>13.853</c:v>
                </c:pt>
                <c:pt idx="866">
                  <c:v>14.469</c:v>
                </c:pt>
                <c:pt idx="867">
                  <c:v>15.023</c:v>
                </c:pt>
                <c:pt idx="868">
                  <c:v>15.512</c:v>
                </c:pt>
                <c:pt idx="869">
                  <c:v>15.934</c:v>
                </c:pt>
                <c:pt idx="870">
                  <c:v>16.289</c:v>
                </c:pt>
                <c:pt idx="871">
                  <c:v>16.574</c:v>
                </c:pt>
                <c:pt idx="872">
                  <c:v>16.789</c:v>
                </c:pt>
                <c:pt idx="873">
                  <c:v>16.933</c:v>
                </c:pt>
                <c:pt idx="874">
                  <c:v>17.006</c:v>
                </c:pt>
                <c:pt idx="875">
                  <c:v>17.007</c:v>
                </c:pt>
                <c:pt idx="876">
                  <c:v>16.938</c:v>
                </c:pt>
                <c:pt idx="877">
                  <c:v>16.798</c:v>
                </c:pt>
                <c:pt idx="878">
                  <c:v>16.589</c:v>
                </c:pt>
                <c:pt idx="879">
                  <c:v>16.311</c:v>
                </c:pt>
                <c:pt idx="880">
                  <c:v>15.965</c:v>
                </c:pt>
                <c:pt idx="881">
                  <c:v>15.555</c:v>
                </c:pt>
                <c:pt idx="882">
                  <c:v>15.081</c:v>
                </c:pt>
                <c:pt idx="883">
                  <c:v>14.545</c:v>
                </c:pt>
                <c:pt idx="884">
                  <c:v>13.951</c:v>
                </c:pt>
                <c:pt idx="885">
                  <c:v>13.301</c:v>
                </c:pt>
                <c:pt idx="886">
                  <c:v>12.597</c:v>
                </c:pt>
                <c:pt idx="887">
                  <c:v>11.843</c:v>
                </c:pt>
                <c:pt idx="888">
                  <c:v>11.043</c:v>
                </c:pt>
                <c:pt idx="889">
                  <c:v>10.199</c:v>
                </c:pt>
                <c:pt idx="890">
                  <c:v>9.316</c:v>
                </c:pt>
                <c:pt idx="891">
                  <c:v>8.396</c:v>
                </c:pt>
                <c:pt idx="892">
                  <c:v>7.445</c:v>
                </c:pt>
                <c:pt idx="893">
                  <c:v>6.467</c:v>
                </c:pt>
                <c:pt idx="894">
                  <c:v>5.464</c:v>
                </c:pt>
                <c:pt idx="895">
                  <c:v>4.443</c:v>
                </c:pt>
                <c:pt idx="896">
                  <c:v>3.406</c:v>
                </c:pt>
                <c:pt idx="897">
                  <c:v>2.359</c:v>
                </c:pt>
                <c:pt idx="898">
                  <c:v>1.306</c:v>
                </c:pt>
                <c:pt idx="899">
                  <c:v>0.251</c:v>
                </c:pt>
                <c:pt idx="900">
                  <c:v>-0.801</c:v>
                </c:pt>
                <c:pt idx="901">
                  <c:v>-1.846</c:v>
                </c:pt>
                <c:pt idx="902">
                  <c:v>-2.88</c:v>
                </c:pt>
                <c:pt idx="903">
                  <c:v>-3.898</c:v>
                </c:pt>
                <c:pt idx="904">
                  <c:v>-4.896</c:v>
                </c:pt>
                <c:pt idx="905">
                  <c:v>-5.871</c:v>
                </c:pt>
                <c:pt idx="906">
                  <c:v>-6.817</c:v>
                </c:pt>
                <c:pt idx="907">
                  <c:v>-7.731</c:v>
                </c:pt>
                <c:pt idx="908">
                  <c:v>-8.61</c:v>
                </c:pt>
                <c:pt idx="909">
                  <c:v>-9.45</c:v>
                </c:pt>
                <c:pt idx="910">
                  <c:v>-10.248</c:v>
                </c:pt>
                <c:pt idx="911">
                  <c:v>-11</c:v>
                </c:pt>
                <c:pt idx="912">
                  <c:v>-11.703</c:v>
                </c:pt>
                <c:pt idx="913">
                  <c:v>-12.355</c:v>
                </c:pt>
                <c:pt idx="914">
                  <c:v>-12.953</c:v>
                </c:pt>
                <c:pt idx="915">
                  <c:v>-13.495</c:v>
                </c:pt>
                <c:pt idx="916">
                  <c:v>-13.978</c:v>
                </c:pt>
                <c:pt idx="917">
                  <c:v>-14.402</c:v>
                </c:pt>
                <c:pt idx="918">
                  <c:v>-14.764</c:v>
                </c:pt>
                <c:pt idx="919">
                  <c:v>-15.063</c:v>
                </c:pt>
                <c:pt idx="920">
                  <c:v>-15.298</c:v>
                </c:pt>
                <c:pt idx="921">
                  <c:v>-15.468</c:v>
                </c:pt>
                <c:pt idx="922">
                  <c:v>-15.573</c:v>
                </c:pt>
                <c:pt idx="923">
                  <c:v>-15.613</c:v>
                </c:pt>
                <c:pt idx="924">
                  <c:v>-15.587</c:v>
                </c:pt>
                <c:pt idx="925">
                  <c:v>-15.497</c:v>
                </c:pt>
                <c:pt idx="926">
                  <c:v>-15.342</c:v>
                </c:pt>
                <c:pt idx="927">
                  <c:v>-15.123</c:v>
                </c:pt>
                <c:pt idx="928">
                  <c:v>-14.842</c:v>
                </c:pt>
                <c:pt idx="929">
                  <c:v>-14.501</c:v>
                </c:pt>
                <c:pt idx="930">
                  <c:v>-14.099</c:v>
                </c:pt>
                <c:pt idx="931">
                  <c:v>-13.641</c:v>
                </c:pt>
                <c:pt idx="932">
                  <c:v>-13.127</c:v>
                </c:pt>
                <c:pt idx="933">
                  <c:v>-12.56</c:v>
                </c:pt>
                <c:pt idx="934">
                  <c:v>-11.942</c:v>
                </c:pt>
                <c:pt idx="935">
                  <c:v>-11.277</c:v>
                </c:pt>
                <c:pt idx="936">
                  <c:v>-10.567</c:v>
                </c:pt>
                <c:pt idx="937">
                  <c:v>-9.816</c:v>
                </c:pt>
                <c:pt idx="938">
                  <c:v>-9.026</c:v>
                </c:pt>
                <c:pt idx="939">
                  <c:v>-8.201</c:v>
                </c:pt>
                <c:pt idx="940">
                  <c:v>-7.345</c:v>
                </c:pt>
                <c:pt idx="941">
                  <c:v>-6.462</c:v>
                </c:pt>
                <c:pt idx="942">
                  <c:v>-5.554</c:v>
                </c:pt>
                <c:pt idx="943">
                  <c:v>-4.627</c:v>
                </c:pt>
                <c:pt idx="944">
                  <c:v>-3.683</c:v>
                </c:pt>
                <c:pt idx="945">
                  <c:v>-2.728</c:v>
                </c:pt>
                <c:pt idx="946">
                  <c:v>-1.764</c:v>
                </c:pt>
                <c:pt idx="947">
                  <c:v>-0.796</c:v>
                </c:pt>
                <c:pt idx="948">
                  <c:v>0.171</c:v>
                </c:pt>
                <c:pt idx="949">
                  <c:v>1.134</c:v>
                </c:pt>
                <c:pt idx="950">
                  <c:v>2.09</c:v>
                </c:pt>
                <c:pt idx="951">
                  <c:v>3.033</c:v>
                </c:pt>
                <c:pt idx="952">
                  <c:v>3.96</c:v>
                </c:pt>
                <c:pt idx="953">
                  <c:v>4.867</c:v>
                </c:pt>
                <c:pt idx="954">
                  <c:v>5.751</c:v>
                </c:pt>
                <c:pt idx="955">
                  <c:v>6.607</c:v>
                </c:pt>
                <c:pt idx="956">
                  <c:v>7.433</c:v>
                </c:pt>
                <c:pt idx="957">
                  <c:v>8.226</c:v>
                </c:pt>
                <c:pt idx="958">
                  <c:v>8.98</c:v>
                </c:pt>
                <c:pt idx="959">
                  <c:v>9.695</c:v>
                </c:pt>
                <c:pt idx="960">
                  <c:v>10.367</c:v>
                </c:pt>
                <c:pt idx="961">
                  <c:v>10.993</c:v>
                </c:pt>
                <c:pt idx="962">
                  <c:v>11.571</c:v>
                </c:pt>
                <c:pt idx="963">
                  <c:v>12.099</c:v>
                </c:pt>
                <c:pt idx="964">
                  <c:v>12.574</c:v>
                </c:pt>
                <c:pt idx="965">
                  <c:v>12.995</c:v>
                </c:pt>
                <c:pt idx="966">
                  <c:v>13.36</c:v>
                </c:pt>
                <c:pt idx="967">
                  <c:v>13.668</c:v>
                </c:pt>
                <c:pt idx="968">
                  <c:v>13.918</c:v>
                </c:pt>
                <c:pt idx="969">
                  <c:v>14.109</c:v>
                </c:pt>
                <c:pt idx="970">
                  <c:v>14.241</c:v>
                </c:pt>
                <c:pt idx="971">
                  <c:v>14.312</c:v>
                </c:pt>
                <c:pt idx="972">
                  <c:v>14.324</c:v>
                </c:pt>
                <c:pt idx="973">
                  <c:v>14.276</c:v>
                </c:pt>
                <c:pt idx="974">
                  <c:v>14.168</c:v>
                </c:pt>
                <c:pt idx="975">
                  <c:v>14.001</c:v>
                </c:pt>
                <c:pt idx="976">
                  <c:v>13.777</c:v>
                </c:pt>
                <c:pt idx="977">
                  <c:v>13.496</c:v>
                </c:pt>
                <c:pt idx="978">
                  <c:v>13.159</c:v>
                </c:pt>
                <c:pt idx="979">
                  <c:v>12.769</c:v>
                </c:pt>
                <c:pt idx="980">
                  <c:v>12.327</c:v>
                </c:pt>
                <c:pt idx="981">
                  <c:v>11.835</c:v>
                </c:pt>
                <c:pt idx="982">
                  <c:v>11.295</c:v>
                </c:pt>
                <c:pt idx="983">
                  <c:v>10.71</c:v>
                </c:pt>
                <c:pt idx="984">
                  <c:v>10.082</c:v>
                </c:pt>
                <c:pt idx="985">
                  <c:v>9.415</c:v>
                </c:pt>
                <c:pt idx="986">
                  <c:v>8.71</c:v>
                </c:pt>
                <c:pt idx="987">
                  <c:v>7.972</c:v>
                </c:pt>
                <c:pt idx="988">
                  <c:v>7.203</c:v>
                </c:pt>
                <c:pt idx="989">
                  <c:v>6.406</c:v>
                </c:pt>
                <c:pt idx="990">
                  <c:v>5.586</c:v>
                </c:pt>
                <c:pt idx="991">
                  <c:v>4.745</c:v>
                </c:pt>
                <c:pt idx="992">
                  <c:v>3.887</c:v>
                </c:pt>
                <c:pt idx="993">
                  <c:v>3.017</c:v>
                </c:pt>
                <c:pt idx="994">
                  <c:v>2.136</c:v>
                </c:pt>
                <c:pt idx="995">
                  <c:v>1.25</c:v>
                </c:pt>
                <c:pt idx="996">
                  <c:v>0.362</c:v>
                </c:pt>
                <c:pt idx="997">
                  <c:v>-0.525</c:v>
                </c:pt>
                <c:pt idx="998">
                  <c:v>-1.406</c:v>
                </c:pt>
                <c:pt idx="999">
                  <c:v>-2.278</c:v>
                </c:pt>
                <c:pt idx="1000">
                  <c:v>-3.138</c:v>
                </c:pt>
                <c:pt idx="1001">
                  <c:v>-3.982</c:v>
                </c:pt>
                <c:pt idx="1002">
                  <c:v>-4.806</c:v>
                </c:pt>
                <c:pt idx="1003">
                  <c:v>-5.607</c:v>
                </c:pt>
                <c:pt idx="1004">
                  <c:v>-6.381</c:v>
                </c:pt>
                <c:pt idx="1005">
                  <c:v>-7.127</c:v>
                </c:pt>
                <c:pt idx="1006">
                  <c:v>-7.84</c:v>
                </c:pt>
                <c:pt idx="1007">
                  <c:v>-8.518</c:v>
                </c:pt>
                <c:pt idx="1008">
                  <c:v>-9.157</c:v>
                </c:pt>
                <c:pt idx="1009">
                  <c:v>-9.757</c:v>
                </c:pt>
                <c:pt idx="1010">
                  <c:v>-10.313</c:v>
                </c:pt>
                <c:pt idx="1011">
                  <c:v>-10.824</c:v>
                </c:pt>
                <c:pt idx="1012">
                  <c:v>-11.289</c:v>
                </c:pt>
                <c:pt idx="1013">
                  <c:v>-11.704</c:v>
                </c:pt>
                <c:pt idx="1014">
                  <c:v>-12.07</c:v>
                </c:pt>
                <c:pt idx="1015">
                  <c:v>-12.383</c:v>
                </c:pt>
                <c:pt idx="1016">
                  <c:v>-12.644</c:v>
                </c:pt>
                <c:pt idx="1017">
                  <c:v>-12.851</c:v>
                </c:pt>
                <c:pt idx="1018">
                  <c:v>-13.004</c:v>
                </c:pt>
                <c:pt idx="1019">
                  <c:v>-13.101</c:v>
                </c:pt>
                <c:pt idx="1020">
                  <c:v>-13.144</c:v>
                </c:pt>
                <c:pt idx="1021">
                  <c:v>-13.132</c:v>
                </c:pt>
                <c:pt idx="1022">
                  <c:v>-13.065</c:v>
                </c:pt>
                <c:pt idx="1023">
                  <c:v>-12.943</c:v>
                </c:pt>
                <c:pt idx="1024">
                  <c:v>-12.768</c:v>
                </c:pt>
                <c:pt idx="1025">
                  <c:v>-12.541</c:v>
                </c:pt>
                <c:pt idx="1026">
                  <c:v>-12.262</c:v>
                </c:pt>
                <c:pt idx="1027">
                  <c:v>-11.932</c:v>
                </c:pt>
                <c:pt idx="1028">
                  <c:v>-11.554</c:v>
                </c:pt>
                <c:pt idx="1029">
                  <c:v>-11.129</c:v>
                </c:pt>
                <c:pt idx="1030">
                  <c:v>-10.659</c:v>
                </c:pt>
                <c:pt idx="1031">
                  <c:v>-10.146</c:v>
                </c:pt>
                <c:pt idx="1032">
                  <c:v>-9.593</c:v>
                </c:pt>
                <c:pt idx="1033">
                  <c:v>-9.001</c:v>
                </c:pt>
                <c:pt idx="1034">
                  <c:v>-8.374</c:v>
                </c:pt>
                <c:pt idx="1035">
                  <c:v>-7.715</c:v>
                </c:pt>
                <c:pt idx="1036">
                  <c:v>-7.025</c:v>
                </c:pt>
                <c:pt idx="1037">
                  <c:v>-6.308</c:v>
                </c:pt>
                <c:pt idx="1038">
                  <c:v>-5.568</c:v>
                </c:pt>
                <c:pt idx="1039">
                  <c:v>-4.807</c:v>
                </c:pt>
                <c:pt idx="1040">
                  <c:v>-4.029</c:v>
                </c:pt>
                <c:pt idx="1041">
                  <c:v>-3.236</c:v>
                </c:pt>
                <c:pt idx="1042">
                  <c:v>-2.433</c:v>
                </c:pt>
                <c:pt idx="1043">
                  <c:v>-1.623</c:v>
                </c:pt>
                <c:pt idx="1044">
                  <c:v>-0.808</c:v>
                </c:pt>
                <c:pt idx="1045">
                  <c:v>0.006</c:v>
                </c:pt>
                <c:pt idx="1046">
                  <c:v>0.818</c:v>
                </c:pt>
                <c:pt idx="1047">
                  <c:v>1.624</c:v>
                </c:pt>
                <c:pt idx="1048">
                  <c:v>2.42</c:v>
                </c:pt>
                <c:pt idx="1049">
                  <c:v>3.203</c:v>
                </c:pt>
                <c:pt idx="1050">
                  <c:v>3.97</c:v>
                </c:pt>
                <c:pt idx="1051">
                  <c:v>4.718</c:v>
                </c:pt>
                <c:pt idx="1052">
                  <c:v>5.443</c:v>
                </c:pt>
                <c:pt idx="1053">
                  <c:v>6.143</c:v>
                </c:pt>
                <c:pt idx="1054">
                  <c:v>6.815</c:v>
                </c:pt>
                <c:pt idx="1055">
                  <c:v>7.456</c:v>
                </c:pt>
                <c:pt idx="1056">
                  <c:v>8.064</c:v>
                </c:pt>
                <c:pt idx="1057">
                  <c:v>8.636</c:v>
                </c:pt>
                <c:pt idx="1058">
                  <c:v>9.17</c:v>
                </c:pt>
                <c:pt idx="1059">
                  <c:v>9.663</c:v>
                </c:pt>
                <c:pt idx="1060">
                  <c:v>10.115</c:v>
                </c:pt>
                <c:pt idx="1061">
                  <c:v>10.522</c:v>
                </c:pt>
                <c:pt idx="1062">
                  <c:v>10.885</c:v>
                </c:pt>
                <c:pt idx="1063">
                  <c:v>11.2</c:v>
                </c:pt>
                <c:pt idx="1064">
                  <c:v>11.468</c:v>
                </c:pt>
                <c:pt idx="1065">
                  <c:v>11.687</c:v>
                </c:pt>
                <c:pt idx="1066">
                  <c:v>11.856</c:v>
                </c:pt>
                <c:pt idx="1067">
                  <c:v>11.975</c:v>
                </c:pt>
                <c:pt idx="1068">
                  <c:v>12.044</c:v>
                </c:pt>
                <c:pt idx="1069">
                  <c:v>12.063</c:v>
                </c:pt>
                <c:pt idx="1070">
                  <c:v>12.03</c:v>
                </c:pt>
                <c:pt idx="1071">
                  <c:v>11.948</c:v>
                </c:pt>
                <c:pt idx="1072">
                  <c:v>11.816</c:v>
                </c:pt>
                <c:pt idx="1073">
                  <c:v>11.635</c:v>
                </c:pt>
                <c:pt idx="1074">
                  <c:v>11.407</c:v>
                </c:pt>
                <c:pt idx="1075">
                  <c:v>11.131</c:v>
                </c:pt>
                <c:pt idx="1076">
                  <c:v>10.81</c:v>
                </c:pt>
                <c:pt idx="1077">
                  <c:v>10.445</c:v>
                </c:pt>
                <c:pt idx="1078">
                  <c:v>10.038</c:v>
                </c:pt>
                <c:pt idx="1079">
                  <c:v>9.59</c:v>
                </c:pt>
                <c:pt idx="1080">
                  <c:v>9.104</c:v>
                </c:pt>
                <c:pt idx="1081">
                  <c:v>8.581</c:v>
                </c:pt>
                <c:pt idx="1082">
                  <c:v>8.024</c:v>
                </c:pt>
                <c:pt idx="1083">
                  <c:v>7.436</c:v>
                </c:pt>
                <c:pt idx="1084">
                  <c:v>6.819</c:v>
                </c:pt>
                <c:pt idx="1085">
                  <c:v>6.176</c:v>
                </c:pt>
                <c:pt idx="1086">
                  <c:v>5.509</c:v>
                </c:pt>
                <c:pt idx="1087">
                  <c:v>4.821</c:v>
                </c:pt>
                <c:pt idx="1088">
                  <c:v>4.116</c:v>
                </c:pt>
                <c:pt idx="1089">
                  <c:v>3.396</c:v>
                </c:pt>
                <c:pt idx="1090">
                  <c:v>2.665</c:v>
                </c:pt>
                <c:pt idx="1091">
                  <c:v>1.924</c:v>
                </c:pt>
                <c:pt idx="1092">
                  <c:v>1.179</c:v>
                </c:pt>
                <c:pt idx="1093">
                  <c:v>0.431</c:v>
                </c:pt>
                <c:pt idx="1094">
                  <c:v>-0.316</c:v>
                </c:pt>
                <c:pt idx="1095">
                  <c:v>-1.059</c:v>
                </c:pt>
                <c:pt idx="1096">
                  <c:v>-1.795</c:v>
                </c:pt>
                <c:pt idx="1097">
                  <c:v>-2.521</c:v>
                </c:pt>
                <c:pt idx="1098">
                  <c:v>-3.233</c:v>
                </c:pt>
                <c:pt idx="1099">
                  <c:v>-3.93</c:v>
                </c:pt>
                <c:pt idx="1100">
                  <c:v>-4.608</c:v>
                </c:pt>
                <c:pt idx="1101">
                  <c:v>-5.264</c:v>
                </c:pt>
                <c:pt idx="1102">
                  <c:v>-5.896</c:v>
                </c:pt>
                <c:pt idx="1103">
                  <c:v>-6.501</c:v>
                </c:pt>
                <c:pt idx="1104">
                  <c:v>-7.077</c:v>
                </c:pt>
                <c:pt idx="1105">
                  <c:v>-7.622</c:v>
                </c:pt>
                <c:pt idx="1106">
                  <c:v>-8.132</c:v>
                </c:pt>
                <c:pt idx="1107">
                  <c:v>-8.607</c:v>
                </c:pt>
                <c:pt idx="1108">
                  <c:v>-9.044</c:v>
                </c:pt>
                <c:pt idx="1109">
                  <c:v>-9.442</c:v>
                </c:pt>
                <c:pt idx="1110">
                  <c:v>-9.799</c:v>
                </c:pt>
                <c:pt idx="1111">
                  <c:v>-10.113</c:v>
                </c:pt>
                <c:pt idx="1112">
                  <c:v>-10.385</c:v>
                </c:pt>
                <c:pt idx="1113">
                  <c:v>-10.612</c:v>
                </c:pt>
                <c:pt idx="1114">
                  <c:v>-10.794</c:v>
                </c:pt>
                <c:pt idx="1115">
                  <c:v>-10.93</c:v>
                </c:pt>
                <c:pt idx="1116">
                  <c:v>-11.021</c:v>
                </c:pt>
                <c:pt idx="1117">
                  <c:v>-11.064</c:v>
                </c:pt>
                <c:pt idx="1118">
                  <c:v>-11.062</c:v>
                </c:pt>
                <c:pt idx="1119">
                  <c:v>-11.013</c:v>
                </c:pt>
                <c:pt idx="1120">
                  <c:v>-10.919</c:v>
                </c:pt>
                <c:pt idx="1121">
                  <c:v>-10.779</c:v>
                </c:pt>
                <c:pt idx="1122">
                  <c:v>-10.595</c:v>
                </c:pt>
                <c:pt idx="1123">
                  <c:v>-10.367</c:v>
                </c:pt>
                <c:pt idx="1124">
                  <c:v>-10.097</c:v>
                </c:pt>
                <c:pt idx="1125">
                  <c:v>-9.785</c:v>
                </c:pt>
                <c:pt idx="1126">
                  <c:v>-9.434</c:v>
                </c:pt>
                <c:pt idx="1127">
                  <c:v>-9.044</c:v>
                </c:pt>
                <c:pt idx="1128">
                  <c:v>-8.618</c:v>
                </c:pt>
                <c:pt idx="1129">
                  <c:v>-8.158</c:v>
                </c:pt>
                <c:pt idx="1130">
                  <c:v>-7.665</c:v>
                </c:pt>
                <c:pt idx="1131">
                  <c:v>-7.142</c:v>
                </c:pt>
                <c:pt idx="1132">
                  <c:v>-6.591</c:v>
                </c:pt>
                <c:pt idx="1133">
                  <c:v>-6.015</c:v>
                </c:pt>
                <c:pt idx="1134">
                  <c:v>-5.415</c:v>
                </c:pt>
                <c:pt idx="1135">
                  <c:v>-4.795</c:v>
                </c:pt>
                <c:pt idx="1136">
                  <c:v>-4.157</c:v>
                </c:pt>
                <c:pt idx="1137">
                  <c:v>-3.504</c:v>
                </c:pt>
                <c:pt idx="1138">
                  <c:v>-2.839</c:v>
                </c:pt>
                <c:pt idx="1139">
                  <c:v>-2.164</c:v>
                </c:pt>
                <c:pt idx="1140">
                  <c:v>-1.482</c:v>
                </c:pt>
                <c:pt idx="1141">
                  <c:v>-0.797</c:v>
                </c:pt>
                <c:pt idx="1142">
                  <c:v>-0.111</c:v>
                </c:pt>
                <c:pt idx="1143">
                  <c:v>0.574</c:v>
                </c:pt>
                <c:pt idx="1144">
                  <c:v>1.253</c:v>
                </c:pt>
                <c:pt idx="1145">
                  <c:v>1.925</c:v>
                </c:pt>
                <c:pt idx="1146">
                  <c:v>2.586</c:v>
                </c:pt>
                <c:pt idx="1147">
                  <c:v>3.235</c:v>
                </c:pt>
                <c:pt idx="1148">
                  <c:v>3.867</c:v>
                </c:pt>
                <c:pt idx="1149">
                  <c:v>4.481</c:v>
                </c:pt>
                <c:pt idx="1150">
                  <c:v>5.074</c:v>
                </c:pt>
                <c:pt idx="1151">
                  <c:v>5.644</c:v>
                </c:pt>
                <c:pt idx="1152">
                  <c:v>6.189</c:v>
                </c:pt>
                <c:pt idx="1153">
                  <c:v>6.705</c:v>
                </c:pt>
                <c:pt idx="1154">
                  <c:v>7.192</c:v>
                </c:pt>
                <c:pt idx="1155">
                  <c:v>7.647</c:v>
                </c:pt>
                <c:pt idx="1156">
                  <c:v>8.068</c:v>
                </c:pt>
                <c:pt idx="1157">
                  <c:v>8.455</c:v>
                </c:pt>
                <c:pt idx="1158">
                  <c:v>8.804</c:v>
                </c:pt>
                <c:pt idx="1159">
                  <c:v>9.116</c:v>
                </c:pt>
                <c:pt idx="1160">
                  <c:v>9.388</c:v>
                </c:pt>
                <c:pt idx="1161">
                  <c:v>9.621</c:v>
                </c:pt>
                <c:pt idx="1162">
                  <c:v>9.812</c:v>
                </c:pt>
                <c:pt idx="1163">
                  <c:v>9.962</c:v>
                </c:pt>
                <c:pt idx="1164">
                  <c:v>10.069</c:v>
                </c:pt>
                <c:pt idx="1165">
                  <c:v>10.134</c:v>
                </c:pt>
                <c:pt idx="1166">
                  <c:v>10.157</c:v>
                </c:pt>
                <c:pt idx="1167">
                  <c:v>10.137</c:v>
                </c:pt>
                <c:pt idx="1168">
                  <c:v>10.075</c:v>
                </c:pt>
                <c:pt idx="1169">
                  <c:v>9.971</c:v>
                </c:pt>
                <c:pt idx="1170">
                  <c:v>9.825</c:v>
                </c:pt>
                <c:pt idx="1171">
                  <c:v>9.64</c:v>
                </c:pt>
                <c:pt idx="1172">
                  <c:v>9.414</c:v>
                </c:pt>
                <c:pt idx="1173">
                  <c:v>9.15</c:v>
                </c:pt>
                <c:pt idx="1174">
                  <c:v>8.849</c:v>
                </c:pt>
                <c:pt idx="1175">
                  <c:v>8.512</c:v>
                </c:pt>
                <c:pt idx="1176">
                  <c:v>8.141</c:v>
                </c:pt>
                <c:pt idx="1177">
                  <c:v>7.737</c:v>
                </c:pt>
                <c:pt idx="1178">
                  <c:v>7.302</c:v>
                </c:pt>
                <c:pt idx="1179">
                  <c:v>6.838</c:v>
                </c:pt>
                <c:pt idx="1180">
                  <c:v>6.347</c:v>
                </c:pt>
                <c:pt idx="1181">
                  <c:v>5.831</c:v>
                </c:pt>
                <c:pt idx="1182">
                  <c:v>5.293</c:v>
                </c:pt>
                <c:pt idx="1183">
                  <c:v>4.735</c:v>
                </c:pt>
                <c:pt idx="1184">
                  <c:v>4.159</c:v>
                </c:pt>
                <c:pt idx="1185">
                  <c:v>3.567</c:v>
                </c:pt>
                <c:pt idx="1186">
                  <c:v>2.963</c:v>
                </c:pt>
                <c:pt idx="1187">
                  <c:v>2.348</c:v>
                </c:pt>
                <c:pt idx="1188">
                  <c:v>1.726</c:v>
                </c:pt>
                <c:pt idx="1189">
                  <c:v>1.099</c:v>
                </c:pt>
                <c:pt idx="1190">
                  <c:v>0.47</c:v>
                </c:pt>
                <c:pt idx="1191">
                  <c:v>-0.16</c:v>
                </c:pt>
                <c:pt idx="1192">
                  <c:v>-0.786</c:v>
                </c:pt>
                <c:pt idx="1193">
                  <c:v>-1.407</c:v>
                </c:pt>
                <c:pt idx="1194">
                  <c:v>-2.02</c:v>
                </c:pt>
                <c:pt idx="1195">
                  <c:v>-2.622</c:v>
                </c:pt>
                <c:pt idx="1196">
                  <c:v>-3.211</c:v>
                </c:pt>
                <c:pt idx="1197">
                  <c:v>-3.785</c:v>
                </c:pt>
                <c:pt idx="1198">
                  <c:v>-4.34</c:v>
                </c:pt>
                <c:pt idx="1199">
                  <c:v>-4.876</c:v>
                </c:pt>
                <c:pt idx="1200">
                  <c:v>-5.39</c:v>
                </c:pt>
                <c:pt idx="1201">
                  <c:v>-5.879</c:v>
                </c:pt>
                <c:pt idx="1202">
                  <c:v>-6.342</c:v>
                </c:pt>
                <c:pt idx="1203">
                  <c:v>-6.776</c:v>
                </c:pt>
                <c:pt idx="1204">
                  <c:v>-7.181</c:v>
                </c:pt>
                <c:pt idx="1205">
                  <c:v>-7.555</c:v>
                </c:pt>
                <c:pt idx="1206">
                  <c:v>-7.895</c:v>
                </c:pt>
                <c:pt idx="1207">
                  <c:v>-8.202</c:v>
                </c:pt>
                <c:pt idx="1208">
                  <c:v>-8.473</c:v>
                </c:pt>
                <c:pt idx="1209">
                  <c:v>-8.708</c:v>
                </c:pt>
                <c:pt idx="1210">
                  <c:v>-8.905</c:v>
                </c:pt>
                <c:pt idx="1211">
                  <c:v>-9.065</c:v>
                </c:pt>
                <c:pt idx="1212">
                  <c:v>-9.187</c:v>
                </c:pt>
                <c:pt idx="1213">
                  <c:v>-9.269</c:v>
                </c:pt>
                <c:pt idx="1214">
                  <c:v>-9.313</c:v>
                </c:pt>
                <c:pt idx="1215">
                  <c:v>-9.317</c:v>
                </c:pt>
                <c:pt idx="1216">
                  <c:v>-9.283</c:v>
                </c:pt>
                <c:pt idx="1217">
                  <c:v>-9.21</c:v>
                </c:pt>
                <c:pt idx="1218">
                  <c:v>-9.098</c:v>
                </c:pt>
                <c:pt idx="1219">
                  <c:v>-8.949</c:v>
                </c:pt>
                <c:pt idx="1220">
                  <c:v>-8.764</c:v>
                </c:pt>
                <c:pt idx="1221">
                  <c:v>-8.542</c:v>
                </c:pt>
                <c:pt idx="1222">
                  <c:v>-8.286</c:v>
                </c:pt>
                <c:pt idx="1223">
                  <c:v>-7.995</c:v>
                </c:pt>
                <c:pt idx="1224">
                  <c:v>-7.673</c:v>
                </c:pt>
                <c:pt idx="1225">
                  <c:v>-7.319</c:v>
                </c:pt>
                <c:pt idx="1226">
                  <c:v>-6.937</c:v>
                </c:pt>
                <c:pt idx="1227">
                  <c:v>-6.526</c:v>
                </c:pt>
                <c:pt idx="1228">
                  <c:v>-6.09</c:v>
                </c:pt>
                <c:pt idx="1229">
                  <c:v>-5.63</c:v>
                </c:pt>
                <c:pt idx="1230">
                  <c:v>-5.148</c:v>
                </c:pt>
                <c:pt idx="1231">
                  <c:v>-4.646</c:v>
                </c:pt>
                <c:pt idx="1232">
                  <c:v>-4.127</c:v>
                </c:pt>
                <c:pt idx="1233">
                  <c:v>-3.592</c:v>
                </c:pt>
                <c:pt idx="1234">
                  <c:v>-3.044</c:v>
                </c:pt>
                <c:pt idx="1235">
                  <c:v>-2.486</c:v>
                </c:pt>
                <c:pt idx="1236">
                  <c:v>-1.918</c:v>
                </c:pt>
                <c:pt idx="1237">
                  <c:v>-1.345</c:v>
                </c:pt>
                <c:pt idx="1238">
                  <c:v>-0.769</c:v>
                </c:pt>
                <c:pt idx="1239">
                  <c:v>-0.191</c:v>
                </c:pt>
                <c:pt idx="1240">
                  <c:v>0.386</c:v>
                </c:pt>
                <c:pt idx="1241">
                  <c:v>0.959</c:v>
                </c:pt>
                <c:pt idx="1242">
                  <c:v>1.526</c:v>
                </c:pt>
                <c:pt idx="1243">
                  <c:v>2.084</c:v>
                </c:pt>
                <c:pt idx="1244">
                  <c:v>2.632</c:v>
                </c:pt>
                <c:pt idx="1245">
                  <c:v>3.167</c:v>
                </c:pt>
                <c:pt idx="1246">
                  <c:v>3.687</c:v>
                </c:pt>
                <c:pt idx="1247">
                  <c:v>4.189</c:v>
                </c:pt>
                <c:pt idx="1248">
                  <c:v>4.673</c:v>
                </c:pt>
                <c:pt idx="1249">
                  <c:v>5.135</c:v>
                </c:pt>
                <c:pt idx="1250">
                  <c:v>5.574</c:v>
                </c:pt>
                <c:pt idx="1251">
                  <c:v>5.988</c:v>
                </c:pt>
                <c:pt idx="1252">
                  <c:v>6.376</c:v>
                </c:pt>
                <c:pt idx="1253">
                  <c:v>6.736</c:v>
                </c:pt>
                <c:pt idx="1254">
                  <c:v>7.066</c:v>
                </c:pt>
                <c:pt idx="1255">
                  <c:v>7.366</c:v>
                </c:pt>
                <c:pt idx="1256">
                  <c:v>7.633</c:v>
                </c:pt>
                <c:pt idx="1257">
                  <c:v>7.868</c:v>
                </c:pt>
                <c:pt idx="1258">
                  <c:v>8.07</c:v>
                </c:pt>
                <c:pt idx="1259">
                  <c:v>8.237</c:v>
                </c:pt>
                <c:pt idx="1260">
                  <c:v>8.369</c:v>
                </c:pt>
                <c:pt idx="1261">
                  <c:v>8.465</c:v>
                </c:pt>
                <c:pt idx="1262">
                  <c:v>8.526</c:v>
                </c:pt>
                <c:pt idx="1263">
                  <c:v>8.551</c:v>
                </c:pt>
                <c:pt idx="1264">
                  <c:v>8.541</c:v>
                </c:pt>
                <c:pt idx="1265">
                  <c:v>8.494</c:v>
                </c:pt>
                <c:pt idx="1266">
                  <c:v>8.413</c:v>
                </c:pt>
                <c:pt idx="1267">
                  <c:v>8.296</c:v>
                </c:pt>
                <c:pt idx="1268">
                  <c:v>8.145</c:v>
                </c:pt>
                <c:pt idx="1269">
                  <c:v>7.961</c:v>
                </c:pt>
                <c:pt idx="1270">
                  <c:v>7.744</c:v>
                </c:pt>
                <c:pt idx="1271">
                  <c:v>7.496</c:v>
                </c:pt>
                <c:pt idx="1272">
                  <c:v>7.217</c:v>
                </c:pt>
                <c:pt idx="1273">
                  <c:v>6.909</c:v>
                </c:pt>
                <c:pt idx="1274">
                  <c:v>6.574</c:v>
                </c:pt>
                <c:pt idx="1275">
                  <c:v>6.212</c:v>
                </c:pt>
                <c:pt idx="1276">
                  <c:v>5.825</c:v>
                </c:pt>
                <c:pt idx="1277">
                  <c:v>5.415</c:v>
                </c:pt>
                <c:pt idx="1278">
                  <c:v>4.985</c:v>
                </c:pt>
                <c:pt idx="1279">
                  <c:v>4.535</c:v>
                </c:pt>
                <c:pt idx="1280">
                  <c:v>4.067</c:v>
                </c:pt>
                <c:pt idx="1281">
                  <c:v>3.585</c:v>
                </c:pt>
                <c:pt idx="1282">
                  <c:v>3.089</c:v>
                </c:pt>
                <c:pt idx="1283">
                  <c:v>2.581</c:v>
                </c:pt>
                <c:pt idx="1284">
                  <c:v>2.065</c:v>
                </c:pt>
                <c:pt idx="1285">
                  <c:v>1.542</c:v>
                </c:pt>
                <c:pt idx="1286">
                  <c:v>1.015</c:v>
                </c:pt>
                <c:pt idx="1287">
                  <c:v>0.485</c:v>
                </c:pt>
                <c:pt idx="1288">
                  <c:v>-0.045</c:v>
                </c:pt>
                <c:pt idx="1289">
                  <c:v>-0.573</c:v>
                </c:pt>
                <c:pt idx="1290">
                  <c:v>-1.097</c:v>
                </c:pt>
                <c:pt idx="1291">
                  <c:v>-1.614</c:v>
                </c:pt>
                <c:pt idx="1292">
                  <c:v>-2.123</c:v>
                </c:pt>
                <c:pt idx="1293">
                  <c:v>-2.621</c:v>
                </c:pt>
                <c:pt idx="1294">
                  <c:v>-3.106</c:v>
                </c:pt>
                <c:pt idx="1295">
                  <c:v>-3.577</c:v>
                </c:pt>
                <c:pt idx="1296">
                  <c:v>-4.031</c:v>
                </c:pt>
                <c:pt idx="1297">
                  <c:v>-4.466</c:v>
                </c:pt>
                <c:pt idx="1298">
                  <c:v>-4.882</c:v>
                </c:pt>
                <c:pt idx="1299">
                  <c:v>-5.275</c:v>
                </c:pt>
                <c:pt idx="1300">
                  <c:v>-5.645</c:v>
                </c:pt>
                <c:pt idx="1301">
                  <c:v>-5.991</c:v>
                </c:pt>
                <c:pt idx="1302">
                  <c:v>-6.31</c:v>
                </c:pt>
                <c:pt idx="1303">
                  <c:v>-6.601</c:v>
                </c:pt>
                <c:pt idx="1304">
                  <c:v>-6.864</c:v>
                </c:pt>
                <c:pt idx="1305">
                  <c:v>-7.098</c:v>
                </c:pt>
                <c:pt idx="1306">
                  <c:v>-7.301</c:v>
                </c:pt>
                <c:pt idx="1307">
                  <c:v>-7.472</c:v>
                </c:pt>
                <c:pt idx="1308">
                  <c:v>-7.612</c:v>
                </c:pt>
                <c:pt idx="1309">
                  <c:v>-7.72</c:v>
                </c:pt>
                <c:pt idx="1310">
                  <c:v>-7.795</c:v>
                </c:pt>
                <c:pt idx="1311">
                  <c:v>-7.837</c:v>
                </c:pt>
                <c:pt idx="1312">
                  <c:v>-7.847</c:v>
                </c:pt>
                <c:pt idx="1313">
                  <c:v>-7.823</c:v>
                </c:pt>
                <c:pt idx="1314">
                  <c:v>-7.767</c:v>
                </c:pt>
                <c:pt idx="1315">
                  <c:v>-7.679</c:v>
                </c:pt>
                <c:pt idx="1316">
                  <c:v>-7.559</c:v>
                </c:pt>
                <c:pt idx="1317">
                  <c:v>-7.408</c:v>
                </c:pt>
                <c:pt idx="1318">
                  <c:v>-7.226</c:v>
                </c:pt>
                <c:pt idx="1319">
                  <c:v>-7.015</c:v>
                </c:pt>
                <c:pt idx="1320">
                  <c:v>-6.775</c:v>
                </c:pt>
                <c:pt idx="1321">
                  <c:v>-6.508</c:v>
                </c:pt>
                <c:pt idx="1322">
                  <c:v>-6.215</c:v>
                </c:pt>
                <c:pt idx="1323">
                  <c:v>-5.897</c:v>
                </c:pt>
                <c:pt idx="1324">
                  <c:v>-5.555</c:v>
                </c:pt>
                <c:pt idx="1325">
                  <c:v>-5.191</c:v>
                </c:pt>
                <c:pt idx="1326">
                  <c:v>-4.807</c:v>
                </c:pt>
                <c:pt idx="1327">
                  <c:v>-4.404</c:v>
                </c:pt>
                <c:pt idx="1328">
                  <c:v>-3.985</c:v>
                </c:pt>
                <c:pt idx="1329">
                  <c:v>-3.55</c:v>
                </c:pt>
                <c:pt idx="1330">
                  <c:v>-3.101</c:v>
                </c:pt>
                <c:pt idx="1331">
                  <c:v>-2.642</c:v>
                </c:pt>
                <c:pt idx="1332">
                  <c:v>-2.173</c:v>
                </c:pt>
                <c:pt idx="1333">
                  <c:v>-1.697</c:v>
                </c:pt>
                <c:pt idx="1334">
                  <c:v>-1.215</c:v>
                </c:pt>
                <c:pt idx="1335">
                  <c:v>-0.73</c:v>
                </c:pt>
                <c:pt idx="1336">
                  <c:v>-0.243</c:v>
                </c:pt>
                <c:pt idx="1337">
                  <c:v>0.243</c:v>
                </c:pt>
                <c:pt idx="1338">
                  <c:v>0.726</c:v>
                </c:pt>
                <c:pt idx="1339">
                  <c:v>1.204</c:v>
                </c:pt>
                <c:pt idx="1340">
                  <c:v>1.676</c:v>
                </c:pt>
                <c:pt idx="1341">
                  <c:v>2.139</c:v>
                </c:pt>
                <c:pt idx="1342">
                  <c:v>2.591</c:v>
                </c:pt>
                <c:pt idx="1343">
                  <c:v>3.031</c:v>
                </c:pt>
                <c:pt idx="1344">
                  <c:v>3.457</c:v>
                </c:pt>
                <c:pt idx="1345">
                  <c:v>3.867</c:v>
                </c:pt>
                <c:pt idx="1346">
                  <c:v>4.259</c:v>
                </c:pt>
                <c:pt idx="1347">
                  <c:v>4.632</c:v>
                </c:pt>
                <c:pt idx="1348">
                  <c:v>4.984</c:v>
                </c:pt>
                <c:pt idx="1349">
                  <c:v>5.315</c:v>
                </c:pt>
                <c:pt idx="1350">
                  <c:v>5.622</c:v>
                </c:pt>
                <c:pt idx="1351">
                  <c:v>5.904</c:v>
                </c:pt>
                <c:pt idx="1352">
                  <c:v>6.161</c:v>
                </c:pt>
                <c:pt idx="1353">
                  <c:v>6.391</c:v>
                </c:pt>
                <c:pt idx="1354">
                  <c:v>6.594</c:v>
                </c:pt>
                <c:pt idx="1355">
                  <c:v>6.768</c:v>
                </c:pt>
                <c:pt idx="1356">
                  <c:v>6.914</c:v>
                </c:pt>
                <c:pt idx="1357">
                  <c:v>7.03</c:v>
                </c:pt>
                <c:pt idx="1358">
                  <c:v>7.116</c:v>
                </c:pt>
                <c:pt idx="1359">
                  <c:v>7.172</c:v>
                </c:pt>
                <c:pt idx="1360">
                  <c:v>7.199</c:v>
                </c:pt>
                <c:pt idx="1361">
                  <c:v>7.195</c:v>
                </c:pt>
                <c:pt idx="1362">
                  <c:v>7.161</c:v>
                </c:pt>
                <c:pt idx="1363">
                  <c:v>7.097</c:v>
                </c:pt>
                <c:pt idx="1364">
                  <c:v>7.004</c:v>
                </c:pt>
                <c:pt idx="1365">
                  <c:v>6.882</c:v>
                </c:pt>
                <c:pt idx="1366">
                  <c:v>6.731</c:v>
                </c:pt>
                <c:pt idx="1367">
                  <c:v>6.553</c:v>
                </c:pt>
                <c:pt idx="1368">
                  <c:v>6.349</c:v>
                </c:pt>
                <c:pt idx="1369">
                  <c:v>6.118</c:v>
                </c:pt>
                <c:pt idx="1370">
                  <c:v>5.863</c:v>
                </c:pt>
                <c:pt idx="1371">
                  <c:v>5.584</c:v>
                </c:pt>
                <c:pt idx="1372">
                  <c:v>5.283</c:v>
                </c:pt>
                <c:pt idx="1373">
                  <c:v>4.961</c:v>
                </c:pt>
                <c:pt idx="1374">
                  <c:v>4.619</c:v>
                </c:pt>
                <c:pt idx="1375">
                  <c:v>4.26</c:v>
                </c:pt>
                <c:pt idx="1376">
                  <c:v>3.883</c:v>
                </c:pt>
                <c:pt idx="1377">
                  <c:v>3.492</c:v>
                </c:pt>
                <c:pt idx="1378">
                  <c:v>3.088</c:v>
                </c:pt>
                <c:pt idx="1379">
                  <c:v>2.672</c:v>
                </c:pt>
                <c:pt idx="1380">
                  <c:v>2.246</c:v>
                </c:pt>
                <c:pt idx="1381">
                  <c:v>1.813</c:v>
                </c:pt>
                <c:pt idx="1382">
                  <c:v>1.374</c:v>
                </c:pt>
                <c:pt idx="1383">
                  <c:v>0.93</c:v>
                </c:pt>
                <c:pt idx="1384">
                  <c:v>0.484</c:v>
                </c:pt>
                <c:pt idx="1385">
                  <c:v>0.038</c:v>
                </c:pt>
                <c:pt idx="1386">
                  <c:v>-0.407</c:v>
                </c:pt>
                <c:pt idx="1387">
                  <c:v>-0.849</c:v>
                </c:pt>
                <c:pt idx="1388">
                  <c:v>-1.286</c:v>
                </c:pt>
                <c:pt idx="1389">
                  <c:v>-1.715</c:v>
                </c:pt>
                <c:pt idx="1390">
                  <c:v>-2.136</c:v>
                </c:pt>
                <c:pt idx="1391">
                  <c:v>-2.547</c:v>
                </c:pt>
                <c:pt idx="1392">
                  <c:v>-2.945</c:v>
                </c:pt>
                <c:pt idx="1393">
                  <c:v>-3.33</c:v>
                </c:pt>
                <c:pt idx="1394">
                  <c:v>-3.7</c:v>
                </c:pt>
                <c:pt idx="1395">
                  <c:v>-4.052</c:v>
                </c:pt>
                <c:pt idx="1396">
                  <c:v>-4.387</c:v>
                </c:pt>
                <c:pt idx="1397">
                  <c:v>-4.702</c:v>
                </c:pt>
                <c:pt idx="1398">
                  <c:v>-4.996</c:v>
                </c:pt>
                <c:pt idx="1399">
                  <c:v>-5.269</c:v>
                </c:pt>
                <c:pt idx="1400">
                  <c:v>-5.518</c:v>
                </c:pt>
                <c:pt idx="1401">
                  <c:v>-5.744</c:v>
                </c:pt>
                <c:pt idx="1402">
                  <c:v>-5.945</c:v>
                </c:pt>
                <c:pt idx="1403">
                  <c:v>-6.12</c:v>
                </c:pt>
                <c:pt idx="1404">
                  <c:v>-6.269</c:v>
                </c:pt>
                <c:pt idx="1405">
                  <c:v>-6.391</c:v>
                </c:pt>
                <c:pt idx="1406">
                  <c:v>-6.487</c:v>
                </c:pt>
                <c:pt idx="1407">
                  <c:v>-6.555</c:v>
                </c:pt>
                <c:pt idx="1408">
                  <c:v>-6.595</c:v>
                </c:pt>
                <c:pt idx="1409">
                  <c:v>-6.607</c:v>
                </c:pt>
                <c:pt idx="1410">
                  <c:v>-6.592</c:v>
                </c:pt>
                <c:pt idx="1411">
                  <c:v>-6.55</c:v>
                </c:pt>
                <c:pt idx="1412">
                  <c:v>-6.48</c:v>
                </c:pt>
                <c:pt idx="1413">
                  <c:v>-6.383</c:v>
                </c:pt>
                <c:pt idx="1414">
                  <c:v>-6.26</c:v>
                </c:pt>
                <c:pt idx="1415">
                  <c:v>-6.112</c:v>
                </c:pt>
                <c:pt idx="1416">
                  <c:v>-5.938</c:v>
                </c:pt>
                <c:pt idx="1417">
                  <c:v>-5.741</c:v>
                </c:pt>
                <c:pt idx="1418">
                  <c:v>-5.519</c:v>
                </c:pt>
                <c:pt idx="1419">
                  <c:v>-5.276</c:v>
                </c:pt>
                <c:pt idx="1420">
                  <c:v>-5.012</c:v>
                </c:pt>
                <c:pt idx="1421">
                  <c:v>-4.727</c:v>
                </c:pt>
                <c:pt idx="1422">
                  <c:v>-4.424</c:v>
                </c:pt>
                <c:pt idx="1423">
                  <c:v>-4.103</c:v>
                </c:pt>
                <c:pt idx="1424">
                  <c:v>-3.767</c:v>
                </c:pt>
                <c:pt idx="1425">
                  <c:v>-3.416</c:v>
                </c:pt>
                <c:pt idx="1426">
                  <c:v>-3.052</c:v>
                </c:pt>
                <c:pt idx="1427">
                  <c:v>-2.676</c:v>
                </c:pt>
                <c:pt idx="1428">
                  <c:v>-2.291</c:v>
                </c:pt>
                <c:pt idx="1429">
                  <c:v>-1.897</c:v>
                </c:pt>
                <c:pt idx="1430">
                  <c:v>-1.497</c:v>
                </c:pt>
                <c:pt idx="1431">
                  <c:v>-1.092</c:v>
                </c:pt>
                <c:pt idx="1432">
                  <c:v>-0.683</c:v>
                </c:pt>
                <c:pt idx="1433">
                  <c:v>-0.274</c:v>
                </c:pt>
                <c:pt idx="1434">
                  <c:v>0.135</c:v>
                </c:pt>
                <c:pt idx="1435">
                  <c:v>0.543</c:v>
                </c:pt>
                <c:pt idx="1436">
                  <c:v>0.946</c:v>
                </c:pt>
                <c:pt idx="1437">
                  <c:v>1.344</c:v>
                </c:pt>
                <c:pt idx="1438">
                  <c:v>1.735</c:v>
                </c:pt>
                <c:pt idx="1439">
                  <c:v>2.118</c:v>
                </c:pt>
                <c:pt idx="1440">
                  <c:v>2.49</c:v>
                </c:pt>
                <c:pt idx="1441">
                  <c:v>2.851</c:v>
                </c:pt>
                <c:pt idx="1442">
                  <c:v>3.198</c:v>
                </c:pt>
                <c:pt idx="1443">
                  <c:v>3.531</c:v>
                </c:pt>
                <c:pt idx="1444">
                  <c:v>3.848</c:v>
                </c:pt>
                <c:pt idx="1445">
                  <c:v>4.148</c:v>
                </c:pt>
                <c:pt idx="1446">
                  <c:v>4.429</c:v>
                </c:pt>
                <c:pt idx="1447">
                  <c:v>4.691</c:v>
                </c:pt>
                <c:pt idx="1448">
                  <c:v>4.932</c:v>
                </c:pt>
                <c:pt idx="1449">
                  <c:v>5.152</c:v>
                </c:pt>
                <c:pt idx="1450">
                  <c:v>5.35</c:v>
                </c:pt>
                <c:pt idx="1451">
                  <c:v>5.525</c:v>
                </c:pt>
                <c:pt idx="1452">
                  <c:v>5.675</c:v>
                </c:pt>
                <c:pt idx="1453">
                  <c:v>5.802</c:v>
                </c:pt>
                <c:pt idx="1454">
                  <c:v>5.904</c:v>
                </c:pt>
                <c:pt idx="1455">
                  <c:v>5.981</c:v>
                </c:pt>
                <c:pt idx="1456">
                  <c:v>6.033</c:v>
                </c:pt>
                <c:pt idx="1457">
                  <c:v>6.059</c:v>
                </c:pt>
                <c:pt idx="1458">
                  <c:v>6.06</c:v>
                </c:pt>
                <c:pt idx="1459">
                  <c:v>6.036</c:v>
                </c:pt>
                <c:pt idx="1460">
                  <c:v>5.986</c:v>
                </c:pt>
                <c:pt idx="1461">
                  <c:v>5.912</c:v>
                </c:pt>
                <c:pt idx="1462">
                  <c:v>5.813</c:v>
                </c:pt>
                <c:pt idx="1463">
                  <c:v>5.691</c:v>
                </c:pt>
                <c:pt idx="1464">
                  <c:v>5.545</c:v>
                </c:pt>
                <c:pt idx="1465">
                  <c:v>5.376</c:v>
                </c:pt>
                <c:pt idx="1466">
                  <c:v>5.186</c:v>
                </c:pt>
                <c:pt idx="1467">
                  <c:v>4.974</c:v>
                </c:pt>
                <c:pt idx="1468">
                  <c:v>4.743</c:v>
                </c:pt>
                <c:pt idx="1469">
                  <c:v>4.492</c:v>
                </c:pt>
                <c:pt idx="1470">
                  <c:v>4.224</c:v>
                </c:pt>
                <c:pt idx="1471">
                  <c:v>3.939</c:v>
                </c:pt>
                <c:pt idx="1472">
                  <c:v>3.639</c:v>
                </c:pt>
                <c:pt idx="1473">
                  <c:v>3.324</c:v>
                </c:pt>
                <c:pt idx="1474">
                  <c:v>2.997</c:v>
                </c:pt>
                <c:pt idx="1475">
                  <c:v>2.658</c:v>
                </c:pt>
                <c:pt idx="1476">
                  <c:v>2.31</c:v>
                </c:pt>
                <c:pt idx="1477">
                  <c:v>1.953</c:v>
                </c:pt>
                <c:pt idx="1478">
                  <c:v>1.589</c:v>
                </c:pt>
                <c:pt idx="1479">
                  <c:v>1.219</c:v>
                </c:pt>
                <c:pt idx="1480">
                  <c:v>0.846</c:v>
                </c:pt>
                <c:pt idx="1481">
                  <c:v>0.471</c:v>
                </c:pt>
                <c:pt idx="1482">
                  <c:v>0.095</c:v>
                </c:pt>
                <c:pt idx="1483">
                  <c:v>-0.28</c:v>
                </c:pt>
                <c:pt idx="1484">
                  <c:v>-0.652</c:v>
                </c:pt>
                <c:pt idx="1485">
                  <c:v>-1.021</c:v>
                </c:pt>
                <c:pt idx="1486">
                  <c:v>-1.383</c:v>
                </c:pt>
                <c:pt idx="1487">
                  <c:v>-1.739</c:v>
                </c:pt>
                <c:pt idx="1488">
                  <c:v>-2.087</c:v>
                </c:pt>
                <c:pt idx="1489">
                  <c:v>-2.424</c:v>
                </c:pt>
                <c:pt idx="1490">
                  <c:v>-2.75</c:v>
                </c:pt>
                <c:pt idx="1491">
                  <c:v>-3.063</c:v>
                </c:pt>
                <c:pt idx="1492">
                  <c:v>-3.363</c:v>
                </c:pt>
                <c:pt idx="1493">
                  <c:v>-3.647</c:v>
                </c:pt>
                <c:pt idx="1494">
                  <c:v>-3.915</c:v>
                </c:pt>
                <c:pt idx="1495">
                  <c:v>-4.166</c:v>
                </c:pt>
                <c:pt idx="1496">
                  <c:v>-4.399</c:v>
                </c:pt>
                <c:pt idx="1497">
                  <c:v>-4.612</c:v>
                </c:pt>
                <c:pt idx="1498">
                  <c:v>-4.806</c:v>
                </c:pt>
                <c:pt idx="1499">
                  <c:v>-4.978</c:v>
                </c:pt>
                <c:pt idx="1500">
                  <c:v>-5.13</c:v>
                </c:pt>
                <c:pt idx="1501">
                  <c:v>-5.259</c:v>
                </c:pt>
                <c:pt idx="1502">
                  <c:v>-5.366</c:v>
                </c:pt>
                <c:pt idx="1503">
                  <c:v>-5.45</c:v>
                </c:pt>
                <c:pt idx="1504">
                  <c:v>-5.511</c:v>
                </c:pt>
                <c:pt idx="1505">
                  <c:v>-5.549</c:v>
                </c:pt>
                <c:pt idx="1506">
                  <c:v>-5.563</c:v>
                </c:pt>
                <c:pt idx="1507">
                  <c:v>-5.554</c:v>
                </c:pt>
                <c:pt idx="1508">
                  <c:v>-5.522</c:v>
                </c:pt>
                <c:pt idx="1509">
                  <c:v>-5.468</c:v>
                </c:pt>
                <c:pt idx="1510">
                  <c:v>-5.39</c:v>
                </c:pt>
                <c:pt idx="1511">
                  <c:v>-5.29</c:v>
                </c:pt>
                <c:pt idx="1512">
                  <c:v>-5.169</c:v>
                </c:pt>
                <c:pt idx="1513">
                  <c:v>-5.026</c:v>
                </c:pt>
                <c:pt idx="1514">
                  <c:v>-4.863</c:v>
                </c:pt>
                <c:pt idx="1515">
                  <c:v>-4.68</c:v>
                </c:pt>
                <c:pt idx="1516">
                  <c:v>-4.478</c:v>
                </c:pt>
                <c:pt idx="1517">
                  <c:v>-4.259</c:v>
                </c:pt>
                <c:pt idx="1518">
                  <c:v>-4.022</c:v>
                </c:pt>
                <c:pt idx="1519">
                  <c:v>-3.769</c:v>
                </c:pt>
                <c:pt idx="1520">
                  <c:v>-3.502</c:v>
                </c:pt>
                <c:pt idx="1521">
                  <c:v>-3.221</c:v>
                </c:pt>
                <c:pt idx="1522">
                  <c:v>-2.927</c:v>
                </c:pt>
                <c:pt idx="1523">
                  <c:v>-2.622</c:v>
                </c:pt>
                <c:pt idx="1524">
                  <c:v>-2.307</c:v>
                </c:pt>
                <c:pt idx="1525">
                  <c:v>-1.984</c:v>
                </c:pt>
                <c:pt idx="1526">
                  <c:v>-1.654</c:v>
                </c:pt>
                <c:pt idx="1527">
                  <c:v>-1.318</c:v>
                </c:pt>
                <c:pt idx="1528">
                  <c:v>-0.977</c:v>
                </c:pt>
                <c:pt idx="1529">
                  <c:v>-0.634</c:v>
                </c:pt>
                <c:pt idx="1530">
                  <c:v>-0.289</c:v>
                </c:pt>
                <c:pt idx="1531">
                  <c:v>0.056</c:v>
                </c:pt>
                <c:pt idx="1532">
                  <c:v>0.399</c:v>
                </c:pt>
                <c:pt idx="1533">
                  <c:v>0.739</c:v>
                </c:pt>
                <c:pt idx="1534">
                  <c:v>1.076</c:v>
                </c:pt>
                <c:pt idx="1535">
                  <c:v>1.406</c:v>
                </c:pt>
                <c:pt idx="1536">
                  <c:v>1.729</c:v>
                </c:pt>
                <c:pt idx="1537">
                  <c:v>2.044</c:v>
                </c:pt>
                <c:pt idx="1538">
                  <c:v>2.35</c:v>
                </c:pt>
                <c:pt idx="1539">
                  <c:v>2.644</c:v>
                </c:pt>
                <c:pt idx="1540">
                  <c:v>2.927</c:v>
                </c:pt>
                <c:pt idx="1541">
                  <c:v>3.196</c:v>
                </c:pt>
                <c:pt idx="1542">
                  <c:v>3.451</c:v>
                </c:pt>
                <c:pt idx="1543">
                  <c:v>3.69</c:v>
                </c:pt>
                <c:pt idx="1544">
                  <c:v>3.914</c:v>
                </c:pt>
                <c:pt idx="1545">
                  <c:v>4.12</c:v>
                </c:pt>
                <c:pt idx="1546">
                  <c:v>4.308</c:v>
                </c:pt>
                <c:pt idx="1547">
                  <c:v>4.478</c:v>
                </c:pt>
                <c:pt idx="1548">
                  <c:v>4.628</c:v>
                </c:pt>
                <c:pt idx="1549">
                  <c:v>4.759</c:v>
                </c:pt>
                <c:pt idx="1550">
                  <c:v>4.869</c:v>
                </c:pt>
                <c:pt idx="1551">
                  <c:v>4.958</c:v>
                </c:pt>
                <c:pt idx="1552">
                  <c:v>5.027</c:v>
                </c:pt>
                <c:pt idx="1553">
                  <c:v>5.074</c:v>
                </c:pt>
                <c:pt idx="1554">
                  <c:v>5.1</c:v>
                </c:pt>
                <c:pt idx="1555">
                  <c:v>5.104</c:v>
                </c:pt>
                <c:pt idx="1556">
                  <c:v>5.087</c:v>
                </c:pt>
                <c:pt idx="1557">
                  <c:v>5.049</c:v>
                </c:pt>
                <c:pt idx="1558">
                  <c:v>4.99</c:v>
                </c:pt>
                <c:pt idx="1559">
                  <c:v>4.91</c:v>
                </c:pt>
                <c:pt idx="1560">
                  <c:v>4.81</c:v>
                </c:pt>
                <c:pt idx="1561">
                  <c:v>4.691</c:v>
                </c:pt>
                <c:pt idx="1562">
                  <c:v>4.552</c:v>
                </c:pt>
                <c:pt idx="1563">
                  <c:v>4.395</c:v>
                </c:pt>
                <c:pt idx="1564">
                  <c:v>4.22</c:v>
                </c:pt>
                <c:pt idx="1565">
                  <c:v>4.028</c:v>
                </c:pt>
                <c:pt idx="1566">
                  <c:v>3.819</c:v>
                </c:pt>
                <c:pt idx="1567">
                  <c:v>3.596</c:v>
                </c:pt>
                <c:pt idx="1568">
                  <c:v>3.358</c:v>
                </c:pt>
                <c:pt idx="1569">
                  <c:v>3.107</c:v>
                </c:pt>
                <c:pt idx="1570">
                  <c:v>2.845</c:v>
                </c:pt>
                <c:pt idx="1571">
                  <c:v>2.571</c:v>
                </c:pt>
                <c:pt idx="1572">
                  <c:v>2.287</c:v>
                </c:pt>
                <c:pt idx="1573">
                  <c:v>1.995</c:v>
                </c:pt>
                <c:pt idx="1574">
                  <c:v>1.695</c:v>
                </c:pt>
                <c:pt idx="1575">
                  <c:v>1.39</c:v>
                </c:pt>
                <c:pt idx="1576">
                  <c:v>1.08</c:v>
                </c:pt>
                <c:pt idx="1577">
                  <c:v>0.766</c:v>
                </c:pt>
                <c:pt idx="1578">
                  <c:v>0.45</c:v>
                </c:pt>
                <c:pt idx="1579">
                  <c:v>0.134</c:v>
                </c:pt>
                <c:pt idx="1580">
                  <c:v>-0.182</c:v>
                </c:pt>
                <c:pt idx="1581">
                  <c:v>-0.496</c:v>
                </c:pt>
                <c:pt idx="1582">
                  <c:v>-0.807</c:v>
                </c:pt>
                <c:pt idx="1583">
                  <c:v>-1.114</c:v>
                </c:pt>
                <c:pt idx="1584">
                  <c:v>-1.414</c:v>
                </c:pt>
                <c:pt idx="1585">
                  <c:v>-1.708</c:v>
                </c:pt>
                <c:pt idx="1586">
                  <c:v>-1.993</c:v>
                </c:pt>
                <c:pt idx="1587">
                  <c:v>-2.27</c:v>
                </c:pt>
                <c:pt idx="1588">
                  <c:v>-2.535</c:v>
                </c:pt>
                <c:pt idx="1589">
                  <c:v>-2.79</c:v>
                </c:pt>
                <c:pt idx="1590">
                  <c:v>-3.031</c:v>
                </c:pt>
                <c:pt idx="1591">
                  <c:v>-3.26</c:v>
                </c:pt>
                <c:pt idx="1592">
                  <c:v>-3.473</c:v>
                </c:pt>
                <c:pt idx="1593">
                  <c:v>-3.672</c:v>
                </c:pt>
                <c:pt idx="1594">
                  <c:v>-3.854</c:v>
                </c:pt>
                <c:pt idx="1595">
                  <c:v>-4.02</c:v>
                </c:pt>
                <c:pt idx="1596">
                  <c:v>-4.168</c:v>
                </c:pt>
                <c:pt idx="1597">
                  <c:v>-4.299</c:v>
                </c:pt>
                <c:pt idx="1598">
                  <c:v>-4.411</c:v>
                </c:pt>
                <c:pt idx="1599">
                  <c:v>-4.504</c:v>
                </c:pt>
                <c:pt idx="1600">
                  <c:v>-4.578</c:v>
                </c:pt>
                <c:pt idx="1601">
                  <c:v>-4.633</c:v>
                </c:pt>
                <c:pt idx="1602">
                  <c:v>-4.668</c:v>
                </c:pt>
                <c:pt idx="1603">
                  <c:v>-4.683</c:v>
                </c:pt>
                <c:pt idx="1604">
                  <c:v>-4.679</c:v>
                </c:pt>
                <c:pt idx="1605">
                  <c:v>-4.656</c:v>
                </c:pt>
                <c:pt idx="1606">
                  <c:v>-4.613</c:v>
                </c:pt>
                <c:pt idx="1607">
                  <c:v>-4.551</c:v>
                </c:pt>
                <c:pt idx="1608">
                  <c:v>-4.47</c:v>
                </c:pt>
                <c:pt idx="1609">
                  <c:v>-4.371</c:v>
                </c:pt>
                <c:pt idx="1610">
                  <c:v>-4.254</c:v>
                </c:pt>
                <c:pt idx="1611">
                  <c:v>-4.119</c:v>
                </c:pt>
                <c:pt idx="1612">
                  <c:v>-3.968</c:v>
                </c:pt>
                <c:pt idx="1613">
                  <c:v>-3.801</c:v>
                </c:pt>
                <c:pt idx="1614">
                  <c:v>-3.618</c:v>
                </c:pt>
                <c:pt idx="1615">
                  <c:v>-3.421</c:v>
                </c:pt>
                <c:pt idx="1616">
                  <c:v>-3.211</c:v>
                </c:pt>
                <c:pt idx="1617">
                  <c:v>-2.987</c:v>
                </c:pt>
                <c:pt idx="1618">
                  <c:v>-2.752</c:v>
                </c:pt>
                <c:pt idx="1619">
                  <c:v>-2.507</c:v>
                </c:pt>
                <c:pt idx="1620">
                  <c:v>-2.252</c:v>
                </c:pt>
                <c:pt idx="1621">
                  <c:v>-1.988</c:v>
                </c:pt>
                <c:pt idx="1622">
                  <c:v>-1.717</c:v>
                </c:pt>
                <c:pt idx="1623">
                  <c:v>-1.44</c:v>
                </c:pt>
                <c:pt idx="1624">
                  <c:v>-1.158</c:v>
                </c:pt>
                <c:pt idx="1625">
                  <c:v>-0.871</c:v>
                </c:pt>
                <c:pt idx="1626">
                  <c:v>-0.583</c:v>
                </c:pt>
                <c:pt idx="1627">
                  <c:v>-0.293</c:v>
                </c:pt>
                <c:pt idx="1628">
                  <c:v>-0.002</c:v>
                </c:pt>
                <c:pt idx="1629">
                  <c:v>0.287</c:v>
                </c:pt>
                <c:pt idx="1630">
                  <c:v>0.574</c:v>
                </c:pt>
                <c:pt idx="1631">
                  <c:v>0.858</c:v>
                </c:pt>
                <c:pt idx="1632">
                  <c:v>1.137</c:v>
                </c:pt>
                <c:pt idx="1633">
                  <c:v>1.41</c:v>
                </c:pt>
                <c:pt idx="1634">
                  <c:v>1.677</c:v>
                </c:pt>
                <c:pt idx="1635">
                  <c:v>1.936</c:v>
                </c:pt>
                <c:pt idx="1636">
                  <c:v>2.185</c:v>
                </c:pt>
                <c:pt idx="1637">
                  <c:v>2.425</c:v>
                </c:pt>
                <c:pt idx="1638">
                  <c:v>2.653</c:v>
                </c:pt>
                <c:pt idx="1639">
                  <c:v>2.87</c:v>
                </c:pt>
                <c:pt idx="1640">
                  <c:v>3.074</c:v>
                </c:pt>
                <c:pt idx="1641">
                  <c:v>3.264</c:v>
                </c:pt>
                <c:pt idx="1642">
                  <c:v>3.441</c:v>
                </c:pt>
                <c:pt idx="1643">
                  <c:v>3.602</c:v>
                </c:pt>
                <c:pt idx="1644">
                  <c:v>3.747</c:v>
                </c:pt>
                <c:pt idx="1645">
                  <c:v>3.877</c:v>
                </c:pt>
                <c:pt idx="1646">
                  <c:v>3.989</c:v>
                </c:pt>
                <c:pt idx="1647">
                  <c:v>4.085</c:v>
                </c:pt>
                <c:pt idx="1648">
                  <c:v>4.163</c:v>
                </c:pt>
                <c:pt idx="1649">
                  <c:v>4.224</c:v>
                </c:pt>
                <c:pt idx="1650">
                  <c:v>4.267</c:v>
                </c:pt>
                <c:pt idx="1651">
                  <c:v>4.291</c:v>
                </c:pt>
                <c:pt idx="1652">
                  <c:v>4.298</c:v>
                </c:pt>
                <c:pt idx="1653">
                  <c:v>4.287</c:v>
                </c:pt>
                <c:pt idx="1654">
                  <c:v>4.258</c:v>
                </c:pt>
                <c:pt idx="1655">
                  <c:v>4.211</c:v>
                </c:pt>
                <c:pt idx="1656">
                  <c:v>4.147</c:v>
                </c:pt>
                <c:pt idx="1657">
                  <c:v>4.066</c:v>
                </c:pt>
                <c:pt idx="1658">
                  <c:v>3.968</c:v>
                </c:pt>
                <c:pt idx="1659">
                  <c:v>3.854</c:v>
                </c:pt>
                <c:pt idx="1660">
                  <c:v>3.724</c:v>
                </c:pt>
                <c:pt idx="1661">
                  <c:v>3.579</c:v>
                </c:pt>
                <c:pt idx="1662">
                  <c:v>3.42</c:v>
                </c:pt>
                <c:pt idx="1663">
                  <c:v>3.246</c:v>
                </c:pt>
                <c:pt idx="1664">
                  <c:v>3.06</c:v>
                </c:pt>
                <c:pt idx="1665">
                  <c:v>2.862</c:v>
                </c:pt>
                <c:pt idx="1666">
                  <c:v>2.653</c:v>
                </c:pt>
                <c:pt idx="1667">
                  <c:v>2.433</c:v>
                </c:pt>
                <c:pt idx="1668">
                  <c:v>2.204</c:v>
                </c:pt>
                <c:pt idx="1669">
                  <c:v>1.967</c:v>
                </c:pt>
                <c:pt idx="1670">
                  <c:v>1.722</c:v>
                </c:pt>
                <c:pt idx="1671">
                  <c:v>1.471</c:v>
                </c:pt>
                <c:pt idx="1672">
                  <c:v>1.214</c:v>
                </c:pt>
                <c:pt idx="1673">
                  <c:v>0.953</c:v>
                </c:pt>
                <c:pt idx="1674">
                  <c:v>0.69</c:v>
                </c:pt>
                <c:pt idx="1675">
                  <c:v>0.424</c:v>
                </c:pt>
                <c:pt idx="1676">
                  <c:v>0.158</c:v>
                </c:pt>
                <c:pt idx="1677">
                  <c:v>-0.108</c:v>
                </c:pt>
                <c:pt idx="1678">
                  <c:v>-0.373</c:v>
                </c:pt>
                <c:pt idx="1679">
                  <c:v>-0.636</c:v>
                </c:pt>
                <c:pt idx="1680">
                  <c:v>-0.894</c:v>
                </c:pt>
                <c:pt idx="1681">
                  <c:v>-1.148</c:v>
                </c:pt>
                <c:pt idx="1682">
                  <c:v>-1.397</c:v>
                </c:pt>
                <c:pt idx="1683">
                  <c:v>-1.638</c:v>
                </c:pt>
                <c:pt idx="1684">
                  <c:v>-1.872</c:v>
                </c:pt>
                <c:pt idx="1685">
                  <c:v>-2.098</c:v>
                </c:pt>
                <c:pt idx="1686">
                  <c:v>-2.313</c:v>
                </c:pt>
                <c:pt idx="1687">
                  <c:v>-2.519</c:v>
                </c:pt>
                <c:pt idx="1688">
                  <c:v>-2.713</c:v>
                </c:pt>
                <c:pt idx="1689">
                  <c:v>-2.895</c:v>
                </c:pt>
                <c:pt idx="1690">
                  <c:v>-3.064</c:v>
                </c:pt>
                <c:pt idx="1691">
                  <c:v>-3.22</c:v>
                </c:pt>
                <c:pt idx="1692">
                  <c:v>-3.362</c:v>
                </c:pt>
                <c:pt idx="1693">
                  <c:v>-3.49</c:v>
                </c:pt>
                <c:pt idx="1694">
                  <c:v>-3.602</c:v>
                </c:pt>
                <c:pt idx="1695">
                  <c:v>-3.699</c:v>
                </c:pt>
                <c:pt idx="1696">
                  <c:v>-3.78</c:v>
                </c:pt>
                <c:pt idx="1697">
                  <c:v>-3.845</c:v>
                </c:pt>
                <c:pt idx="1698">
                  <c:v>-3.894</c:v>
                </c:pt>
                <c:pt idx="1699">
                  <c:v>-3.926</c:v>
                </c:pt>
                <c:pt idx="1700">
                  <c:v>-3.942</c:v>
                </c:pt>
                <c:pt idx="1701">
                  <c:v>-3.942</c:v>
                </c:pt>
                <c:pt idx="1702">
                  <c:v>-3.925</c:v>
                </c:pt>
                <c:pt idx="1703">
                  <c:v>-3.891</c:v>
                </c:pt>
                <c:pt idx="1704">
                  <c:v>-3.842</c:v>
                </c:pt>
                <c:pt idx="1705">
                  <c:v>-3.776</c:v>
                </c:pt>
                <c:pt idx="1706">
                  <c:v>-3.695</c:v>
                </c:pt>
                <c:pt idx="1707">
                  <c:v>-3.599</c:v>
                </c:pt>
                <c:pt idx="1708">
                  <c:v>-3.488</c:v>
                </c:pt>
                <c:pt idx="1709">
                  <c:v>-3.363</c:v>
                </c:pt>
                <c:pt idx="1710">
                  <c:v>-3.225</c:v>
                </c:pt>
                <c:pt idx="1711">
                  <c:v>-3.073</c:v>
                </c:pt>
                <c:pt idx="1712">
                  <c:v>-2.909</c:v>
                </c:pt>
                <c:pt idx="1713">
                  <c:v>-2.734</c:v>
                </c:pt>
                <c:pt idx="1714">
                  <c:v>-2.548</c:v>
                </c:pt>
                <c:pt idx="1715">
                  <c:v>-2.352</c:v>
                </c:pt>
                <c:pt idx="1716">
                  <c:v>-2.146</c:v>
                </c:pt>
                <c:pt idx="1717">
                  <c:v>-1.933</c:v>
                </c:pt>
                <c:pt idx="1718">
                  <c:v>-1.712</c:v>
                </c:pt>
                <c:pt idx="1719">
                  <c:v>-1.485</c:v>
                </c:pt>
                <c:pt idx="1720">
                  <c:v>-1.252</c:v>
                </c:pt>
                <c:pt idx="1721">
                  <c:v>-1.015</c:v>
                </c:pt>
                <c:pt idx="1722">
                  <c:v>-0.775</c:v>
                </c:pt>
                <c:pt idx="1723">
                  <c:v>-0.532</c:v>
                </c:pt>
                <c:pt idx="1724">
                  <c:v>-0.288</c:v>
                </c:pt>
                <c:pt idx="1725">
                  <c:v>-0.043</c:v>
                </c:pt>
                <c:pt idx="1726">
                  <c:v>0.201</c:v>
                </c:pt>
                <c:pt idx="1727">
                  <c:v>0.443</c:v>
                </c:pt>
                <c:pt idx="1728">
                  <c:v>0.682</c:v>
                </c:pt>
                <c:pt idx="1729">
                  <c:v>0.918</c:v>
                </c:pt>
                <c:pt idx="1730">
                  <c:v>1.149</c:v>
                </c:pt>
                <c:pt idx="1731">
                  <c:v>1.375</c:v>
                </c:pt>
                <c:pt idx="1732">
                  <c:v>1.593</c:v>
                </c:pt>
                <c:pt idx="1733">
                  <c:v>1.805</c:v>
                </c:pt>
                <c:pt idx="1734">
                  <c:v>2.008</c:v>
                </c:pt>
                <c:pt idx="1735">
                  <c:v>2.202</c:v>
                </c:pt>
                <c:pt idx="1736">
                  <c:v>2.386</c:v>
                </c:pt>
                <c:pt idx="1737">
                  <c:v>2.56</c:v>
                </c:pt>
                <c:pt idx="1738">
                  <c:v>2.722</c:v>
                </c:pt>
                <c:pt idx="1739">
                  <c:v>2.873</c:v>
                </c:pt>
                <c:pt idx="1740">
                  <c:v>3.011</c:v>
                </c:pt>
                <c:pt idx="1741">
                  <c:v>3.135</c:v>
                </c:pt>
                <c:pt idx="1742">
                  <c:v>3.247</c:v>
                </c:pt>
                <c:pt idx="1743">
                  <c:v>3.344</c:v>
                </c:pt>
                <c:pt idx="1744">
                  <c:v>3.427</c:v>
                </c:pt>
                <c:pt idx="1745">
                  <c:v>3.495</c:v>
                </c:pt>
                <c:pt idx="1746">
                  <c:v>3.549</c:v>
                </c:pt>
                <c:pt idx="1747">
                  <c:v>3.587</c:v>
                </c:pt>
                <c:pt idx="1748">
                  <c:v>3.611</c:v>
                </c:pt>
                <c:pt idx="1749">
                  <c:v>3.619</c:v>
                </c:pt>
                <c:pt idx="1750">
                  <c:v>3.612</c:v>
                </c:pt>
                <c:pt idx="1751">
                  <c:v>3.59</c:v>
                </c:pt>
                <c:pt idx="1752">
                  <c:v>3.553</c:v>
                </c:pt>
                <c:pt idx="1753">
                  <c:v>3.502</c:v>
                </c:pt>
                <c:pt idx="1754">
                  <c:v>3.436</c:v>
                </c:pt>
                <c:pt idx="1755">
                  <c:v>3.356</c:v>
                </c:pt>
                <c:pt idx="1756">
                  <c:v>3.262</c:v>
                </c:pt>
                <c:pt idx="1757">
                  <c:v>3.155</c:v>
                </c:pt>
                <c:pt idx="1758">
                  <c:v>3.035</c:v>
                </c:pt>
                <c:pt idx="1759">
                  <c:v>2.903</c:v>
                </c:pt>
                <c:pt idx="1760">
                  <c:v>2.759</c:v>
                </c:pt>
                <c:pt idx="1761">
                  <c:v>2.604</c:v>
                </c:pt>
                <c:pt idx="1762">
                  <c:v>2.439</c:v>
                </c:pt>
                <c:pt idx="1763">
                  <c:v>2.264</c:v>
                </c:pt>
                <c:pt idx="1764">
                  <c:v>2.081</c:v>
                </c:pt>
                <c:pt idx="1765">
                  <c:v>1.889</c:v>
                </c:pt>
                <c:pt idx="1766">
                  <c:v>1.69</c:v>
                </c:pt>
                <c:pt idx="1767">
                  <c:v>1.485</c:v>
                </c:pt>
                <c:pt idx="1768">
                  <c:v>1.274</c:v>
                </c:pt>
                <c:pt idx="1769">
                  <c:v>1.059</c:v>
                </c:pt>
                <c:pt idx="1770">
                  <c:v>0.84</c:v>
                </c:pt>
                <c:pt idx="1771">
                  <c:v>0.618</c:v>
                </c:pt>
                <c:pt idx="1772">
                  <c:v>0.395</c:v>
                </c:pt>
                <c:pt idx="1773">
                  <c:v>0.171</c:v>
                </c:pt>
                <c:pt idx="1774">
                  <c:v>-0.053</c:v>
                </c:pt>
                <c:pt idx="1775">
                  <c:v>-0.277</c:v>
                </c:pt>
                <c:pt idx="1776">
                  <c:v>-0.498</c:v>
                </c:pt>
                <c:pt idx="1777">
                  <c:v>-0.716</c:v>
                </c:pt>
                <c:pt idx="1778">
                  <c:v>-0.931</c:v>
                </c:pt>
                <c:pt idx="1779">
                  <c:v>-1.141</c:v>
                </c:pt>
                <c:pt idx="1780">
                  <c:v>-1.345</c:v>
                </c:pt>
                <c:pt idx="1781">
                  <c:v>-1.544</c:v>
                </c:pt>
                <c:pt idx="1782">
                  <c:v>-1.735</c:v>
                </c:pt>
                <c:pt idx="1783">
                  <c:v>-1.918</c:v>
                </c:pt>
                <c:pt idx="1784">
                  <c:v>-2.092</c:v>
                </c:pt>
                <c:pt idx="1785">
                  <c:v>-2.257</c:v>
                </c:pt>
                <c:pt idx="1786">
                  <c:v>-2.412</c:v>
                </c:pt>
                <c:pt idx="1787">
                  <c:v>-2.557</c:v>
                </c:pt>
                <c:pt idx="1788">
                  <c:v>-2.69</c:v>
                </c:pt>
                <c:pt idx="1789">
                  <c:v>-2.812</c:v>
                </c:pt>
                <c:pt idx="1790">
                  <c:v>-2.921</c:v>
                </c:pt>
                <c:pt idx="1791">
                  <c:v>-3.018</c:v>
                </c:pt>
                <c:pt idx="1792">
                  <c:v>-3.102</c:v>
                </c:pt>
                <c:pt idx="1793">
                  <c:v>-3.172</c:v>
                </c:pt>
                <c:pt idx="1794">
                  <c:v>-3.229</c:v>
                </c:pt>
                <c:pt idx="1795">
                  <c:v>-3.273</c:v>
                </c:pt>
                <c:pt idx="1796">
                  <c:v>-3.302</c:v>
                </c:pt>
                <c:pt idx="1797">
                  <c:v>-3.318</c:v>
                </c:pt>
                <c:pt idx="1798">
                  <c:v>-3.32</c:v>
                </c:pt>
                <c:pt idx="1799">
                  <c:v>-3.308</c:v>
                </c:pt>
                <c:pt idx="1800">
                  <c:v>-3.282</c:v>
                </c:pt>
                <c:pt idx="1801">
                  <c:v>-3.243</c:v>
                </c:pt>
                <c:pt idx="1802">
                  <c:v>-3.19</c:v>
                </c:pt>
                <c:pt idx="1803">
                  <c:v>-3.124</c:v>
                </c:pt>
                <c:pt idx="1804">
                  <c:v>-3.045</c:v>
                </c:pt>
                <c:pt idx="1805">
                  <c:v>-2.954</c:v>
                </c:pt>
                <c:pt idx="1806">
                  <c:v>-2.851</c:v>
                </c:pt>
                <c:pt idx="1807">
                  <c:v>-2.736</c:v>
                </c:pt>
                <c:pt idx="1808">
                  <c:v>-2.61</c:v>
                </c:pt>
                <c:pt idx="1809">
                  <c:v>-2.474</c:v>
                </c:pt>
                <c:pt idx="1810">
                  <c:v>-2.328</c:v>
                </c:pt>
                <c:pt idx="1811">
                  <c:v>-2.172</c:v>
                </c:pt>
                <c:pt idx="1812">
                  <c:v>-2.009</c:v>
                </c:pt>
                <c:pt idx="1813">
                  <c:v>-1.837</c:v>
                </c:pt>
                <c:pt idx="1814">
                  <c:v>-1.658</c:v>
                </c:pt>
                <c:pt idx="1815">
                  <c:v>-1.473</c:v>
                </c:pt>
                <c:pt idx="1816">
                  <c:v>-1.283</c:v>
                </c:pt>
                <c:pt idx="1817">
                  <c:v>-1.088</c:v>
                </c:pt>
                <c:pt idx="1818">
                  <c:v>-0.889</c:v>
                </c:pt>
                <c:pt idx="1819">
                  <c:v>-0.687</c:v>
                </c:pt>
                <c:pt idx="1820">
                  <c:v>-0.482</c:v>
                </c:pt>
                <c:pt idx="1821">
                  <c:v>-0.277</c:v>
                </c:pt>
                <c:pt idx="1822">
                  <c:v>-0.071</c:v>
                </c:pt>
                <c:pt idx="1823">
                  <c:v>0.134</c:v>
                </c:pt>
                <c:pt idx="1824">
                  <c:v>0.338</c:v>
                </c:pt>
                <c:pt idx="1825">
                  <c:v>0.541</c:v>
                </c:pt>
                <c:pt idx="1826">
                  <c:v>0.74</c:v>
                </c:pt>
                <c:pt idx="1827">
                  <c:v>0.935</c:v>
                </c:pt>
                <c:pt idx="1828">
                  <c:v>1.126</c:v>
                </c:pt>
                <c:pt idx="1829">
                  <c:v>1.311</c:v>
                </c:pt>
                <c:pt idx="1830">
                  <c:v>1.49</c:v>
                </c:pt>
                <c:pt idx="1831">
                  <c:v>1.662</c:v>
                </c:pt>
                <c:pt idx="1832">
                  <c:v>1.827</c:v>
                </c:pt>
                <c:pt idx="1833">
                  <c:v>1.984</c:v>
                </c:pt>
                <c:pt idx="1834">
                  <c:v>2.131</c:v>
                </c:pt>
                <c:pt idx="1835">
                  <c:v>2.27</c:v>
                </c:pt>
                <c:pt idx="1836">
                  <c:v>2.398</c:v>
                </c:pt>
                <c:pt idx="1837">
                  <c:v>2.516</c:v>
                </c:pt>
                <c:pt idx="1838">
                  <c:v>2.623</c:v>
                </c:pt>
                <c:pt idx="1839">
                  <c:v>2.719</c:v>
                </c:pt>
                <c:pt idx="1840">
                  <c:v>2.802</c:v>
                </c:pt>
                <c:pt idx="1841">
                  <c:v>2.874</c:v>
                </c:pt>
                <c:pt idx="1842">
                  <c:v>2.934</c:v>
                </c:pt>
                <c:pt idx="1843">
                  <c:v>2.981</c:v>
                </c:pt>
                <c:pt idx="1844">
                  <c:v>3.016</c:v>
                </c:pt>
                <c:pt idx="1845">
                  <c:v>3.038</c:v>
                </c:pt>
                <c:pt idx="1846">
                  <c:v>3.047</c:v>
                </c:pt>
                <c:pt idx="1847">
                  <c:v>3.043</c:v>
                </c:pt>
                <c:pt idx="1848">
                  <c:v>3.027</c:v>
                </c:pt>
                <c:pt idx="1849">
                  <c:v>2.998</c:v>
                </c:pt>
                <c:pt idx="1850">
                  <c:v>2.957</c:v>
                </c:pt>
                <c:pt idx="1851">
                  <c:v>2.903</c:v>
                </c:pt>
                <c:pt idx="1852">
                  <c:v>2.838</c:v>
                </c:pt>
                <c:pt idx="1853">
                  <c:v>2.761</c:v>
                </c:pt>
                <c:pt idx="1854">
                  <c:v>2.672</c:v>
                </c:pt>
                <c:pt idx="1855">
                  <c:v>2.573</c:v>
                </c:pt>
                <c:pt idx="1856">
                  <c:v>2.464</c:v>
                </c:pt>
                <c:pt idx="1857">
                  <c:v>2.344</c:v>
                </c:pt>
                <c:pt idx="1858">
                  <c:v>2.215</c:v>
                </c:pt>
                <c:pt idx="1859">
                  <c:v>2.078</c:v>
                </c:pt>
                <c:pt idx="1860">
                  <c:v>1.932</c:v>
                </c:pt>
                <c:pt idx="1861">
                  <c:v>1.778</c:v>
                </c:pt>
                <c:pt idx="1862">
                  <c:v>1.618</c:v>
                </c:pt>
                <c:pt idx="1863">
                  <c:v>1.452</c:v>
                </c:pt>
                <c:pt idx="1864">
                  <c:v>1.28</c:v>
                </c:pt>
                <c:pt idx="1865">
                  <c:v>1.103</c:v>
                </c:pt>
                <c:pt idx="1866">
                  <c:v>0.923</c:v>
                </c:pt>
                <c:pt idx="1867">
                  <c:v>0.739</c:v>
                </c:pt>
                <c:pt idx="1868">
                  <c:v>0.552</c:v>
                </c:pt>
                <c:pt idx="1869">
                  <c:v>0.365</c:v>
                </c:pt>
                <c:pt idx="1870">
                  <c:v>0.176</c:v>
                </c:pt>
                <c:pt idx="1871">
                  <c:v>-0.013</c:v>
                </c:pt>
                <c:pt idx="1872">
                  <c:v>-0.201</c:v>
                </c:pt>
                <c:pt idx="1873">
                  <c:v>-0.388</c:v>
                </c:pt>
                <c:pt idx="1874">
                  <c:v>-0.572</c:v>
                </c:pt>
                <c:pt idx="1875">
                  <c:v>-0.754</c:v>
                </c:pt>
                <c:pt idx="1876">
                  <c:v>-0.931</c:v>
                </c:pt>
                <c:pt idx="1877">
                  <c:v>-1.104</c:v>
                </c:pt>
                <c:pt idx="1878">
                  <c:v>-1.272</c:v>
                </c:pt>
                <c:pt idx="1879">
                  <c:v>-1.434</c:v>
                </c:pt>
                <c:pt idx="1880">
                  <c:v>-1.589</c:v>
                </c:pt>
                <c:pt idx="1881">
                  <c:v>-1.737</c:v>
                </c:pt>
                <c:pt idx="1882">
                  <c:v>-1.878</c:v>
                </c:pt>
                <c:pt idx="1883">
                  <c:v>-2.01</c:v>
                </c:pt>
                <c:pt idx="1884">
                  <c:v>-2.133</c:v>
                </c:pt>
                <c:pt idx="1885">
                  <c:v>-2.247</c:v>
                </c:pt>
                <c:pt idx="1886">
                  <c:v>-2.351</c:v>
                </c:pt>
                <c:pt idx="1887">
                  <c:v>-2.445</c:v>
                </c:pt>
                <c:pt idx="1888">
                  <c:v>-2.528</c:v>
                </c:pt>
                <c:pt idx="1889">
                  <c:v>-2.6</c:v>
                </c:pt>
                <c:pt idx="1890">
                  <c:v>-2.662</c:v>
                </c:pt>
                <c:pt idx="1891">
                  <c:v>-2.712</c:v>
                </c:pt>
                <c:pt idx="1892">
                  <c:v>-2.75</c:v>
                </c:pt>
                <c:pt idx="1893">
                  <c:v>-2.777</c:v>
                </c:pt>
                <c:pt idx="1894">
                  <c:v>-2.792</c:v>
                </c:pt>
                <c:pt idx="1895">
                  <c:v>-2.796</c:v>
                </c:pt>
                <c:pt idx="1896">
                  <c:v>-2.788</c:v>
                </c:pt>
                <c:pt idx="1897">
                  <c:v>-2.768</c:v>
                </c:pt>
                <c:pt idx="1898">
                  <c:v>-2.737</c:v>
                </c:pt>
                <c:pt idx="1899">
                  <c:v>-2.694</c:v>
                </c:pt>
                <c:pt idx="1900">
                  <c:v>-2.64</c:v>
                </c:pt>
                <c:pt idx="1901">
                  <c:v>-2.576</c:v>
                </c:pt>
                <c:pt idx="1902">
                  <c:v>-2.501</c:v>
                </c:pt>
                <c:pt idx="1903">
                  <c:v>-2.416</c:v>
                </c:pt>
                <c:pt idx="1904">
                  <c:v>-2.321</c:v>
                </c:pt>
                <c:pt idx="1905">
                  <c:v>-2.216</c:v>
                </c:pt>
                <c:pt idx="1906">
                  <c:v>-2.103</c:v>
                </c:pt>
                <c:pt idx="1907">
                  <c:v>-1.981</c:v>
                </c:pt>
                <c:pt idx="1908">
                  <c:v>-1.852</c:v>
                </c:pt>
                <c:pt idx="1909">
                  <c:v>-1.715</c:v>
                </c:pt>
                <c:pt idx="1910">
                  <c:v>-1.572</c:v>
                </c:pt>
                <c:pt idx="1911">
                  <c:v>-1.422</c:v>
                </c:pt>
                <c:pt idx="1912">
                  <c:v>-1.267</c:v>
                </c:pt>
                <c:pt idx="1913">
                  <c:v>-1.108</c:v>
                </c:pt>
                <c:pt idx="1914">
                  <c:v>-0.944</c:v>
                </c:pt>
                <c:pt idx="1915">
                  <c:v>-0.777</c:v>
                </c:pt>
                <c:pt idx="1916">
                  <c:v>-0.607</c:v>
                </c:pt>
                <c:pt idx="1917">
                  <c:v>-0.435</c:v>
                </c:pt>
                <c:pt idx="1918">
                  <c:v>-0.263</c:v>
                </c:pt>
                <c:pt idx="1919">
                  <c:v>-0.089</c:v>
                </c:pt>
                <c:pt idx="1920">
                  <c:v>0.084</c:v>
                </c:pt>
                <c:pt idx="1921">
                  <c:v>0.256</c:v>
                </c:pt>
                <c:pt idx="1922">
                  <c:v>0.426</c:v>
                </c:pt>
                <c:pt idx="1923">
                  <c:v>0.595</c:v>
                </c:pt>
                <c:pt idx="1924">
                  <c:v>0.76</c:v>
                </c:pt>
                <c:pt idx="1925">
                  <c:v>0.921</c:v>
                </c:pt>
                <c:pt idx="1926">
                  <c:v>1.078</c:v>
                </c:pt>
                <c:pt idx="1927">
                  <c:v>1.229</c:v>
                </c:pt>
                <c:pt idx="1928">
                  <c:v>1.376</c:v>
                </c:pt>
                <c:pt idx="1929">
                  <c:v>1.515</c:v>
                </c:pt>
                <c:pt idx="1930">
                  <c:v>1.648</c:v>
                </c:pt>
                <c:pt idx="1931">
                  <c:v>1.774</c:v>
                </c:pt>
                <c:pt idx="1932">
                  <c:v>1.892</c:v>
                </c:pt>
                <c:pt idx="1933">
                  <c:v>2.001</c:v>
                </c:pt>
                <c:pt idx="1934">
                  <c:v>2.102</c:v>
                </c:pt>
                <c:pt idx="1935">
                  <c:v>2.194</c:v>
                </c:pt>
                <c:pt idx="1936">
                  <c:v>2.276</c:v>
                </c:pt>
                <c:pt idx="1937">
                  <c:v>2.348</c:v>
                </c:pt>
                <c:pt idx="1938">
                  <c:v>2.411</c:v>
                </c:pt>
                <c:pt idx="1939">
                  <c:v>2.463</c:v>
                </c:pt>
                <c:pt idx="1940">
                  <c:v>2.504</c:v>
                </c:pt>
                <c:pt idx="1941">
                  <c:v>2.535</c:v>
                </c:pt>
                <c:pt idx="1942">
                  <c:v>2.555</c:v>
                </c:pt>
                <c:pt idx="1943">
                  <c:v>2.565</c:v>
                </c:pt>
                <c:pt idx="1944">
                  <c:v>2.564</c:v>
                </c:pt>
                <c:pt idx="1945">
                  <c:v>2.552</c:v>
                </c:pt>
                <c:pt idx="1946">
                  <c:v>2.529</c:v>
                </c:pt>
                <c:pt idx="1947">
                  <c:v>2.496</c:v>
                </c:pt>
                <c:pt idx="1948">
                  <c:v>2.453</c:v>
                </c:pt>
                <c:pt idx="1949">
                  <c:v>2.399</c:v>
                </c:pt>
                <c:pt idx="1950">
                  <c:v>2.336</c:v>
                </c:pt>
                <c:pt idx="1951">
                  <c:v>2.263</c:v>
                </c:pt>
                <c:pt idx="1952">
                  <c:v>2.181</c:v>
                </c:pt>
                <c:pt idx="1953">
                  <c:v>2.091</c:v>
                </c:pt>
                <c:pt idx="1954">
                  <c:v>1.991</c:v>
                </c:pt>
                <c:pt idx="1955">
                  <c:v>1.884</c:v>
                </c:pt>
                <c:pt idx="1956">
                  <c:v>1.769</c:v>
                </c:pt>
                <c:pt idx="1957">
                  <c:v>1.648</c:v>
                </c:pt>
                <c:pt idx="1958">
                  <c:v>1.52</c:v>
                </c:pt>
                <c:pt idx="1959">
                  <c:v>1.386</c:v>
                </c:pt>
                <c:pt idx="1960">
                  <c:v>1.246</c:v>
                </c:pt>
                <c:pt idx="1961">
                  <c:v>1.102</c:v>
                </c:pt>
                <c:pt idx="1962">
                  <c:v>0.954</c:v>
                </c:pt>
                <c:pt idx="1963">
                  <c:v>0.803</c:v>
                </c:pt>
                <c:pt idx="1964">
                  <c:v>0.648</c:v>
                </c:pt>
                <c:pt idx="1965">
                  <c:v>0.492</c:v>
                </c:pt>
                <c:pt idx="1966">
                  <c:v>0.334</c:v>
                </c:pt>
                <c:pt idx="1967">
                  <c:v>0.175</c:v>
                </c:pt>
                <c:pt idx="1968">
                  <c:v>0.016</c:v>
                </c:pt>
                <c:pt idx="1969">
                  <c:v>-0.143</c:v>
                </c:pt>
                <c:pt idx="1970">
                  <c:v>-0.3</c:v>
                </c:pt>
                <c:pt idx="1971">
                  <c:v>-0.456</c:v>
                </c:pt>
                <c:pt idx="1972">
                  <c:v>-0.609</c:v>
                </c:pt>
                <c:pt idx="1973">
                  <c:v>-0.759</c:v>
                </c:pt>
                <c:pt idx="1974">
                  <c:v>-0.905</c:v>
                </c:pt>
                <c:pt idx="1975">
                  <c:v>-1.047</c:v>
                </c:pt>
                <c:pt idx="1976">
                  <c:v>-1.185</c:v>
                </c:pt>
                <c:pt idx="1977">
                  <c:v>-1.316</c:v>
                </c:pt>
                <c:pt idx="1978">
                  <c:v>-1.442</c:v>
                </c:pt>
                <c:pt idx="1979">
                  <c:v>-1.561</c:v>
                </c:pt>
                <c:pt idx="1980">
                  <c:v>-1.674</c:v>
                </c:pt>
                <c:pt idx="1981">
                  <c:v>-1.779</c:v>
                </c:pt>
                <c:pt idx="1982">
                  <c:v>-1.876</c:v>
                </c:pt>
                <c:pt idx="1983">
                  <c:v>-1.965</c:v>
                </c:pt>
                <c:pt idx="1984">
                  <c:v>-2.045</c:v>
                </c:pt>
                <c:pt idx="1985">
                  <c:v>-2.117</c:v>
                </c:pt>
                <c:pt idx="1986">
                  <c:v>-2.18</c:v>
                </c:pt>
                <c:pt idx="1987">
                  <c:v>-2.233</c:v>
                </c:pt>
                <c:pt idx="1988">
                  <c:v>-2.277</c:v>
                </c:pt>
                <c:pt idx="1989">
                  <c:v>-2.311</c:v>
                </c:pt>
                <c:pt idx="1990">
                  <c:v>-2.335</c:v>
                </c:pt>
                <c:pt idx="1991">
                  <c:v>-2.35</c:v>
                </c:pt>
                <c:pt idx="1992">
                  <c:v>-2.354</c:v>
                </c:pt>
                <c:pt idx="1993">
                  <c:v>-2.349</c:v>
                </c:pt>
                <c:pt idx="1994">
                  <c:v>-2.334</c:v>
                </c:pt>
                <c:pt idx="1995">
                  <c:v>-2.309</c:v>
                </c:pt>
                <c:pt idx="1996">
                  <c:v>-2.275</c:v>
                </c:pt>
                <c:pt idx="1997">
                  <c:v>-2.231</c:v>
                </c:pt>
                <c:pt idx="1998">
                  <c:v>-2.179</c:v>
                </c:pt>
                <c:pt idx="1999">
                  <c:v>-2.117</c:v>
                </c:pt>
                <c:pt idx="2000">
                  <c:v>-2.047</c:v>
                </c:pt>
                <c:pt idx="2001">
                  <c:v/>
                </c:pt>
                <c:pt idx="2002">
                  <c:v/>
                </c:pt>
              </c:numCache>
            </c:numRef>
          </c:yVal>
          <c:smooth val="0"/>
        </c:ser>
        <c:ser>
          <c:idx val="1"/>
          <c:order val="1"/>
          <c:tx>
            <c:strRef>
              <c:f>Sheet1!$C$1</c:f>
              <c:strCache>
                <c:ptCount val="1"/>
                <c:pt idx="0">
                  <c:v>Z4</c:v>
                </c:pt>
              </c:strCache>
            </c:strRef>
          </c:tx>
          <c:spPr>
            <a:solidFill>
              <a:srgbClr val="2A9D8F"/>
            </a:solidFill>
            <a:ln w="19050" cap="flat">
              <a:solidFill>
                <a:srgbClr val="2A9D8F"/>
              </a:solidFill>
              <a:prstDash val="solid"/>
              <a:round/>
            </a:ln>
            <a:effectLst/>
          </c:spPr>
          <c:marker>
            <c:symbol val="none"/>
            <c:size val="6"/>
            <c:spPr>
              <a:solidFill>
                <a:srgbClr val="2A9D8F"/>
              </a:solidFill>
              <a:ln w="9525" cap="flat">
                <a:solidFill>
                  <a:srgbClr val="2A9D8F"/>
                </a:solidFill>
                <a:prstDash val="solid"/>
                <a:round/>
              </a:ln>
              <a:effectLst/>
            </c:spPr>
          </c:marker>
          <c:xVal>
            <c:numRef>
              <c:f>Sheet1!$A$2:$A$2004</c:f>
              <c:numCache>
                <c:formatCode>General</c:formatCode>
                <c:ptCount val="2003"/>
                <c:pt idx="0">
                  <c:v>0</c:v>
                </c:pt>
                <c:pt idx="1">
                  <c:v>0.0005</c:v>
                </c:pt>
                <c:pt idx="2">
                  <c:v>0.001</c:v>
                </c:pt>
                <c:pt idx="3">
                  <c:v>0.0015</c:v>
                </c:pt>
                <c:pt idx="4">
                  <c:v>0.002</c:v>
                </c:pt>
                <c:pt idx="5">
                  <c:v>0.0025</c:v>
                </c:pt>
                <c:pt idx="6">
                  <c:v>0.003</c:v>
                </c:pt>
                <c:pt idx="7">
                  <c:v>0.0035</c:v>
                </c:pt>
                <c:pt idx="8">
                  <c:v>0.004</c:v>
                </c:pt>
                <c:pt idx="9">
                  <c:v>0.0045</c:v>
                </c:pt>
                <c:pt idx="10">
                  <c:v>0.005</c:v>
                </c:pt>
                <c:pt idx="11">
                  <c:v>0.0055</c:v>
                </c:pt>
                <c:pt idx="12">
                  <c:v>0.006</c:v>
                </c:pt>
                <c:pt idx="13">
                  <c:v>0.0065</c:v>
                </c:pt>
                <c:pt idx="14">
                  <c:v>0.007</c:v>
                </c:pt>
                <c:pt idx="15">
                  <c:v>0.0075</c:v>
                </c:pt>
                <c:pt idx="16">
                  <c:v>0.008</c:v>
                </c:pt>
                <c:pt idx="17">
                  <c:v>0.0085</c:v>
                </c:pt>
                <c:pt idx="18">
                  <c:v>0.009</c:v>
                </c:pt>
                <c:pt idx="19">
                  <c:v>0.0095</c:v>
                </c:pt>
                <c:pt idx="20">
                  <c:v>0.01</c:v>
                </c:pt>
                <c:pt idx="21">
                  <c:v>0.0105</c:v>
                </c:pt>
                <c:pt idx="22">
                  <c:v>0.011</c:v>
                </c:pt>
                <c:pt idx="23">
                  <c:v>0.0115</c:v>
                </c:pt>
                <c:pt idx="24">
                  <c:v>0.012</c:v>
                </c:pt>
                <c:pt idx="25">
                  <c:v>0.0125</c:v>
                </c:pt>
                <c:pt idx="26">
                  <c:v>0.013</c:v>
                </c:pt>
                <c:pt idx="27">
                  <c:v>0.0135</c:v>
                </c:pt>
                <c:pt idx="28">
                  <c:v>0.014</c:v>
                </c:pt>
                <c:pt idx="29">
                  <c:v>0.0145</c:v>
                </c:pt>
                <c:pt idx="30">
                  <c:v>0.015</c:v>
                </c:pt>
                <c:pt idx="31">
                  <c:v>0.0155</c:v>
                </c:pt>
                <c:pt idx="32">
                  <c:v>0.016</c:v>
                </c:pt>
                <c:pt idx="33">
                  <c:v>0.0165</c:v>
                </c:pt>
                <c:pt idx="34">
                  <c:v>0.017</c:v>
                </c:pt>
                <c:pt idx="35">
                  <c:v>0.0175</c:v>
                </c:pt>
                <c:pt idx="36">
                  <c:v>0.018</c:v>
                </c:pt>
                <c:pt idx="37">
                  <c:v>0.0185</c:v>
                </c:pt>
                <c:pt idx="38">
                  <c:v>0.019</c:v>
                </c:pt>
                <c:pt idx="39">
                  <c:v>0.0195</c:v>
                </c:pt>
                <c:pt idx="40">
                  <c:v>0.02</c:v>
                </c:pt>
                <c:pt idx="41">
                  <c:v>0.0205</c:v>
                </c:pt>
                <c:pt idx="42">
                  <c:v>0.021</c:v>
                </c:pt>
                <c:pt idx="43">
                  <c:v>0.0215</c:v>
                </c:pt>
                <c:pt idx="44">
                  <c:v>0.022</c:v>
                </c:pt>
                <c:pt idx="45">
                  <c:v>0.0225</c:v>
                </c:pt>
                <c:pt idx="46">
                  <c:v>0.023</c:v>
                </c:pt>
                <c:pt idx="47">
                  <c:v>0.0235</c:v>
                </c:pt>
                <c:pt idx="48">
                  <c:v>0.024</c:v>
                </c:pt>
                <c:pt idx="49">
                  <c:v>0.0245</c:v>
                </c:pt>
                <c:pt idx="50">
                  <c:v>0.025</c:v>
                </c:pt>
                <c:pt idx="51">
                  <c:v>0.0255</c:v>
                </c:pt>
                <c:pt idx="52">
                  <c:v>0.026</c:v>
                </c:pt>
                <c:pt idx="53">
                  <c:v>0.0265</c:v>
                </c:pt>
                <c:pt idx="54">
                  <c:v>0.027</c:v>
                </c:pt>
                <c:pt idx="55">
                  <c:v>0.0275</c:v>
                </c:pt>
                <c:pt idx="56">
                  <c:v>0.028</c:v>
                </c:pt>
                <c:pt idx="57">
                  <c:v>0.0285</c:v>
                </c:pt>
                <c:pt idx="58">
                  <c:v>0.029</c:v>
                </c:pt>
                <c:pt idx="59">
                  <c:v>0.0295</c:v>
                </c:pt>
                <c:pt idx="60">
                  <c:v>0.03</c:v>
                </c:pt>
                <c:pt idx="61">
                  <c:v>0.0305</c:v>
                </c:pt>
                <c:pt idx="62">
                  <c:v>0.031</c:v>
                </c:pt>
                <c:pt idx="63">
                  <c:v>0.0315</c:v>
                </c:pt>
                <c:pt idx="64">
                  <c:v>0.032</c:v>
                </c:pt>
                <c:pt idx="65">
                  <c:v>0.0325</c:v>
                </c:pt>
                <c:pt idx="66">
                  <c:v>0.033</c:v>
                </c:pt>
                <c:pt idx="67">
                  <c:v>0.0335</c:v>
                </c:pt>
                <c:pt idx="68">
                  <c:v>0.034</c:v>
                </c:pt>
                <c:pt idx="69">
                  <c:v>0.0345</c:v>
                </c:pt>
                <c:pt idx="70">
                  <c:v>0.035</c:v>
                </c:pt>
                <c:pt idx="71">
                  <c:v>0.0355</c:v>
                </c:pt>
                <c:pt idx="72">
                  <c:v>0.036</c:v>
                </c:pt>
                <c:pt idx="73">
                  <c:v>0.0365</c:v>
                </c:pt>
                <c:pt idx="74">
                  <c:v>0.037</c:v>
                </c:pt>
                <c:pt idx="75">
                  <c:v>0.0375</c:v>
                </c:pt>
                <c:pt idx="76">
                  <c:v>0.038</c:v>
                </c:pt>
                <c:pt idx="77">
                  <c:v>0.0385</c:v>
                </c:pt>
                <c:pt idx="78">
                  <c:v>0.039</c:v>
                </c:pt>
                <c:pt idx="79">
                  <c:v>0.0395</c:v>
                </c:pt>
                <c:pt idx="80">
                  <c:v>0.04</c:v>
                </c:pt>
                <c:pt idx="81">
                  <c:v>0.0405</c:v>
                </c:pt>
                <c:pt idx="82">
                  <c:v>0.041</c:v>
                </c:pt>
                <c:pt idx="83">
                  <c:v>0.0415</c:v>
                </c:pt>
                <c:pt idx="84">
                  <c:v>0.042</c:v>
                </c:pt>
                <c:pt idx="85">
                  <c:v>0.0425</c:v>
                </c:pt>
                <c:pt idx="86">
                  <c:v>0.043</c:v>
                </c:pt>
                <c:pt idx="87">
                  <c:v>0.0435</c:v>
                </c:pt>
                <c:pt idx="88">
                  <c:v>0.044</c:v>
                </c:pt>
                <c:pt idx="89">
                  <c:v>0.0445</c:v>
                </c:pt>
                <c:pt idx="90">
                  <c:v>0.045</c:v>
                </c:pt>
                <c:pt idx="91">
                  <c:v>0.0455</c:v>
                </c:pt>
                <c:pt idx="92">
                  <c:v>0.046</c:v>
                </c:pt>
                <c:pt idx="93">
                  <c:v>0.0465</c:v>
                </c:pt>
                <c:pt idx="94">
                  <c:v>0.047</c:v>
                </c:pt>
                <c:pt idx="95">
                  <c:v>0.0475</c:v>
                </c:pt>
                <c:pt idx="96">
                  <c:v>0.048</c:v>
                </c:pt>
                <c:pt idx="97">
                  <c:v>0.0485</c:v>
                </c:pt>
                <c:pt idx="98">
                  <c:v>0.049</c:v>
                </c:pt>
                <c:pt idx="99">
                  <c:v>0.0495</c:v>
                </c:pt>
                <c:pt idx="100">
                  <c:v>0.05</c:v>
                </c:pt>
                <c:pt idx="101">
                  <c:v>0.0505</c:v>
                </c:pt>
                <c:pt idx="102">
                  <c:v>0.051</c:v>
                </c:pt>
                <c:pt idx="103">
                  <c:v>0.0515</c:v>
                </c:pt>
                <c:pt idx="104">
                  <c:v>0.052</c:v>
                </c:pt>
                <c:pt idx="105">
                  <c:v>0.0525</c:v>
                </c:pt>
                <c:pt idx="106">
                  <c:v>0.053</c:v>
                </c:pt>
                <c:pt idx="107">
                  <c:v>0.0535</c:v>
                </c:pt>
                <c:pt idx="108">
                  <c:v>0.054</c:v>
                </c:pt>
                <c:pt idx="109">
                  <c:v>0.0545</c:v>
                </c:pt>
                <c:pt idx="110">
                  <c:v>0.055</c:v>
                </c:pt>
                <c:pt idx="111">
                  <c:v>0.0555</c:v>
                </c:pt>
                <c:pt idx="112">
                  <c:v>0.056</c:v>
                </c:pt>
                <c:pt idx="113">
                  <c:v>0.0565</c:v>
                </c:pt>
                <c:pt idx="114">
                  <c:v>0.057</c:v>
                </c:pt>
                <c:pt idx="115">
                  <c:v>0.0575</c:v>
                </c:pt>
                <c:pt idx="116">
                  <c:v>0.058</c:v>
                </c:pt>
                <c:pt idx="117">
                  <c:v>0.0585</c:v>
                </c:pt>
                <c:pt idx="118">
                  <c:v>0.059</c:v>
                </c:pt>
                <c:pt idx="119">
                  <c:v>0.0595</c:v>
                </c:pt>
                <c:pt idx="120">
                  <c:v>0.06</c:v>
                </c:pt>
                <c:pt idx="121">
                  <c:v>0.0605</c:v>
                </c:pt>
                <c:pt idx="122">
                  <c:v>0.061</c:v>
                </c:pt>
                <c:pt idx="123">
                  <c:v>0.0615</c:v>
                </c:pt>
                <c:pt idx="124">
                  <c:v>0.062</c:v>
                </c:pt>
                <c:pt idx="125">
                  <c:v>0.0625</c:v>
                </c:pt>
                <c:pt idx="126">
                  <c:v>0.063</c:v>
                </c:pt>
                <c:pt idx="127">
                  <c:v>0.0635</c:v>
                </c:pt>
                <c:pt idx="128">
                  <c:v>0.064</c:v>
                </c:pt>
                <c:pt idx="129">
                  <c:v>0.0645</c:v>
                </c:pt>
                <c:pt idx="130">
                  <c:v>0.065</c:v>
                </c:pt>
                <c:pt idx="131">
                  <c:v>0.0655</c:v>
                </c:pt>
                <c:pt idx="132">
                  <c:v>0.066</c:v>
                </c:pt>
                <c:pt idx="133">
                  <c:v>0.0665</c:v>
                </c:pt>
                <c:pt idx="134">
                  <c:v>0.067</c:v>
                </c:pt>
                <c:pt idx="135">
                  <c:v>0.0675</c:v>
                </c:pt>
                <c:pt idx="136">
                  <c:v>0.068</c:v>
                </c:pt>
                <c:pt idx="137">
                  <c:v>0.0685</c:v>
                </c:pt>
                <c:pt idx="138">
                  <c:v>0.069</c:v>
                </c:pt>
                <c:pt idx="139">
                  <c:v>0.0695</c:v>
                </c:pt>
                <c:pt idx="140">
                  <c:v>0.07</c:v>
                </c:pt>
                <c:pt idx="141">
                  <c:v>0.0705</c:v>
                </c:pt>
                <c:pt idx="142">
                  <c:v>0.071</c:v>
                </c:pt>
                <c:pt idx="143">
                  <c:v>0.0715</c:v>
                </c:pt>
                <c:pt idx="144">
                  <c:v>0.072</c:v>
                </c:pt>
                <c:pt idx="145">
                  <c:v>0.0725</c:v>
                </c:pt>
                <c:pt idx="146">
                  <c:v>0.073</c:v>
                </c:pt>
                <c:pt idx="147">
                  <c:v>0.0735</c:v>
                </c:pt>
                <c:pt idx="148">
                  <c:v>0.074</c:v>
                </c:pt>
                <c:pt idx="149">
                  <c:v>0.0745</c:v>
                </c:pt>
                <c:pt idx="150">
                  <c:v>0.075</c:v>
                </c:pt>
                <c:pt idx="151">
                  <c:v>0.0755</c:v>
                </c:pt>
                <c:pt idx="152">
                  <c:v>0.076</c:v>
                </c:pt>
                <c:pt idx="153">
                  <c:v>0.0765</c:v>
                </c:pt>
                <c:pt idx="154">
                  <c:v>0.077</c:v>
                </c:pt>
                <c:pt idx="155">
                  <c:v>0.0775</c:v>
                </c:pt>
                <c:pt idx="156">
                  <c:v>0.078</c:v>
                </c:pt>
                <c:pt idx="157">
                  <c:v>0.0785</c:v>
                </c:pt>
                <c:pt idx="158">
                  <c:v>0.079</c:v>
                </c:pt>
                <c:pt idx="159">
                  <c:v>0.0795</c:v>
                </c:pt>
                <c:pt idx="160">
                  <c:v>0.08</c:v>
                </c:pt>
                <c:pt idx="161">
                  <c:v>0.0805</c:v>
                </c:pt>
                <c:pt idx="162">
                  <c:v>0.081</c:v>
                </c:pt>
                <c:pt idx="163">
                  <c:v>0.0815</c:v>
                </c:pt>
                <c:pt idx="164">
                  <c:v>0.082</c:v>
                </c:pt>
                <c:pt idx="165">
                  <c:v>0.0825</c:v>
                </c:pt>
                <c:pt idx="166">
                  <c:v>0.083</c:v>
                </c:pt>
                <c:pt idx="167">
                  <c:v>0.0835</c:v>
                </c:pt>
                <c:pt idx="168">
                  <c:v>0.084</c:v>
                </c:pt>
                <c:pt idx="169">
                  <c:v>0.0845</c:v>
                </c:pt>
                <c:pt idx="170">
                  <c:v>0.085</c:v>
                </c:pt>
                <c:pt idx="171">
                  <c:v>0.0855</c:v>
                </c:pt>
                <c:pt idx="172">
                  <c:v>0.086</c:v>
                </c:pt>
                <c:pt idx="173">
                  <c:v>0.0865</c:v>
                </c:pt>
                <c:pt idx="174">
                  <c:v>0.087</c:v>
                </c:pt>
                <c:pt idx="175">
                  <c:v>0.0875</c:v>
                </c:pt>
                <c:pt idx="176">
                  <c:v>0.088</c:v>
                </c:pt>
                <c:pt idx="177">
                  <c:v>0.0885</c:v>
                </c:pt>
                <c:pt idx="178">
                  <c:v>0.089</c:v>
                </c:pt>
                <c:pt idx="179">
                  <c:v>0.0895</c:v>
                </c:pt>
                <c:pt idx="180">
                  <c:v>0.09</c:v>
                </c:pt>
                <c:pt idx="181">
                  <c:v>0.0905</c:v>
                </c:pt>
                <c:pt idx="182">
                  <c:v>0.091</c:v>
                </c:pt>
                <c:pt idx="183">
                  <c:v>0.0915</c:v>
                </c:pt>
                <c:pt idx="184">
                  <c:v>0.092</c:v>
                </c:pt>
                <c:pt idx="185">
                  <c:v>0.0925</c:v>
                </c:pt>
                <c:pt idx="186">
                  <c:v>0.093</c:v>
                </c:pt>
                <c:pt idx="187">
                  <c:v>0.0935</c:v>
                </c:pt>
                <c:pt idx="188">
                  <c:v>0.094</c:v>
                </c:pt>
                <c:pt idx="189">
                  <c:v>0.0945</c:v>
                </c:pt>
                <c:pt idx="190">
                  <c:v>0.095</c:v>
                </c:pt>
                <c:pt idx="191">
                  <c:v>0.0955</c:v>
                </c:pt>
                <c:pt idx="192">
                  <c:v>0.096</c:v>
                </c:pt>
                <c:pt idx="193">
                  <c:v>0.0965</c:v>
                </c:pt>
                <c:pt idx="194">
                  <c:v>0.097</c:v>
                </c:pt>
                <c:pt idx="195">
                  <c:v>0.0975</c:v>
                </c:pt>
                <c:pt idx="196">
                  <c:v>0.098</c:v>
                </c:pt>
                <c:pt idx="197">
                  <c:v>0.0985</c:v>
                </c:pt>
                <c:pt idx="198">
                  <c:v>0.099</c:v>
                </c:pt>
                <c:pt idx="199">
                  <c:v>0.0995</c:v>
                </c:pt>
                <c:pt idx="200">
                  <c:v>0.1</c:v>
                </c:pt>
                <c:pt idx="201">
                  <c:v>0.1005</c:v>
                </c:pt>
                <c:pt idx="202">
                  <c:v>0.101</c:v>
                </c:pt>
                <c:pt idx="203">
                  <c:v>0.1015</c:v>
                </c:pt>
                <c:pt idx="204">
                  <c:v>0.102</c:v>
                </c:pt>
                <c:pt idx="205">
                  <c:v>0.1025</c:v>
                </c:pt>
                <c:pt idx="206">
                  <c:v>0.103</c:v>
                </c:pt>
                <c:pt idx="207">
                  <c:v>0.1035</c:v>
                </c:pt>
                <c:pt idx="208">
                  <c:v>0.104</c:v>
                </c:pt>
                <c:pt idx="209">
                  <c:v>0.1045</c:v>
                </c:pt>
                <c:pt idx="210">
                  <c:v>0.105</c:v>
                </c:pt>
                <c:pt idx="211">
                  <c:v>0.1055</c:v>
                </c:pt>
                <c:pt idx="212">
                  <c:v>0.106</c:v>
                </c:pt>
                <c:pt idx="213">
                  <c:v>0.1065</c:v>
                </c:pt>
                <c:pt idx="214">
                  <c:v>0.107</c:v>
                </c:pt>
                <c:pt idx="215">
                  <c:v>0.1075</c:v>
                </c:pt>
                <c:pt idx="216">
                  <c:v>0.108</c:v>
                </c:pt>
                <c:pt idx="217">
                  <c:v>0.1085</c:v>
                </c:pt>
                <c:pt idx="218">
                  <c:v>0.109</c:v>
                </c:pt>
                <c:pt idx="219">
                  <c:v>0.1095</c:v>
                </c:pt>
                <c:pt idx="220">
                  <c:v>0.11</c:v>
                </c:pt>
                <c:pt idx="221">
                  <c:v>0.1105</c:v>
                </c:pt>
                <c:pt idx="222">
                  <c:v>0.111</c:v>
                </c:pt>
                <c:pt idx="223">
                  <c:v>0.1115</c:v>
                </c:pt>
                <c:pt idx="224">
                  <c:v>0.112</c:v>
                </c:pt>
                <c:pt idx="225">
                  <c:v>0.1125</c:v>
                </c:pt>
                <c:pt idx="226">
                  <c:v>0.113</c:v>
                </c:pt>
                <c:pt idx="227">
                  <c:v>0.1135</c:v>
                </c:pt>
                <c:pt idx="228">
                  <c:v>0.114</c:v>
                </c:pt>
                <c:pt idx="229">
                  <c:v>0.1145</c:v>
                </c:pt>
                <c:pt idx="230">
                  <c:v>0.115</c:v>
                </c:pt>
                <c:pt idx="231">
                  <c:v>0.1155</c:v>
                </c:pt>
                <c:pt idx="232">
                  <c:v>0.116</c:v>
                </c:pt>
                <c:pt idx="233">
                  <c:v>0.1165</c:v>
                </c:pt>
                <c:pt idx="234">
                  <c:v>0.117</c:v>
                </c:pt>
                <c:pt idx="235">
                  <c:v>0.1175</c:v>
                </c:pt>
                <c:pt idx="236">
                  <c:v>0.118</c:v>
                </c:pt>
                <c:pt idx="237">
                  <c:v>0.1185</c:v>
                </c:pt>
                <c:pt idx="238">
                  <c:v>0.119</c:v>
                </c:pt>
                <c:pt idx="239">
                  <c:v>0.1195</c:v>
                </c:pt>
                <c:pt idx="240">
                  <c:v>0.12</c:v>
                </c:pt>
                <c:pt idx="241">
                  <c:v>0.1205</c:v>
                </c:pt>
                <c:pt idx="242">
                  <c:v>0.121</c:v>
                </c:pt>
                <c:pt idx="243">
                  <c:v>0.1215</c:v>
                </c:pt>
                <c:pt idx="244">
                  <c:v>0.122</c:v>
                </c:pt>
                <c:pt idx="245">
                  <c:v>0.1225</c:v>
                </c:pt>
                <c:pt idx="246">
                  <c:v>0.123</c:v>
                </c:pt>
                <c:pt idx="247">
                  <c:v>0.1235</c:v>
                </c:pt>
                <c:pt idx="248">
                  <c:v>0.124</c:v>
                </c:pt>
                <c:pt idx="249">
                  <c:v>0.1245</c:v>
                </c:pt>
                <c:pt idx="250">
                  <c:v>0.125</c:v>
                </c:pt>
                <c:pt idx="251">
                  <c:v>0.1255</c:v>
                </c:pt>
                <c:pt idx="252">
                  <c:v>0.126</c:v>
                </c:pt>
                <c:pt idx="253">
                  <c:v>0.1265</c:v>
                </c:pt>
                <c:pt idx="254">
                  <c:v>0.127</c:v>
                </c:pt>
                <c:pt idx="255">
                  <c:v>0.1275</c:v>
                </c:pt>
                <c:pt idx="256">
                  <c:v>0.128</c:v>
                </c:pt>
                <c:pt idx="257">
                  <c:v>0.1285</c:v>
                </c:pt>
                <c:pt idx="258">
                  <c:v>0.129</c:v>
                </c:pt>
                <c:pt idx="259">
                  <c:v>0.1295</c:v>
                </c:pt>
                <c:pt idx="260">
                  <c:v>0.13</c:v>
                </c:pt>
                <c:pt idx="261">
                  <c:v>0.1305</c:v>
                </c:pt>
                <c:pt idx="262">
                  <c:v>0.131</c:v>
                </c:pt>
                <c:pt idx="263">
                  <c:v>0.1315</c:v>
                </c:pt>
                <c:pt idx="264">
                  <c:v>0.132</c:v>
                </c:pt>
                <c:pt idx="265">
                  <c:v>0.1325</c:v>
                </c:pt>
                <c:pt idx="266">
                  <c:v>0.133</c:v>
                </c:pt>
                <c:pt idx="267">
                  <c:v>0.1335</c:v>
                </c:pt>
                <c:pt idx="268">
                  <c:v>0.134</c:v>
                </c:pt>
                <c:pt idx="269">
                  <c:v>0.1345</c:v>
                </c:pt>
                <c:pt idx="270">
                  <c:v>0.135</c:v>
                </c:pt>
                <c:pt idx="271">
                  <c:v>0.1355</c:v>
                </c:pt>
                <c:pt idx="272">
                  <c:v>0.136</c:v>
                </c:pt>
                <c:pt idx="273">
                  <c:v>0.1365</c:v>
                </c:pt>
                <c:pt idx="274">
                  <c:v>0.137</c:v>
                </c:pt>
                <c:pt idx="275">
                  <c:v>0.1375</c:v>
                </c:pt>
                <c:pt idx="276">
                  <c:v>0.138</c:v>
                </c:pt>
                <c:pt idx="277">
                  <c:v>0.1385</c:v>
                </c:pt>
                <c:pt idx="278">
                  <c:v>0.139</c:v>
                </c:pt>
                <c:pt idx="279">
                  <c:v>0.1395</c:v>
                </c:pt>
                <c:pt idx="280">
                  <c:v>0.14</c:v>
                </c:pt>
                <c:pt idx="281">
                  <c:v>0.1405</c:v>
                </c:pt>
                <c:pt idx="282">
                  <c:v>0.141</c:v>
                </c:pt>
                <c:pt idx="283">
                  <c:v>0.1415</c:v>
                </c:pt>
                <c:pt idx="284">
                  <c:v>0.142</c:v>
                </c:pt>
                <c:pt idx="285">
                  <c:v>0.1425</c:v>
                </c:pt>
                <c:pt idx="286">
                  <c:v>0.143</c:v>
                </c:pt>
                <c:pt idx="287">
                  <c:v>0.1435</c:v>
                </c:pt>
                <c:pt idx="288">
                  <c:v>0.144</c:v>
                </c:pt>
                <c:pt idx="289">
                  <c:v>0.1445</c:v>
                </c:pt>
                <c:pt idx="290">
                  <c:v>0.145</c:v>
                </c:pt>
                <c:pt idx="291">
                  <c:v>0.1455</c:v>
                </c:pt>
                <c:pt idx="292">
                  <c:v>0.146</c:v>
                </c:pt>
                <c:pt idx="293">
                  <c:v>0.1465</c:v>
                </c:pt>
                <c:pt idx="294">
                  <c:v>0.147</c:v>
                </c:pt>
                <c:pt idx="295">
                  <c:v>0.1475</c:v>
                </c:pt>
                <c:pt idx="296">
                  <c:v>0.148</c:v>
                </c:pt>
                <c:pt idx="297">
                  <c:v>0.1485</c:v>
                </c:pt>
                <c:pt idx="298">
                  <c:v>0.149</c:v>
                </c:pt>
                <c:pt idx="299">
                  <c:v>0.1495</c:v>
                </c:pt>
                <c:pt idx="300">
                  <c:v>0.15</c:v>
                </c:pt>
                <c:pt idx="301">
                  <c:v>0.1505</c:v>
                </c:pt>
                <c:pt idx="302">
                  <c:v>0.151</c:v>
                </c:pt>
                <c:pt idx="303">
                  <c:v>0.1515</c:v>
                </c:pt>
                <c:pt idx="304">
                  <c:v>0.152</c:v>
                </c:pt>
                <c:pt idx="305">
                  <c:v>0.1525</c:v>
                </c:pt>
                <c:pt idx="306">
                  <c:v>0.153</c:v>
                </c:pt>
                <c:pt idx="307">
                  <c:v>0.1535</c:v>
                </c:pt>
                <c:pt idx="308">
                  <c:v>0.154</c:v>
                </c:pt>
                <c:pt idx="309">
                  <c:v>0.1545</c:v>
                </c:pt>
                <c:pt idx="310">
                  <c:v>0.155</c:v>
                </c:pt>
                <c:pt idx="311">
                  <c:v>0.1555</c:v>
                </c:pt>
                <c:pt idx="312">
                  <c:v>0.156</c:v>
                </c:pt>
                <c:pt idx="313">
                  <c:v>0.1565</c:v>
                </c:pt>
                <c:pt idx="314">
                  <c:v>0.157</c:v>
                </c:pt>
                <c:pt idx="315">
                  <c:v>0.1575</c:v>
                </c:pt>
                <c:pt idx="316">
                  <c:v>0.158</c:v>
                </c:pt>
                <c:pt idx="317">
                  <c:v>0.1585</c:v>
                </c:pt>
                <c:pt idx="318">
                  <c:v>0.159</c:v>
                </c:pt>
                <c:pt idx="319">
                  <c:v>0.1595</c:v>
                </c:pt>
                <c:pt idx="320">
                  <c:v>0.16</c:v>
                </c:pt>
                <c:pt idx="321">
                  <c:v>0.1605</c:v>
                </c:pt>
                <c:pt idx="322">
                  <c:v>0.161</c:v>
                </c:pt>
                <c:pt idx="323">
                  <c:v>0.1615</c:v>
                </c:pt>
                <c:pt idx="324">
                  <c:v>0.162</c:v>
                </c:pt>
                <c:pt idx="325">
                  <c:v>0.1625</c:v>
                </c:pt>
                <c:pt idx="326">
                  <c:v>0.163</c:v>
                </c:pt>
                <c:pt idx="327">
                  <c:v>0.1635</c:v>
                </c:pt>
                <c:pt idx="328">
                  <c:v>0.164</c:v>
                </c:pt>
                <c:pt idx="329">
                  <c:v>0.1645</c:v>
                </c:pt>
                <c:pt idx="330">
                  <c:v>0.165</c:v>
                </c:pt>
                <c:pt idx="331">
                  <c:v>0.1655</c:v>
                </c:pt>
                <c:pt idx="332">
                  <c:v>0.166</c:v>
                </c:pt>
                <c:pt idx="333">
                  <c:v>0.1665</c:v>
                </c:pt>
                <c:pt idx="334">
                  <c:v>0.167</c:v>
                </c:pt>
                <c:pt idx="335">
                  <c:v>0.1675</c:v>
                </c:pt>
                <c:pt idx="336">
                  <c:v>0.168</c:v>
                </c:pt>
                <c:pt idx="337">
                  <c:v>0.1685</c:v>
                </c:pt>
                <c:pt idx="338">
                  <c:v>0.169</c:v>
                </c:pt>
                <c:pt idx="339">
                  <c:v>0.1695</c:v>
                </c:pt>
                <c:pt idx="340">
                  <c:v>0.17</c:v>
                </c:pt>
                <c:pt idx="341">
                  <c:v>0.1705</c:v>
                </c:pt>
                <c:pt idx="342">
                  <c:v>0.171</c:v>
                </c:pt>
                <c:pt idx="343">
                  <c:v>0.1715</c:v>
                </c:pt>
                <c:pt idx="344">
                  <c:v>0.172</c:v>
                </c:pt>
                <c:pt idx="345">
                  <c:v>0.1725</c:v>
                </c:pt>
                <c:pt idx="346">
                  <c:v>0.173</c:v>
                </c:pt>
                <c:pt idx="347">
                  <c:v>0.1735</c:v>
                </c:pt>
                <c:pt idx="348">
                  <c:v>0.174</c:v>
                </c:pt>
                <c:pt idx="349">
                  <c:v>0.1745</c:v>
                </c:pt>
                <c:pt idx="350">
                  <c:v>0.175</c:v>
                </c:pt>
                <c:pt idx="351">
                  <c:v>0.1755</c:v>
                </c:pt>
                <c:pt idx="352">
                  <c:v>0.176</c:v>
                </c:pt>
                <c:pt idx="353">
                  <c:v>0.1765</c:v>
                </c:pt>
                <c:pt idx="354">
                  <c:v>0.177</c:v>
                </c:pt>
                <c:pt idx="355">
                  <c:v>0.1775</c:v>
                </c:pt>
                <c:pt idx="356">
                  <c:v>0.178</c:v>
                </c:pt>
                <c:pt idx="357">
                  <c:v>0.1785</c:v>
                </c:pt>
                <c:pt idx="358">
                  <c:v>0.179</c:v>
                </c:pt>
                <c:pt idx="359">
                  <c:v>0.1795</c:v>
                </c:pt>
                <c:pt idx="360">
                  <c:v>0.18</c:v>
                </c:pt>
                <c:pt idx="361">
                  <c:v>0.1805</c:v>
                </c:pt>
                <c:pt idx="362">
                  <c:v>0.181</c:v>
                </c:pt>
                <c:pt idx="363">
                  <c:v>0.1815</c:v>
                </c:pt>
                <c:pt idx="364">
                  <c:v>0.182</c:v>
                </c:pt>
                <c:pt idx="365">
                  <c:v>0.1825</c:v>
                </c:pt>
                <c:pt idx="366">
                  <c:v>0.183</c:v>
                </c:pt>
                <c:pt idx="367">
                  <c:v>0.1835</c:v>
                </c:pt>
                <c:pt idx="368">
                  <c:v>0.184</c:v>
                </c:pt>
                <c:pt idx="369">
                  <c:v>0.1845</c:v>
                </c:pt>
                <c:pt idx="370">
                  <c:v>0.185</c:v>
                </c:pt>
                <c:pt idx="371">
                  <c:v>0.1855</c:v>
                </c:pt>
                <c:pt idx="372">
                  <c:v>0.186</c:v>
                </c:pt>
                <c:pt idx="373">
                  <c:v>0.1865</c:v>
                </c:pt>
                <c:pt idx="374">
                  <c:v>0.187</c:v>
                </c:pt>
                <c:pt idx="375">
                  <c:v>0.1875</c:v>
                </c:pt>
                <c:pt idx="376">
                  <c:v>0.188</c:v>
                </c:pt>
                <c:pt idx="377">
                  <c:v>0.1885</c:v>
                </c:pt>
                <c:pt idx="378">
                  <c:v>0.189</c:v>
                </c:pt>
                <c:pt idx="379">
                  <c:v>0.1895</c:v>
                </c:pt>
                <c:pt idx="380">
                  <c:v>0.19</c:v>
                </c:pt>
                <c:pt idx="381">
                  <c:v>0.1905</c:v>
                </c:pt>
                <c:pt idx="382">
                  <c:v>0.191</c:v>
                </c:pt>
                <c:pt idx="383">
                  <c:v>0.1915</c:v>
                </c:pt>
                <c:pt idx="384">
                  <c:v>0.192</c:v>
                </c:pt>
                <c:pt idx="385">
                  <c:v>0.1925</c:v>
                </c:pt>
                <c:pt idx="386">
                  <c:v>0.193</c:v>
                </c:pt>
                <c:pt idx="387">
                  <c:v>0.1935</c:v>
                </c:pt>
                <c:pt idx="388">
                  <c:v>0.194</c:v>
                </c:pt>
                <c:pt idx="389">
                  <c:v>0.1945</c:v>
                </c:pt>
                <c:pt idx="390">
                  <c:v>0.195</c:v>
                </c:pt>
                <c:pt idx="391">
                  <c:v>0.1955</c:v>
                </c:pt>
                <c:pt idx="392">
                  <c:v>0.196</c:v>
                </c:pt>
                <c:pt idx="393">
                  <c:v>0.1965</c:v>
                </c:pt>
                <c:pt idx="394">
                  <c:v>0.197</c:v>
                </c:pt>
                <c:pt idx="395">
                  <c:v>0.1975</c:v>
                </c:pt>
                <c:pt idx="396">
                  <c:v>0.198</c:v>
                </c:pt>
                <c:pt idx="397">
                  <c:v>0.1985</c:v>
                </c:pt>
                <c:pt idx="398">
                  <c:v>0.199</c:v>
                </c:pt>
                <c:pt idx="399">
                  <c:v>0.1995</c:v>
                </c:pt>
                <c:pt idx="400">
                  <c:v>0.2</c:v>
                </c:pt>
                <c:pt idx="401">
                  <c:v>0.2005</c:v>
                </c:pt>
                <c:pt idx="402">
                  <c:v>0.201</c:v>
                </c:pt>
                <c:pt idx="403">
                  <c:v>0.2015</c:v>
                </c:pt>
                <c:pt idx="404">
                  <c:v>0.202</c:v>
                </c:pt>
                <c:pt idx="405">
                  <c:v>0.2025</c:v>
                </c:pt>
                <c:pt idx="406">
                  <c:v>0.203</c:v>
                </c:pt>
                <c:pt idx="407">
                  <c:v>0.2035</c:v>
                </c:pt>
                <c:pt idx="408">
                  <c:v>0.204</c:v>
                </c:pt>
                <c:pt idx="409">
                  <c:v>0.2045</c:v>
                </c:pt>
                <c:pt idx="410">
                  <c:v>0.205</c:v>
                </c:pt>
                <c:pt idx="411">
                  <c:v>0.2055</c:v>
                </c:pt>
                <c:pt idx="412">
                  <c:v>0.206</c:v>
                </c:pt>
                <c:pt idx="413">
                  <c:v>0.2065</c:v>
                </c:pt>
                <c:pt idx="414">
                  <c:v>0.207</c:v>
                </c:pt>
                <c:pt idx="415">
                  <c:v>0.2075</c:v>
                </c:pt>
                <c:pt idx="416">
                  <c:v>0.208</c:v>
                </c:pt>
                <c:pt idx="417">
                  <c:v>0.2085</c:v>
                </c:pt>
                <c:pt idx="418">
                  <c:v>0.209</c:v>
                </c:pt>
                <c:pt idx="419">
                  <c:v>0.2095</c:v>
                </c:pt>
                <c:pt idx="420">
                  <c:v>0.21</c:v>
                </c:pt>
                <c:pt idx="421">
                  <c:v>0.2105</c:v>
                </c:pt>
                <c:pt idx="422">
                  <c:v>0.211</c:v>
                </c:pt>
                <c:pt idx="423">
                  <c:v>0.2115</c:v>
                </c:pt>
                <c:pt idx="424">
                  <c:v>0.212</c:v>
                </c:pt>
                <c:pt idx="425">
                  <c:v>0.2125</c:v>
                </c:pt>
                <c:pt idx="426">
                  <c:v>0.213</c:v>
                </c:pt>
                <c:pt idx="427">
                  <c:v>0.2135</c:v>
                </c:pt>
                <c:pt idx="428">
                  <c:v>0.214</c:v>
                </c:pt>
                <c:pt idx="429">
                  <c:v>0.2145</c:v>
                </c:pt>
                <c:pt idx="430">
                  <c:v>0.215</c:v>
                </c:pt>
                <c:pt idx="431">
                  <c:v>0.2155</c:v>
                </c:pt>
                <c:pt idx="432">
                  <c:v>0.216</c:v>
                </c:pt>
                <c:pt idx="433">
                  <c:v>0.2165</c:v>
                </c:pt>
                <c:pt idx="434">
                  <c:v>0.217</c:v>
                </c:pt>
                <c:pt idx="435">
                  <c:v>0.2175</c:v>
                </c:pt>
                <c:pt idx="436">
                  <c:v>0.218</c:v>
                </c:pt>
                <c:pt idx="437">
                  <c:v>0.2185</c:v>
                </c:pt>
                <c:pt idx="438">
                  <c:v>0.219</c:v>
                </c:pt>
                <c:pt idx="439">
                  <c:v>0.2195</c:v>
                </c:pt>
                <c:pt idx="440">
                  <c:v>0.22</c:v>
                </c:pt>
                <c:pt idx="441">
                  <c:v>0.2205</c:v>
                </c:pt>
                <c:pt idx="442">
                  <c:v>0.221</c:v>
                </c:pt>
                <c:pt idx="443">
                  <c:v>0.2215</c:v>
                </c:pt>
                <c:pt idx="444">
                  <c:v>0.222</c:v>
                </c:pt>
                <c:pt idx="445">
                  <c:v>0.2225</c:v>
                </c:pt>
                <c:pt idx="446">
                  <c:v>0.223</c:v>
                </c:pt>
                <c:pt idx="447">
                  <c:v>0.2235</c:v>
                </c:pt>
                <c:pt idx="448">
                  <c:v>0.224</c:v>
                </c:pt>
                <c:pt idx="449">
                  <c:v>0.2245</c:v>
                </c:pt>
                <c:pt idx="450">
                  <c:v>0.225</c:v>
                </c:pt>
                <c:pt idx="451">
                  <c:v>0.2255</c:v>
                </c:pt>
                <c:pt idx="452">
                  <c:v>0.226</c:v>
                </c:pt>
                <c:pt idx="453">
                  <c:v>0.2265</c:v>
                </c:pt>
                <c:pt idx="454">
                  <c:v>0.227</c:v>
                </c:pt>
                <c:pt idx="455">
                  <c:v>0.2275</c:v>
                </c:pt>
                <c:pt idx="456">
                  <c:v>0.228</c:v>
                </c:pt>
                <c:pt idx="457">
                  <c:v>0.2285</c:v>
                </c:pt>
                <c:pt idx="458">
                  <c:v>0.229</c:v>
                </c:pt>
                <c:pt idx="459">
                  <c:v>0.2295</c:v>
                </c:pt>
                <c:pt idx="460">
                  <c:v>0.23</c:v>
                </c:pt>
                <c:pt idx="461">
                  <c:v>0.2305</c:v>
                </c:pt>
                <c:pt idx="462">
                  <c:v>0.231</c:v>
                </c:pt>
                <c:pt idx="463">
                  <c:v>0.2315</c:v>
                </c:pt>
                <c:pt idx="464">
                  <c:v>0.232</c:v>
                </c:pt>
                <c:pt idx="465">
                  <c:v>0.2325</c:v>
                </c:pt>
                <c:pt idx="466">
                  <c:v>0.233</c:v>
                </c:pt>
                <c:pt idx="467">
                  <c:v>0.2335</c:v>
                </c:pt>
                <c:pt idx="468">
                  <c:v>0.234</c:v>
                </c:pt>
                <c:pt idx="469">
                  <c:v>0.2345</c:v>
                </c:pt>
                <c:pt idx="470">
                  <c:v>0.235</c:v>
                </c:pt>
                <c:pt idx="471">
                  <c:v>0.2355</c:v>
                </c:pt>
                <c:pt idx="472">
                  <c:v>0.236</c:v>
                </c:pt>
                <c:pt idx="473">
                  <c:v>0.2365</c:v>
                </c:pt>
                <c:pt idx="474">
                  <c:v>0.237</c:v>
                </c:pt>
                <c:pt idx="475">
                  <c:v>0.2375</c:v>
                </c:pt>
                <c:pt idx="476">
                  <c:v>0.238</c:v>
                </c:pt>
                <c:pt idx="477">
                  <c:v>0.2385</c:v>
                </c:pt>
                <c:pt idx="478">
                  <c:v>0.239</c:v>
                </c:pt>
                <c:pt idx="479">
                  <c:v>0.2395</c:v>
                </c:pt>
                <c:pt idx="480">
                  <c:v>0.24</c:v>
                </c:pt>
                <c:pt idx="481">
                  <c:v>0.2405</c:v>
                </c:pt>
                <c:pt idx="482">
                  <c:v>0.241</c:v>
                </c:pt>
                <c:pt idx="483">
                  <c:v>0.2415</c:v>
                </c:pt>
                <c:pt idx="484">
                  <c:v>0.242</c:v>
                </c:pt>
                <c:pt idx="485">
                  <c:v>0.2425</c:v>
                </c:pt>
                <c:pt idx="486">
                  <c:v>0.243</c:v>
                </c:pt>
                <c:pt idx="487">
                  <c:v>0.2435</c:v>
                </c:pt>
                <c:pt idx="488">
                  <c:v>0.244</c:v>
                </c:pt>
                <c:pt idx="489">
                  <c:v>0.2445</c:v>
                </c:pt>
                <c:pt idx="490">
                  <c:v>0.245</c:v>
                </c:pt>
                <c:pt idx="491">
                  <c:v>0.2455</c:v>
                </c:pt>
                <c:pt idx="492">
                  <c:v>0.246</c:v>
                </c:pt>
                <c:pt idx="493">
                  <c:v>0.2465</c:v>
                </c:pt>
                <c:pt idx="494">
                  <c:v>0.247</c:v>
                </c:pt>
                <c:pt idx="495">
                  <c:v>0.2475</c:v>
                </c:pt>
                <c:pt idx="496">
                  <c:v>0.248</c:v>
                </c:pt>
                <c:pt idx="497">
                  <c:v>0.2485</c:v>
                </c:pt>
                <c:pt idx="498">
                  <c:v>0.249</c:v>
                </c:pt>
                <c:pt idx="499">
                  <c:v>0.2495</c:v>
                </c:pt>
                <c:pt idx="500">
                  <c:v>0.25</c:v>
                </c:pt>
                <c:pt idx="501">
                  <c:v>0.2505</c:v>
                </c:pt>
                <c:pt idx="502">
                  <c:v>0.251</c:v>
                </c:pt>
                <c:pt idx="503">
                  <c:v>0.2515</c:v>
                </c:pt>
                <c:pt idx="504">
                  <c:v>0.252</c:v>
                </c:pt>
                <c:pt idx="505">
                  <c:v>0.2525</c:v>
                </c:pt>
                <c:pt idx="506">
                  <c:v>0.253</c:v>
                </c:pt>
                <c:pt idx="507">
                  <c:v>0.2535</c:v>
                </c:pt>
                <c:pt idx="508">
                  <c:v>0.254</c:v>
                </c:pt>
                <c:pt idx="509">
                  <c:v>0.2545</c:v>
                </c:pt>
                <c:pt idx="510">
                  <c:v>0.255</c:v>
                </c:pt>
                <c:pt idx="511">
                  <c:v>0.2555</c:v>
                </c:pt>
                <c:pt idx="512">
                  <c:v>0.256</c:v>
                </c:pt>
                <c:pt idx="513">
                  <c:v>0.2565</c:v>
                </c:pt>
                <c:pt idx="514">
                  <c:v>0.257</c:v>
                </c:pt>
                <c:pt idx="515">
                  <c:v>0.2575</c:v>
                </c:pt>
                <c:pt idx="516">
                  <c:v>0.258</c:v>
                </c:pt>
                <c:pt idx="517">
                  <c:v>0.2585</c:v>
                </c:pt>
                <c:pt idx="518">
                  <c:v>0.259</c:v>
                </c:pt>
                <c:pt idx="519">
                  <c:v>0.2595</c:v>
                </c:pt>
                <c:pt idx="520">
                  <c:v>0.26</c:v>
                </c:pt>
                <c:pt idx="521">
                  <c:v>0.2605</c:v>
                </c:pt>
                <c:pt idx="522">
                  <c:v>0.261</c:v>
                </c:pt>
                <c:pt idx="523">
                  <c:v>0.2615</c:v>
                </c:pt>
                <c:pt idx="524">
                  <c:v>0.262</c:v>
                </c:pt>
                <c:pt idx="525">
                  <c:v>0.2625</c:v>
                </c:pt>
                <c:pt idx="526">
                  <c:v>0.263</c:v>
                </c:pt>
                <c:pt idx="527">
                  <c:v>0.2635</c:v>
                </c:pt>
                <c:pt idx="528">
                  <c:v>0.264</c:v>
                </c:pt>
                <c:pt idx="529">
                  <c:v>0.2645</c:v>
                </c:pt>
                <c:pt idx="530">
                  <c:v>0.265</c:v>
                </c:pt>
                <c:pt idx="531">
                  <c:v>0.2655</c:v>
                </c:pt>
                <c:pt idx="532">
                  <c:v>0.266</c:v>
                </c:pt>
                <c:pt idx="533">
                  <c:v>0.2665</c:v>
                </c:pt>
                <c:pt idx="534">
                  <c:v>0.267</c:v>
                </c:pt>
                <c:pt idx="535">
                  <c:v>0.2675</c:v>
                </c:pt>
                <c:pt idx="536">
                  <c:v>0.268</c:v>
                </c:pt>
                <c:pt idx="537">
                  <c:v>0.2685</c:v>
                </c:pt>
                <c:pt idx="538">
                  <c:v>0.269</c:v>
                </c:pt>
                <c:pt idx="539">
                  <c:v>0.2695</c:v>
                </c:pt>
                <c:pt idx="540">
                  <c:v>0.27</c:v>
                </c:pt>
                <c:pt idx="541">
                  <c:v>0.2705</c:v>
                </c:pt>
                <c:pt idx="542">
                  <c:v>0.271</c:v>
                </c:pt>
                <c:pt idx="543">
                  <c:v>0.2715</c:v>
                </c:pt>
                <c:pt idx="544">
                  <c:v>0.272</c:v>
                </c:pt>
                <c:pt idx="545">
                  <c:v>0.2725</c:v>
                </c:pt>
                <c:pt idx="546">
                  <c:v>0.273</c:v>
                </c:pt>
                <c:pt idx="547">
                  <c:v>0.2735</c:v>
                </c:pt>
                <c:pt idx="548">
                  <c:v>0.274</c:v>
                </c:pt>
                <c:pt idx="549">
                  <c:v>0.2745</c:v>
                </c:pt>
                <c:pt idx="550">
                  <c:v>0.275</c:v>
                </c:pt>
                <c:pt idx="551">
                  <c:v>0.2755</c:v>
                </c:pt>
                <c:pt idx="552">
                  <c:v>0.276</c:v>
                </c:pt>
                <c:pt idx="553">
                  <c:v>0.2765</c:v>
                </c:pt>
                <c:pt idx="554">
                  <c:v>0.277</c:v>
                </c:pt>
                <c:pt idx="555">
                  <c:v>0.2775</c:v>
                </c:pt>
                <c:pt idx="556">
                  <c:v>0.278</c:v>
                </c:pt>
                <c:pt idx="557">
                  <c:v>0.2785</c:v>
                </c:pt>
                <c:pt idx="558">
                  <c:v>0.279</c:v>
                </c:pt>
                <c:pt idx="559">
                  <c:v>0.2795</c:v>
                </c:pt>
                <c:pt idx="560">
                  <c:v>0.28</c:v>
                </c:pt>
                <c:pt idx="561">
                  <c:v>0.2805</c:v>
                </c:pt>
                <c:pt idx="562">
                  <c:v>0.281</c:v>
                </c:pt>
                <c:pt idx="563">
                  <c:v>0.2815</c:v>
                </c:pt>
                <c:pt idx="564">
                  <c:v>0.282</c:v>
                </c:pt>
                <c:pt idx="565">
                  <c:v>0.2825</c:v>
                </c:pt>
                <c:pt idx="566">
                  <c:v>0.283</c:v>
                </c:pt>
                <c:pt idx="567">
                  <c:v>0.2835</c:v>
                </c:pt>
                <c:pt idx="568">
                  <c:v>0.284</c:v>
                </c:pt>
                <c:pt idx="569">
                  <c:v>0.2845</c:v>
                </c:pt>
                <c:pt idx="570">
                  <c:v>0.285</c:v>
                </c:pt>
                <c:pt idx="571">
                  <c:v>0.2855</c:v>
                </c:pt>
                <c:pt idx="572">
                  <c:v>0.286</c:v>
                </c:pt>
                <c:pt idx="573">
                  <c:v>0.2865</c:v>
                </c:pt>
                <c:pt idx="574">
                  <c:v>0.287</c:v>
                </c:pt>
                <c:pt idx="575">
                  <c:v>0.2875</c:v>
                </c:pt>
                <c:pt idx="576">
                  <c:v>0.288</c:v>
                </c:pt>
                <c:pt idx="577">
                  <c:v>0.2885</c:v>
                </c:pt>
                <c:pt idx="578">
                  <c:v>0.289</c:v>
                </c:pt>
                <c:pt idx="579">
                  <c:v>0.2895</c:v>
                </c:pt>
                <c:pt idx="580">
                  <c:v>0.29</c:v>
                </c:pt>
                <c:pt idx="581">
                  <c:v>0.2905</c:v>
                </c:pt>
                <c:pt idx="582">
                  <c:v>0.291</c:v>
                </c:pt>
                <c:pt idx="583">
                  <c:v>0.2915</c:v>
                </c:pt>
                <c:pt idx="584">
                  <c:v>0.292</c:v>
                </c:pt>
                <c:pt idx="585">
                  <c:v>0.2925</c:v>
                </c:pt>
                <c:pt idx="586">
                  <c:v>0.293</c:v>
                </c:pt>
                <c:pt idx="587">
                  <c:v>0.2935</c:v>
                </c:pt>
                <c:pt idx="588">
                  <c:v>0.294</c:v>
                </c:pt>
                <c:pt idx="589">
                  <c:v>0.2945</c:v>
                </c:pt>
                <c:pt idx="590">
                  <c:v>0.295</c:v>
                </c:pt>
                <c:pt idx="591">
                  <c:v>0.2955</c:v>
                </c:pt>
                <c:pt idx="592">
                  <c:v>0.296</c:v>
                </c:pt>
                <c:pt idx="593">
                  <c:v>0.2965</c:v>
                </c:pt>
                <c:pt idx="594">
                  <c:v>0.297</c:v>
                </c:pt>
                <c:pt idx="595">
                  <c:v>0.2975</c:v>
                </c:pt>
                <c:pt idx="596">
                  <c:v>0.298</c:v>
                </c:pt>
                <c:pt idx="597">
                  <c:v>0.2985</c:v>
                </c:pt>
                <c:pt idx="598">
                  <c:v>0.299</c:v>
                </c:pt>
                <c:pt idx="599">
                  <c:v>0.2995</c:v>
                </c:pt>
                <c:pt idx="600">
                  <c:v>0.3</c:v>
                </c:pt>
                <c:pt idx="601">
                  <c:v>0.3005</c:v>
                </c:pt>
                <c:pt idx="602">
                  <c:v>0.301</c:v>
                </c:pt>
                <c:pt idx="603">
                  <c:v>0.3015</c:v>
                </c:pt>
                <c:pt idx="604">
                  <c:v>0.302</c:v>
                </c:pt>
                <c:pt idx="605">
                  <c:v>0.3025</c:v>
                </c:pt>
                <c:pt idx="606">
                  <c:v>0.303</c:v>
                </c:pt>
                <c:pt idx="607">
                  <c:v>0.3035</c:v>
                </c:pt>
                <c:pt idx="608">
                  <c:v>0.304</c:v>
                </c:pt>
                <c:pt idx="609">
                  <c:v>0.3045</c:v>
                </c:pt>
                <c:pt idx="610">
                  <c:v>0.305</c:v>
                </c:pt>
                <c:pt idx="611">
                  <c:v>0.3055</c:v>
                </c:pt>
                <c:pt idx="612">
                  <c:v>0.306</c:v>
                </c:pt>
                <c:pt idx="613">
                  <c:v>0.3065</c:v>
                </c:pt>
                <c:pt idx="614">
                  <c:v>0.307</c:v>
                </c:pt>
                <c:pt idx="615">
                  <c:v>0.3075</c:v>
                </c:pt>
                <c:pt idx="616">
                  <c:v>0.308</c:v>
                </c:pt>
                <c:pt idx="617">
                  <c:v>0.3085</c:v>
                </c:pt>
                <c:pt idx="618">
                  <c:v>0.309</c:v>
                </c:pt>
                <c:pt idx="619">
                  <c:v>0.3095</c:v>
                </c:pt>
                <c:pt idx="620">
                  <c:v>0.31</c:v>
                </c:pt>
                <c:pt idx="621">
                  <c:v>0.3105</c:v>
                </c:pt>
                <c:pt idx="622">
                  <c:v>0.311</c:v>
                </c:pt>
                <c:pt idx="623">
                  <c:v>0.3115</c:v>
                </c:pt>
                <c:pt idx="624">
                  <c:v>0.312</c:v>
                </c:pt>
                <c:pt idx="625">
                  <c:v>0.3125</c:v>
                </c:pt>
                <c:pt idx="626">
                  <c:v>0.313</c:v>
                </c:pt>
                <c:pt idx="627">
                  <c:v>0.3135</c:v>
                </c:pt>
                <c:pt idx="628">
                  <c:v>0.314</c:v>
                </c:pt>
                <c:pt idx="629">
                  <c:v>0.3145</c:v>
                </c:pt>
                <c:pt idx="630">
                  <c:v>0.315</c:v>
                </c:pt>
                <c:pt idx="631">
                  <c:v>0.3155</c:v>
                </c:pt>
                <c:pt idx="632">
                  <c:v>0.316</c:v>
                </c:pt>
                <c:pt idx="633">
                  <c:v>0.3165</c:v>
                </c:pt>
                <c:pt idx="634">
                  <c:v>0.317</c:v>
                </c:pt>
                <c:pt idx="635">
                  <c:v>0.3175</c:v>
                </c:pt>
                <c:pt idx="636">
                  <c:v>0.318</c:v>
                </c:pt>
                <c:pt idx="637">
                  <c:v>0.3185</c:v>
                </c:pt>
                <c:pt idx="638">
                  <c:v>0.319</c:v>
                </c:pt>
                <c:pt idx="639">
                  <c:v>0.3195</c:v>
                </c:pt>
                <c:pt idx="640">
                  <c:v>0.32</c:v>
                </c:pt>
                <c:pt idx="641">
                  <c:v>0.3205</c:v>
                </c:pt>
                <c:pt idx="642">
                  <c:v>0.321</c:v>
                </c:pt>
                <c:pt idx="643">
                  <c:v>0.3215</c:v>
                </c:pt>
                <c:pt idx="644">
                  <c:v>0.322</c:v>
                </c:pt>
                <c:pt idx="645">
                  <c:v>0.3225</c:v>
                </c:pt>
                <c:pt idx="646">
                  <c:v>0.323</c:v>
                </c:pt>
                <c:pt idx="647">
                  <c:v>0.3235</c:v>
                </c:pt>
                <c:pt idx="648">
                  <c:v>0.324</c:v>
                </c:pt>
                <c:pt idx="649">
                  <c:v>0.3245</c:v>
                </c:pt>
                <c:pt idx="650">
                  <c:v>0.325</c:v>
                </c:pt>
                <c:pt idx="651">
                  <c:v>0.3255</c:v>
                </c:pt>
                <c:pt idx="652">
                  <c:v>0.326</c:v>
                </c:pt>
                <c:pt idx="653">
                  <c:v>0.3265</c:v>
                </c:pt>
                <c:pt idx="654">
                  <c:v>0.327</c:v>
                </c:pt>
                <c:pt idx="655">
                  <c:v>0.3275</c:v>
                </c:pt>
                <c:pt idx="656">
                  <c:v>0.328</c:v>
                </c:pt>
                <c:pt idx="657">
                  <c:v>0.3285</c:v>
                </c:pt>
                <c:pt idx="658">
                  <c:v>0.329</c:v>
                </c:pt>
                <c:pt idx="659">
                  <c:v>0.3295</c:v>
                </c:pt>
                <c:pt idx="660">
                  <c:v>0.33</c:v>
                </c:pt>
                <c:pt idx="661">
                  <c:v>0.3305</c:v>
                </c:pt>
                <c:pt idx="662">
                  <c:v>0.331</c:v>
                </c:pt>
                <c:pt idx="663">
                  <c:v>0.3315</c:v>
                </c:pt>
                <c:pt idx="664">
                  <c:v>0.332</c:v>
                </c:pt>
                <c:pt idx="665">
                  <c:v>0.3325</c:v>
                </c:pt>
                <c:pt idx="666">
                  <c:v>0.333</c:v>
                </c:pt>
                <c:pt idx="667">
                  <c:v>0.3335</c:v>
                </c:pt>
                <c:pt idx="668">
                  <c:v>0.334</c:v>
                </c:pt>
                <c:pt idx="669">
                  <c:v>0.3345</c:v>
                </c:pt>
                <c:pt idx="670">
                  <c:v>0.335</c:v>
                </c:pt>
                <c:pt idx="671">
                  <c:v>0.3355</c:v>
                </c:pt>
                <c:pt idx="672">
                  <c:v>0.336</c:v>
                </c:pt>
                <c:pt idx="673">
                  <c:v>0.3365</c:v>
                </c:pt>
                <c:pt idx="674">
                  <c:v>0.337</c:v>
                </c:pt>
                <c:pt idx="675">
                  <c:v>0.3375</c:v>
                </c:pt>
                <c:pt idx="676">
                  <c:v>0.338</c:v>
                </c:pt>
                <c:pt idx="677">
                  <c:v>0.3385</c:v>
                </c:pt>
                <c:pt idx="678">
                  <c:v>0.339</c:v>
                </c:pt>
                <c:pt idx="679">
                  <c:v>0.3395</c:v>
                </c:pt>
                <c:pt idx="680">
                  <c:v>0.34</c:v>
                </c:pt>
                <c:pt idx="681">
                  <c:v>0.3405</c:v>
                </c:pt>
                <c:pt idx="682">
                  <c:v>0.341</c:v>
                </c:pt>
                <c:pt idx="683">
                  <c:v>0.3415</c:v>
                </c:pt>
                <c:pt idx="684">
                  <c:v>0.342</c:v>
                </c:pt>
                <c:pt idx="685">
                  <c:v>0.3425</c:v>
                </c:pt>
                <c:pt idx="686">
                  <c:v>0.343</c:v>
                </c:pt>
                <c:pt idx="687">
                  <c:v>0.3435</c:v>
                </c:pt>
                <c:pt idx="688">
                  <c:v>0.344</c:v>
                </c:pt>
                <c:pt idx="689">
                  <c:v>0.3445</c:v>
                </c:pt>
                <c:pt idx="690">
                  <c:v>0.345</c:v>
                </c:pt>
                <c:pt idx="691">
                  <c:v>0.3455</c:v>
                </c:pt>
                <c:pt idx="692">
                  <c:v>0.346</c:v>
                </c:pt>
                <c:pt idx="693">
                  <c:v>0.3465</c:v>
                </c:pt>
                <c:pt idx="694">
                  <c:v>0.347</c:v>
                </c:pt>
                <c:pt idx="695">
                  <c:v>0.3475</c:v>
                </c:pt>
                <c:pt idx="696">
                  <c:v>0.348</c:v>
                </c:pt>
                <c:pt idx="697">
                  <c:v>0.3485</c:v>
                </c:pt>
                <c:pt idx="698">
                  <c:v>0.349</c:v>
                </c:pt>
                <c:pt idx="699">
                  <c:v>0.3495</c:v>
                </c:pt>
                <c:pt idx="700">
                  <c:v>0.35</c:v>
                </c:pt>
                <c:pt idx="701">
                  <c:v>0.3505</c:v>
                </c:pt>
                <c:pt idx="702">
                  <c:v>0.351</c:v>
                </c:pt>
                <c:pt idx="703">
                  <c:v>0.3515</c:v>
                </c:pt>
                <c:pt idx="704">
                  <c:v>0.352</c:v>
                </c:pt>
                <c:pt idx="705">
                  <c:v>0.3525</c:v>
                </c:pt>
                <c:pt idx="706">
                  <c:v>0.353</c:v>
                </c:pt>
                <c:pt idx="707">
                  <c:v>0.3535</c:v>
                </c:pt>
                <c:pt idx="708">
                  <c:v>0.354</c:v>
                </c:pt>
                <c:pt idx="709">
                  <c:v>0.3545</c:v>
                </c:pt>
                <c:pt idx="710">
                  <c:v>0.355</c:v>
                </c:pt>
                <c:pt idx="711">
                  <c:v>0.3555</c:v>
                </c:pt>
                <c:pt idx="712">
                  <c:v>0.356</c:v>
                </c:pt>
                <c:pt idx="713">
                  <c:v>0.3565</c:v>
                </c:pt>
                <c:pt idx="714">
                  <c:v>0.357</c:v>
                </c:pt>
                <c:pt idx="715">
                  <c:v>0.3575</c:v>
                </c:pt>
                <c:pt idx="716">
                  <c:v>0.358</c:v>
                </c:pt>
                <c:pt idx="717">
                  <c:v>0.3585</c:v>
                </c:pt>
                <c:pt idx="718">
                  <c:v>0.359</c:v>
                </c:pt>
                <c:pt idx="719">
                  <c:v>0.3595</c:v>
                </c:pt>
                <c:pt idx="720">
                  <c:v>0.36</c:v>
                </c:pt>
                <c:pt idx="721">
                  <c:v>0.3605</c:v>
                </c:pt>
                <c:pt idx="722">
                  <c:v>0.361</c:v>
                </c:pt>
                <c:pt idx="723">
                  <c:v>0.3615</c:v>
                </c:pt>
                <c:pt idx="724">
                  <c:v>0.362</c:v>
                </c:pt>
                <c:pt idx="725">
                  <c:v>0.3625</c:v>
                </c:pt>
                <c:pt idx="726">
                  <c:v>0.363</c:v>
                </c:pt>
                <c:pt idx="727">
                  <c:v>0.3635</c:v>
                </c:pt>
                <c:pt idx="728">
                  <c:v>0.364</c:v>
                </c:pt>
                <c:pt idx="729">
                  <c:v>0.3645</c:v>
                </c:pt>
                <c:pt idx="730">
                  <c:v>0.365</c:v>
                </c:pt>
                <c:pt idx="731">
                  <c:v>0.3655</c:v>
                </c:pt>
                <c:pt idx="732">
                  <c:v>0.366</c:v>
                </c:pt>
                <c:pt idx="733">
                  <c:v>0.3665</c:v>
                </c:pt>
                <c:pt idx="734">
                  <c:v>0.367</c:v>
                </c:pt>
                <c:pt idx="735">
                  <c:v>0.3675</c:v>
                </c:pt>
                <c:pt idx="736">
                  <c:v>0.368</c:v>
                </c:pt>
                <c:pt idx="737">
                  <c:v>0.3685</c:v>
                </c:pt>
                <c:pt idx="738">
                  <c:v>0.369</c:v>
                </c:pt>
                <c:pt idx="739">
                  <c:v>0.3695</c:v>
                </c:pt>
                <c:pt idx="740">
                  <c:v>0.37</c:v>
                </c:pt>
                <c:pt idx="741">
                  <c:v>0.3705</c:v>
                </c:pt>
                <c:pt idx="742">
                  <c:v>0.371</c:v>
                </c:pt>
                <c:pt idx="743">
                  <c:v>0.3715</c:v>
                </c:pt>
                <c:pt idx="744">
                  <c:v>0.372</c:v>
                </c:pt>
                <c:pt idx="745">
                  <c:v>0.3725</c:v>
                </c:pt>
                <c:pt idx="746">
                  <c:v>0.373</c:v>
                </c:pt>
                <c:pt idx="747">
                  <c:v>0.3735</c:v>
                </c:pt>
                <c:pt idx="748">
                  <c:v>0.374</c:v>
                </c:pt>
                <c:pt idx="749">
                  <c:v>0.3745</c:v>
                </c:pt>
                <c:pt idx="750">
                  <c:v>0.375</c:v>
                </c:pt>
                <c:pt idx="751">
                  <c:v>0.3755</c:v>
                </c:pt>
                <c:pt idx="752">
                  <c:v>0.376</c:v>
                </c:pt>
                <c:pt idx="753">
                  <c:v>0.3765</c:v>
                </c:pt>
                <c:pt idx="754">
                  <c:v>0.377</c:v>
                </c:pt>
                <c:pt idx="755">
                  <c:v>0.3775</c:v>
                </c:pt>
                <c:pt idx="756">
                  <c:v>0.378</c:v>
                </c:pt>
                <c:pt idx="757">
                  <c:v>0.3785</c:v>
                </c:pt>
                <c:pt idx="758">
                  <c:v>0.379</c:v>
                </c:pt>
                <c:pt idx="759">
                  <c:v>0.3795</c:v>
                </c:pt>
                <c:pt idx="760">
                  <c:v>0.38</c:v>
                </c:pt>
                <c:pt idx="761">
                  <c:v>0.3805</c:v>
                </c:pt>
                <c:pt idx="762">
                  <c:v>0.381</c:v>
                </c:pt>
                <c:pt idx="763">
                  <c:v>0.3815</c:v>
                </c:pt>
                <c:pt idx="764">
                  <c:v>0.382</c:v>
                </c:pt>
                <c:pt idx="765">
                  <c:v>0.3825</c:v>
                </c:pt>
                <c:pt idx="766">
                  <c:v>0.383</c:v>
                </c:pt>
                <c:pt idx="767">
                  <c:v>0.3835</c:v>
                </c:pt>
                <c:pt idx="768">
                  <c:v>0.384</c:v>
                </c:pt>
                <c:pt idx="769">
                  <c:v>0.3845</c:v>
                </c:pt>
                <c:pt idx="770">
                  <c:v>0.385</c:v>
                </c:pt>
                <c:pt idx="771">
                  <c:v>0.3855</c:v>
                </c:pt>
                <c:pt idx="772">
                  <c:v>0.386</c:v>
                </c:pt>
                <c:pt idx="773">
                  <c:v>0.3865</c:v>
                </c:pt>
                <c:pt idx="774">
                  <c:v>0.387</c:v>
                </c:pt>
                <c:pt idx="775">
                  <c:v>0.3875</c:v>
                </c:pt>
                <c:pt idx="776">
                  <c:v>0.388</c:v>
                </c:pt>
                <c:pt idx="777">
                  <c:v>0.3885</c:v>
                </c:pt>
                <c:pt idx="778">
                  <c:v>0.389</c:v>
                </c:pt>
                <c:pt idx="779">
                  <c:v>0.3895</c:v>
                </c:pt>
                <c:pt idx="780">
                  <c:v>0.39</c:v>
                </c:pt>
                <c:pt idx="781">
                  <c:v>0.3905</c:v>
                </c:pt>
                <c:pt idx="782">
                  <c:v>0.391</c:v>
                </c:pt>
                <c:pt idx="783">
                  <c:v>0.3915</c:v>
                </c:pt>
                <c:pt idx="784">
                  <c:v>0.392</c:v>
                </c:pt>
                <c:pt idx="785">
                  <c:v>0.3925</c:v>
                </c:pt>
                <c:pt idx="786">
                  <c:v>0.393</c:v>
                </c:pt>
                <c:pt idx="787">
                  <c:v>0.3935</c:v>
                </c:pt>
                <c:pt idx="788">
                  <c:v>0.394</c:v>
                </c:pt>
                <c:pt idx="789">
                  <c:v>0.3945</c:v>
                </c:pt>
                <c:pt idx="790">
                  <c:v>0.395</c:v>
                </c:pt>
                <c:pt idx="791">
                  <c:v>0.3955</c:v>
                </c:pt>
                <c:pt idx="792">
                  <c:v>0.396</c:v>
                </c:pt>
                <c:pt idx="793">
                  <c:v>0.3965</c:v>
                </c:pt>
                <c:pt idx="794">
                  <c:v>0.397</c:v>
                </c:pt>
                <c:pt idx="795">
                  <c:v>0.3975</c:v>
                </c:pt>
                <c:pt idx="796">
                  <c:v>0.398</c:v>
                </c:pt>
                <c:pt idx="797">
                  <c:v>0.3985</c:v>
                </c:pt>
                <c:pt idx="798">
                  <c:v>0.399</c:v>
                </c:pt>
                <c:pt idx="799">
                  <c:v>0.3995</c:v>
                </c:pt>
                <c:pt idx="800">
                  <c:v>0.4</c:v>
                </c:pt>
                <c:pt idx="801">
                  <c:v>0.4005</c:v>
                </c:pt>
                <c:pt idx="802">
                  <c:v>0.401</c:v>
                </c:pt>
                <c:pt idx="803">
                  <c:v>0.4015</c:v>
                </c:pt>
                <c:pt idx="804">
                  <c:v>0.402</c:v>
                </c:pt>
                <c:pt idx="805">
                  <c:v>0.4025</c:v>
                </c:pt>
                <c:pt idx="806">
                  <c:v>0.403</c:v>
                </c:pt>
                <c:pt idx="807">
                  <c:v>0.4035</c:v>
                </c:pt>
                <c:pt idx="808">
                  <c:v>0.404</c:v>
                </c:pt>
                <c:pt idx="809">
                  <c:v>0.4045</c:v>
                </c:pt>
                <c:pt idx="810">
                  <c:v>0.405</c:v>
                </c:pt>
                <c:pt idx="811">
                  <c:v>0.4055</c:v>
                </c:pt>
                <c:pt idx="812">
                  <c:v>0.406</c:v>
                </c:pt>
                <c:pt idx="813">
                  <c:v>0.4065</c:v>
                </c:pt>
                <c:pt idx="814">
                  <c:v>0.407</c:v>
                </c:pt>
                <c:pt idx="815">
                  <c:v>0.4075</c:v>
                </c:pt>
                <c:pt idx="816">
                  <c:v>0.408</c:v>
                </c:pt>
                <c:pt idx="817">
                  <c:v>0.4085</c:v>
                </c:pt>
                <c:pt idx="818">
                  <c:v>0.409</c:v>
                </c:pt>
                <c:pt idx="819">
                  <c:v>0.4095</c:v>
                </c:pt>
                <c:pt idx="820">
                  <c:v>0.41</c:v>
                </c:pt>
                <c:pt idx="821">
                  <c:v>0.4105</c:v>
                </c:pt>
                <c:pt idx="822">
                  <c:v>0.411</c:v>
                </c:pt>
                <c:pt idx="823">
                  <c:v>0.4115</c:v>
                </c:pt>
                <c:pt idx="824">
                  <c:v>0.412</c:v>
                </c:pt>
                <c:pt idx="825">
                  <c:v>0.4125</c:v>
                </c:pt>
                <c:pt idx="826">
                  <c:v>0.413</c:v>
                </c:pt>
                <c:pt idx="827">
                  <c:v>0.4135</c:v>
                </c:pt>
                <c:pt idx="828">
                  <c:v>0.414</c:v>
                </c:pt>
                <c:pt idx="829">
                  <c:v>0.4145</c:v>
                </c:pt>
                <c:pt idx="830">
                  <c:v>0.415</c:v>
                </c:pt>
                <c:pt idx="831">
                  <c:v>0.4155</c:v>
                </c:pt>
                <c:pt idx="832">
                  <c:v>0.416</c:v>
                </c:pt>
                <c:pt idx="833">
                  <c:v>0.4165</c:v>
                </c:pt>
                <c:pt idx="834">
                  <c:v>0.417</c:v>
                </c:pt>
                <c:pt idx="835">
                  <c:v>0.4175</c:v>
                </c:pt>
                <c:pt idx="836">
                  <c:v>0.418</c:v>
                </c:pt>
                <c:pt idx="837">
                  <c:v>0.4185</c:v>
                </c:pt>
                <c:pt idx="838">
                  <c:v>0.419</c:v>
                </c:pt>
                <c:pt idx="839">
                  <c:v>0.4195</c:v>
                </c:pt>
                <c:pt idx="840">
                  <c:v>0.42</c:v>
                </c:pt>
                <c:pt idx="841">
                  <c:v>0.4205</c:v>
                </c:pt>
                <c:pt idx="842">
                  <c:v>0.421</c:v>
                </c:pt>
                <c:pt idx="843">
                  <c:v>0.4215</c:v>
                </c:pt>
                <c:pt idx="844">
                  <c:v>0.422</c:v>
                </c:pt>
                <c:pt idx="845">
                  <c:v>0.4225</c:v>
                </c:pt>
                <c:pt idx="846">
                  <c:v>0.423</c:v>
                </c:pt>
                <c:pt idx="847">
                  <c:v>0.4235</c:v>
                </c:pt>
                <c:pt idx="848">
                  <c:v>0.424</c:v>
                </c:pt>
                <c:pt idx="849">
                  <c:v>0.4245</c:v>
                </c:pt>
                <c:pt idx="850">
                  <c:v>0.425</c:v>
                </c:pt>
                <c:pt idx="851">
                  <c:v>0.4255</c:v>
                </c:pt>
                <c:pt idx="852">
                  <c:v>0.426</c:v>
                </c:pt>
                <c:pt idx="853">
                  <c:v>0.4265</c:v>
                </c:pt>
                <c:pt idx="854">
                  <c:v>0.427</c:v>
                </c:pt>
                <c:pt idx="855">
                  <c:v>0.4275</c:v>
                </c:pt>
                <c:pt idx="856">
                  <c:v>0.428</c:v>
                </c:pt>
                <c:pt idx="857">
                  <c:v>0.4285</c:v>
                </c:pt>
                <c:pt idx="858">
                  <c:v>0.429</c:v>
                </c:pt>
                <c:pt idx="859">
                  <c:v>0.4295</c:v>
                </c:pt>
                <c:pt idx="860">
                  <c:v>0.43</c:v>
                </c:pt>
                <c:pt idx="861">
                  <c:v>0.4305</c:v>
                </c:pt>
                <c:pt idx="862">
                  <c:v>0.431</c:v>
                </c:pt>
                <c:pt idx="863">
                  <c:v>0.4315</c:v>
                </c:pt>
                <c:pt idx="864">
                  <c:v>0.432</c:v>
                </c:pt>
                <c:pt idx="865">
                  <c:v>0.4325</c:v>
                </c:pt>
                <c:pt idx="866">
                  <c:v>0.433</c:v>
                </c:pt>
                <c:pt idx="867">
                  <c:v>0.4335</c:v>
                </c:pt>
                <c:pt idx="868">
                  <c:v>0.434</c:v>
                </c:pt>
                <c:pt idx="869">
                  <c:v>0.4345</c:v>
                </c:pt>
                <c:pt idx="870">
                  <c:v>0.435</c:v>
                </c:pt>
                <c:pt idx="871">
                  <c:v>0.4355</c:v>
                </c:pt>
                <c:pt idx="872">
                  <c:v>0.436</c:v>
                </c:pt>
                <c:pt idx="873">
                  <c:v>0.4365</c:v>
                </c:pt>
                <c:pt idx="874">
                  <c:v>0.437</c:v>
                </c:pt>
                <c:pt idx="875">
                  <c:v>0.4375</c:v>
                </c:pt>
                <c:pt idx="876">
                  <c:v>0.438</c:v>
                </c:pt>
                <c:pt idx="877">
                  <c:v>0.4385</c:v>
                </c:pt>
                <c:pt idx="878">
                  <c:v>0.439</c:v>
                </c:pt>
                <c:pt idx="879">
                  <c:v>0.4395</c:v>
                </c:pt>
                <c:pt idx="880">
                  <c:v>0.44</c:v>
                </c:pt>
                <c:pt idx="881">
                  <c:v>0.4405</c:v>
                </c:pt>
                <c:pt idx="882">
                  <c:v>0.441</c:v>
                </c:pt>
                <c:pt idx="883">
                  <c:v>0.4415</c:v>
                </c:pt>
                <c:pt idx="884">
                  <c:v>0.442</c:v>
                </c:pt>
                <c:pt idx="885">
                  <c:v>0.4425</c:v>
                </c:pt>
                <c:pt idx="886">
                  <c:v>0.443</c:v>
                </c:pt>
                <c:pt idx="887">
                  <c:v>0.4435</c:v>
                </c:pt>
                <c:pt idx="888">
                  <c:v>0.444</c:v>
                </c:pt>
                <c:pt idx="889">
                  <c:v>0.4445</c:v>
                </c:pt>
                <c:pt idx="890">
                  <c:v>0.445</c:v>
                </c:pt>
                <c:pt idx="891">
                  <c:v>0.4455</c:v>
                </c:pt>
                <c:pt idx="892">
                  <c:v>0.446</c:v>
                </c:pt>
                <c:pt idx="893">
                  <c:v>0.4465</c:v>
                </c:pt>
                <c:pt idx="894">
                  <c:v>0.447</c:v>
                </c:pt>
                <c:pt idx="895">
                  <c:v>0.4475</c:v>
                </c:pt>
                <c:pt idx="896">
                  <c:v>0.448</c:v>
                </c:pt>
                <c:pt idx="897">
                  <c:v>0.4485</c:v>
                </c:pt>
                <c:pt idx="898">
                  <c:v>0.449</c:v>
                </c:pt>
                <c:pt idx="899">
                  <c:v>0.4495</c:v>
                </c:pt>
                <c:pt idx="900">
                  <c:v>0.45</c:v>
                </c:pt>
                <c:pt idx="901">
                  <c:v>0.4505</c:v>
                </c:pt>
                <c:pt idx="902">
                  <c:v>0.451</c:v>
                </c:pt>
                <c:pt idx="903">
                  <c:v>0.4515</c:v>
                </c:pt>
                <c:pt idx="904">
                  <c:v>0.452</c:v>
                </c:pt>
                <c:pt idx="905">
                  <c:v>0.4525</c:v>
                </c:pt>
                <c:pt idx="906">
                  <c:v>0.453</c:v>
                </c:pt>
                <c:pt idx="907">
                  <c:v>0.4535</c:v>
                </c:pt>
                <c:pt idx="908">
                  <c:v>0.454</c:v>
                </c:pt>
                <c:pt idx="909">
                  <c:v>0.4545</c:v>
                </c:pt>
                <c:pt idx="910">
                  <c:v>0.455</c:v>
                </c:pt>
                <c:pt idx="911">
                  <c:v>0.4555</c:v>
                </c:pt>
                <c:pt idx="912">
                  <c:v>0.456</c:v>
                </c:pt>
                <c:pt idx="913">
                  <c:v>0.4565</c:v>
                </c:pt>
                <c:pt idx="914">
                  <c:v>0.457</c:v>
                </c:pt>
                <c:pt idx="915">
                  <c:v>0.4575</c:v>
                </c:pt>
                <c:pt idx="916">
                  <c:v>0.458</c:v>
                </c:pt>
                <c:pt idx="917">
                  <c:v>0.4585</c:v>
                </c:pt>
                <c:pt idx="918">
                  <c:v>0.459</c:v>
                </c:pt>
                <c:pt idx="919">
                  <c:v>0.4595</c:v>
                </c:pt>
                <c:pt idx="920">
                  <c:v>0.46</c:v>
                </c:pt>
                <c:pt idx="921">
                  <c:v>0.4605</c:v>
                </c:pt>
                <c:pt idx="922">
                  <c:v>0.461</c:v>
                </c:pt>
                <c:pt idx="923">
                  <c:v>0.4615</c:v>
                </c:pt>
                <c:pt idx="924">
                  <c:v>0.462</c:v>
                </c:pt>
                <c:pt idx="925">
                  <c:v>0.4625</c:v>
                </c:pt>
                <c:pt idx="926">
                  <c:v>0.463</c:v>
                </c:pt>
                <c:pt idx="927">
                  <c:v>0.4635</c:v>
                </c:pt>
                <c:pt idx="928">
                  <c:v>0.464</c:v>
                </c:pt>
                <c:pt idx="929">
                  <c:v>0.4645</c:v>
                </c:pt>
                <c:pt idx="930">
                  <c:v>0.465</c:v>
                </c:pt>
                <c:pt idx="931">
                  <c:v>0.4655</c:v>
                </c:pt>
                <c:pt idx="932">
                  <c:v>0.466</c:v>
                </c:pt>
                <c:pt idx="933">
                  <c:v>0.4665</c:v>
                </c:pt>
                <c:pt idx="934">
                  <c:v>0.467</c:v>
                </c:pt>
                <c:pt idx="935">
                  <c:v>0.4675</c:v>
                </c:pt>
                <c:pt idx="936">
                  <c:v>0.468</c:v>
                </c:pt>
                <c:pt idx="937">
                  <c:v>0.4685</c:v>
                </c:pt>
                <c:pt idx="938">
                  <c:v>0.469</c:v>
                </c:pt>
                <c:pt idx="939">
                  <c:v>0.4695</c:v>
                </c:pt>
                <c:pt idx="940">
                  <c:v>0.47</c:v>
                </c:pt>
                <c:pt idx="941">
                  <c:v>0.4705</c:v>
                </c:pt>
                <c:pt idx="942">
                  <c:v>0.471</c:v>
                </c:pt>
                <c:pt idx="943">
                  <c:v>0.4715</c:v>
                </c:pt>
                <c:pt idx="944">
                  <c:v>0.472</c:v>
                </c:pt>
                <c:pt idx="945">
                  <c:v>0.4725</c:v>
                </c:pt>
                <c:pt idx="946">
                  <c:v>0.473</c:v>
                </c:pt>
                <c:pt idx="947">
                  <c:v>0.4735</c:v>
                </c:pt>
                <c:pt idx="948">
                  <c:v>0.474</c:v>
                </c:pt>
                <c:pt idx="949">
                  <c:v>0.4745</c:v>
                </c:pt>
                <c:pt idx="950">
                  <c:v>0.475</c:v>
                </c:pt>
                <c:pt idx="951">
                  <c:v>0.4755</c:v>
                </c:pt>
                <c:pt idx="952">
                  <c:v>0.476</c:v>
                </c:pt>
                <c:pt idx="953">
                  <c:v>0.4765</c:v>
                </c:pt>
                <c:pt idx="954">
                  <c:v>0.477</c:v>
                </c:pt>
                <c:pt idx="955">
                  <c:v>0.4775</c:v>
                </c:pt>
                <c:pt idx="956">
                  <c:v>0.478</c:v>
                </c:pt>
                <c:pt idx="957">
                  <c:v>0.4785</c:v>
                </c:pt>
                <c:pt idx="958">
                  <c:v>0.479</c:v>
                </c:pt>
                <c:pt idx="959">
                  <c:v>0.4795</c:v>
                </c:pt>
                <c:pt idx="960">
                  <c:v>0.48</c:v>
                </c:pt>
                <c:pt idx="961">
                  <c:v>0.4805</c:v>
                </c:pt>
                <c:pt idx="962">
                  <c:v>0.481</c:v>
                </c:pt>
                <c:pt idx="963">
                  <c:v>0.4815</c:v>
                </c:pt>
                <c:pt idx="964">
                  <c:v>0.482</c:v>
                </c:pt>
                <c:pt idx="965">
                  <c:v>0.4825</c:v>
                </c:pt>
                <c:pt idx="966">
                  <c:v>0.483</c:v>
                </c:pt>
                <c:pt idx="967">
                  <c:v>0.4835</c:v>
                </c:pt>
                <c:pt idx="968">
                  <c:v>0.484</c:v>
                </c:pt>
                <c:pt idx="969">
                  <c:v>0.4845</c:v>
                </c:pt>
                <c:pt idx="970">
                  <c:v>0.485</c:v>
                </c:pt>
                <c:pt idx="971">
                  <c:v>0.4855</c:v>
                </c:pt>
                <c:pt idx="972">
                  <c:v>0.486</c:v>
                </c:pt>
                <c:pt idx="973">
                  <c:v>0.4865</c:v>
                </c:pt>
                <c:pt idx="974">
                  <c:v>0.487</c:v>
                </c:pt>
                <c:pt idx="975">
                  <c:v>0.4875</c:v>
                </c:pt>
                <c:pt idx="976">
                  <c:v>0.488</c:v>
                </c:pt>
                <c:pt idx="977">
                  <c:v>0.4885</c:v>
                </c:pt>
                <c:pt idx="978">
                  <c:v>0.489</c:v>
                </c:pt>
                <c:pt idx="979">
                  <c:v>0.4895</c:v>
                </c:pt>
                <c:pt idx="980">
                  <c:v>0.49</c:v>
                </c:pt>
                <c:pt idx="981">
                  <c:v>0.4905</c:v>
                </c:pt>
                <c:pt idx="982">
                  <c:v>0.491</c:v>
                </c:pt>
                <c:pt idx="983">
                  <c:v>0.4915</c:v>
                </c:pt>
                <c:pt idx="984">
                  <c:v>0.492</c:v>
                </c:pt>
                <c:pt idx="985">
                  <c:v>0.4925</c:v>
                </c:pt>
                <c:pt idx="986">
                  <c:v>0.493</c:v>
                </c:pt>
                <c:pt idx="987">
                  <c:v>0.4935</c:v>
                </c:pt>
                <c:pt idx="988">
                  <c:v>0.494</c:v>
                </c:pt>
                <c:pt idx="989">
                  <c:v>0.4945</c:v>
                </c:pt>
                <c:pt idx="990">
                  <c:v>0.495</c:v>
                </c:pt>
                <c:pt idx="991">
                  <c:v>0.4955</c:v>
                </c:pt>
                <c:pt idx="992">
                  <c:v>0.496</c:v>
                </c:pt>
                <c:pt idx="993">
                  <c:v>0.4965</c:v>
                </c:pt>
                <c:pt idx="994">
                  <c:v>0.497</c:v>
                </c:pt>
                <c:pt idx="995">
                  <c:v>0.4975</c:v>
                </c:pt>
                <c:pt idx="996">
                  <c:v>0.498</c:v>
                </c:pt>
                <c:pt idx="997">
                  <c:v>0.4985</c:v>
                </c:pt>
                <c:pt idx="998">
                  <c:v>0.499</c:v>
                </c:pt>
                <c:pt idx="999">
                  <c:v>0.4995</c:v>
                </c:pt>
                <c:pt idx="1000">
                  <c:v>0.5</c:v>
                </c:pt>
                <c:pt idx="1001">
                  <c:v>0.5005</c:v>
                </c:pt>
                <c:pt idx="1002">
                  <c:v>0.501</c:v>
                </c:pt>
                <c:pt idx="1003">
                  <c:v>0.5015</c:v>
                </c:pt>
                <c:pt idx="1004">
                  <c:v>0.502</c:v>
                </c:pt>
                <c:pt idx="1005">
                  <c:v>0.5025</c:v>
                </c:pt>
                <c:pt idx="1006">
                  <c:v>0.503</c:v>
                </c:pt>
                <c:pt idx="1007">
                  <c:v>0.5035</c:v>
                </c:pt>
                <c:pt idx="1008">
                  <c:v>0.504</c:v>
                </c:pt>
                <c:pt idx="1009">
                  <c:v>0.5045</c:v>
                </c:pt>
                <c:pt idx="1010">
                  <c:v>0.505</c:v>
                </c:pt>
                <c:pt idx="1011">
                  <c:v>0.5055</c:v>
                </c:pt>
                <c:pt idx="1012">
                  <c:v>0.506</c:v>
                </c:pt>
                <c:pt idx="1013">
                  <c:v>0.5065</c:v>
                </c:pt>
                <c:pt idx="1014">
                  <c:v>0.507</c:v>
                </c:pt>
                <c:pt idx="1015">
                  <c:v>0.5075</c:v>
                </c:pt>
                <c:pt idx="1016">
                  <c:v>0.508</c:v>
                </c:pt>
                <c:pt idx="1017">
                  <c:v>0.5085</c:v>
                </c:pt>
                <c:pt idx="1018">
                  <c:v>0.509</c:v>
                </c:pt>
                <c:pt idx="1019">
                  <c:v>0.5095</c:v>
                </c:pt>
                <c:pt idx="1020">
                  <c:v>0.51</c:v>
                </c:pt>
                <c:pt idx="1021">
                  <c:v>0.5105</c:v>
                </c:pt>
                <c:pt idx="1022">
                  <c:v>0.511</c:v>
                </c:pt>
                <c:pt idx="1023">
                  <c:v>0.5115</c:v>
                </c:pt>
                <c:pt idx="1024">
                  <c:v>0.512</c:v>
                </c:pt>
                <c:pt idx="1025">
                  <c:v>0.5125</c:v>
                </c:pt>
                <c:pt idx="1026">
                  <c:v>0.513</c:v>
                </c:pt>
                <c:pt idx="1027">
                  <c:v>0.5135</c:v>
                </c:pt>
                <c:pt idx="1028">
                  <c:v>0.514</c:v>
                </c:pt>
                <c:pt idx="1029">
                  <c:v>0.5145</c:v>
                </c:pt>
                <c:pt idx="1030">
                  <c:v>0.515</c:v>
                </c:pt>
                <c:pt idx="1031">
                  <c:v>0.5155</c:v>
                </c:pt>
                <c:pt idx="1032">
                  <c:v>0.516</c:v>
                </c:pt>
                <c:pt idx="1033">
                  <c:v>0.5165</c:v>
                </c:pt>
                <c:pt idx="1034">
                  <c:v>0.517</c:v>
                </c:pt>
                <c:pt idx="1035">
                  <c:v>0.5175</c:v>
                </c:pt>
                <c:pt idx="1036">
                  <c:v>0.518</c:v>
                </c:pt>
                <c:pt idx="1037">
                  <c:v>0.5185</c:v>
                </c:pt>
                <c:pt idx="1038">
                  <c:v>0.519</c:v>
                </c:pt>
                <c:pt idx="1039">
                  <c:v>0.5195</c:v>
                </c:pt>
                <c:pt idx="1040">
                  <c:v>0.52</c:v>
                </c:pt>
                <c:pt idx="1041">
                  <c:v>0.5205</c:v>
                </c:pt>
                <c:pt idx="1042">
                  <c:v>0.521</c:v>
                </c:pt>
                <c:pt idx="1043">
                  <c:v>0.5215</c:v>
                </c:pt>
                <c:pt idx="1044">
                  <c:v>0.522</c:v>
                </c:pt>
                <c:pt idx="1045">
                  <c:v>0.5225</c:v>
                </c:pt>
                <c:pt idx="1046">
                  <c:v>0.523</c:v>
                </c:pt>
                <c:pt idx="1047">
                  <c:v>0.5235</c:v>
                </c:pt>
                <c:pt idx="1048">
                  <c:v>0.524</c:v>
                </c:pt>
                <c:pt idx="1049">
                  <c:v>0.5245</c:v>
                </c:pt>
                <c:pt idx="1050">
                  <c:v>0.525</c:v>
                </c:pt>
                <c:pt idx="1051">
                  <c:v>0.5255</c:v>
                </c:pt>
                <c:pt idx="1052">
                  <c:v>0.526</c:v>
                </c:pt>
                <c:pt idx="1053">
                  <c:v>0.5265</c:v>
                </c:pt>
                <c:pt idx="1054">
                  <c:v>0.527</c:v>
                </c:pt>
                <c:pt idx="1055">
                  <c:v>0.5275</c:v>
                </c:pt>
                <c:pt idx="1056">
                  <c:v>0.528</c:v>
                </c:pt>
                <c:pt idx="1057">
                  <c:v>0.5285</c:v>
                </c:pt>
                <c:pt idx="1058">
                  <c:v>0.529</c:v>
                </c:pt>
                <c:pt idx="1059">
                  <c:v>0.5295</c:v>
                </c:pt>
                <c:pt idx="1060">
                  <c:v>0.53</c:v>
                </c:pt>
                <c:pt idx="1061">
                  <c:v>0.5305</c:v>
                </c:pt>
                <c:pt idx="1062">
                  <c:v>0.531</c:v>
                </c:pt>
                <c:pt idx="1063">
                  <c:v>0.5315</c:v>
                </c:pt>
                <c:pt idx="1064">
                  <c:v>0.532</c:v>
                </c:pt>
                <c:pt idx="1065">
                  <c:v>0.5325</c:v>
                </c:pt>
                <c:pt idx="1066">
                  <c:v>0.533</c:v>
                </c:pt>
                <c:pt idx="1067">
                  <c:v>0.5335</c:v>
                </c:pt>
                <c:pt idx="1068">
                  <c:v>0.534</c:v>
                </c:pt>
                <c:pt idx="1069">
                  <c:v>0.5345</c:v>
                </c:pt>
                <c:pt idx="1070">
                  <c:v>0.535</c:v>
                </c:pt>
                <c:pt idx="1071">
                  <c:v>0.5355</c:v>
                </c:pt>
                <c:pt idx="1072">
                  <c:v>0.536</c:v>
                </c:pt>
                <c:pt idx="1073">
                  <c:v>0.5365</c:v>
                </c:pt>
                <c:pt idx="1074">
                  <c:v>0.537</c:v>
                </c:pt>
                <c:pt idx="1075">
                  <c:v>0.5375</c:v>
                </c:pt>
                <c:pt idx="1076">
                  <c:v>0.538</c:v>
                </c:pt>
                <c:pt idx="1077">
                  <c:v>0.5385</c:v>
                </c:pt>
                <c:pt idx="1078">
                  <c:v>0.539</c:v>
                </c:pt>
                <c:pt idx="1079">
                  <c:v>0.5395</c:v>
                </c:pt>
                <c:pt idx="1080">
                  <c:v>0.54</c:v>
                </c:pt>
                <c:pt idx="1081">
                  <c:v>0.5405</c:v>
                </c:pt>
                <c:pt idx="1082">
                  <c:v>0.541</c:v>
                </c:pt>
                <c:pt idx="1083">
                  <c:v>0.5415</c:v>
                </c:pt>
                <c:pt idx="1084">
                  <c:v>0.542</c:v>
                </c:pt>
                <c:pt idx="1085">
                  <c:v>0.5425</c:v>
                </c:pt>
                <c:pt idx="1086">
                  <c:v>0.543</c:v>
                </c:pt>
                <c:pt idx="1087">
                  <c:v>0.5435</c:v>
                </c:pt>
                <c:pt idx="1088">
                  <c:v>0.544</c:v>
                </c:pt>
                <c:pt idx="1089">
                  <c:v>0.5445</c:v>
                </c:pt>
                <c:pt idx="1090">
                  <c:v>0.545</c:v>
                </c:pt>
                <c:pt idx="1091">
                  <c:v>0.5455</c:v>
                </c:pt>
                <c:pt idx="1092">
                  <c:v>0.546</c:v>
                </c:pt>
                <c:pt idx="1093">
                  <c:v>0.5465</c:v>
                </c:pt>
                <c:pt idx="1094">
                  <c:v>0.547</c:v>
                </c:pt>
                <c:pt idx="1095">
                  <c:v>0.5475</c:v>
                </c:pt>
                <c:pt idx="1096">
                  <c:v>0.548</c:v>
                </c:pt>
                <c:pt idx="1097">
                  <c:v>0.5485</c:v>
                </c:pt>
                <c:pt idx="1098">
                  <c:v>0.549</c:v>
                </c:pt>
                <c:pt idx="1099">
                  <c:v>0.5495</c:v>
                </c:pt>
                <c:pt idx="1100">
                  <c:v>0.55</c:v>
                </c:pt>
                <c:pt idx="1101">
                  <c:v>0.5505</c:v>
                </c:pt>
                <c:pt idx="1102">
                  <c:v>0.551</c:v>
                </c:pt>
                <c:pt idx="1103">
                  <c:v>0.5515</c:v>
                </c:pt>
                <c:pt idx="1104">
                  <c:v>0.552</c:v>
                </c:pt>
                <c:pt idx="1105">
                  <c:v>0.5525</c:v>
                </c:pt>
                <c:pt idx="1106">
                  <c:v>0.553</c:v>
                </c:pt>
                <c:pt idx="1107">
                  <c:v>0.5535</c:v>
                </c:pt>
                <c:pt idx="1108">
                  <c:v>0.554</c:v>
                </c:pt>
                <c:pt idx="1109">
                  <c:v>0.5545</c:v>
                </c:pt>
                <c:pt idx="1110">
                  <c:v>0.555</c:v>
                </c:pt>
                <c:pt idx="1111">
                  <c:v>0.5555</c:v>
                </c:pt>
                <c:pt idx="1112">
                  <c:v>0.556</c:v>
                </c:pt>
                <c:pt idx="1113">
                  <c:v>0.5565</c:v>
                </c:pt>
                <c:pt idx="1114">
                  <c:v>0.557</c:v>
                </c:pt>
                <c:pt idx="1115">
                  <c:v>0.5575</c:v>
                </c:pt>
                <c:pt idx="1116">
                  <c:v>0.558</c:v>
                </c:pt>
                <c:pt idx="1117">
                  <c:v>0.5585</c:v>
                </c:pt>
                <c:pt idx="1118">
                  <c:v>0.559</c:v>
                </c:pt>
                <c:pt idx="1119">
                  <c:v>0.5595</c:v>
                </c:pt>
                <c:pt idx="1120">
                  <c:v>0.56</c:v>
                </c:pt>
                <c:pt idx="1121">
                  <c:v>0.5605</c:v>
                </c:pt>
                <c:pt idx="1122">
                  <c:v>0.561</c:v>
                </c:pt>
                <c:pt idx="1123">
                  <c:v>0.5615</c:v>
                </c:pt>
                <c:pt idx="1124">
                  <c:v>0.562</c:v>
                </c:pt>
                <c:pt idx="1125">
                  <c:v>0.5625</c:v>
                </c:pt>
                <c:pt idx="1126">
                  <c:v>0.563</c:v>
                </c:pt>
                <c:pt idx="1127">
                  <c:v>0.5635</c:v>
                </c:pt>
                <c:pt idx="1128">
                  <c:v>0.564</c:v>
                </c:pt>
                <c:pt idx="1129">
                  <c:v>0.5645</c:v>
                </c:pt>
                <c:pt idx="1130">
                  <c:v>0.565</c:v>
                </c:pt>
                <c:pt idx="1131">
                  <c:v>0.5655</c:v>
                </c:pt>
                <c:pt idx="1132">
                  <c:v>0.566</c:v>
                </c:pt>
                <c:pt idx="1133">
                  <c:v>0.5665</c:v>
                </c:pt>
                <c:pt idx="1134">
                  <c:v>0.567</c:v>
                </c:pt>
                <c:pt idx="1135">
                  <c:v>0.5675</c:v>
                </c:pt>
                <c:pt idx="1136">
                  <c:v>0.568</c:v>
                </c:pt>
                <c:pt idx="1137">
                  <c:v>0.5685</c:v>
                </c:pt>
                <c:pt idx="1138">
                  <c:v>0.569</c:v>
                </c:pt>
                <c:pt idx="1139">
                  <c:v>0.5695</c:v>
                </c:pt>
                <c:pt idx="1140">
                  <c:v>0.57</c:v>
                </c:pt>
                <c:pt idx="1141">
                  <c:v>0.5705</c:v>
                </c:pt>
                <c:pt idx="1142">
                  <c:v>0.571</c:v>
                </c:pt>
                <c:pt idx="1143">
                  <c:v>0.5715</c:v>
                </c:pt>
                <c:pt idx="1144">
                  <c:v>0.572</c:v>
                </c:pt>
                <c:pt idx="1145">
                  <c:v>0.5725</c:v>
                </c:pt>
                <c:pt idx="1146">
                  <c:v>0.573</c:v>
                </c:pt>
                <c:pt idx="1147">
                  <c:v>0.5735</c:v>
                </c:pt>
                <c:pt idx="1148">
                  <c:v>0.574</c:v>
                </c:pt>
                <c:pt idx="1149">
                  <c:v>0.5745</c:v>
                </c:pt>
                <c:pt idx="1150">
                  <c:v>0.575</c:v>
                </c:pt>
                <c:pt idx="1151">
                  <c:v>0.5755</c:v>
                </c:pt>
                <c:pt idx="1152">
                  <c:v>0.576</c:v>
                </c:pt>
                <c:pt idx="1153">
                  <c:v>0.5765</c:v>
                </c:pt>
                <c:pt idx="1154">
                  <c:v>0.577</c:v>
                </c:pt>
                <c:pt idx="1155">
                  <c:v>0.5775</c:v>
                </c:pt>
                <c:pt idx="1156">
                  <c:v>0.578</c:v>
                </c:pt>
                <c:pt idx="1157">
                  <c:v>0.5785</c:v>
                </c:pt>
                <c:pt idx="1158">
                  <c:v>0.579</c:v>
                </c:pt>
                <c:pt idx="1159">
                  <c:v>0.5795</c:v>
                </c:pt>
                <c:pt idx="1160">
                  <c:v>0.58</c:v>
                </c:pt>
                <c:pt idx="1161">
                  <c:v>0.5805</c:v>
                </c:pt>
                <c:pt idx="1162">
                  <c:v>0.581</c:v>
                </c:pt>
                <c:pt idx="1163">
                  <c:v>0.5815</c:v>
                </c:pt>
                <c:pt idx="1164">
                  <c:v>0.582</c:v>
                </c:pt>
                <c:pt idx="1165">
                  <c:v>0.5825</c:v>
                </c:pt>
                <c:pt idx="1166">
                  <c:v>0.583</c:v>
                </c:pt>
                <c:pt idx="1167">
                  <c:v>0.5835</c:v>
                </c:pt>
                <c:pt idx="1168">
                  <c:v>0.584</c:v>
                </c:pt>
                <c:pt idx="1169">
                  <c:v>0.5845</c:v>
                </c:pt>
                <c:pt idx="1170">
                  <c:v>0.585</c:v>
                </c:pt>
                <c:pt idx="1171">
                  <c:v>0.5855</c:v>
                </c:pt>
                <c:pt idx="1172">
                  <c:v>0.586</c:v>
                </c:pt>
                <c:pt idx="1173">
                  <c:v>0.5865</c:v>
                </c:pt>
                <c:pt idx="1174">
                  <c:v>0.587</c:v>
                </c:pt>
                <c:pt idx="1175">
                  <c:v>0.5875</c:v>
                </c:pt>
                <c:pt idx="1176">
                  <c:v>0.588</c:v>
                </c:pt>
                <c:pt idx="1177">
                  <c:v>0.5885</c:v>
                </c:pt>
                <c:pt idx="1178">
                  <c:v>0.589</c:v>
                </c:pt>
                <c:pt idx="1179">
                  <c:v>0.5895</c:v>
                </c:pt>
                <c:pt idx="1180">
                  <c:v>0.59</c:v>
                </c:pt>
                <c:pt idx="1181">
                  <c:v>0.5905</c:v>
                </c:pt>
                <c:pt idx="1182">
                  <c:v>0.591</c:v>
                </c:pt>
                <c:pt idx="1183">
                  <c:v>0.5915</c:v>
                </c:pt>
                <c:pt idx="1184">
                  <c:v>0.592</c:v>
                </c:pt>
                <c:pt idx="1185">
                  <c:v>0.5925</c:v>
                </c:pt>
                <c:pt idx="1186">
                  <c:v>0.593</c:v>
                </c:pt>
                <c:pt idx="1187">
                  <c:v>0.5935</c:v>
                </c:pt>
                <c:pt idx="1188">
                  <c:v>0.594</c:v>
                </c:pt>
                <c:pt idx="1189">
                  <c:v>0.5945</c:v>
                </c:pt>
                <c:pt idx="1190">
                  <c:v>0.595</c:v>
                </c:pt>
                <c:pt idx="1191">
                  <c:v>0.5955</c:v>
                </c:pt>
                <c:pt idx="1192">
                  <c:v>0.596</c:v>
                </c:pt>
                <c:pt idx="1193">
                  <c:v>0.5965</c:v>
                </c:pt>
                <c:pt idx="1194">
                  <c:v>0.597</c:v>
                </c:pt>
                <c:pt idx="1195">
                  <c:v>0.5975</c:v>
                </c:pt>
                <c:pt idx="1196">
                  <c:v>0.598</c:v>
                </c:pt>
                <c:pt idx="1197">
                  <c:v>0.5985</c:v>
                </c:pt>
                <c:pt idx="1198">
                  <c:v>0.599</c:v>
                </c:pt>
                <c:pt idx="1199">
                  <c:v>0.5995</c:v>
                </c:pt>
                <c:pt idx="1200">
                  <c:v>0.6</c:v>
                </c:pt>
                <c:pt idx="1201">
                  <c:v>0.6005</c:v>
                </c:pt>
                <c:pt idx="1202">
                  <c:v>0.601</c:v>
                </c:pt>
                <c:pt idx="1203">
                  <c:v>0.6015</c:v>
                </c:pt>
                <c:pt idx="1204">
                  <c:v>0.602</c:v>
                </c:pt>
                <c:pt idx="1205">
                  <c:v>0.6025</c:v>
                </c:pt>
                <c:pt idx="1206">
                  <c:v>0.603</c:v>
                </c:pt>
                <c:pt idx="1207">
                  <c:v>0.6035</c:v>
                </c:pt>
                <c:pt idx="1208">
                  <c:v>0.604</c:v>
                </c:pt>
                <c:pt idx="1209">
                  <c:v>0.6045</c:v>
                </c:pt>
                <c:pt idx="1210">
                  <c:v>0.605</c:v>
                </c:pt>
                <c:pt idx="1211">
                  <c:v>0.6055</c:v>
                </c:pt>
                <c:pt idx="1212">
                  <c:v>0.606</c:v>
                </c:pt>
                <c:pt idx="1213">
                  <c:v>0.6065</c:v>
                </c:pt>
                <c:pt idx="1214">
                  <c:v>0.607</c:v>
                </c:pt>
                <c:pt idx="1215">
                  <c:v>0.6075</c:v>
                </c:pt>
                <c:pt idx="1216">
                  <c:v>0.608</c:v>
                </c:pt>
                <c:pt idx="1217">
                  <c:v>0.6085</c:v>
                </c:pt>
                <c:pt idx="1218">
                  <c:v>0.609</c:v>
                </c:pt>
                <c:pt idx="1219">
                  <c:v>0.6095</c:v>
                </c:pt>
                <c:pt idx="1220">
                  <c:v>0.61</c:v>
                </c:pt>
                <c:pt idx="1221">
                  <c:v>0.6105</c:v>
                </c:pt>
                <c:pt idx="1222">
                  <c:v>0.611</c:v>
                </c:pt>
                <c:pt idx="1223">
                  <c:v>0.6115</c:v>
                </c:pt>
                <c:pt idx="1224">
                  <c:v>0.612</c:v>
                </c:pt>
                <c:pt idx="1225">
                  <c:v>0.6125</c:v>
                </c:pt>
                <c:pt idx="1226">
                  <c:v>0.613</c:v>
                </c:pt>
                <c:pt idx="1227">
                  <c:v>0.6135</c:v>
                </c:pt>
                <c:pt idx="1228">
                  <c:v>0.614</c:v>
                </c:pt>
                <c:pt idx="1229">
                  <c:v>0.6145</c:v>
                </c:pt>
                <c:pt idx="1230">
                  <c:v>0.615</c:v>
                </c:pt>
                <c:pt idx="1231">
                  <c:v>0.6155</c:v>
                </c:pt>
                <c:pt idx="1232">
                  <c:v>0.616</c:v>
                </c:pt>
                <c:pt idx="1233">
                  <c:v>0.6165</c:v>
                </c:pt>
                <c:pt idx="1234">
                  <c:v>0.617</c:v>
                </c:pt>
                <c:pt idx="1235">
                  <c:v>0.6175</c:v>
                </c:pt>
                <c:pt idx="1236">
                  <c:v>0.618</c:v>
                </c:pt>
                <c:pt idx="1237">
                  <c:v>0.6185</c:v>
                </c:pt>
                <c:pt idx="1238">
                  <c:v>0.619</c:v>
                </c:pt>
                <c:pt idx="1239">
                  <c:v>0.6195</c:v>
                </c:pt>
                <c:pt idx="1240">
                  <c:v>0.62</c:v>
                </c:pt>
                <c:pt idx="1241">
                  <c:v>0.6205</c:v>
                </c:pt>
                <c:pt idx="1242">
                  <c:v>0.621</c:v>
                </c:pt>
                <c:pt idx="1243">
                  <c:v>0.6215</c:v>
                </c:pt>
                <c:pt idx="1244">
                  <c:v>0.622</c:v>
                </c:pt>
                <c:pt idx="1245">
                  <c:v>0.6225</c:v>
                </c:pt>
                <c:pt idx="1246">
                  <c:v>0.623</c:v>
                </c:pt>
                <c:pt idx="1247">
                  <c:v>0.6235</c:v>
                </c:pt>
                <c:pt idx="1248">
                  <c:v>0.624</c:v>
                </c:pt>
                <c:pt idx="1249">
                  <c:v>0.6245</c:v>
                </c:pt>
                <c:pt idx="1250">
                  <c:v>0.625</c:v>
                </c:pt>
                <c:pt idx="1251">
                  <c:v>0.6255</c:v>
                </c:pt>
                <c:pt idx="1252">
                  <c:v>0.626</c:v>
                </c:pt>
                <c:pt idx="1253">
                  <c:v>0.6265</c:v>
                </c:pt>
                <c:pt idx="1254">
                  <c:v>0.627</c:v>
                </c:pt>
                <c:pt idx="1255">
                  <c:v>0.6275</c:v>
                </c:pt>
                <c:pt idx="1256">
                  <c:v>0.628</c:v>
                </c:pt>
                <c:pt idx="1257">
                  <c:v>0.6285</c:v>
                </c:pt>
                <c:pt idx="1258">
                  <c:v>0.629</c:v>
                </c:pt>
                <c:pt idx="1259">
                  <c:v>0.6295</c:v>
                </c:pt>
                <c:pt idx="1260">
                  <c:v>0.63</c:v>
                </c:pt>
                <c:pt idx="1261">
                  <c:v>0.6305</c:v>
                </c:pt>
                <c:pt idx="1262">
                  <c:v>0.631</c:v>
                </c:pt>
                <c:pt idx="1263">
                  <c:v>0.6315</c:v>
                </c:pt>
                <c:pt idx="1264">
                  <c:v>0.632</c:v>
                </c:pt>
                <c:pt idx="1265">
                  <c:v>0.6325</c:v>
                </c:pt>
                <c:pt idx="1266">
                  <c:v>0.633</c:v>
                </c:pt>
                <c:pt idx="1267">
                  <c:v>0.6335</c:v>
                </c:pt>
                <c:pt idx="1268">
                  <c:v>0.634</c:v>
                </c:pt>
                <c:pt idx="1269">
                  <c:v>0.6345</c:v>
                </c:pt>
                <c:pt idx="1270">
                  <c:v>0.635</c:v>
                </c:pt>
                <c:pt idx="1271">
                  <c:v>0.6355</c:v>
                </c:pt>
                <c:pt idx="1272">
                  <c:v>0.636</c:v>
                </c:pt>
                <c:pt idx="1273">
                  <c:v>0.6365</c:v>
                </c:pt>
                <c:pt idx="1274">
                  <c:v>0.637</c:v>
                </c:pt>
                <c:pt idx="1275">
                  <c:v>0.6375</c:v>
                </c:pt>
                <c:pt idx="1276">
                  <c:v>0.638</c:v>
                </c:pt>
                <c:pt idx="1277">
                  <c:v>0.6385</c:v>
                </c:pt>
                <c:pt idx="1278">
                  <c:v>0.639</c:v>
                </c:pt>
                <c:pt idx="1279">
                  <c:v>0.6395</c:v>
                </c:pt>
                <c:pt idx="1280">
                  <c:v>0.64</c:v>
                </c:pt>
                <c:pt idx="1281">
                  <c:v>0.6405</c:v>
                </c:pt>
                <c:pt idx="1282">
                  <c:v>0.641</c:v>
                </c:pt>
                <c:pt idx="1283">
                  <c:v>0.6415</c:v>
                </c:pt>
                <c:pt idx="1284">
                  <c:v>0.642</c:v>
                </c:pt>
                <c:pt idx="1285">
                  <c:v>0.6425</c:v>
                </c:pt>
                <c:pt idx="1286">
                  <c:v>0.643</c:v>
                </c:pt>
                <c:pt idx="1287">
                  <c:v>0.6435</c:v>
                </c:pt>
                <c:pt idx="1288">
                  <c:v>0.644</c:v>
                </c:pt>
                <c:pt idx="1289">
                  <c:v>0.6445</c:v>
                </c:pt>
                <c:pt idx="1290">
                  <c:v>0.645</c:v>
                </c:pt>
                <c:pt idx="1291">
                  <c:v>0.6455</c:v>
                </c:pt>
                <c:pt idx="1292">
                  <c:v>0.646</c:v>
                </c:pt>
                <c:pt idx="1293">
                  <c:v>0.6465</c:v>
                </c:pt>
                <c:pt idx="1294">
                  <c:v>0.647</c:v>
                </c:pt>
                <c:pt idx="1295">
                  <c:v>0.6475</c:v>
                </c:pt>
                <c:pt idx="1296">
                  <c:v>0.648</c:v>
                </c:pt>
                <c:pt idx="1297">
                  <c:v>0.6485</c:v>
                </c:pt>
                <c:pt idx="1298">
                  <c:v>0.649</c:v>
                </c:pt>
                <c:pt idx="1299">
                  <c:v>0.6495</c:v>
                </c:pt>
                <c:pt idx="1300">
                  <c:v>0.65</c:v>
                </c:pt>
                <c:pt idx="1301">
                  <c:v>0.6505</c:v>
                </c:pt>
                <c:pt idx="1302">
                  <c:v>0.651</c:v>
                </c:pt>
                <c:pt idx="1303">
                  <c:v>0.6515</c:v>
                </c:pt>
                <c:pt idx="1304">
                  <c:v>0.652</c:v>
                </c:pt>
                <c:pt idx="1305">
                  <c:v>0.6525</c:v>
                </c:pt>
                <c:pt idx="1306">
                  <c:v>0.653</c:v>
                </c:pt>
                <c:pt idx="1307">
                  <c:v>0.6535</c:v>
                </c:pt>
                <c:pt idx="1308">
                  <c:v>0.654</c:v>
                </c:pt>
                <c:pt idx="1309">
                  <c:v>0.6545</c:v>
                </c:pt>
                <c:pt idx="1310">
                  <c:v>0.655</c:v>
                </c:pt>
                <c:pt idx="1311">
                  <c:v>0.6555</c:v>
                </c:pt>
                <c:pt idx="1312">
                  <c:v>0.656</c:v>
                </c:pt>
                <c:pt idx="1313">
                  <c:v>0.6565</c:v>
                </c:pt>
                <c:pt idx="1314">
                  <c:v>0.657</c:v>
                </c:pt>
                <c:pt idx="1315">
                  <c:v>0.6575</c:v>
                </c:pt>
                <c:pt idx="1316">
                  <c:v>0.658</c:v>
                </c:pt>
                <c:pt idx="1317">
                  <c:v>0.6585</c:v>
                </c:pt>
                <c:pt idx="1318">
                  <c:v>0.659</c:v>
                </c:pt>
                <c:pt idx="1319">
                  <c:v>0.6595</c:v>
                </c:pt>
                <c:pt idx="1320">
                  <c:v>0.66</c:v>
                </c:pt>
                <c:pt idx="1321">
                  <c:v>0.6605</c:v>
                </c:pt>
                <c:pt idx="1322">
                  <c:v>0.661</c:v>
                </c:pt>
                <c:pt idx="1323">
                  <c:v>0.6615</c:v>
                </c:pt>
                <c:pt idx="1324">
                  <c:v>0.662</c:v>
                </c:pt>
                <c:pt idx="1325">
                  <c:v>0.6625</c:v>
                </c:pt>
                <c:pt idx="1326">
                  <c:v>0.663</c:v>
                </c:pt>
                <c:pt idx="1327">
                  <c:v>0.6635</c:v>
                </c:pt>
                <c:pt idx="1328">
                  <c:v>0.664</c:v>
                </c:pt>
                <c:pt idx="1329">
                  <c:v>0.6645</c:v>
                </c:pt>
                <c:pt idx="1330">
                  <c:v>0.665</c:v>
                </c:pt>
                <c:pt idx="1331">
                  <c:v>0.6655</c:v>
                </c:pt>
                <c:pt idx="1332">
                  <c:v>0.666</c:v>
                </c:pt>
                <c:pt idx="1333">
                  <c:v>0.6665</c:v>
                </c:pt>
                <c:pt idx="1334">
                  <c:v>0.667</c:v>
                </c:pt>
                <c:pt idx="1335">
                  <c:v>0.6675</c:v>
                </c:pt>
                <c:pt idx="1336">
                  <c:v>0.668</c:v>
                </c:pt>
                <c:pt idx="1337">
                  <c:v>0.6685</c:v>
                </c:pt>
                <c:pt idx="1338">
                  <c:v>0.669</c:v>
                </c:pt>
                <c:pt idx="1339">
                  <c:v>0.6695</c:v>
                </c:pt>
                <c:pt idx="1340">
                  <c:v>0.67</c:v>
                </c:pt>
                <c:pt idx="1341">
                  <c:v>0.6705</c:v>
                </c:pt>
                <c:pt idx="1342">
                  <c:v>0.671</c:v>
                </c:pt>
                <c:pt idx="1343">
                  <c:v>0.6715</c:v>
                </c:pt>
                <c:pt idx="1344">
                  <c:v>0.672</c:v>
                </c:pt>
                <c:pt idx="1345">
                  <c:v>0.6725</c:v>
                </c:pt>
                <c:pt idx="1346">
                  <c:v>0.673</c:v>
                </c:pt>
                <c:pt idx="1347">
                  <c:v>0.6735</c:v>
                </c:pt>
                <c:pt idx="1348">
                  <c:v>0.674</c:v>
                </c:pt>
                <c:pt idx="1349">
                  <c:v>0.6745</c:v>
                </c:pt>
                <c:pt idx="1350">
                  <c:v>0.675</c:v>
                </c:pt>
                <c:pt idx="1351">
                  <c:v>0.6755</c:v>
                </c:pt>
                <c:pt idx="1352">
                  <c:v>0.676</c:v>
                </c:pt>
                <c:pt idx="1353">
                  <c:v>0.6765</c:v>
                </c:pt>
                <c:pt idx="1354">
                  <c:v>0.677</c:v>
                </c:pt>
                <c:pt idx="1355">
                  <c:v>0.6775</c:v>
                </c:pt>
                <c:pt idx="1356">
                  <c:v>0.678</c:v>
                </c:pt>
                <c:pt idx="1357">
                  <c:v>0.6785</c:v>
                </c:pt>
                <c:pt idx="1358">
                  <c:v>0.679</c:v>
                </c:pt>
                <c:pt idx="1359">
                  <c:v>0.6795</c:v>
                </c:pt>
                <c:pt idx="1360">
                  <c:v>0.68</c:v>
                </c:pt>
                <c:pt idx="1361">
                  <c:v>0.6805</c:v>
                </c:pt>
                <c:pt idx="1362">
                  <c:v>0.681</c:v>
                </c:pt>
                <c:pt idx="1363">
                  <c:v>0.6815</c:v>
                </c:pt>
                <c:pt idx="1364">
                  <c:v>0.682</c:v>
                </c:pt>
                <c:pt idx="1365">
                  <c:v>0.6825</c:v>
                </c:pt>
                <c:pt idx="1366">
                  <c:v>0.683</c:v>
                </c:pt>
                <c:pt idx="1367">
                  <c:v>0.6835</c:v>
                </c:pt>
                <c:pt idx="1368">
                  <c:v>0.684</c:v>
                </c:pt>
                <c:pt idx="1369">
                  <c:v>0.6845</c:v>
                </c:pt>
                <c:pt idx="1370">
                  <c:v>0.685</c:v>
                </c:pt>
                <c:pt idx="1371">
                  <c:v>0.6855</c:v>
                </c:pt>
                <c:pt idx="1372">
                  <c:v>0.686</c:v>
                </c:pt>
                <c:pt idx="1373">
                  <c:v>0.6865</c:v>
                </c:pt>
                <c:pt idx="1374">
                  <c:v>0.687</c:v>
                </c:pt>
                <c:pt idx="1375">
                  <c:v>0.6875</c:v>
                </c:pt>
                <c:pt idx="1376">
                  <c:v>0.688</c:v>
                </c:pt>
                <c:pt idx="1377">
                  <c:v>0.6885</c:v>
                </c:pt>
                <c:pt idx="1378">
                  <c:v>0.689</c:v>
                </c:pt>
                <c:pt idx="1379">
                  <c:v>0.6895</c:v>
                </c:pt>
                <c:pt idx="1380">
                  <c:v>0.69</c:v>
                </c:pt>
                <c:pt idx="1381">
                  <c:v>0.6905</c:v>
                </c:pt>
                <c:pt idx="1382">
                  <c:v>0.691</c:v>
                </c:pt>
                <c:pt idx="1383">
                  <c:v>0.6915</c:v>
                </c:pt>
                <c:pt idx="1384">
                  <c:v>0.692</c:v>
                </c:pt>
                <c:pt idx="1385">
                  <c:v>0.6925</c:v>
                </c:pt>
                <c:pt idx="1386">
                  <c:v>0.693</c:v>
                </c:pt>
                <c:pt idx="1387">
                  <c:v>0.6935</c:v>
                </c:pt>
                <c:pt idx="1388">
                  <c:v>0.694</c:v>
                </c:pt>
                <c:pt idx="1389">
                  <c:v>0.6945</c:v>
                </c:pt>
                <c:pt idx="1390">
                  <c:v>0.695</c:v>
                </c:pt>
                <c:pt idx="1391">
                  <c:v>0.6955</c:v>
                </c:pt>
                <c:pt idx="1392">
                  <c:v>0.696</c:v>
                </c:pt>
                <c:pt idx="1393">
                  <c:v>0.6965</c:v>
                </c:pt>
                <c:pt idx="1394">
                  <c:v>0.697</c:v>
                </c:pt>
                <c:pt idx="1395">
                  <c:v>0.6975</c:v>
                </c:pt>
                <c:pt idx="1396">
                  <c:v>0.698</c:v>
                </c:pt>
                <c:pt idx="1397">
                  <c:v>0.6985</c:v>
                </c:pt>
                <c:pt idx="1398">
                  <c:v>0.699</c:v>
                </c:pt>
                <c:pt idx="1399">
                  <c:v>0.6995</c:v>
                </c:pt>
                <c:pt idx="1400">
                  <c:v>0.7</c:v>
                </c:pt>
                <c:pt idx="1401">
                  <c:v>0.7005</c:v>
                </c:pt>
                <c:pt idx="1402">
                  <c:v>0.701</c:v>
                </c:pt>
                <c:pt idx="1403">
                  <c:v>0.7015</c:v>
                </c:pt>
                <c:pt idx="1404">
                  <c:v>0.702</c:v>
                </c:pt>
                <c:pt idx="1405">
                  <c:v>0.7025</c:v>
                </c:pt>
                <c:pt idx="1406">
                  <c:v>0.703</c:v>
                </c:pt>
                <c:pt idx="1407">
                  <c:v>0.7035</c:v>
                </c:pt>
                <c:pt idx="1408">
                  <c:v>0.704</c:v>
                </c:pt>
                <c:pt idx="1409">
                  <c:v>0.7045</c:v>
                </c:pt>
                <c:pt idx="1410">
                  <c:v>0.705</c:v>
                </c:pt>
                <c:pt idx="1411">
                  <c:v>0.7055</c:v>
                </c:pt>
                <c:pt idx="1412">
                  <c:v>0.706</c:v>
                </c:pt>
                <c:pt idx="1413">
                  <c:v>0.7065</c:v>
                </c:pt>
                <c:pt idx="1414">
                  <c:v>0.707</c:v>
                </c:pt>
                <c:pt idx="1415">
                  <c:v>0.7075</c:v>
                </c:pt>
                <c:pt idx="1416">
                  <c:v>0.708</c:v>
                </c:pt>
                <c:pt idx="1417">
                  <c:v>0.7085</c:v>
                </c:pt>
                <c:pt idx="1418">
                  <c:v>0.709</c:v>
                </c:pt>
                <c:pt idx="1419">
                  <c:v>0.7095</c:v>
                </c:pt>
                <c:pt idx="1420">
                  <c:v>0.71</c:v>
                </c:pt>
                <c:pt idx="1421">
                  <c:v>0.7105</c:v>
                </c:pt>
                <c:pt idx="1422">
                  <c:v>0.711</c:v>
                </c:pt>
                <c:pt idx="1423">
                  <c:v>0.7115</c:v>
                </c:pt>
                <c:pt idx="1424">
                  <c:v>0.712</c:v>
                </c:pt>
                <c:pt idx="1425">
                  <c:v>0.7125</c:v>
                </c:pt>
                <c:pt idx="1426">
                  <c:v>0.713</c:v>
                </c:pt>
                <c:pt idx="1427">
                  <c:v>0.7135</c:v>
                </c:pt>
                <c:pt idx="1428">
                  <c:v>0.714</c:v>
                </c:pt>
                <c:pt idx="1429">
                  <c:v>0.7145</c:v>
                </c:pt>
                <c:pt idx="1430">
                  <c:v>0.715</c:v>
                </c:pt>
                <c:pt idx="1431">
                  <c:v>0.7155</c:v>
                </c:pt>
                <c:pt idx="1432">
                  <c:v>0.716</c:v>
                </c:pt>
                <c:pt idx="1433">
                  <c:v>0.7165</c:v>
                </c:pt>
                <c:pt idx="1434">
                  <c:v>0.717</c:v>
                </c:pt>
                <c:pt idx="1435">
                  <c:v>0.7175</c:v>
                </c:pt>
                <c:pt idx="1436">
                  <c:v>0.718</c:v>
                </c:pt>
                <c:pt idx="1437">
                  <c:v>0.7185</c:v>
                </c:pt>
                <c:pt idx="1438">
                  <c:v>0.719</c:v>
                </c:pt>
                <c:pt idx="1439">
                  <c:v>0.7195</c:v>
                </c:pt>
                <c:pt idx="1440">
                  <c:v>0.72</c:v>
                </c:pt>
                <c:pt idx="1441">
                  <c:v>0.7205</c:v>
                </c:pt>
                <c:pt idx="1442">
                  <c:v>0.721</c:v>
                </c:pt>
                <c:pt idx="1443">
                  <c:v>0.7215</c:v>
                </c:pt>
                <c:pt idx="1444">
                  <c:v>0.722</c:v>
                </c:pt>
                <c:pt idx="1445">
                  <c:v>0.7225</c:v>
                </c:pt>
                <c:pt idx="1446">
                  <c:v>0.723</c:v>
                </c:pt>
                <c:pt idx="1447">
                  <c:v>0.7235</c:v>
                </c:pt>
                <c:pt idx="1448">
                  <c:v>0.724</c:v>
                </c:pt>
                <c:pt idx="1449">
                  <c:v>0.7245</c:v>
                </c:pt>
                <c:pt idx="1450">
                  <c:v>0.725</c:v>
                </c:pt>
                <c:pt idx="1451">
                  <c:v>0.7255</c:v>
                </c:pt>
                <c:pt idx="1452">
                  <c:v>0.726</c:v>
                </c:pt>
                <c:pt idx="1453">
                  <c:v>0.7265</c:v>
                </c:pt>
                <c:pt idx="1454">
                  <c:v>0.727</c:v>
                </c:pt>
                <c:pt idx="1455">
                  <c:v>0.7275</c:v>
                </c:pt>
                <c:pt idx="1456">
                  <c:v>0.728</c:v>
                </c:pt>
                <c:pt idx="1457">
                  <c:v>0.7285</c:v>
                </c:pt>
                <c:pt idx="1458">
                  <c:v>0.729</c:v>
                </c:pt>
                <c:pt idx="1459">
                  <c:v>0.7295</c:v>
                </c:pt>
                <c:pt idx="1460">
                  <c:v>0.73</c:v>
                </c:pt>
                <c:pt idx="1461">
                  <c:v>0.7305</c:v>
                </c:pt>
                <c:pt idx="1462">
                  <c:v>0.731</c:v>
                </c:pt>
                <c:pt idx="1463">
                  <c:v>0.7315</c:v>
                </c:pt>
                <c:pt idx="1464">
                  <c:v>0.732</c:v>
                </c:pt>
                <c:pt idx="1465">
                  <c:v>0.7325</c:v>
                </c:pt>
                <c:pt idx="1466">
                  <c:v>0.733</c:v>
                </c:pt>
                <c:pt idx="1467">
                  <c:v>0.7335</c:v>
                </c:pt>
                <c:pt idx="1468">
                  <c:v>0.734</c:v>
                </c:pt>
                <c:pt idx="1469">
                  <c:v>0.7345</c:v>
                </c:pt>
                <c:pt idx="1470">
                  <c:v>0.735</c:v>
                </c:pt>
                <c:pt idx="1471">
                  <c:v>0.7355</c:v>
                </c:pt>
                <c:pt idx="1472">
                  <c:v>0.736</c:v>
                </c:pt>
                <c:pt idx="1473">
                  <c:v>0.7365</c:v>
                </c:pt>
                <c:pt idx="1474">
                  <c:v>0.737</c:v>
                </c:pt>
                <c:pt idx="1475">
                  <c:v>0.7375</c:v>
                </c:pt>
                <c:pt idx="1476">
                  <c:v>0.738</c:v>
                </c:pt>
                <c:pt idx="1477">
                  <c:v>0.7385</c:v>
                </c:pt>
                <c:pt idx="1478">
                  <c:v>0.739</c:v>
                </c:pt>
                <c:pt idx="1479">
                  <c:v>0.7395</c:v>
                </c:pt>
                <c:pt idx="1480">
                  <c:v>0.74</c:v>
                </c:pt>
                <c:pt idx="1481">
                  <c:v>0.7405</c:v>
                </c:pt>
                <c:pt idx="1482">
                  <c:v>0.741</c:v>
                </c:pt>
                <c:pt idx="1483">
                  <c:v>0.7415</c:v>
                </c:pt>
                <c:pt idx="1484">
                  <c:v>0.742</c:v>
                </c:pt>
                <c:pt idx="1485">
                  <c:v>0.7425</c:v>
                </c:pt>
                <c:pt idx="1486">
                  <c:v>0.743</c:v>
                </c:pt>
                <c:pt idx="1487">
                  <c:v>0.7435</c:v>
                </c:pt>
                <c:pt idx="1488">
                  <c:v>0.744</c:v>
                </c:pt>
                <c:pt idx="1489">
                  <c:v>0.7445</c:v>
                </c:pt>
                <c:pt idx="1490">
                  <c:v>0.745</c:v>
                </c:pt>
                <c:pt idx="1491">
                  <c:v>0.7455</c:v>
                </c:pt>
                <c:pt idx="1492">
                  <c:v>0.746</c:v>
                </c:pt>
                <c:pt idx="1493">
                  <c:v>0.7465</c:v>
                </c:pt>
                <c:pt idx="1494">
                  <c:v>0.747</c:v>
                </c:pt>
                <c:pt idx="1495">
                  <c:v>0.7475</c:v>
                </c:pt>
                <c:pt idx="1496">
                  <c:v>0.748</c:v>
                </c:pt>
                <c:pt idx="1497">
                  <c:v>0.7485</c:v>
                </c:pt>
                <c:pt idx="1498">
                  <c:v>0.749</c:v>
                </c:pt>
                <c:pt idx="1499">
                  <c:v>0.7495</c:v>
                </c:pt>
                <c:pt idx="1500">
                  <c:v>0.75</c:v>
                </c:pt>
                <c:pt idx="1501">
                  <c:v>0.7505</c:v>
                </c:pt>
                <c:pt idx="1502">
                  <c:v>0.751</c:v>
                </c:pt>
                <c:pt idx="1503">
                  <c:v>0.7515</c:v>
                </c:pt>
                <c:pt idx="1504">
                  <c:v>0.752</c:v>
                </c:pt>
                <c:pt idx="1505">
                  <c:v>0.7525</c:v>
                </c:pt>
                <c:pt idx="1506">
                  <c:v>0.753</c:v>
                </c:pt>
                <c:pt idx="1507">
                  <c:v>0.7535</c:v>
                </c:pt>
                <c:pt idx="1508">
                  <c:v>0.754</c:v>
                </c:pt>
                <c:pt idx="1509">
                  <c:v>0.7545</c:v>
                </c:pt>
                <c:pt idx="1510">
                  <c:v>0.755</c:v>
                </c:pt>
                <c:pt idx="1511">
                  <c:v>0.7555</c:v>
                </c:pt>
                <c:pt idx="1512">
                  <c:v>0.756</c:v>
                </c:pt>
                <c:pt idx="1513">
                  <c:v>0.7565</c:v>
                </c:pt>
                <c:pt idx="1514">
                  <c:v>0.757</c:v>
                </c:pt>
                <c:pt idx="1515">
                  <c:v>0.7575</c:v>
                </c:pt>
                <c:pt idx="1516">
                  <c:v>0.758</c:v>
                </c:pt>
                <c:pt idx="1517">
                  <c:v>0.7585</c:v>
                </c:pt>
                <c:pt idx="1518">
                  <c:v>0.759</c:v>
                </c:pt>
                <c:pt idx="1519">
                  <c:v>0.7595</c:v>
                </c:pt>
                <c:pt idx="1520">
                  <c:v>0.76</c:v>
                </c:pt>
                <c:pt idx="1521">
                  <c:v>0.7605</c:v>
                </c:pt>
                <c:pt idx="1522">
                  <c:v>0.761</c:v>
                </c:pt>
                <c:pt idx="1523">
                  <c:v>0.7615</c:v>
                </c:pt>
                <c:pt idx="1524">
                  <c:v>0.762</c:v>
                </c:pt>
                <c:pt idx="1525">
                  <c:v>0.7625</c:v>
                </c:pt>
                <c:pt idx="1526">
                  <c:v>0.763</c:v>
                </c:pt>
                <c:pt idx="1527">
                  <c:v>0.7635</c:v>
                </c:pt>
                <c:pt idx="1528">
                  <c:v>0.764</c:v>
                </c:pt>
                <c:pt idx="1529">
                  <c:v>0.7645</c:v>
                </c:pt>
                <c:pt idx="1530">
                  <c:v>0.765</c:v>
                </c:pt>
                <c:pt idx="1531">
                  <c:v>0.7655</c:v>
                </c:pt>
                <c:pt idx="1532">
                  <c:v>0.766</c:v>
                </c:pt>
                <c:pt idx="1533">
                  <c:v>0.7665</c:v>
                </c:pt>
                <c:pt idx="1534">
                  <c:v>0.767</c:v>
                </c:pt>
                <c:pt idx="1535">
                  <c:v>0.7675</c:v>
                </c:pt>
                <c:pt idx="1536">
                  <c:v>0.768</c:v>
                </c:pt>
                <c:pt idx="1537">
                  <c:v>0.7685</c:v>
                </c:pt>
                <c:pt idx="1538">
                  <c:v>0.769</c:v>
                </c:pt>
                <c:pt idx="1539">
                  <c:v>0.7695</c:v>
                </c:pt>
                <c:pt idx="1540">
                  <c:v>0.77</c:v>
                </c:pt>
                <c:pt idx="1541">
                  <c:v>0.7705</c:v>
                </c:pt>
                <c:pt idx="1542">
                  <c:v>0.771</c:v>
                </c:pt>
                <c:pt idx="1543">
                  <c:v>0.7715</c:v>
                </c:pt>
                <c:pt idx="1544">
                  <c:v>0.772</c:v>
                </c:pt>
                <c:pt idx="1545">
                  <c:v>0.7725</c:v>
                </c:pt>
                <c:pt idx="1546">
                  <c:v>0.773</c:v>
                </c:pt>
                <c:pt idx="1547">
                  <c:v>0.7735</c:v>
                </c:pt>
                <c:pt idx="1548">
                  <c:v>0.774</c:v>
                </c:pt>
                <c:pt idx="1549">
                  <c:v>0.7745</c:v>
                </c:pt>
                <c:pt idx="1550">
                  <c:v>0.775</c:v>
                </c:pt>
                <c:pt idx="1551">
                  <c:v>0.7755</c:v>
                </c:pt>
                <c:pt idx="1552">
                  <c:v>0.776</c:v>
                </c:pt>
                <c:pt idx="1553">
                  <c:v>0.7765</c:v>
                </c:pt>
                <c:pt idx="1554">
                  <c:v>0.777</c:v>
                </c:pt>
                <c:pt idx="1555">
                  <c:v>0.7775</c:v>
                </c:pt>
                <c:pt idx="1556">
                  <c:v>0.778</c:v>
                </c:pt>
                <c:pt idx="1557">
                  <c:v>0.7785</c:v>
                </c:pt>
                <c:pt idx="1558">
                  <c:v>0.779</c:v>
                </c:pt>
                <c:pt idx="1559">
                  <c:v>0.7795</c:v>
                </c:pt>
                <c:pt idx="1560">
                  <c:v>0.78</c:v>
                </c:pt>
                <c:pt idx="1561">
                  <c:v>0.7805</c:v>
                </c:pt>
                <c:pt idx="1562">
                  <c:v>0.781</c:v>
                </c:pt>
                <c:pt idx="1563">
                  <c:v>0.7815</c:v>
                </c:pt>
                <c:pt idx="1564">
                  <c:v>0.782</c:v>
                </c:pt>
                <c:pt idx="1565">
                  <c:v>0.7825</c:v>
                </c:pt>
                <c:pt idx="1566">
                  <c:v>0.783</c:v>
                </c:pt>
                <c:pt idx="1567">
                  <c:v>0.7835</c:v>
                </c:pt>
                <c:pt idx="1568">
                  <c:v>0.784</c:v>
                </c:pt>
                <c:pt idx="1569">
                  <c:v>0.7845</c:v>
                </c:pt>
                <c:pt idx="1570">
                  <c:v>0.785</c:v>
                </c:pt>
                <c:pt idx="1571">
                  <c:v>0.7855</c:v>
                </c:pt>
                <c:pt idx="1572">
                  <c:v>0.786</c:v>
                </c:pt>
                <c:pt idx="1573">
                  <c:v>0.7865</c:v>
                </c:pt>
                <c:pt idx="1574">
                  <c:v>0.787</c:v>
                </c:pt>
                <c:pt idx="1575">
                  <c:v>0.7875</c:v>
                </c:pt>
                <c:pt idx="1576">
                  <c:v>0.788</c:v>
                </c:pt>
                <c:pt idx="1577">
                  <c:v>0.7885</c:v>
                </c:pt>
                <c:pt idx="1578">
                  <c:v>0.789</c:v>
                </c:pt>
                <c:pt idx="1579">
                  <c:v>0.7895</c:v>
                </c:pt>
                <c:pt idx="1580">
                  <c:v>0.79</c:v>
                </c:pt>
                <c:pt idx="1581">
                  <c:v>0.7905</c:v>
                </c:pt>
                <c:pt idx="1582">
                  <c:v>0.791</c:v>
                </c:pt>
                <c:pt idx="1583">
                  <c:v>0.7915</c:v>
                </c:pt>
                <c:pt idx="1584">
                  <c:v>0.792</c:v>
                </c:pt>
                <c:pt idx="1585">
                  <c:v>0.7925</c:v>
                </c:pt>
                <c:pt idx="1586">
                  <c:v>0.793</c:v>
                </c:pt>
                <c:pt idx="1587">
                  <c:v>0.7935</c:v>
                </c:pt>
                <c:pt idx="1588">
                  <c:v>0.794</c:v>
                </c:pt>
                <c:pt idx="1589">
                  <c:v>0.7945</c:v>
                </c:pt>
                <c:pt idx="1590">
                  <c:v>0.795</c:v>
                </c:pt>
                <c:pt idx="1591">
                  <c:v>0.7955</c:v>
                </c:pt>
                <c:pt idx="1592">
                  <c:v>0.796</c:v>
                </c:pt>
                <c:pt idx="1593">
                  <c:v>0.7965</c:v>
                </c:pt>
                <c:pt idx="1594">
                  <c:v>0.797</c:v>
                </c:pt>
                <c:pt idx="1595">
                  <c:v>0.7975</c:v>
                </c:pt>
                <c:pt idx="1596">
                  <c:v>0.798</c:v>
                </c:pt>
                <c:pt idx="1597">
                  <c:v>0.7985</c:v>
                </c:pt>
                <c:pt idx="1598">
                  <c:v>0.799</c:v>
                </c:pt>
                <c:pt idx="1599">
                  <c:v>0.7995</c:v>
                </c:pt>
                <c:pt idx="1600">
                  <c:v>0.8</c:v>
                </c:pt>
                <c:pt idx="1601">
                  <c:v>0.8005</c:v>
                </c:pt>
                <c:pt idx="1602">
                  <c:v>0.801</c:v>
                </c:pt>
                <c:pt idx="1603">
                  <c:v>0.8015</c:v>
                </c:pt>
                <c:pt idx="1604">
                  <c:v>0.802</c:v>
                </c:pt>
                <c:pt idx="1605">
                  <c:v>0.8025</c:v>
                </c:pt>
                <c:pt idx="1606">
                  <c:v>0.803</c:v>
                </c:pt>
                <c:pt idx="1607">
                  <c:v>0.8035</c:v>
                </c:pt>
                <c:pt idx="1608">
                  <c:v>0.804</c:v>
                </c:pt>
                <c:pt idx="1609">
                  <c:v>0.8045</c:v>
                </c:pt>
                <c:pt idx="1610">
                  <c:v>0.805</c:v>
                </c:pt>
                <c:pt idx="1611">
                  <c:v>0.8055</c:v>
                </c:pt>
                <c:pt idx="1612">
                  <c:v>0.806</c:v>
                </c:pt>
                <c:pt idx="1613">
                  <c:v>0.8065</c:v>
                </c:pt>
                <c:pt idx="1614">
                  <c:v>0.807</c:v>
                </c:pt>
                <c:pt idx="1615">
                  <c:v>0.8075</c:v>
                </c:pt>
                <c:pt idx="1616">
                  <c:v>0.808</c:v>
                </c:pt>
                <c:pt idx="1617">
                  <c:v>0.8085</c:v>
                </c:pt>
                <c:pt idx="1618">
                  <c:v>0.809</c:v>
                </c:pt>
                <c:pt idx="1619">
                  <c:v>0.8095</c:v>
                </c:pt>
                <c:pt idx="1620">
                  <c:v>0.81</c:v>
                </c:pt>
                <c:pt idx="1621">
                  <c:v>0.8105</c:v>
                </c:pt>
                <c:pt idx="1622">
                  <c:v>0.811</c:v>
                </c:pt>
                <c:pt idx="1623">
                  <c:v>0.8115</c:v>
                </c:pt>
                <c:pt idx="1624">
                  <c:v>0.812</c:v>
                </c:pt>
                <c:pt idx="1625">
                  <c:v>0.8125</c:v>
                </c:pt>
                <c:pt idx="1626">
                  <c:v>0.813</c:v>
                </c:pt>
                <c:pt idx="1627">
                  <c:v>0.8135</c:v>
                </c:pt>
                <c:pt idx="1628">
                  <c:v>0.814</c:v>
                </c:pt>
                <c:pt idx="1629">
                  <c:v>0.8145</c:v>
                </c:pt>
                <c:pt idx="1630">
                  <c:v>0.815</c:v>
                </c:pt>
                <c:pt idx="1631">
                  <c:v>0.8155</c:v>
                </c:pt>
                <c:pt idx="1632">
                  <c:v>0.816</c:v>
                </c:pt>
                <c:pt idx="1633">
                  <c:v>0.8165</c:v>
                </c:pt>
                <c:pt idx="1634">
                  <c:v>0.817</c:v>
                </c:pt>
                <c:pt idx="1635">
                  <c:v>0.8175</c:v>
                </c:pt>
                <c:pt idx="1636">
                  <c:v>0.818</c:v>
                </c:pt>
                <c:pt idx="1637">
                  <c:v>0.8185</c:v>
                </c:pt>
                <c:pt idx="1638">
                  <c:v>0.819</c:v>
                </c:pt>
                <c:pt idx="1639">
                  <c:v>0.8195</c:v>
                </c:pt>
                <c:pt idx="1640">
                  <c:v>0.82</c:v>
                </c:pt>
                <c:pt idx="1641">
                  <c:v>0.8205</c:v>
                </c:pt>
                <c:pt idx="1642">
                  <c:v>0.821</c:v>
                </c:pt>
                <c:pt idx="1643">
                  <c:v>0.8215</c:v>
                </c:pt>
                <c:pt idx="1644">
                  <c:v>0.822</c:v>
                </c:pt>
                <c:pt idx="1645">
                  <c:v>0.8225</c:v>
                </c:pt>
                <c:pt idx="1646">
                  <c:v>0.823</c:v>
                </c:pt>
                <c:pt idx="1647">
                  <c:v>0.8235</c:v>
                </c:pt>
                <c:pt idx="1648">
                  <c:v>0.824</c:v>
                </c:pt>
                <c:pt idx="1649">
                  <c:v>0.8245</c:v>
                </c:pt>
                <c:pt idx="1650">
                  <c:v>0.825</c:v>
                </c:pt>
                <c:pt idx="1651">
                  <c:v>0.8255</c:v>
                </c:pt>
                <c:pt idx="1652">
                  <c:v>0.826</c:v>
                </c:pt>
                <c:pt idx="1653">
                  <c:v>0.8265</c:v>
                </c:pt>
                <c:pt idx="1654">
                  <c:v>0.827</c:v>
                </c:pt>
                <c:pt idx="1655">
                  <c:v>0.8275</c:v>
                </c:pt>
                <c:pt idx="1656">
                  <c:v>0.828</c:v>
                </c:pt>
                <c:pt idx="1657">
                  <c:v>0.8285</c:v>
                </c:pt>
                <c:pt idx="1658">
                  <c:v>0.829</c:v>
                </c:pt>
                <c:pt idx="1659">
                  <c:v>0.8295</c:v>
                </c:pt>
                <c:pt idx="1660">
                  <c:v>0.83</c:v>
                </c:pt>
                <c:pt idx="1661">
                  <c:v>0.8305</c:v>
                </c:pt>
                <c:pt idx="1662">
                  <c:v>0.831</c:v>
                </c:pt>
                <c:pt idx="1663">
                  <c:v>0.8315</c:v>
                </c:pt>
                <c:pt idx="1664">
                  <c:v>0.832</c:v>
                </c:pt>
                <c:pt idx="1665">
                  <c:v>0.8325</c:v>
                </c:pt>
                <c:pt idx="1666">
                  <c:v>0.833</c:v>
                </c:pt>
                <c:pt idx="1667">
                  <c:v>0.8335</c:v>
                </c:pt>
                <c:pt idx="1668">
                  <c:v>0.834</c:v>
                </c:pt>
                <c:pt idx="1669">
                  <c:v>0.8345</c:v>
                </c:pt>
                <c:pt idx="1670">
                  <c:v>0.835</c:v>
                </c:pt>
                <c:pt idx="1671">
                  <c:v>0.8355</c:v>
                </c:pt>
                <c:pt idx="1672">
                  <c:v>0.836</c:v>
                </c:pt>
                <c:pt idx="1673">
                  <c:v>0.8365</c:v>
                </c:pt>
                <c:pt idx="1674">
                  <c:v>0.837</c:v>
                </c:pt>
                <c:pt idx="1675">
                  <c:v>0.8375</c:v>
                </c:pt>
                <c:pt idx="1676">
                  <c:v>0.838</c:v>
                </c:pt>
                <c:pt idx="1677">
                  <c:v>0.8385</c:v>
                </c:pt>
                <c:pt idx="1678">
                  <c:v>0.839</c:v>
                </c:pt>
                <c:pt idx="1679">
                  <c:v>0.8395</c:v>
                </c:pt>
                <c:pt idx="1680">
                  <c:v>0.84</c:v>
                </c:pt>
                <c:pt idx="1681">
                  <c:v>0.8405</c:v>
                </c:pt>
                <c:pt idx="1682">
                  <c:v>0.841</c:v>
                </c:pt>
                <c:pt idx="1683">
                  <c:v>0.8415</c:v>
                </c:pt>
                <c:pt idx="1684">
                  <c:v>0.842</c:v>
                </c:pt>
                <c:pt idx="1685">
                  <c:v>0.8425</c:v>
                </c:pt>
                <c:pt idx="1686">
                  <c:v>0.843</c:v>
                </c:pt>
                <c:pt idx="1687">
                  <c:v>0.8435</c:v>
                </c:pt>
                <c:pt idx="1688">
                  <c:v>0.844</c:v>
                </c:pt>
                <c:pt idx="1689">
                  <c:v>0.8445</c:v>
                </c:pt>
                <c:pt idx="1690">
                  <c:v>0.845</c:v>
                </c:pt>
                <c:pt idx="1691">
                  <c:v>0.8455</c:v>
                </c:pt>
                <c:pt idx="1692">
                  <c:v>0.846</c:v>
                </c:pt>
                <c:pt idx="1693">
                  <c:v>0.8465</c:v>
                </c:pt>
                <c:pt idx="1694">
                  <c:v>0.847</c:v>
                </c:pt>
                <c:pt idx="1695">
                  <c:v>0.8475</c:v>
                </c:pt>
                <c:pt idx="1696">
                  <c:v>0.848</c:v>
                </c:pt>
                <c:pt idx="1697">
                  <c:v>0.8485</c:v>
                </c:pt>
                <c:pt idx="1698">
                  <c:v>0.849</c:v>
                </c:pt>
                <c:pt idx="1699">
                  <c:v>0.8495</c:v>
                </c:pt>
                <c:pt idx="1700">
                  <c:v>0.85</c:v>
                </c:pt>
                <c:pt idx="1701">
                  <c:v>0.8505</c:v>
                </c:pt>
                <c:pt idx="1702">
                  <c:v>0.851</c:v>
                </c:pt>
                <c:pt idx="1703">
                  <c:v>0.8515</c:v>
                </c:pt>
                <c:pt idx="1704">
                  <c:v>0.852</c:v>
                </c:pt>
                <c:pt idx="1705">
                  <c:v>0.8525</c:v>
                </c:pt>
                <c:pt idx="1706">
                  <c:v>0.853</c:v>
                </c:pt>
                <c:pt idx="1707">
                  <c:v>0.8535</c:v>
                </c:pt>
                <c:pt idx="1708">
                  <c:v>0.854</c:v>
                </c:pt>
                <c:pt idx="1709">
                  <c:v>0.8545</c:v>
                </c:pt>
                <c:pt idx="1710">
                  <c:v>0.855</c:v>
                </c:pt>
                <c:pt idx="1711">
                  <c:v>0.8555</c:v>
                </c:pt>
                <c:pt idx="1712">
                  <c:v>0.856</c:v>
                </c:pt>
                <c:pt idx="1713">
                  <c:v>0.8565</c:v>
                </c:pt>
                <c:pt idx="1714">
                  <c:v>0.857</c:v>
                </c:pt>
                <c:pt idx="1715">
                  <c:v>0.8575</c:v>
                </c:pt>
                <c:pt idx="1716">
                  <c:v>0.858</c:v>
                </c:pt>
                <c:pt idx="1717">
                  <c:v>0.8585</c:v>
                </c:pt>
                <c:pt idx="1718">
                  <c:v>0.859</c:v>
                </c:pt>
                <c:pt idx="1719">
                  <c:v>0.8595</c:v>
                </c:pt>
                <c:pt idx="1720">
                  <c:v>0.86</c:v>
                </c:pt>
                <c:pt idx="1721">
                  <c:v>0.8605</c:v>
                </c:pt>
                <c:pt idx="1722">
                  <c:v>0.861</c:v>
                </c:pt>
                <c:pt idx="1723">
                  <c:v>0.8615</c:v>
                </c:pt>
                <c:pt idx="1724">
                  <c:v>0.862</c:v>
                </c:pt>
                <c:pt idx="1725">
                  <c:v>0.8625</c:v>
                </c:pt>
                <c:pt idx="1726">
                  <c:v>0.863</c:v>
                </c:pt>
                <c:pt idx="1727">
                  <c:v>0.8635</c:v>
                </c:pt>
                <c:pt idx="1728">
                  <c:v>0.864</c:v>
                </c:pt>
                <c:pt idx="1729">
                  <c:v>0.8645</c:v>
                </c:pt>
                <c:pt idx="1730">
                  <c:v>0.865</c:v>
                </c:pt>
                <c:pt idx="1731">
                  <c:v>0.8655</c:v>
                </c:pt>
                <c:pt idx="1732">
                  <c:v>0.866</c:v>
                </c:pt>
                <c:pt idx="1733">
                  <c:v>0.8665</c:v>
                </c:pt>
                <c:pt idx="1734">
                  <c:v>0.867</c:v>
                </c:pt>
                <c:pt idx="1735">
                  <c:v>0.8675</c:v>
                </c:pt>
                <c:pt idx="1736">
                  <c:v>0.868</c:v>
                </c:pt>
                <c:pt idx="1737">
                  <c:v>0.8685</c:v>
                </c:pt>
                <c:pt idx="1738">
                  <c:v>0.869</c:v>
                </c:pt>
                <c:pt idx="1739">
                  <c:v>0.8695</c:v>
                </c:pt>
                <c:pt idx="1740">
                  <c:v>0.87</c:v>
                </c:pt>
                <c:pt idx="1741">
                  <c:v>0.8705</c:v>
                </c:pt>
                <c:pt idx="1742">
                  <c:v>0.871</c:v>
                </c:pt>
                <c:pt idx="1743">
                  <c:v>0.8715</c:v>
                </c:pt>
                <c:pt idx="1744">
                  <c:v>0.872</c:v>
                </c:pt>
                <c:pt idx="1745">
                  <c:v>0.8725</c:v>
                </c:pt>
                <c:pt idx="1746">
                  <c:v>0.873</c:v>
                </c:pt>
                <c:pt idx="1747">
                  <c:v>0.8735</c:v>
                </c:pt>
                <c:pt idx="1748">
                  <c:v>0.874</c:v>
                </c:pt>
                <c:pt idx="1749">
                  <c:v>0.8745</c:v>
                </c:pt>
                <c:pt idx="1750">
                  <c:v>0.875</c:v>
                </c:pt>
                <c:pt idx="1751">
                  <c:v>0.8755</c:v>
                </c:pt>
                <c:pt idx="1752">
                  <c:v>0.876</c:v>
                </c:pt>
                <c:pt idx="1753">
                  <c:v>0.8765</c:v>
                </c:pt>
                <c:pt idx="1754">
                  <c:v>0.877</c:v>
                </c:pt>
                <c:pt idx="1755">
                  <c:v>0.8775</c:v>
                </c:pt>
                <c:pt idx="1756">
                  <c:v>0.878</c:v>
                </c:pt>
                <c:pt idx="1757">
                  <c:v>0.8785</c:v>
                </c:pt>
                <c:pt idx="1758">
                  <c:v>0.879</c:v>
                </c:pt>
                <c:pt idx="1759">
                  <c:v>0.8795</c:v>
                </c:pt>
                <c:pt idx="1760">
                  <c:v>0.88</c:v>
                </c:pt>
                <c:pt idx="1761">
                  <c:v>0.8805</c:v>
                </c:pt>
                <c:pt idx="1762">
                  <c:v>0.881</c:v>
                </c:pt>
                <c:pt idx="1763">
                  <c:v>0.8815</c:v>
                </c:pt>
                <c:pt idx="1764">
                  <c:v>0.882</c:v>
                </c:pt>
                <c:pt idx="1765">
                  <c:v>0.8825</c:v>
                </c:pt>
                <c:pt idx="1766">
                  <c:v>0.883</c:v>
                </c:pt>
                <c:pt idx="1767">
                  <c:v>0.8835</c:v>
                </c:pt>
                <c:pt idx="1768">
                  <c:v>0.884</c:v>
                </c:pt>
                <c:pt idx="1769">
                  <c:v>0.8845</c:v>
                </c:pt>
                <c:pt idx="1770">
                  <c:v>0.885</c:v>
                </c:pt>
                <c:pt idx="1771">
                  <c:v>0.8855</c:v>
                </c:pt>
                <c:pt idx="1772">
                  <c:v>0.886</c:v>
                </c:pt>
                <c:pt idx="1773">
                  <c:v>0.8865</c:v>
                </c:pt>
                <c:pt idx="1774">
                  <c:v>0.887</c:v>
                </c:pt>
                <c:pt idx="1775">
                  <c:v>0.8875</c:v>
                </c:pt>
                <c:pt idx="1776">
                  <c:v>0.888</c:v>
                </c:pt>
                <c:pt idx="1777">
                  <c:v>0.8885</c:v>
                </c:pt>
                <c:pt idx="1778">
                  <c:v>0.889</c:v>
                </c:pt>
                <c:pt idx="1779">
                  <c:v>0.8895</c:v>
                </c:pt>
                <c:pt idx="1780">
                  <c:v>0.89</c:v>
                </c:pt>
                <c:pt idx="1781">
                  <c:v>0.8905</c:v>
                </c:pt>
                <c:pt idx="1782">
                  <c:v>0.891</c:v>
                </c:pt>
                <c:pt idx="1783">
                  <c:v>0.8915</c:v>
                </c:pt>
                <c:pt idx="1784">
                  <c:v>0.892</c:v>
                </c:pt>
                <c:pt idx="1785">
                  <c:v>0.8925</c:v>
                </c:pt>
                <c:pt idx="1786">
                  <c:v>0.893</c:v>
                </c:pt>
                <c:pt idx="1787">
                  <c:v>0.8935</c:v>
                </c:pt>
                <c:pt idx="1788">
                  <c:v>0.894</c:v>
                </c:pt>
                <c:pt idx="1789">
                  <c:v>0.8945</c:v>
                </c:pt>
                <c:pt idx="1790">
                  <c:v>0.895</c:v>
                </c:pt>
                <c:pt idx="1791">
                  <c:v>0.8955</c:v>
                </c:pt>
                <c:pt idx="1792">
                  <c:v>0.896</c:v>
                </c:pt>
                <c:pt idx="1793">
                  <c:v>0.8965</c:v>
                </c:pt>
                <c:pt idx="1794">
                  <c:v>0.897</c:v>
                </c:pt>
                <c:pt idx="1795">
                  <c:v>0.8975</c:v>
                </c:pt>
                <c:pt idx="1796">
                  <c:v>0.898</c:v>
                </c:pt>
                <c:pt idx="1797">
                  <c:v>0.8985</c:v>
                </c:pt>
                <c:pt idx="1798">
                  <c:v>0.899</c:v>
                </c:pt>
                <c:pt idx="1799">
                  <c:v>0.8995</c:v>
                </c:pt>
                <c:pt idx="1800">
                  <c:v>0.9</c:v>
                </c:pt>
                <c:pt idx="1801">
                  <c:v>0.9005</c:v>
                </c:pt>
                <c:pt idx="1802">
                  <c:v>0.901</c:v>
                </c:pt>
                <c:pt idx="1803">
                  <c:v>0.9015</c:v>
                </c:pt>
                <c:pt idx="1804">
                  <c:v>0.902</c:v>
                </c:pt>
                <c:pt idx="1805">
                  <c:v>0.9025</c:v>
                </c:pt>
                <c:pt idx="1806">
                  <c:v>0.903</c:v>
                </c:pt>
                <c:pt idx="1807">
                  <c:v>0.9035</c:v>
                </c:pt>
                <c:pt idx="1808">
                  <c:v>0.904</c:v>
                </c:pt>
                <c:pt idx="1809">
                  <c:v>0.9045</c:v>
                </c:pt>
                <c:pt idx="1810">
                  <c:v>0.905</c:v>
                </c:pt>
                <c:pt idx="1811">
                  <c:v>0.9055</c:v>
                </c:pt>
                <c:pt idx="1812">
                  <c:v>0.906</c:v>
                </c:pt>
                <c:pt idx="1813">
                  <c:v>0.9065</c:v>
                </c:pt>
                <c:pt idx="1814">
                  <c:v>0.907</c:v>
                </c:pt>
                <c:pt idx="1815">
                  <c:v>0.9075</c:v>
                </c:pt>
                <c:pt idx="1816">
                  <c:v>0.908</c:v>
                </c:pt>
                <c:pt idx="1817">
                  <c:v>0.9085</c:v>
                </c:pt>
                <c:pt idx="1818">
                  <c:v>0.909</c:v>
                </c:pt>
                <c:pt idx="1819">
                  <c:v>0.9095</c:v>
                </c:pt>
                <c:pt idx="1820">
                  <c:v>0.91</c:v>
                </c:pt>
                <c:pt idx="1821">
                  <c:v>0.9105</c:v>
                </c:pt>
                <c:pt idx="1822">
                  <c:v>0.911</c:v>
                </c:pt>
                <c:pt idx="1823">
                  <c:v>0.9115</c:v>
                </c:pt>
                <c:pt idx="1824">
                  <c:v>0.912</c:v>
                </c:pt>
                <c:pt idx="1825">
                  <c:v>0.9125</c:v>
                </c:pt>
                <c:pt idx="1826">
                  <c:v>0.913</c:v>
                </c:pt>
                <c:pt idx="1827">
                  <c:v>0.9135</c:v>
                </c:pt>
                <c:pt idx="1828">
                  <c:v>0.914</c:v>
                </c:pt>
                <c:pt idx="1829">
                  <c:v>0.9145</c:v>
                </c:pt>
                <c:pt idx="1830">
                  <c:v>0.915</c:v>
                </c:pt>
                <c:pt idx="1831">
                  <c:v>0.9155</c:v>
                </c:pt>
                <c:pt idx="1832">
                  <c:v>0.916</c:v>
                </c:pt>
                <c:pt idx="1833">
                  <c:v>0.9165</c:v>
                </c:pt>
                <c:pt idx="1834">
                  <c:v>0.917</c:v>
                </c:pt>
                <c:pt idx="1835">
                  <c:v>0.9175</c:v>
                </c:pt>
                <c:pt idx="1836">
                  <c:v>0.918</c:v>
                </c:pt>
                <c:pt idx="1837">
                  <c:v>0.9185</c:v>
                </c:pt>
                <c:pt idx="1838">
                  <c:v>0.919</c:v>
                </c:pt>
                <c:pt idx="1839">
                  <c:v>0.9195</c:v>
                </c:pt>
                <c:pt idx="1840">
                  <c:v>0.92</c:v>
                </c:pt>
                <c:pt idx="1841">
                  <c:v>0.9205</c:v>
                </c:pt>
                <c:pt idx="1842">
                  <c:v>0.921</c:v>
                </c:pt>
                <c:pt idx="1843">
                  <c:v>0.9215</c:v>
                </c:pt>
                <c:pt idx="1844">
                  <c:v>0.922</c:v>
                </c:pt>
                <c:pt idx="1845">
                  <c:v>0.9225</c:v>
                </c:pt>
                <c:pt idx="1846">
                  <c:v>0.923</c:v>
                </c:pt>
                <c:pt idx="1847">
                  <c:v>0.9235</c:v>
                </c:pt>
                <c:pt idx="1848">
                  <c:v>0.924</c:v>
                </c:pt>
                <c:pt idx="1849">
                  <c:v>0.9245</c:v>
                </c:pt>
                <c:pt idx="1850">
                  <c:v>0.925</c:v>
                </c:pt>
                <c:pt idx="1851">
                  <c:v>0.9255</c:v>
                </c:pt>
                <c:pt idx="1852">
                  <c:v>0.926</c:v>
                </c:pt>
                <c:pt idx="1853">
                  <c:v>0.9265</c:v>
                </c:pt>
                <c:pt idx="1854">
                  <c:v>0.927</c:v>
                </c:pt>
                <c:pt idx="1855">
                  <c:v>0.9275</c:v>
                </c:pt>
                <c:pt idx="1856">
                  <c:v>0.928</c:v>
                </c:pt>
                <c:pt idx="1857">
                  <c:v>0.9285</c:v>
                </c:pt>
                <c:pt idx="1858">
                  <c:v>0.929</c:v>
                </c:pt>
                <c:pt idx="1859">
                  <c:v>0.9295</c:v>
                </c:pt>
                <c:pt idx="1860">
                  <c:v>0.93</c:v>
                </c:pt>
                <c:pt idx="1861">
                  <c:v>0.9305</c:v>
                </c:pt>
                <c:pt idx="1862">
                  <c:v>0.931</c:v>
                </c:pt>
                <c:pt idx="1863">
                  <c:v>0.9315</c:v>
                </c:pt>
                <c:pt idx="1864">
                  <c:v>0.932</c:v>
                </c:pt>
                <c:pt idx="1865">
                  <c:v>0.9325</c:v>
                </c:pt>
                <c:pt idx="1866">
                  <c:v>0.933</c:v>
                </c:pt>
                <c:pt idx="1867">
                  <c:v>0.9335</c:v>
                </c:pt>
                <c:pt idx="1868">
                  <c:v>0.934</c:v>
                </c:pt>
                <c:pt idx="1869">
                  <c:v>0.9345</c:v>
                </c:pt>
                <c:pt idx="1870">
                  <c:v>0.935</c:v>
                </c:pt>
                <c:pt idx="1871">
                  <c:v>0.9355</c:v>
                </c:pt>
                <c:pt idx="1872">
                  <c:v>0.936</c:v>
                </c:pt>
                <c:pt idx="1873">
                  <c:v>0.9365</c:v>
                </c:pt>
                <c:pt idx="1874">
                  <c:v>0.937</c:v>
                </c:pt>
                <c:pt idx="1875">
                  <c:v>0.9375</c:v>
                </c:pt>
                <c:pt idx="1876">
                  <c:v>0.938</c:v>
                </c:pt>
                <c:pt idx="1877">
                  <c:v>0.9385</c:v>
                </c:pt>
                <c:pt idx="1878">
                  <c:v>0.939</c:v>
                </c:pt>
                <c:pt idx="1879">
                  <c:v>0.9395</c:v>
                </c:pt>
                <c:pt idx="1880">
                  <c:v>0.94</c:v>
                </c:pt>
                <c:pt idx="1881">
                  <c:v>0.9405</c:v>
                </c:pt>
                <c:pt idx="1882">
                  <c:v>0.941</c:v>
                </c:pt>
                <c:pt idx="1883">
                  <c:v>0.9415</c:v>
                </c:pt>
                <c:pt idx="1884">
                  <c:v>0.942</c:v>
                </c:pt>
                <c:pt idx="1885">
                  <c:v>0.9425</c:v>
                </c:pt>
                <c:pt idx="1886">
                  <c:v>0.943</c:v>
                </c:pt>
                <c:pt idx="1887">
                  <c:v>0.9435</c:v>
                </c:pt>
                <c:pt idx="1888">
                  <c:v>0.944</c:v>
                </c:pt>
                <c:pt idx="1889">
                  <c:v>0.9445</c:v>
                </c:pt>
                <c:pt idx="1890">
                  <c:v>0.945</c:v>
                </c:pt>
                <c:pt idx="1891">
                  <c:v>0.9455</c:v>
                </c:pt>
                <c:pt idx="1892">
                  <c:v>0.946</c:v>
                </c:pt>
                <c:pt idx="1893">
                  <c:v>0.9465</c:v>
                </c:pt>
                <c:pt idx="1894">
                  <c:v>0.947</c:v>
                </c:pt>
                <c:pt idx="1895">
                  <c:v>0.9475</c:v>
                </c:pt>
                <c:pt idx="1896">
                  <c:v>0.948</c:v>
                </c:pt>
                <c:pt idx="1897">
                  <c:v>0.9485</c:v>
                </c:pt>
                <c:pt idx="1898">
                  <c:v>0.949</c:v>
                </c:pt>
                <c:pt idx="1899">
                  <c:v>0.9495</c:v>
                </c:pt>
                <c:pt idx="1900">
                  <c:v>0.95</c:v>
                </c:pt>
                <c:pt idx="1901">
                  <c:v>0.9505</c:v>
                </c:pt>
                <c:pt idx="1902">
                  <c:v>0.951</c:v>
                </c:pt>
                <c:pt idx="1903">
                  <c:v>0.9515</c:v>
                </c:pt>
                <c:pt idx="1904">
                  <c:v>0.952</c:v>
                </c:pt>
                <c:pt idx="1905">
                  <c:v>0.9525</c:v>
                </c:pt>
                <c:pt idx="1906">
                  <c:v>0.953</c:v>
                </c:pt>
                <c:pt idx="1907">
                  <c:v>0.9535</c:v>
                </c:pt>
                <c:pt idx="1908">
                  <c:v>0.954</c:v>
                </c:pt>
                <c:pt idx="1909">
                  <c:v>0.9545</c:v>
                </c:pt>
                <c:pt idx="1910">
                  <c:v>0.955</c:v>
                </c:pt>
                <c:pt idx="1911">
                  <c:v>0.9555</c:v>
                </c:pt>
                <c:pt idx="1912">
                  <c:v>0.956</c:v>
                </c:pt>
                <c:pt idx="1913">
                  <c:v>0.9565</c:v>
                </c:pt>
                <c:pt idx="1914">
                  <c:v>0.957</c:v>
                </c:pt>
                <c:pt idx="1915">
                  <c:v>0.9575</c:v>
                </c:pt>
                <c:pt idx="1916">
                  <c:v>0.958</c:v>
                </c:pt>
                <c:pt idx="1917">
                  <c:v>0.9585</c:v>
                </c:pt>
                <c:pt idx="1918">
                  <c:v>0.959</c:v>
                </c:pt>
                <c:pt idx="1919">
                  <c:v>0.9595</c:v>
                </c:pt>
                <c:pt idx="1920">
                  <c:v>0.96</c:v>
                </c:pt>
                <c:pt idx="1921">
                  <c:v>0.9605</c:v>
                </c:pt>
                <c:pt idx="1922">
                  <c:v>0.961</c:v>
                </c:pt>
                <c:pt idx="1923">
                  <c:v>0.9615</c:v>
                </c:pt>
                <c:pt idx="1924">
                  <c:v>0.962</c:v>
                </c:pt>
                <c:pt idx="1925">
                  <c:v>0.9625</c:v>
                </c:pt>
                <c:pt idx="1926">
                  <c:v>0.963</c:v>
                </c:pt>
                <c:pt idx="1927">
                  <c:v>0.9635</c:v>
                </c:pt>
                <c:pt idx="1928">
                  <c:v>0.964</c:v>
                </c:pt>
                <c:pt idx="1929">
                  <c:v>0.9645</c:v>
                </c:pt>
                <c:pt idx="1930">
                  <c:v>0.965</c:v>
                </c:pt>
                <c:pt idx="1931">
                  <c:v>0.9655</c:v>
                </c:pt>
                <c:pt idx="1932">
                  <c:v>0.966</c:v>
                </c:pt>
                <c:pt idx="1933">
                  <c:v>0.9665</c:v>
                </c:pt>
                <c:pt idx="1934">
                  <c:v>0.967</c:v>
                </c:pt>
                <c:pt idx="1935">
                  <c:v>0.9675</c:v>
                </c:pt>
                <c:pt idx="1936">
                  <c:v>0.968</c:v>
                </c:pt>
                <c:pt idx="1937">
                  <c:v>0.9685</c:v>
                </c:pt>
                <c:pt idx="1938">
                  <c:v>0.969</c:v>
                </c:pt>
                <c:pt idx="1939">
                  <c:v>0.9695</c:v>
                </c:pt>
                <c:pt idx="1940">
                  <c:v>0.97</c:v>
                </c:pt>
                <c:pt idx="1941">
                  <c:v>0.9705</c:v>
                </c:pt>
                <c:pt idx="1942">
                  <c:v>0.971</c:v>
                </c:pt>
                <c:pt idx="1943">
                  <c:v>0.9715</c:v>
                </c:pt>
                <c:pt idx="1944">
                  <c:v>0.972</c:v>
                </c:pt>
                <c:pt idx="1945">
                  <c:v>0.9725</c:v>
                </c:pt>
                <c:pt idx="1946">
                  <c:v>0.973</c:v>
                </c:pt>
                <c:pt idx="1947">
                  <c:v>0.9735</c:v>
                </c:pt>
                <c:pt idx="1948">
                  <c:v>0.974</c:v>
                </c:pt>
                <c:pt idx="1949">
                  <c:v>0.9745</c:v>
                </c:pt>
                <c:pt idx="1950">
                  <c:v>0.975</c:v>
                </c:pt>
                <c:pt idx="1951">
                  <c:v>0.9755</c:v>
                </c:pt>
                <c:pt idx="1952">
                  <c:v>0.976</c:v>
                </c:pt>
                <c:pt idx="1953">
                  <c:v>0.9765</c:v>
                </c:pt>
                <c:pt idx="1954">
                  <c:v>0.977</c:v>
                </c:pt>
                <c:pt idx="1955">
                  <c:v>0.9775</c:v>
                </c:pt>
                <c:pt idx="1956">
                  <c:v>0.978</c:v>
                </c:pt>
                <c:pt idx="1957">
                  <c:v>0.9785</c:v>
                </c:pt>
                <c:pt idx="1958">
                  <c:v>0.979</c:v>
                </c:pt>
                <c:pt idx="1959">
                  <c:v>0.9795</c:v>
                </c:pt>
                <c:pt idx="1960">
                  <c:v>0.98</c:v>
                </c:pt>
                <c:pt idx="1961">
                  <c:v>0.9805</c:v>
                </c:pt>
                <c:pt idx="1962">
                  <c:v>0.981</c:v>
                </c:pt>
                <c:pt idx="1963">
                  <c:v>0.9815</c:v>
                </c:pt>
                <c:pt idx="1964">
                  <c:v>0.982</c:v>
                </c:pt>
                <c:pt idx="1965">
                  <c:v>0.9825</c:v>
                </c:pt>
                <c:pt idx="1966">
                  <c:v>0.983</c:v>
                </c:pt>
                <c:pt idx="1967">
                  <c:v>0.9835</c:v>
                </c:pt>
                <c:pt idx="1968">
                  <c:v>0.984</c:v>
                </c:pt>
                <c:pt idx="1969">
                  <c:v>0.9845</c:v>
                </c:pt>
                <c:pt idx="1970">
                  <c:v>0.985</c:v>
                </c:pt>
                <c:pt idx="1971">
                  <c:v>0.9855</c:v>
                </c:pt>
                <c:pt idx="1972">
                  <c:v>0.986</c:v>
                </c:pt>
                <c:pt idx="1973">
                  <c:v>0.9865</c:v>
                </c:pt>
                <c:pt idx="1974">
                  <c:v>0.987</c:v>
                </c:pt>
                <c:pt idx="1975">
                  <c:v>0.9875</c:v>
                </c:pt>
                <c:pt idx="1976">
                  <c:v>0.988</c:v>
                </c:pt>
                <c:pt idx="1977">
                  <c:v>0.9885</c:v>
                </c:pt>
                <c:pt idx="1978">
                  <c:v>0.989</c:v>
                </c:pt>
                <c:pt idx="1979">
                  <c:v>0.9895</c:v>
                </c:pt>
                <c:pt idx="1980">
                  <c:v>0.99</c:v>
                </c:pt>
                <c:pt idx="1981">
                  <c:v>0.9905</c:v>
                </c:pt>
                <c:pt idx="1982">
                  <c:v>0.991</c:v>
                </c:pt>
                <c:pt idx="1983">
                  <c:v>0.9915</c:v>
                </c:pt>
                <c:pt idx="1984">
                  <c:v>0.992</c:v>
                </c:pt>
                <c:pt idx="1985">
                  <c:v>0.9925</c:v>
                </c:pt>
                <c:pt idx="1986">
                  <c:v>0.993</c:v>
                </c:pt>
                <c:pt idx="1987">
                  <c:v>0.9935</c:v>
                </c:pt>
                <c:pt idx="1988">
                  <c:v>0.994</c:v>
                </c:pt>
                <c:pt idx="1989">
                  <c:v>0.9945</c:v>
                </c:pt>
                <c:pt idx="1990">
                  <c:v>0.995</c:v>
                </c:pt>
                <c:pt idx="1991">
                  <c:v>0.9955</c:v>
                </c:pt>
                <c:pt idx="1992">
                  <c:v>0.996</c:v>
                </c:pt>
                <c:pt idx="1993">
                  <c:v>0.9965</c:v>
                </c:pt>
                <c:pt idx="1994">
                  <c:v>0.997</c:v>
                </c:pt>
                <c:pt idx="1995">
                  <c:v>0.9975</c:v>
                </c:pt>
                <c:pt idx="1996">
                  <c:v>0.998</c:v>
                </c:pt>
                <c:pt idx="1997">
                  <c:v>0.9985</c:v>
                </c:pt>
                <c:pt idx="1998">
                  <c:v>0.999</c:v>
                </c:pt>
                <c:pt idx="1999">
                  <c:v>0.9995</c:v>
                </c:pt>
                <c:pt idx="2000">
                  <c:v>1</c:v>
                </c:pt>
                <c:pt idx="2001">
                  <c:v>0.15325</c:v>
                </c:pt>
                <c:pt idx="2002">
                  <c:v>0.15325</c:v>
                </c:pt>
              </c:numCache>
            </c:numRef>
          </c:xVal>
          <c:yVal>
            <c:numRef>
              <c:f>Sheet1!$C$2:$C$2004</c:f>
              <c:numCache>
                <c:formatCode>General</c:formatCode>
                <c:ptCount val="2003"/>
                <c:pt idx="0">
                  <c:v>80</c:v>
                </c:pt>
                <c:pt idx="1">
                  <c:v>79.842</c:v>
                </c:pt>
                <c:pt idx="2">
                  <c:v>79.364</c:v>
                </c:pt>
                <c:pt idx="3">
                  <c:v>78.565</c:v>
                </c:pt>
                <c:pt idx="4">
                  <c:v>77.448</c:v>
                </c:pt>
                <c:pt idx="5">
                  <c:v>76.02</c:v>
                </c:pt>
                <c:pt idx="6">
                  <c:v>74.292</c:v>
                </c:pt>
                <c:pt idx="7">
                  <c:v>72.276</c:v>
                </c:pt>
                <c:pt idx="8">
                  <c:v>69.986</c:v>
                </c:pt>
                <c:pt idx="9">
                  <c:v>67.434</c:v>
                </c:pt>
                <c:pt idx="10">
                  <c:v>64.637</c:v>
                </c:pt>
                <c:pt idx="11">
                  <c:v>61.608</c:v>
                </c:pt>
                <c:pt idx="12">
                  <c:v>58.361</c:v>
                </c:pt>
                <c:pt idx="13">
                  <c:v>54.912</c:v>
                </c:pt>
                <c:pt idx="14">
                  <c:v>51.274</c:v>
                </c:pt>
                <c:pt idx="15">
                  <c:v>47.464</c:v>
                </c:pt>
                <c:pt idx="16">
                  <c:v>43.495</c:v>
                </c:pt>
                <c:pt idx="17">
                  <c:v>39.386</c:v>
                </c:pt>
                <c:pt idx="18">
                  <c:v>35.151</c:v>
                </c:pt>
                <c:pt idx="19">
                  <c:v>30.808</c:v>
                </c:pt>
                <c:pt idx="20">
                  <c:v>26.375</c:v>
                </c:pt>
                <c:pt idx="21">
                  <c:v>21.869</c:v>
                </c:pt>
                <c:pt idx="22">
                  <c:v>17.309</c:v>
                </c:pt>
                <c:pt idx="23">
                  <c:v>12.713</c:v>
                </c:pt>
                <c:pt idx="24">
                  <c:v>8.1</c:v>
                </c:pt>
                <c:pt idx="25">
                  <c:v>3.487</c:v>
                </c:pt>
                <c:pt idx="26">
                  <c:v>-1.107</c:v>
                </c:pt>
                <c:pt idx="27">
                  <c:v>-5.663</c:v>
                </c:pt>
                <c:pt idx="28">
                  <c:v>-10.164</c:v>
                </c:pt>
                <c:pt idx="29">
                  <c:v>-14.592</c:v>
                </c:pt>
                <c:pt idx="30">
                  <c:v>-18.928</c:v>
                </c:pt>
                <c:pt idx="31">
                  <c:v>-23.155</c:v>
                </c:pt>
                <c:pt idx="32">
                  <c:v>-27.256</c:v>
                </c:pt>
                <c:pt idx="33">
                  <c:v>-31.214</c:v>
                </c:pt>
                <c:pt idx="34">
                  <c:v>-35.012</c:v>
                </c:pt>
                <c:pt idx="35">
                  <c:v>-38.634</c:v>
                </c:pt>
                <c:pt idx="36">
                  <c:v>-42.065</c:v>
                </c:pt>
                <c:pt idx="37">
                  <c:v>-45.289</c:v>
                </c:pt>
                <c:pt idx="38">
                  <c:v>-48.294</c:v>
                </c:pt>
                <c:pt idx="39">
                  <c:v>-51.067</c:v>
                </c:pt>
                <c:pt idx="40">
                  <c:v>-53.596</c:v>
                </c:pt>
                <c:pt idx="41">
                  <c:v>-55.87</c:v>
                </c:pt>
                <c:pt idx="42">
                  <c:v>-57.881</c:v>
                </c:pt>
                <c:pt idx="43">
                  <c:v>-59.621</c:v>
                </c:pt>
                <c:pt idx="44">
                  <c:v>-61.085</c:v>
                </c:pt>
                <c:pt idx="45">
                  <c:v>-62.265</c:v>
                </c:pt>
                <c:pt idx="46">
                  <c:v>-63.16</c:v>
                </c:pt>
                <c:pt idx="47">
                  <c:v>-63.766</c:v>
                </c:pt>
                <c:pt idx="48">
                  <c:v>-64.082</c:v>
                </c:pt>
                <c:pt idx="49">
                  <c:v>-64.108</c:v>
                </c:pt>
                <c:pt idx="50">
                  <c:v>-63.846</c:v>
                </c:pt>
                <c:pt idx="51">
                  <c:v>-63.298</c:v>
                </c:pt>
                <c:pt idx="52">
                  <c:v>-62.467</c:v>
                </c:pt>
                <c:pt idx="53">
                  <c:v>-61.359</c:v>
                </c:pt>
                <c:pt idx="54">
                  <c:v>-59.979</c:v>
                </c:pt>
                <c:pt idx="55">
                  <c:v>-58.335</c:v>
                </c:pt>
                <c:pt idx="56">
                  <c:v>-56.435</c:v>
                </c:pt>
                <c:pt idx="57">
                  <c:v>-54.288</c:v>
                </c:pt>
                <c:pt idx="58">
                  <c:v>-51.904</c:v>
                </c:pt>
                <c:pt idx="59">
                  <c:v>-49.296</c:v>
                </c:pt>
                <c:pt idx="60">
                  <c:v>-46.476</c:v>
                </c:pt>
                <c:pt idx="61">
                  <c:v>-43.458</c:v>
                </c:pt>
                <c:pt idx="62">
                  <c:v>-40.256</c:v>
                </c:pt>
                <c:pt idx="63">
                  <c:v>-36.886</c:v>
                </c:pt>
                <c:pt idx="64">
                  <c:v>-33.363</c:v>
                </c:pt>
                <c:pt idx="65">
                  <c:v>-29.704</c:v>
                </c:pt>
                <c:pt idx="66">
                  <c:v>-25.926</c:v>
                </c:pt>
                <c:pt idx="67">
                  <c:v>-22.045</c:v>
                </c:pt>
                <c:pt idx="68">
                  <c:v>-18.082</c:v>
                </c:pt>
                <c:pt idx="69">
                  <c:v>-14.051</c:v>
                </c:pt>
                <c:pt idx="70">
                  <c:v>-9.973</c:v>
                </c:pt>
                <c:pt idx="71">
                  <c:v>-5.865</c:v>
                </c:pt>
                <c:pt idx="72">
                  <c:v>-1.744</c:v>
                </c:pt>
                <c:pt idx="73">
                  <c:v>2.37</c:v>
                </c:pt>
                <c:pt idx="74">
                  <c:v>6.461</c:v>
                </c:pt>
                <c:pt idx="75">
                  <c:v>10.51</c:v>
                </c:pt>
                <c:pt idx="76">
                  <c:v>14.501</c:v>
                </c:pt>
                <c:pt idx="77">
                  <c:v>18.417</c:v>
                </c:pt>
                <c:pt idx="78">
                  <c:v>22.241</c:v>
                </c:pt>
                <c:pt idx="79">
                  <c:v>25.958</c:v>
                </c:pt>
                <c:pt idx="80">
                  <c:v>29.553</c:v>
                </c:pt>
                <c:pt idx="81">
                  <c:v>33.011</c:v>
                </c:pt>
                <c:pt idx="82">
                  <c:v>36.32</c:v>
                </c:pt>
                <c:pt idx="83">
                  <c:v>39.466</c:v>
                </c:pt>
                <c:pt idx="84">
                  <c:v>42.44</c:v>
                </c:pt>
                <c:pt idx="85">
                  <c:v>45.229</c:v>
                </c:pt>
                <c:pt idx="86">
                  <c:v>47.826</c:v>
                </c:pt>
                <c:pt idx="87">
                  <c:v>50.221</c:v>
                </c:pt>
                <c:pt idx="88">
                  <c:v>52.408</c:v>
                </c:pt>
                <c:pt idx="89">
                  <c:v>54.38</c:v>
                </c:pt>
                <c:pt idx="90">
                  <c:v>56.132</c:v>
                </c:pt>
                <c:pt idx="91">
                  <c:v>57.661</c:v>
                </c:pt>
                <c:pt idx="92">
                  <c:v>58.962</c:v>
                </c:pt>
                <c:pt idx="93">
                  <c:v>60.033</c:v>
                </c:pt>
                <c:pt idx="94">
                  <c:v>60.874</c:v>
                </c:pt>
                <c:pt idx="95">
                  <c:v>61.481</c:v>
                </c:pt>
                <c:pt idx="96">
                  <c:v>61.857</c:v>
                </c:pt>
                <c:pt idx="97">
                  <c:v>62</c:v>
                </c:pt>
                <c:pt idx="98">
                  <c:v>61.912</c:v>
                </c:pt>
                <c:pt idx="99">
                  <c:v>61.595</c:v>
                </c:pt>
                <c:pt idx="100">
                  <c:v>61.052</c:v>
                </c:pt>
                <c:pt idx="101">
                  <c:v>60.284</c:v>
                </c:pt>
                <c:pt idx="102">
                  <c:v>59.298</c:v>
                </c:pt>
                <c:pt idx="103">
                  <c:v>58.096</c:v>
                </c:pt>
                <c:pt idx="104">
                  <c:v>56.684</c:v>
                </c:pt>
                <c:pt idx="105">
                  <c:v>55.069</c:v>
                </c:pt>
                <c:pt idx="106">
                  <c:v>53.257</c:v>
                </c:pt>
                <c:pt idx="107">
                  <c:v>51.257</c:v>
                </c:pt>
                <c:pt idx="108">
                  <c:v>49.075</c:v>
                </c:pt>
                <c:pt idx="109">
                  <c:v>46.723</c:v>
                </c:pt>
                <c:pt idx="110">
                  <c:v>44.21</c:v>
                </c:pt>
                <c:pt idx="111">
                  <c:v>41.546</c:v>
                </c:pt>
                <c:pt idx="112">
                  <c:v>38.744</c:v>
                </c:pt>
                <c:pt idx="113">
                  <c:v>35.815</c:v>
                </c:pt>
                <c:pt idx="114">
                  <c:v>32.773</c:v>
                </c:pt>
                <c:pt idx="115">
                  <c:v>29.629</c:v>
                </c:pt>
                <c:pt idx="116">
                  <c:v>26.399</c:v>
                </c:pt>
                <c:pt idx="117">
                  <c:v>23.094</c:v>
                </c:pt>
                <c:pt idx="118">
                  <c:v>19.731</c:v>
                </c:pt>
                <c:pt idx="119">
                  <c:v>16.321</c:v>
                </c:pt>
                <c:pt idx="120">
                  <c:v>12.88</c:v>
                </c:pt>
                <c:pt idx="121">
                  <c:v>9.422</c:v>
                </c:pt>
                <c:pt idx="122">
                  <c:v>5.959</c:v>
                </c:pt>
                <c:pt idx="123">
                  <c:v>2.507</c:v>
                </c:pt>
                <c:pt idx="124">
                  <c:v>-0.921</c:v>
                </c:pt>
                <c:pt idx="125">
                  <c:v>-4.311</c:v>
                </c:pt>
                <c:pt idx="126">
                  <c:v>-7.651</c:v>
                </c:pt>
                <c:pt idx="127">
                  <c:v>-10.926</c:v>
                </c:pt>
                <c:pt idx="128">
                  <c:v>-14.125</c:v>
                </c:pt>
                <c:pt idx="129">
                  <c:v>-17.235</c:v>
                </c:pt>
                <c:pt idx="130">
                  <c:v>-20.243</c:v>
                </c:pt>
                <c:pt idx="131">
                  <c:v>-23.137</c:v>
                </c:pt>
                <c:pt idx="132">
                  <c:v>-25.906</c:v>
                </c:pt>
                <c:pt idx="133">
                  <c:v>-28.54</c:v>
                </c:pt>
                <c:pt idx="134">
                  <c:v>-31.027</c:v>
                </c:pt>
                <c:pt idx="135">
                  <c:v>-33.359</c:v>
                </c:pt>
                <c:pt idx="136">
                  <c:v>-35.526</c:v>
                </c:pt>
                <c:pt idx="137">
                  <c:v>-37.521</c:v>
                </c:pt>
                <c:pt idx="138">
                  <c:v>-39.336</c:v>
                </c:pt>
                <c:pt idx="139">
                  <c:v>-40.966</c:v>
                </c:pt>
                <c:pt idx="140">
                  <c:v>-42.404</c:v>
                </c:pt>
                <c:pt idx="141">
                  <c:v>-43.648</c:v>
                </c:pt>
                <c:pt idx="142">
                  <c:v>-44.692</c:v>
                </c:pt>
                <c:pt idx="143">
                  <c:v>-45.536</c:v>
                </c:pt>
                <c:pt idx="144">
                  <c:v>-46.178</c:v>
                </c:pt>
                <c:pt idx="145">
                  <c:v>-46.616</c:v>
                </c:pt>
                <c:pt idx="146">
                  <c:v>-46.852</c:v>
                </c:pt>
                <c:pt idx="147">
                  <c:v>-46.887</c:v>
                </c:pt>
                <c:pt idx="148">
                  <c:v>-46.721</c:v>
                </c:pt>
                <c:pt idx="149">
                  <c:v>-46.358</c:v>
                </c:pt>
                <c:pt idx="150">
                  <c:v>-45.802</c:v>
                </c:pt>
                <c:pt idx="151">
                  <c:v>-45.055</c:v>
                </c:pt>
                <c:pt idx="152">
                  <c:v>-44.124</c:v>
                </c:pt>
                <c:pt idx="153">
                  <c:v>-43.013</c:v>
                </c:pt>
                <c:pt idx="154">
                  <c:v>-41.729</c:v>
                </c:pt>
                <c:pt idx="155">
                  <c:v>-40.279</c:v>
                </c:pt>
                <c:pt idx="156">
                  <c:v>-38.67</c:v>
                </c:pt>
                <c:pt idx="157">
                  <c:v>-36.911</c:v>
                </c:pt>
                <c:pt idx="158">
                  <c:v>-35.011</c:v>
                </c:pt>
                <c:pt idx="159">
                  <c:v>-32.978</c:v>
                </c:pt>
                <c:pt idx="160">
                  <c:v>-30.824</c:v>
                </c:pt>
                <c:pt idx="161">
                  <c:v>-28.558</c:v>
                </c:pt>
                <c:pt idx="162">
                  <c:v>-26.193</c:v>
                </c:pt>
                <c:pt idx="163">
                  <c:v>-23.738</c:v>
                </c:pt>
                <c:pt idx="164">
                  <c:v>-21.207</c:v>
                </c:pt>
                <c:pt idx="165">
                  <c:v>-18.611</c:v>
                </c:pt>
                <c:pt idx="166">
                  <c:v>-15.962</c:v>
                </c:pt>
                <c:pt idx="167">
                  <c:v>-13.272</c:v>
                </c:pt>
                <c:pt idx="168">
                  <c:v>-10.553</c:v>
                </c:pt>
                <c:pt idx="169">
                  <c:v>-7.818</c:v>
                </c:pt>
                <c:pt idx="170">
                  <c:v>-5.078</c:v>
                </c:pt>
                <c:pt idx="171">
                  <c:v>-2.344</c:v>
                </c:pt>
                <c:pt idx="172">
                  <c:v>0.371</c:v>
                </c:pt>
                <c:pt idx="173">
                  <c:v>3.057</c:v>
                </c:pt>
                <c:pt idx="174">
                  <c:v>5.704</c:v>
                </c:pt>
                <c:pt idx="175">
                  <c:v>8.3</c:v>
                </c:pt>
                <c:pt idx="176">
                  <c:v>10.836</c:v>
                </c:pt>
                <c:pt idx="177">
                  <c:v>13.303</c:v>
                </c:pt>
                <c:pt idx="178">
                  <c:v>15.691</c:v>
                </c:pt>
                <c:pt idx="179">
                  <c:v>17.991</c:v>
                </c:pt>
                <c:pt idx="180">
                  <c:v>20.195</c:v>
                </c:pt>
                <c:pt idx="181">
                  <c:v>22.295</c:v>
                </c:pt>
                <c:pt idx="182">
                  <c:v>24.283</c:v>
                </c:pt>
                <c:pt idx="183">
                  <c:v>26.153</c:v>
                </c:pt>
                <c:pt idx="184">
                  <c:v>27.898</c:v>
                </c:pt>
                <c:pt idx="185">
                  <c:v>29.511</c:v>
                </c:pt>
                <c:pt idx="186">
                  <c:v>30.988</c:v>
                </c:pt>
                <c:pt idx="187">
                  <c:v>32.322</c:v>
                </c:pt>
                <c:pt idx="188">
                  <c:v>33.511</c:v>
                </c:pt>
                <c:pt idx="189">
                  <c:v>34.549</c:v>
                </c:pt>
                <c:pt idx="190">
                  <c:v>35.433</c:v>
                </c:pt>
                <c:pt idx="191">
                  <c:v>36.161</c:v>
                </c:pt>
                <c:pt idx="192">
                  <c:v>36.731</c:v>
                </c:pt>
                <c:pt idx="193">
                  <c:v>37.141</c:v>
                </c:pt>
                <c:pt idx="194">
                  <c:v>37.391</c:v>
                </c:pt>
                <c:pt idx="195">
                  <c:v>37.48</c:v>
                </c:pt>
                <c:pt idx="196">
                  <c:v>37.408</c:v>
                </c:pt>
                <c:pt idx="197">
                  <c:v>37.177</c:v>
                </c:pt>
                <c:pt idx="198">
                  <c:v>36.789</c:v>
                </c:pt>
                <c:pt idx="199">
                  <c:v>36.246</c:v>
                </c:pt>
                <c:pt idx="200">
                  <c:v>35.552</c:v>
                </c:pt>
                <c:pt idx="201">
                  <c:v>34.709</c:v>
                </c:pt>
                <c:pt idx="202">
                  <c:v>33.722</c:v>
                </c:pt>
                <c:pt idx="203">
                  <c:v>32.597</c:v>
                </c:pt>
                <c:pt idx="204">
                  <c:v>31.338</c:v>
                </c:pt>
                <c:pt idx="205">
                  <c:v>29.952</c:v>
                </c:pt>
                <c:pt idx="206">
                  <c:v>28.446</c:v>
                </c:pt>
                <c:pt idx="207">
                  <c:v>26.827</c:v>
                </c:pt>
                <c:pt idx="208">
                  <c:v>25.102</c:v>
                </c:pt>
                <c:pt idx="209">
                  <c:v>23.279</c:v>
                </c:pt>
                <c:pt idx="210">
                  <c:v>21.367</c:v>
                </c:pt>
                <c:pt idx="211">
                  <c:v>19.375</c:v>
                </c:pt>
                <c:pt idx="212">
                  <c:v>17.311</c:v>
                </c:pt>
                <c:pt idx="213">
                  <c:v>15.184</c:v>
                </c:pt>
                <c:pt idx="214">
                  <c:v>13.004</c:v>
                </c:pt>
                <c:pt idx="215">
                  <c:v>10.78</c:v>
                </c:pt>
                <c:pt idx="216">
                  <c:v>8.522</c:v>
                </c:pt>
                <c:pt idx="217">
                  <c:v>6.239</c:v>
                </c:pt>
                <c:pt idx="218">
                  <c:v>3.941</c:v>
                </c:pt>
                <c:pt idx="219">
                  <c:v>1.637</c:v>
                </c:pt>
                <c:pt idx="220">
                  <c:v>-0.663</c:v>
                </c:pt>
                <c:pt idx="221">
                  <c:v>-2.95</c:v>
                </c:pt>
                <c:pt idx="222">
                  <c:v>-5.215</c:v>
                </c:pt>
                <c:pt idx="223">
                  <c:v>-7.448</c:v>
                </c:pt>
                <c:pt idx="224">
                  <c:v>-9.64</c:v>
                </c:pt>
                <c:pt idx="225">
                  <c:v>-11.784</c:v>
                </c:pt>
                <c:pt idx="226">
                  <c:v>-13.869</c:v>
                </c:pt>
                <c:pt idx="227">
                  <c:v>-15.888</c:v>
                </c:pt>
                <c:pt idx="228">
                  <c:v>-17.833</c:v>
                </c:pt>
                <c:pt idx="229">
                  <c:v>-19.696</c:v>
                </c:pt>
                <c:pt idx="230">
                  <c:v>-21.47</c:v>
                </c:pt>
                <c:pt idx="231">
                  <c:v>-23.149</c:v>
                </c:pt>
                <c:pt idx="232">
                  <c:v>-24.725</c:v>
                </c:pt>
                <c:pt idx="233">
                  <c:v>-26.194</c:v>
                </c:pt>
                <c:pt idx="234">
                  <c:v>-27.55</c:v>
                </c:pt>
                <c:pt idx="235">
                  <c:v>-28.789</c:v>
                </c:pt>
                <c:pt idx="236">
                  <c:v>-29.905</c:v>
                </c:pt>
                <c:pt idx="237">
                  <c:v>-30.896</c:v>
                </c:pt>
                <c:pt idx="238">
                  <c:v>-31.759</c:v>
                </c:pt>
                <c:pt idx="239">
                  <c:v>-32.491</c:v>
                </c:pt>
                <c:pt idx="240">
                  <c:v>-33.09</c:v>
                </c:pt>
                <c:pt idx="241">
                  <c:v>-33.556</c:v>
                </c:pt>
                <c:pt idx="242">
                  <c:v>-33.887</c:v>
                </c:pt>
                <c:pt idx="243">
                  <c:v>-34.085</c:v>
                </c:pt>
                <c:pt idx="244">
                  <c:v>-34.148</c:v>
                </c:pt>
                <c:pt idx="245">
                  <c:v>-34.079</c:v>
                </c:pt>
                <c:pt idx="246">
                  <c:v>-33.878</c:v>
                </c:pt>
                <c:pt idx="247">
                  <c:v>-33.548</c:v>
                </c:pt>
                <c:pt idx="248">
                  <c:v>-33.091</c:v>
                </c:pt>
                <c:pt idx="249">
                  <c:v>-32.511</c:v>
                </c:pt>
                <c:pt idx="250">
                  <c:v>-31.811</c:v>
                </c:pt>
                <c:pt idx="251">
                  <c:v>-30.994</c:v>
                </c:pt>
                <c:pt idx="252">
                  <c:v>-30.065</c:v>
                </c:pt>
                <c:pt idx="253">
                  <c:v>-29.03</c:v>
                </c:pt>
                <c:pt idx="254">
                  <c:v>-27.892</c:v>
                </c:pt>
                <c:pt idx="255">
                  <c:v>-26.657</c:v>
                </c:pt>
                <c:pt idx="256">
                  <c:v>-25.331</c:v>
                </c:pt>
                <c:pt idx="257">
                  <c:v>-23.921</c:v>
                </c:pt>
                <c:pt idx="258">
                  <c:v>-22.433</c:v>
                </c:pt>
                <c:pt idx="259">
                  <c:v>-20.874</c:v>
                </c:pt>
                <c:pt idx="260">
                  <c:v>-19.25</c:v>
                </c:pt>
                <c:pt idx="261">
                  <c:v>-17.569</c:v>
                </c:pt>
                <c:pt idx="262">
                  <c:v>-15.838</c:v>
                </c:pt>
                <c:pt idx="263">
                  <c:v>-14.066</c:v>
                </c:pt>
                <c:pt idx="264">
                  <c:v>-12.259</c:v>
                </c:pt>
                <c:pt idx="265">
                  <c:v>-10.427</c:v>
                </c:pt>
                <c:pt idx="266">
                  <c:v>-8.577</c:v>
                </c:pt>
                <c:pt idx="267">
                  <c:v>-6.717</c:v>
                </c:pt>
                <c:pt idx="268">
                  <c:v>-4.855</c:v>
                </c:pt>
                <c:pt idx="269">
                  <c:v>-3</c:v>
                </c:pt>
                <c:pt idx="270">
                  <c:v>-1.159</c:v>
                </c:pt>
                <c:pt idx="271">
                  <c:v>0.659</c:v>
                </c:pt>
                <c:pt idx="272">
                  <c:v>2.446</c:v>
                </c:pt>
                <c:pt idx="273">
                  <c:v>4.196</c:v>
                </c:pt>
                <c:pt idx="274">
                  <c:v>5.9</c:v>
                </c:pt>
                <c:pt idx="275">
                  <c:v>7.552</c:v>
                </c:pt>
                <c:pt idx="276">
                  <c:v>9.146</c:v>
                </c:pt>
                <c:pt idx="277">
                  <c:v>10.674</c:v>
                </c:pt>
                <c:pt idx="278">
                  <c:v>12.131</c:v>
                </c:pt>
                <c:pt idx="279">
                  <c:v>13.511</c:v>
                </c:pt>
                <c:pt idx="280">
                  <c:v>14.811</c:v>
                </c:pt>
                <c:pt idx="281">
                  <c:v>16.025</c:v>
                </c:pt>
                <c:pt idx="282">
                  <c:v>17.149</c:v>
                </c:pt>
                <c:pt idx="283">
                  <c:v>18.181</c:v>
                </c:pt>
                <c:pt idx="284">
                  <c:v>19.117</c:v>
                </c:pt>
                <c:pt idx="285">
                  <c:v>19.954</c:v>
                </c:pt>
                <c:pt idx="286">
                  <c:v>20.691</c:v>
                </c:pt>
                <c:pt idx="287">
                  <c:v>21.326</c:v>
                </c:pt>
                <c:pt idx="288">
                  <c:v>21.858</c:v>
                </c:pt>
                <c:pt idx="289">
                  <c:v>22.286</c:v>
                </c:pt>
                <c:pt idx="290">
                  <c:v>22.609</c:v>
                </c:pt>
                <c:pt idx="291">
                  <c:v>22.827</c:v>
                </c:pt>
                <c:pt idx="292">
                  <c:v>22.941</c:v>
                </c:pt>
                <c:pt idx="293">
                  <c:v>22.951</c:v>
                </c:pt>
                <c:pt idx="294">
                  <c:v>22.858</c:v>
                </c:pt>
                <c:pt idx="295">
                  <c:v>22.664</c:v>
                </c:pt>
                <c:pt idx="296">
                  <c:v>22.369</c:v>
                </c:pt>
                <c:pt idx="297">
                  <c:v>21.977</c:v>
                </c:pt>
                <c:pt idx="298">
                  <c:v>21.489</c:v>
                </c:pt>
                <c:pt idx="299">
                  <c:v>20.908</c:v>
                </c:pt>
                <c:pt idx="300">
                  <c:v>20.238</c:v>
                </c:pt>
                <c:pt idx="301">
                  <c:v>19.482</c:v>
                </c:pt>
                <c:pt idx="302">
                  <c:v>18.644</c:v>
                </c:pt>
                <c:pt idx="303">
                  <c:v>17.728</c:v>
                </c:pt>
                <c:pt idx="304">
                  <c:v>16.74</c:v>
                </c:pt>
                <c:pt idx="305">
                  <c:v>15.684</c:v>
                </c:pt>
                <c:pt idx="306">
                  <c:v>14.566</c:v>
                </c:pt>
                <c:pt idx="307">
                  <c:v>13.391</c:v>
                </c:pt>
                <c:pt idx="308">
                  <c:v>12.165</c:v>
                </c:pt>
                <c:pt idx="309">
                  <c:v>10.894</c:v>
                </c:pt>
                <c:pt idx="310">
                  <c:v>9.585</c:v>
                </c:pt>
                <c:pt idx="311">
                  <c:v>8.245</c:v>
                </c:pt>
                <c:pt idx="312">
                  <c:v>6.879</c:v>
                </c:pt>
                <c:pt idx="313">
                  <c:v>5.495</c:v>
                </c:pt>
                <c:pt idx="314">
                  <c:v>4.098</c:v>
                </c:pt>
                <c:pt idx="315">
                  <c:v>2.696</c:v>
                </c:pt>
                <c:pt idx="316">
                  <c:v>1.295</c:v>
                </c:pt>
                <c:pt idx="317">
                  <c:v>-0.1</c:v>
                </c:pt>
                <c:pt idx="318">
                  <c:v>-1.481</c:v>
                </c:pt>
                <c:pt idx="319">
                  <c:v>-2.843</c:v>
                </c:pt>
                <c:pt idx="320">
                  <c:v>-4.18</c:v>
                </c:pt>
                <c:pt idx="321">
                  <c:v>-5.487</c:v>
                </c:pt>
                <c:pt idx="322">
                  <c:v>-6.759</c:v>
                </c:pt>
                <c:pt idx="323">
                  <c:v>-7.991</c:v>
                </c:pt>
                <c:pt idx="324">
                  <c:v>-9.179</c:v>
                </c:pt>
                <c:pt idx="325">
                  <c:v>-10.318</c:v>
                </c:pt>
                <c:pt idx="326">
                  <c:v>-11.405</c:v>
                </c:pt>
                <c:pt idx="327">
                  <c:v>-12.436</c:v>
                </c:pt>
                <c:pt idx="328">
                  <c:v>-13.408</c:v>
                </c:pt>
                <c:pt idx="329">
                  <c:v>-14.318</c:v>
                </c:pt>
                <c:pt idx="330">
                  <c:v>-15.163</c:v>
                </c:pt>
                <c:pt idx="331">
                  <c:v>-15.941</c:v>
                </c:pt>
                <c:pt idx="332">
                  <c:v>-16.65</c:v>
                </c:pt>
                <c:pt idx="333">
                  <c:v>-17.288</c:v>
                </c:pt>
                <c:pt idx="334">
                  <c:v>-17.853</c:v>
                </c:pt>
                <c:pt idx="335">
                  <c:v>-18.344</c:v>
                </c:pt>
                <c:pt idx="336">
                  <c:v>-18.76</c:v>
                </c:pt>
                <c:pt idx="337">
                  <c:v>-19.1</c:v>
                </c:pt>
                <c:pt idx="338">
                  <c:v>-19.364</c:v>
                </c:pt>
                <c:pt idx="339">
                  <c:v>-19.55</c:v>
                </c:pt>
                <c:pt idx="340">
                  <c:v>-19.659</c:v>
                </c:pt>
                <c:pt idx="341">
                  <c:v>-19.69</c:v>
                </c:pt>
                <c:pt idx="342">
                  <c:v>-19.645</c:v>
                </c:pt>
                <c:pt idx="343">
                  <c:v>-19.523</c:v>
                </c:pt>
                <c:pt idx="344">
                  <c:v>-19.326</c:v>
                </c:pt>
                <c:pt idx="345">
                  <c:v>-19.054</c:v>
                </c:pt>
                <c:pt idx="346">
                  <c:v>-18.71</c:v>
                </c:pt>
                <c:pt idx="347">
                  <c:v>-18.295</c:v>
                </c:pt>
                <c:pt idx="348">
                  <c:v>-17.811</c:v>
                </c:pt>
                <c:pt idx="349">
                  <c:v>-17.261</c:v>
                </c:pt>
                <c:pt idx="350">
                  <c:v>-16.648</c:v>
                </c:pt>
                <c:pt idx="351">
                  <c:v>-15.974</c:v>
                </c:pt>
                <c:pt idx="352">
                  <c:v>-15.244</c:v>
                </c:pt>
                <c:pt idx="353">
                  <c:v>-14.461</c:v>
                </c:pt>
                <c:pt idx="354">
                  <c:v>-13.628</c:v>
                </c:pt>
                <c:pt idx="355">
                  <c:v>-12.751</c:v>
                </c:pt>
                <c:pt idx="356">
                  <c:v>-11.832</c:v>
                </c:pt>
                <c:pt idx="357">
                  <c:v>-10.878</c:v>
                </c:pt>
                <c:pt idx="358">
                  <c:v>-9.893</c:v>
                </c:pt>
                <c:pt idx="359">
                  <c:v>-8.88</c:v>
                </c:pt>
                <c:pt idx="360">
                  <c:v>-7.845</c:v>
                </c:pt>
                <c:pt idx="361">
                  <c:v>-6.793</c:v>
                </c:pt>
                <c:pt idx="362">
                  <c:v>-5.728</c:v>
                </c:pt>
                <c:pt idx="363">
                  <c:v>-4.655</c:v>
                </c:pt>
                <c:pt idx="364">
                  <c:v>-3.578</c:v>
                </c:pt>
                <c:pt idx="365">
                  <c:v>-2.501</c:v>
                </c:pt>
                <c:pt idx="366">
                  <c:v>-1.43</c:v>
                </c:pt>
                <c:pt idx="367">
                  <c:v>-0.368</c:v>
                </c:pt>
                <c:pt idx="368">
                  <c:v>0.681</c:v>
                </c:pt>
                <c:pt idx="369">
                  <c:v>1.713</c:v>
                </c:pt>
                <c:pt idx="370">
                  <c:v>2.723</c:v>
                </c:pt>
                <c:pt idx="371">
                  <c:v>3.709</c:v>
                </c:pt>
                <c:pt idx="372">
                  <c:v>4.667</c:v>
                </c:pt>
                <c:pt idx="373">
                  <c:v>5.594</c:v>
                </c:pt>
                <c:pt idx="374">
                  <c:v>6.486</c:v>
                </c:pt>
                <c:pt idx="375">
                  <c:v>7.341</c:v>
                </c:pt>
                <c:pt idx="376">
                  <c:v>8.156</c:v>
                </c:pt>
                <c:pt idx="377">
                  <c:v>8.928</c:v>
                </c:pt>
                <c:pt idx="378">
                  <c:v>9.655</c:v>
                </c:pt>
                <c:pt idx="379">
                  <c:v>10.335</c:v>
                </c:pt>
                <c:pt idx="380">
                  <c:v>10.966</c:v>
                </c:pt>
                <c:pt idx="381">
                  <c:v>11.547</c:v>
                </c:pt>
                <c:pt idx="382">
                  <c:v>12.075</c:v>
                </c:pt>
                <c:pt idx="383">
                  <c:v>12.55</c:v>
                </c:pt>
                <c:pt idx="384">
                  <c:v>12.97</c:v>
                </c:pt>
                <c:pt idx="385">
                  <c:v>13.335</c:v>
                </c:pt>
                <c:pt idx="386">
                  <c:v>13.644</c:v>
                </c:pt>
                <c:pt idx="387">
                  <c:v>13.896</c:v>
                </c:pt>
                <c:pt idx="388">
                  <c:v>14.092</c:v>
                </c:pt>
                <c:pt idx="389">
                  <c:v>14.231</c:v>
                </c:pt>
                <c:pt idx="390">
                  <c:v>14.313</c:v>
                </c:pt>
                <c:pt idx="391">
                  <c:v>14.34</c:v>
                </c:pt>
                <c:pt idx="392">
                  <c:v>14.311</c:v>
                </c:pt>
                <c:pt idx="393">
                  <c:v>14.228</c:v>
                </c:pt>
                <c:pt idx="394">
                  <c:v>14.091</c:v>
                </c:pt>
                <c:pt idx="395">
                  <c:v>13.902</c:v>
                </c:pt>
                <c:pt idx="396">
                  <c:v>13.663</c:v>
                </c:pt>
                <c:pt idx="397">
                  <c:v>13.375</c:v>
                </c:pt>
                <c:pt idx="398">
                  <c:v>13.039</c:v>
                </c:pt>
                <c:pt idx="399">
                  <c:v>12.658</c:v>
                </c:pt>
                <c:pt idx="400">
                  <c:v>12.235</c:v>
                </c:pt>
                <c:pt idx="401">
                  <c:v>11.77</c:v>
                </c:pt>
                <c:pt idx="402">
                  <c:v>11.268</c:v>
                </c:pt>
                <c:pt idx="403">
                  <c:v>10.731</c:v>
                </c:pt>
                <c:pt idx="404">
                  <c:v>10.16</c:v>
                </c:pt>
                <c:pt idx="405">
                  <c:v>9.56</c:v>
                </c:pt>
                <c:pt idx="406">
                  <c:v>8.933</c:v>
                </c:pt>
                <c:pt idx="407">
                  <c:v>8.281</c:v>
                </c:pt>
                <c:pt idx="408">
                  <c:v>7.609</c:v>
                </c:pt>
                <c:pt idx="409">
                  <c:v>6.92</c:v>
                </c:pt>
                <c:pt idx="410">
                  <c:v>6.215</c:v>
                </c:pt>
                <c:pt idx="411">
                  <c:v>5.5</c:v>
                </c:pt>
                <c:pt idx="412">
                  <c:v>4.777</c:v>
                </c:pt>
                <c:pt idx="413">
                  <c:v>4.049</c:v>
                </c:pt>
                <c:pt idx="414">
                  <c:v>3.319</c:v>
                </c:pt>
                <c:pt idx="415">
                  <c:v>2.592</c:v>
                </c:pt>
                <c:pt idx="416">
                  <c:v>1.87</c:v>
                </c:pt>
                <c:pt idx="417">
                  <c:v>1.156</c:v>
                </c:pt>
                <c:pt idx="418">
                  <c:v>0.454</c:v>
                </c:pt>
                <c:pt idx="419">
                  <c:v>-0.233</c:v>
                </c:pt>
                <c:pt idx="420">
                  <c:v>-0.902</c:v>
                </c:pt>
                <c:pt idx="421">
                  <c:v>-1.55</c:v>
                </c:pt>
                <c:pt idx="422">
                  <c:v>-2.175</c:v>
                </c:pt>
                <c:pt idx="423">
                  <c:v>-2.774</c:v>
                </c:pt>
                <c:pt idx="424">
                  <c:v>-3.344</c:v>
                </c:pt>
                <c:pt idx="425">
                  <c:v>-3.884</c:v>
                </c:pt>
                <c:pt idx="426">
                  <c:v>-4.392</c:v>
                </c:pt>
                <c:pt idx="427">
                  <c:v>-4.865</c:v>
                </c:pt>
                <c:pt idx="428">
                  <c:v>-5.304</c:v>
                </c:pt>
                <c:pt idx="429">
                  <c:v>-5.706</c:v>
                </c:pt>
                <c:pt idx="430">
                  <c:v>-6.071</c:v>
                </c:pt>
                <c:pt idx="431">
                  <c:v>-6.398</c:v>
                </c:pt>
                <c:pt idx="432">
                  <c:v>-6.688</c:v>
                </c:pt>
                <c:pt idx="433">
                  <c:v>-6.939</c:v>
                </c:pt>
                <c:pt idx="434">
                  <c:v>-7.153</c:v>
                </c:pt>
                <c:pt idx="435">
                  <c:v>-7.33</c:v>
                </c:pt>
                <c:pt idx="436">
                  <c:v>-7.47</c:v>
                </c:pt>
                <c:pt idx="437">
                  <c:v>-7.574</c:v>
                </c:pt>
                <c:pt idx="438">
                  <c:v>-7.643</c:v>
                </c:pt>
                <c:pt idx="439">
                  <c:v>-7.678</c:v>
                </c:pt>
                <c:pt idx="440">
                  <c:v>-7.679</c:v>
                </c:pt>
                <c:pt idx="441">
                  <c:v>-7.65</c:v>
                </c:pt>
                <c:pt idx="442">
                  <c:v>-7.589</c:v>
                </c:pt>
                <c:pt idx="443">
                  <c:v>-7.499</c:v>
                </c:pt>
                <c:pt idx="444">
                  <c:v>-7.381</c:v>
                </c:pt>
                <c:pt idx="445">
                  <c:v>-7.237</c:v>
                </c:pt>
                <c:pt idx="446">
                  <c:v>-7.067</c:v>
                </c:pt>
                <c:pt idx="447">
                  <c:v>-6.872</c:v>
                </c:pt>
                <c:pt idx="448">
                  <c:v>-6.655</c:v>
                </c:pt>
                <c:pt idx="449">
                  <c:v>-6.417</c:v>
                </c:pt>
                <c:pt idx="450">
                  <c:v>-6.158</c:v>
                </c:pt>
                <c:pt idx="451">
                  <c:v>-5.88</c:v>
                </c:pt>
                <c:pt idx="452">
                  <c:v>-5.584</c:v>
                </c:pt>
                <c:pt idx="453">
                  <c:v>-5.271</c:v>
                </c:pt>
                <c:pt idx="454">
                  <c:v>-4.944</c:v>
                </c:pt>
                <c:pt idx="455">
                  <c:v>-4.602</c:v>
                </c:pt>
                <c:pt idx="456">
                  <c:v>-4.247</c:v>
                </c:pt>
                <c:pt idx="457">
                  <c:v>-3.881</c:v>
                </c:pt>
                <c:pt idx="458">
                  <c:v>-3.504</c:v>
                </c:pt>
                <c:pt idx="459">
                  <c:v>-3.117</c:v>
                </c:pt>
                <c:pt idx="460">
                  <c:v>-2.723</c:v>
                </c:pt>
                <c:pt idx="461">
                  <c:v>-2.321</c:v>
                </c:pt>
                <c:pt idx="462">
                  <c:v>-1.914</c:v>
                </c:pt>
                <c:pt idx="463">
                  <c:v>-1.502</c:v>
                </c:pt>
                <c:pt idx="464">
                  <c:v>-1.087</c:v>
                </c:pt>
                <c:pt idx="465">
                  <c:v>-0.67</c:v>
                </c:pt>
                <c:pt idx="466">
                  <c:v>-0.252</c:v>
                </c:pt>
                <c:pt idx="467">
                  <c:v>0.165</c:v>
                </c:pt>
                <c:pt idx="468">
                  <c:v>0.581</c:v>
                </c:pt>
                <c:pt idx="469">
                  <c:v>0.993</c:v>
                </c:pt>
                <c:pt idx="470">
                  <c:v>1.401</c:v>
                </c:pt>
                <c:pt idx="471">
                  <c:v>1.804</c:v>
                </c:pt>
                <c:pt idx="472">
                  <c:v>2.2</c:v>
                </c:pt>
                <c:pt idx="473">
                  <c:v>2.587</c:v>
                </c:pt>
                <c:pt idx="474">
                  <c:v>2.965</c:v>
                </c:pt>
                <c:pt idx="475">
                  <c:v>3.332</c:v>
                </c:pt>
                <c:pt idx="476">
                  <c:v>3.687</c:v>
                </c:pt>
                <c:pt idx="477">
                  <c:v>4.028</c:v>
                </c:pt>
                <c:pt idx="478">
                  <c:v>4.355</c:v>
                </c:pt>
                <c:pt idx="479">
                  <c:v>4.666</c:v>
                </c:pt>
                <c:pt idx="480">
                  <c:v>4.96</c:v>
                </c:pt>
                <c:pt idx="481">
                  <c:v>5.236</c:v>
                </c:pt>
                <c:pt idx="482">
                  <c:v>5.494</c:v>
                </c:pt>
                <c:pt idx="483">
                  <c:v>5.731</c:v>
                </c:pt>
                <c:pt idx="484">
                  <c:v>5.948</c:v>
                </c:pt>
                <c:pt idx="485">
                  <c:v>6.143</c:v>
                </c:pt>
                <c:pt idx="486">
                  <c:v>6.317</c:v>
                </c:pt>
                <c:pt idx="487">
                  <c:v>6.468</c:v>
                </c:pt>
                <c:pt idx="488">
                  <c:v>6.596</c:v>
                </c:pt>
                <c:pt idx="489">
                  <c:v>6.701</c:v>
                </c:pt>
                <c:pt idx="490">
                  <c:v>6.783</c:v>
                </c:pt>
                <c:pt idx="491">
                  <c:v>6.841</c:v>
                </c:pt>
                <c:pt idx="492">
                  <c:v>6.876</c:v>
                </c:pt>
                <c:pt idx="493">
                  <c:v>6.888</c:v>
                </c:pt>
                <c:pt idx="494">
                  <c:v>6.877</c:v>
                </c:pt>
                <c:pt idx="495">
                  <c:v>6.843</c:v>
                </c:pt>
                <c:pt idx="496">
                  <c:v>6.787</c:v>
                </c:pt>
                <c:pt idx="497">
                  <c:v>6.709</c:v>
                </c:pt>
                <c:pt idx="498">
                  <c:v>6.611</c:v>
                </c:pt>
                <c:pt idx="499">
                  <c:v>6.493</c:v>
                </c:pt>
                <c:pt idx="500">
                  <c:v>6.356</c:v>
                </c:pt>
                <c:pt idx="501">
                  <c:v>6.2</c:v>
                </c:pt>
                <c:pt idx="502">
                  <c:v>6.027</c:v>
                </c:pt>
                <c:pt idx="503">
                  <c:v>5.838</c:v>
                </c:pt>
                <c:pt idx="504">
                  <c:v>5.633</c:v>
                </c:pt>
                <c:pt idx="505">
                  <c:v>5.415</c:v>
                </c:pt>
                <c:pt idx="506">
                  <c:v>5.183</c:v>
                </c:pt>
                <c:pt idx="507">
                  <c:v>4.939</c:v>
                </c:pt>
                <c:pt idx="508">
                  <c:v>4.685</c:v>
                </c:pt>
                <c:pt idx="509">
                  <c:v>4.421</c:v>
                </c:pt>
                <c:pt idx="510">
                  <c:v>4.149</c:v>
                </c:pt>
                <c:pt idx="511">
                  <c:v>3.87</c:v>
                </c:pt>
                <c:pt idx="512">
                  <c:v>3.585</c:v>
                </c:pt>
                <c:pt idx="513">
                  <c:v>3.295</c:v>
                </c:pt>
                <c:pt idx="514">
                  <c:v>3.002</c:v>
                </c:pt>
                <c:pt idx="515">
                  <c:v>2.706</c:v>
                </c:pt>
                <c:pt idx="516">
                  <c:v>2.409</c:v>
                </c:pt>
                <c:pt idx="517">
                  <c:v>2.112</c:v>
                </c:pt>
                <c:pt idx="518">
                  <c:v>1.817</c:v>
                </c:pt>
                <c:pt idx="519">
                  <c:v>1.524</c:v>
                </c:pt>
                <c:pt idx="520">
                  <c:v>1.235</c:v>
                </c:pt>
                <c:pt idx="521">
                  <c:v>0.952</c:v>
                </c:pt>
                <c:pt idx="522">
                  <c:v>0.674</c:v>
                </c:pt>
                <c:pt idx="523">
                  <c:v>0.404</c:v>
                </c:pt>
                <c:pt idx="524">
                  <c:v>0.143</c:v>
                </c:pt>
                <c:pt idx="525">
                  <c:v>-0.108</c:v>
                </c:pt>
                <c:pt idx="526">
                  <c:v>-0.348</c:v>
                </c:pt>
                <c:pt idx="527">
                  <c:v>-0.576</c:v>
                </c:pt>
                <c:pt idx="528">
                  <c:v>-0.791</c:v>
                </c:pt>
                <c:pt idx="529">
                  <c:v>-0.991</c:v>
                </c:pt>
                <c:pt idx="530">
                  <c:v>-1.175</c:v>
                </c:pt>
                <c:pt idx="531">
                  <c:v>-1.344</c:v>
                </c:pt>
                <c:pt idx="532">
                  <c:v>-1.495</c:v>
                </c:pt>
                <c:pt idx="533">
                  <c:v>-1.629</c:v>
                </c:pt>
                <c:pt idx="534">
                  <c:v>-1.745</c:v>
                </c:pt>
                <c:pt idx="535">
                  <c:v>-1.842</c:v>
                </c:pt>
                <c:pt idx="536">
                  <c:v>-1.919</c:v>
                </c:pt>
                <c:pt idx="537">
                  <c:v>-1.978</c:v>
                </c:pt>
                <c:pt idx="538">
                  <c:v>-2.017</c:v>
                </c:pt>
                <c:pt idx="539">
                  <c:v>-2.036</c:v>
                </c:pt>
                <c:pt idx="540">
                  <c:v>-2.036</c:v>
                </c:pt>
                <c:pt idx="541">
                  <c:v>-2.017</c:v>
                </c:pt>
                <c:pt idx="542">
                  <c:v>-1.979</c:v>
                </c:pt>
                <c:pt idx="543">
                  <c:v>-1.923</c:v>
                </c:pt>
                <c:pt idx="544">
                  <c:v>-1.848</c:v>
                </c:pt>
                <c:pt idx="545">
                  <c:v>-1.756</c:v>
                </c:pt>
                <c:pt idx="546">
                  <c:v>-1.647</c:v>
                </c:pt>
                <c:pt idx="547">
                  <c:v>-1.521</c:v>
                </c:pt>
                <c:pt idx="548">
                  <c:v>-1.379</c:v>
                </c:pt>
                <c:pt idx="549">
                  <c:v>-1.222</c:v>
                </c:pt>
                <c:pt idx="550">
                  <c:v>-1.051</c:v>
                </c:pt>
                <c:pt idx="551">
                  <c:v>-0.866</c:v>
                </c:pt>
                <c:pt idx="552">
                  <c:v>-0.668</c:v>
                </c:pt>
                <c:pt idx="553">
                  <c:v>-0.457</c:v>
                </c:pt>
                <c:pt idx="554">
                  <c:v>-0.234</c:v>
                </c:pt>
                <c:pt idx="555">
                  <c:v>0</c:v>
                </c:pt>
                <c:pt idx="556">
                  <c:v>0.243</c:v>
                </c:pt>
                <c:pt idx="557">
                  <c:v>0.497</c:v>
                </c:pt>
                <c:pt idx="558">
                  <c:v>0.76</c:v>
                </c:pt>
                <c:pt idx="559">
                  <c:v>1.03</c:v>
                </c:pt>
                <c:pt idx="560">
                  <c:v>1.308</c:v>
                </c:pt>
                <c:pt idx="561">
                  <c:v>1.593</c:v>
                </c:pt>
                <c:pt idx="562">
                  <c:v>1.884</c:v>
                </c:pt>
                <c:pt idx="563">
                  <c:v>2.179</c:v>
                </c:pt>
                <c:pt idx="564">
                  <c:v>2.479</c:v>
                </c:pt>
                <c:pt idx="565">
                  <c:v>2.782</c:v>
                </c:pt>
                <c:pt idx="566">
                  <c:v>3.087</c:v>
                </c:pt>
                <c:pt idx="567">
                  <c:v>3.393</c:v>
                </c:pt>
                <c:pt idx="568">
                  <c:v>3.7</c:v>
                </c:pt>
                <c:pt idx="569">
                  <c:v>4.005</c:v>
                </c:pt>
                <c:pt idx="570">
                  <c:v>4.309</c:v>
                </c:pt>
                <c:pt idx="571">
                  <c:v>4.609</c:v>
                </c:pt>
                <c:pt idx="572">
                  <c:v>4.904</c:v>
                </c:pt>
                <c:pt idx="573">
                  <c:v>5.194</c:v>
                </c:pt>
                <c:pt idx="574">
                  <c:v>5.477</c:v>
                </c:pt>
                <c:pt idx="575">
                  <c:v>5.752</c:v>
                </c:pt>
                <c:pt idx="576">
                  <c:v>6.018</c:v>
                </c:pt>
                <c:pt idx="577">
                  <c:v>6.273</c:v>
                </c:pt>
                <c:pt idx="578">
                  <c:v>6.518</c:v>
                </c:pt>
                <c:pt idx="579">
                  <c:v>6.749</c:v>
                </c:pt>
                <c:pt idx="580">
                  <c:v>6.968</c:v>
                </c:pt>
                <c:pt idx="581">
                  <c:v>7.172</c:v>
                </c:pt>
                <c:pt idx="582">
                  <c:v>7.362</c:v>
                </c:pt>
                <c:pt idx="583">
                  <c:v>7.536</c:v>
                </c:pt>
                <c:pt idx="584">
                  <c:v>7.695</c:v>
                </c:pt>
                <c:pt idx="585">
                  <c:v>7.838</c:v>
                </c:pt>
                <c:pt idx="586">
                  <c:v>7.964</c:v>
                </c:pt>
                <c:pt idx="587">
                  <c:v>8.074</c:v>
                </c:pt>
                <c:pt idx="588">
                  <c:v>8.167</c:v>
                </c:pt>
                <c:pt idx="589">
                  <c:v>8.244</c:v>
                </c:pt>
                <c:pt idx="590">
                  <c:v>8.304</c:v>
                </c:pt>
                <c:pt idx="591">
                  <c:v>8.348</c:v>
                </c:pt>
                <c:pt idx="592">
                  <c:v>8.374</c:v>
                </c:pt>
                <c:pt idx="593">
                  <c:v>8.385</c:v>
                </c:pt>
                <c:pt idx="594">
                  <c:v>8.38</c:v>
                </c:pt>
                <c:pt idx="595">
                  <c:v>8.358</c:v>
                </c:pt>
                <c:pt idx="596">
                  <c:v>8.322</c:v>
                </c:pt>
                <c:pt idx="597">
                  <c:v>8.269</c:v>
                </c:pt>
                <c:pt idx="598">
                  <c:v>8.202</c:v>
                </c:pt>
                <c:pt idx="599">
                  <c:v>8.121</c:v>
                </c:pt>
                <c:pt idx="600">
                  <c:v>8.025</c:v>
                </c:pt>
                <c:pt idx="601">
                  <c:v>7.916</c:v>
                </c:pt>
                <c:pt idx="602">
                  <c:v>7.794</c:v>
                </c:pt>
                <c:pt idx="603">
                  <c:v>7.66</c:v>
                </c:pt>
                <c:pt idx="604">
                  <c:v>7.514</c:v>
                </c:pt>
                <c:pt idx="605">
                  <c:v>7.358</c:v>
                </c:pt>
                <c:pt idx="606">
                  <c:v>7.193</c:v>
                </c:pt>
                <c:pt idx="607">
                  <c:v>7.018</c:v>
                </c:pt>
                <c:pt idx="608">
                  <c:v>6.835</c:v>
                </c:pt>
                <c:pt idx="609">
                  <c:v>6.645</c:v>
                </c:pt>
                <c:pt idx="610">
                  <c:v>6.449</c:v>
                </c:pt>
                <c:pt idx="611">
                  <c:v>6.248</c:v>
                </c:pt>
                <c:pt idx="612">
                  <c:v>6.041</c:v>
                </c:pt>
                <c:pt idx="613">
                  <c:v>5.831</c:v>
                </c:pt>
                <c:pt idx="614">
                  <c:v>5.618</c:v>
                </c:pt>
                <c:pt idx="615">
                  <c:v>5.403</c:v>
                </c:pt>
                <c:pt idx="616">
                  <c:v>5.186</c:v>
                </c:pt>
                <c:pt idx="617">
                  <c:v>4.969</c:v>
                </c:pt>
                <c:pt idx="618">
                  <c:v>4.751</c:v>
                </c:pt>
                <c:pt idx="619">
                  <c:v>4.535</c:v>
                </c:pt>
                <c:pt idx="620">
                  <c:v>4.32</c:v>
                </c:pt>
                <c:pt idx="621">
                  <c:v>4.107</c:v>
                </c:pt>
                <c:pt idx="622">
                  <c:v>3.897</c:v>
                </c:pt>
                <c:pt idx="623">
                  <c:v>3.691</c:v>
                </c:pt>
                <c:pt idx="624">
                  <c:v>3.489</c:v>
                </c:pt>
                <c:pt idx="625">
                  <c:v>3.294</c:v>
                </c:pt>
                <c:pt idx="626">
                  <c:v>3.104</c:v>
                </c:pt>
                <c:pt idx="627">
                  <c:v>2.921</c:v>
                </c:pt>
                <c:pt idx="628">
                  <c:v>2.746</c:v>
                </c:pt>
                <c:pt idx="629">
                  <c:v>2.579</c:v>
                </c:pt>
                <c:pt idx="630">
                  <c:v>2.422</c:v>
                </c:pt>
                <c:pt idx="631">
                  <c:v>2.274</c:v>
                </c:pt>
                <c:pt idx="632">
                  <c:v>2.135</c:v>
                </c:pt>
                <c:pt idx="633">
                  <c:v>2.008</c:v>
                </c:pt>
                <c:pt idx="634">
                  <c:v>1.891</c:v>
                </c:pt>
                <c:pt idx="635">
                  <c:v>1.785</c:v>
                </c:pt>
                <c:pt idx="636">
                  <c:v>1.69</c:v>
                </c:pt>
                <c:pt idx="637">
                  <c:v>1.606</c:v>
                </c:pt>
                <c:pt idx="638">
                  <c:v>1.534</c:v>
                </c:pt>
                <c:pt idx="639">
                  <c:v>1.473</c:v>
                </c:pt>
                <c:pt idx="640">
                  <c:v>1.423</c:v>
                </c:pt>
                <c:pt idx="641">
                  <c:v>1.385</c:v>
                </c:pt>
                <c:pt idx="642">
                  <c:v>1.357</c:v>
                </c:pt>
                <c:pt idx="643">
                  <c:v>1.341</c:v>
                </c:pt>
                <c:pt idx="644">
                  <c:v>1.334</c:v>
                </c:pt>
                <c:pt idx="645">
                  <c:v>1.338</c:v>
                </c:pt>
                <c:pt idx="646">
                  <c:v>1.352</c:v>
                </c:pt>
                <c:pt idx="647">
                  <c:v>1.375</c:v>
                </c:pt>
                <c:pt idx="648">
                  <c:v>1.407</c:v>
                </c:pt>
                <c:pt idx="649">
                  <c:v>1.448</c:v>
                </c:pt>
                <c:pt idx="650">
                  <c:v>1.497</c:v>
                </c:pt>
                <c:pt idx="651">
                  <c:v>1.554</c:v>
                </c:pt>
                <c:pt idx="652">
                  <c:v>1.619</c:v>
                </c:pt>
                <c:pt idx="653">
                  <c:v>1.69</c:v>
                </c:pt>
                <c:pt idx="654">
                  <c:v>1.768</c:v>
                </c:pt>
                <c:pt idx="655">
                  <c:v>1.852</c:v>
                </c:pt>
                <c:pt idx="656">
                  <c:v>1.941</c:v>
                </c:pt>
                <c:pt idx="657">
                  <c:v>2.036</c:v>
                </c:pt>
                <c:pt idx="658">
                  <c:v>2.135</c:v>
                </c:pt>
                <c:pt idx="659">
                  <c:v>2.237</c:v>
                </c:pt>
                <c:pt idx="660">
                  <c:v>2.343</c:v>
                </c:pt>
                <c:pt idx="661">
                  <c:v>2.451</c:v>
                </c:pt>
                <c:pt idx="662">
                  <c:v>2.562</c:v>
                </c:pt>
                <c:pt idx="663">
                  <c:v>2.674</c:v>
                </c:pt>
                <c:pt idx="664">
                  <c:v>2.787</c:v>
                </c:pt>
                <c:pt idx="665">
                  <c:v>2.9</c:v>
                </c:pt>
                <c:pt idx="666">
                  <c:v>3.012</c:v>
                </c:pt>
                <c:pt idx="667">
                  <c:v>3.124</c:v>
                </c:pt>
                <c:pt idx="668">
                  <c:v>3.235</c:v>
                </c:pt>
                <c:pt idx="669">
                  <c:v>3.343</c:v>
                </c:pt>
                <c:pt idx="670">
                  <c:v>3.449</c:v>
                </c:pt>
                <c:pt idx="671">
                  <c:v>3.551</c:v>
                </c:pt>
                <c:pt idx="672">
                  <c:v>3.65</c:v>
                </c:pt>
                <c:pt idx="673">
                  <c:v>3.745</c:v>
                </c:pt>
                <c:pt idx="674">
                  <c:v>3.836</c:v>
                </c:pt>
                <c:pt idx="675">
                  <c:v>3.922</c:v>
                </c:pt>
                <c:pt idx="676">
                  <c:v>4.003</c:v>
                </c:pt>
                <c:pt idx="677">
                  <c:v>4.079</c:v>
                </c:pt>
                <c:pt idx="678">
                  <c:v>4.148</c:v>
                </c:pt>
                <c:pt idx="679">
                  <c:v>4.212</c:v>
                </c:pt>
                <c:pt idx="680">
                  <c:v>4.27</c:v>
                </c:pt>
                <c:pt idx="681">
                  <c:v>4.322</c:v>
                </c:pt>
                <c:pt idx="682">
                  <c:v>4.367</c:v>
                </c:pt>
                <c:pt idx="683">
                  <c:v>4.405</c:v>
                </c:pt>
                <c:pt idx="684">
                  <c:v>4.437</c:v>
                </c:pt>
                <c:pt idx="685">
                  <c:v>4.463</c:v>
                </c:pt>
                <c:pt idx="686">
                  <c:v>4.481</c:v>
                </c:pt>
                <c:pt idx="687">
                  <c:v>4.493</c:v>
                </c:pt>
                <c:pt idx="688">
                  <c:v>4.499</c:v>
                </c:pt>
                <c:pt idx="689">
                  <c:v>4.498</c:v>
                </c:pt>
                <c:pt idx="690">
                  <c:v>4.491</c:v>
                </c:pt>
                <c:pt idx="691">
                  <c:v>4.477</c:v>
                </c:pt>
                <c:pt idx="692">
                  <c:v>4.457</c:v>
                </c:pt>
                <c:pt idx="693">
                  <c:v>4.43</c:v>
                </c:pt>
                <c:pt idx="694">
                  <c:v>4.398</c:v>
                </c:pt>
                <c:pt idx="695">
                  <c:v>4.36</c:v>
                </c:pt>
                <c:pt idx="696">
                  <c:v>4.316</c:v>
                </c:pt>
                <c:pt idx="697">
                  <c:v>4.267</c:v>
                </c:pt>
                <c:pt idx="698">
                  <c:v>4.212</c:v>
                </c:pt>
                <c:pt idx="699">
                  <c:v>4.152</c:v>
                </c:pt>
                <c:pt idx="700">
                  <c:v>4.087</c:v>
                </c:pt>
                <c:pt idx="701">
                  <c:v>4.016</c:v>
                </c:pt>
                <c:pt idx="702">
                  <c:v>3.941</c:v>
                </c:pt>
                <c:pt idx="703">
                  <c:v>3.862</c:v>
                </c:pt>
                <c:pt idx="704">
                  <c:v>3.778</c:v>
                </c:pt>
                <c:pt idx="705">
                  <c:v>3.69</c:v>
                </c:pt>
                <c:pt idx="706">
                  <c:v>3.598</c:v>
                </c:pt>
                <c:pt idx="707">
                  <c:v>3.503</c:v>
                </c:pt>
                <c:pt idx="708">
                  <c:v>3.404</c:v>
                </c:pt>
                <c:pt idx="709">
                  <c:v>3.303</c:v>
                </c:pt>
                <c:pt idx="710">
                  <c:v>3.199</c:v>
                </c:pt>
                <c:pt idx="711">
                  <c:v>3.093</c:v>
                </c:pt>
                <c:pt idx="712">
                  <c:v>2.985</c:v>
                </c:pt>
                <c:pt idx="713">
                  <c:v>2.876</c:v>
                </c:pt>
                <c:pt idx="714">
                  <c:v>2.766</c:v>
                </c:pt>
                <c:pt idx="715">
                  <c:v>2.656</c:v>
                </c:pt>
                <c:pt idx="716">
                  <c:v>2.547</c:v>
                </c:pt>
                <c:pt idx="717">
                  <c:v>2.438</c:v>
                </c:pt>
                <c:pt idx="718">
                  <c:v>2.33</c:v>
                </c:pt>
                <c:pt idx="719">
                  <c:v>2.224</c:v>
                </c:pt>
                <c:pt idx="720">
                  <c:v>2.12</c:v>
                </c:pt>
                <c:pt idx="721">
                  <c:v>2.019</c:v>
                </c:pt>
                <c:pt idx="722">
                  <c:v>1.92</c:v>
                </c:pt>
                <c:pt idx="723">
                  <c:v>1.826</c:v>
                </c:pt>
                <c:pt idx="724">
                  <c:v>1.735</c:v>
                </c:pt>
                <c:pt idx="725">
                  <c:v>1.648</c:v>
                </c:pt>
                <c:pt idx="726">
                  <c:v>1.566</c:v>
                </c:pt>
                <c:pt idx="727">
                  <c:v>1.488</c:v>
                </c:pt>
                <c:pt idx="728">
                  <c:v>1.415</c:v>
                </c:pt>
                <c:pt idx="729">
                  <c:v>1.348</c:v>
                </c:pt>
                <c:pt idx="730">
                  <c:v>1.286</c:v>
                </c:pt>
                <c:pt idx="731">
                  <c:v>1.229</c:v>
                </c:pt>
                <c:pt idx="732">
                  <c:v>1.178</c:v>
                </c:pt>
                <c:pt idx="733">
                  <c:v>1.133</c:v>
                </c:pt>
                <c:pt idx="734">
                  <c:v>1.093</c:v>
                </c:pt>
                <c:pt idx="735">
                  <c:v>1.059</c:v>
                </c:pt>
                <c:pt idx="736">
                  <c:v>1.031</c:v>
                </c:pt>
                <c:pt idx="737">
                  <c:v>1.009</c:v>
                </c:pt>
                <c:pt idx="738">
                  <c:v>0.993</c:v>
                </c:pt>
                <c:pt idx="739">
                  <c:v>0.982</c:v>
                </c:pt>
                <c:pt idx="740">
                  <c:v>0.977</c:v>
                </c:pt>
                <c:pt idx="741">
                  <c:v>0.978</c:v>
                </c:pt>
                <c:pt idx="742">
                  <c:v>0.984</c:v>
                </c:pt>
                <c:pt idx="743">
                  <c:v>0.996</c:v>
                </c:pt>
                <c:pt idx="744">
                  <c:v>1.014</c:v>
                </c:pt>
                <c:pt idx="745">
                  <c:v>1.036</c:v>
                </c:pt>
                <c:pt idx="746">
                  <c:v>1.064</c:v>
                </c:pt>
                <c:pt idx="747">
                  <c:v>1.097</c:v>
                </c:pt>
                <c:pt idx="748">
                  <c:v>1.135</c:v>
                </c:pt>
                <c:pt idx="749">
                  <c:v>1.177</c:v>
                </c:pt>
                <c:pt idx="750">
                  <c:v>1.224</c:v>
                </c:pt>
                <c:pt idx="751">
                  <c:v>1.274</c:v>
                </c:pt>
                <c:pt idx="752">
                  <c:v>1.329</c:v>
                </c:pt>
                <c:pt idx="753">
                  <c:v>1.387</c:v>
                </c:pt>
                <c:pt idx="754">
                  <c:v>1.448</c:v>
                </c:pt>
                <c:pt idx="755">
                  <c:v>1.512</c:v>
                </c:pt>
                <c:pt idx="756">
                  <c:v>1.579</c:v>
                </c:pt>
                <c:pt idx="757">
                  <c:v>1.647</c:v>
                </c:pt>
                <c:pt idx="758">
                  <c:v>1.718</c:v>
                </c:pt>
                <c:pt idx="759">
                  <c:v>1.789</c:v>
                </c:pt>
                <c:pt idx="760">
                  <c:v>1.861</c:v>
                </c:pt>
                <c:pt idx="761">
                  <c:v>1.934</c:v>
                </c:pt>
                <c:pt idx="762">
                  <c:v>2.007</c:v>
                </c:pt>
                <c:pt idx="763">
                  <c:v>2.079</c:v>
                </c:pt>
                <c:pt idx="764">
                  <c:v>2.15</c:v>
                </c:pt>
                <c:pt idx="765">
                  <c:v>2.22</c:v>
                </c:pt>
                <c:pt idx="766">
                  <c:v>2.289</c:v>
                </c:pt>
                <c:pt idx="767">
                  <c:v>2.355</c:v>
                </c:pt>
                <c:pt idx="768">
                  <c:v>2.42</c:v>
                </c:pt>
                <c:pt idx="769">
                  <c:v>2.481</c:v>
                </c:pt>
                <c:pt idx="770">
                  <c:v>2.54</c:v>
                </c:pt>
                <c:pt idx="771">
                  <c:v>2.596</c:v>
                </c:pt>
                <c:pt idx="772">
                  <c:v>2.649</c:v>
                </c:pt>
                <c:pt idx="773">
                  <c:v>2.698</c:v>
                </c:pt>
                <c:pt idx="774">
                  <c:v>2.744</c:v>
                </c:pt>
                <c:pt idx="775">
                  <c:v>2.786</c:v>
                </c:pt>
                <c:pt idx="776">
                  <c:v>2.824</c:v>
                </c:pt>
                <c:pt idx="777">
                  <c:v>2.859</c:v>
                </c:pt>
                <c:pt idx="778">
                  <c:v>2.889</c:v>
                </c:pt>
                <c:pt idx="779">
                  <c:v>2.916</c:v>
                </c:pt>
                <c:pt idx="780">
                  <c:v>2.938</c:v>
                </c:pt>
                <c:pt idx="781">
                  <c:v>2.956</c:v>
                </c:pt>
                <c:pt idx="782">
                  <c:v>2.971</c:v>
                </c:pt>
                <c:pt idx="783">
                  <c:v>2.981</c:v>
                </c:pt>
                <c:pt idx="784">
                  <c:v>2.987</c:v>
                </c:pt>
                <c:pt idx="785">
                  <c:v>2.989</c:v>
                </c:pt>
                <c:pt idx="786">
                  <c:v>2.987</c:v>
                </c:pt>
                <c:pt idx="787">
                  <c:v>2.981</c:v>
                </c:pt>
                <c:pt idx="788">
                  <c:v>2.972</c:v>
                </c:pt>
                <c:pt idx="789">
                  <c:v>2.958</c:v>
                </c:pt>
                <c:pt idx="790">
                  <c:v>2.941</c:v>
                </c:pt>
                <c:pt idx="791">
                  <c:v>2.92</c:v>
                </c:pt>
                <c:pt idx="792">
                  <c:v>2.895</c:v>
                </c:pt>
                <c:pt idx="793">
                  <c:v>2.868</c:v>
                </c:pt>
                <c:pt idx="794">
                  <c:v>2.837</c:v>
                </c:pt>
                <c:pt idx="795">
                  <c:v>2.804</c:v>
                </c:pt>
                <c:pt idx="796">
                  <c:v>2.768</c:v>
                </c:pt>
                <c:pt idx="797">
                  <c:v>2.73</c:v>
                </c:pt>
                <c:pt idx="798">
                  <c:v>2.69</c:v>
                </c:pt>
                <c:pt idx="799">
                  <c:v>2.649</c:v>
                </c:pt>
                <c:pt idx="800">
                  <c:v>2.607</c:v>
                </c:pt>
                <c:pt idx="801">
                  <c:v>2.564</c:v>
                </c:pt>
                <c:pt idx="802">
                  <c:v>2.52</c:v>
                </c:pt>
                <c:pt idx="803">
                  <c:v>2.476</c:v>
                </c:pt>
                <c:pt idx="804">
                  <c:v>2.431</c:v>
                </c:pt>
                <c:pt idx="805">
                  <c:v>2.386</c:v>
                </c:pt>
                <c:pt idx="806">
                  <c:v>2.34</c:v>
                </c:pt>
                <c:pt idx="807">
                  <c:v>2.294</c:v>
                </c:pt>
                <c:pt idx="808">
                  <c:v>2.247</c:v>
                </c:pt>
                <c:pt idx="809">
                  <c:v>2.2</c:v>
                </c:pt>
                <c:pt idx="810">
                  <c:v>2.15</c:v>
                </c:pt>
                <c:pt idx="811">
                  <c:v>2.1</c:v>
                </c:pt>
                <c:pt idx="812">
                  <c:v>2.047</c:v>
                </c:pt>
                <c:pt idx="813">
                  <c:v>1.992</c:v>
                </c:pt>
                <c:pt idx="814">
                  <c:v>1.934</c:v>
                </c:pt>
                <c:pt idx="815">
                  <c:v>1.874</c:v>
                </c:pt>
                <c:pt idx="816">
                  <c:v>1.812</c:v>
                </c:pt>
                <c:pt idx="817">
                  <c:v>1.747</c:v>
                </c:pt>
                <c:pt idx="818">
                  <c:v>1.68</c:v>
                </c:pt>
                <c:pt idx="819">
                  <c:v>1.611</c:v>
                </c:pt>
                <c:pt idx="820">
                  <c:v>1.539</c:v>
                </c:pt>
                <c:pt idx="821">
                  <c:v>1.467</c:v>
                </c:pt>
                <c:pt idx="822">
                  <c:v>1.393</c:v>
                </c:pt>
                <c:pt idx="823">
                  <c:v>1.319</c:v>
                </c:pt>
                <c:pt idx="824">
                  <c:v>1.245</c:v>
                </c:pt>
                <c:pt idx="825">
                  <c:v>1.171</c:v>
                </c:pt>
                <c:pt idx="826">
                  <c:v>1.097</c:v>
                </c:pt>
                <c:pt idx="827">
                  <c:v>1.025</c:v>
                </c:pt>
                <c:pt idx="828">
                  <c:v>0.955</c:v>
                </c:pt>
                <c:pt idx="829">
                  <c:v>0.887</c:v>
                </c:pt>
                <c:pt idx="830">
                  <c:v>0.821</c:v>
                </c:pt>
                <c:pt idx="831">
                  <c:v>0.758</c:v>
                </c:pt>
                <c:pt idx="832">
                  <c:v>0.699</c:v>
                </c:pt>
                <c:pt idx="833">
                  <c:v>0.644</c:v>
                </c:pt>
                <c:pt idx="834">
                  <c:v>0.593</c:v>
                </c:pt>
                <c:pt idx="835">
                  <c:v>0.546</c:v>
                </c:pt>
                <c:pt idx="836">
                  <c:v>0.503</c:v>
                </c:pt>
                <c:pt idx="837">
                  <c:v>0.465</c:v>
                </c:pt>
                <c:pt idx="838">
                  <c:v>0.432</c:v>
                </c:pt>
                <c:pt idx="839">
                  <c:v>0.404</c:v>
                </c:pt>
                <c:pt idx="840">
                  <c:v>0.38</c:v>
                </c:pt>
                <c:pt idx="841">
                  <c:v>0.361</c:v>
                </c:pt>
                <c:pt idx="842">
                  <c:v>0.346</c:v>
                </c:pt>
                <c:pt idx="843">
                  <c:v>0.336</c:v>
                </c:pt>
                <c:pt idx="844">
                  <c:v>0.329</c:v>
                </c:pt>
                <c:pt idx="845">
                  <c:v>0.327</c:v>
                </c:pt>
                <c:pt idx="846">
                  <c:v>0.329</c:v>
                </c:pt>
                <c:pt idx="847">
                  <c:v>0.334</c:v>
                </c:pt>
                <c:pt idx="848">
                  <c:v>0.343</c:v>
                </c:pt>
                <c:pt idx="849">
                  <c:v>0.355</c:v>
                </c:pt>
                <c:pt idx="850">
                  <c:v>0.37</c:v>
                </c:pt>
                <c:pt idx="851">
                  <c:v>0.387</c:v>
                </c:pt>
                <c:pt idx="852">
                  <c:v>0.408</c:v>
                </c:pt>
                <c:pt idx="853">
                  <c:v>0.431</c:v>
                </c:pt>
                <c:pt idx="854">
                  <c:v>0.456</c:v>
                </c:pt>
                <c:pt idx="855">
                  <c:v>0.483</c:v>
                </c:pt>
                <c:pt idx="856">
                  <c:v>0.512</c:v>
                </c:pt>
                <c:pt idx="857">
                  <c:v>0.542</c:v>
                </c:pt>
                <c:pt idx="858">
                  <c:v>0.574</c:v>
                </c:pt>
                <c:pt idx="859">
                  <c:v>0.608</c:v>
                </c:pt>
                <c:pt idx="860">
                  <c:v>0.642</c:v>
                </c:pt>
                <c:pt idx="861">
                  <c:v>0.677</c:v>
                </c:pt>
                <c:pt idx="862">
                  <c:v>0.714</c:v>
                </c:pt>
                <c:pt idx="863">
                  <c:v>0.75</c:v>
                </c:pt>
                <c:pt idx="864">
                  <c:v>0.787</c:v>
                </c:pt>
                <c:pt idx="865">
                  <c:v>0.824</c:v>
                </c:pt>
                <c:pt idx="866">
                  <c:v>0.861</c:v>
                </c:pt>
                <c:pt idx="867">
                  <c:v>0.898</c:v>
                </c:pt>
                <c:pt idx="868">
                  <c:v>0.934</c:v>
                </c:pt>
                <c:pt idx="869">
                  <c:v>0.97</c:v>
                </c:pt>
                <c:pt idx="870">
                  <c:v>1.005</c:v>
                </c:pt>
                <c:pt idx="871">
                  <c:v>1.039</c:v>
                </c:pt>
                <c:pt idx="872">
                  <c:v>1.072</c:v>
                </c:pt>
                <c:pt idx="873">
                  <c:v>1.104</c:v>
                </c:pt>
                <c:pt idx="874">
                  <c:v>1.135</c:v>
                </c:pt>
                <c:pt idx="875">
                  <c:v>1.164</c:v>
                </c:pt>
                <c:pt idx="876">
                  <c:v>1.192</c:v>
                </c:pt>
                <c:pt idx="877">
                  <c:v>1.218</c:v>
                </c:pt>
                <c:pt idx="878">
                  <c:v>1.242</c:v>
                </c:pt>
                <c:pt idx="879">
                  <c:v>1.265</c:v>
                </c:pt>
                <c:pt idx="880">
                  <c:v>1.286</c:v>
                </c:pt>
                <c:pt idx="881">
                  <c:v>1.304</c:v>
                </c:pt>
                <c:pt idx="882">
                  <c:v>1.321</c:v>
                </c:pt>
                <c:pt idx="883">
                  <c:v>1.336</c:v>
                </c:pt>
                <c:pt idx="884">
                  <c:v>1.349</c:v>
                </c:pt>
                <c:pt idx="885">
                  <c:v>1.359</c:v>
                </c:pt>
                <c:pt idx="886">
                  <c:v>1.368</c:v>
                </c:pt>
                <c:pt idx="887">
                  <c:v>1.374</c:v>
                </c:pt>
                <c:pt idx="888">
                  <c:v>1.378</c:v>
                </c:pt>
                <c:pt idx="889">
                  <c:v>1.38</c:v>
                </c:pt>
                <c:pt idx="890">
                  <c:v>1.38</c:v>
                </c:pt>
                <c:pt idx="891">
                  <c:v>1.378</c:v>
                </c:pt>
                <c:pt idx="892">
                  <c:v>1.373</c:v>
                </c:pt>
                <c:pt idx="893">
                  <c:v>1.367</c:v>
                </c:pt>
                <c:pt idx="894">
                  <c:v>1.359</c:v>
                </c:pt>
                <c:pt idx="895">
                  <c:v>1.349</c:v>
                </c:pt>
                <c:pt idx="896">
                  <c:v>1.337</c:v>
                </c:pt>
                <c:pt idx="897">
                  <c:v>1.324</c:v>
                </c:pt>
                <c:pt idx="898">
                  <c:v>1.309</c:v>
                </c:pt>
                <c:pt idx="899">
                  <c:v>1.292</c:v>
                </c:pt>
                <c:pt idx="900">
                  <c:v>1.274</c:v>
                </c:pt>
                <c:pt idx="901">
                  <c:v>1.256</c:v>
                </c:pt>
                <c:pt idx="902">
                  <c:v>1.236</c:v>
                </c:pt>
                <c:pt idx="903">
                  <c:v>1.215</c:v>
                </c:pt>
                <c:pt idx="904">
                  <c:v>1.194</c:v>
                </c:pt>
                <c:pt idx="905">
                  <c:v>1.173</c:v>
                </c:pt>
                <c:pt idx="906">
                  <c:v>1.151</c:v>
                </c:pt>
                <c:pt idx="907">
                  <c:v>1.129</c:v>
                </c:pt>
                <c:pt idx="908">
                  <c:v>1.107</c:v>
                </c:pt>
                <c:pt idx="909">
                  <c:v>1.085</c:v>
                </c:pt>
                <c:pt idx="910">
                  <c:v>1.063</c:v>
                </c:pt>
                <c:pt idx="911">
                  <c:v>1.042</c:v>
                </c:pt>
                <c:pt idx="912">
                  <c:v>1.021</c:v>
                </c:pt>
                <c:pt idx="913">
                  <c:v>1.001</c:v>
                </c:pt>
                <c:pt idx="914">
                  <c:v>0.981</c:v>
                </c:pt>
                <c:pt idx="915">
                  <c:v>0.962</c:v>
                </c:pt>
                <c:pt idx="916">
                  <c:v>0.944</c:v>
                </c:pt>
                <c:pt idx="917">
                  <c:v>0.927</c:v>
                </c:pt>
                <c:pt idx="918">
                  <c:v>0.91</c:v>
                </c:pt>
                <c:pt idx="919">
                  <c:v>0.895</c:v>
                </c:pt>
                <c:pt idx="920">
                  <c:v>0.88</c:v>
                </c:pt>
                <c:pt idx="921">
                  <c:v>0.866</c:v>
                </c:pt>
                <c:pt idx="922">
                  <c:v>0.853</c:v>
                </c:pt>
                <c:pt idx="923">
                  <c:v>0.841</c:v>
                </c:pt>
                <c:pt idx="924">
                  <c:v>0.829</c:v>
                </c:pt>
                <c:pt idx="925">
                  <c:v>0.819</c:v>
                </c:pt>
                <c:pt idx="926">
                  <c:v>0.809</c:v>
                </c:pt>
                <c:pt idx="927">
                  <c:v>0.8</c:v>
                </c:pt>
                <c:pt idx="928">
                  <c:v>0.791</c:v>
                </c:pt>
                <c:pt idx="929">
                  <c:v>0.783</c:v>
                </c:pt>
                <c:pt idx="930">
                  <c:v>0.776</c:v>
                </c:pt>
                <c:pt idx="931">
                  <c:v>0.769</c:v>
                </c:pt>
                <c:pt idx="932">
                  <c:v>0.763</c:v>
                </c:pt>
                <c:pt idx="933">
                  <c:v>0.757</c:v>
                </c:pt>
                <c:pt idx="934">
                  <c:v>0.751</c:v>
                </c:pt>
                <c:pt idx="935">
                  <c:v>0.746</c:v>
                </c:pt>
                <c:pt idx="936">
                  <c:v>0.742</c:v>
                </c:pt>
                <c:pt idx="937">
                  <c:v>0.737</c:v>
                </c:pt>
                <c:pt idx="938">
                  <c:v>0.734</c:v>
                </c:pt>
                <c:pt idx="939">
                  <c:v>0.73</c:v>
                </c:pt>
                <c:pt idx="940">
                  <c:v>0.727</c:v>
                </c:pt>
                <c:pt idx="941">
                  <c:v>0.723</c:v>
                </c:pt>
                <c:pt idx="942">
                  <c:v>0.72</c:v>
                </c:pt>
                <c:pt idx="943">
                  <c:v>0.718</c:v>
                </c:pt>
                <c:pt idx="944">
                  <c:v>0.715</c:v>
                </c:pt>
                <c:pt idx="945">
                  <c:v>0.713</c:v>
                </c:pt>
                <c:pt idx="946">
                  <c:v>0.71</c:v>
                </c:pt>
                <c:pt idx="947">
                  <c:v>0.708</c:v>
                </c:pt>
                <c:pt idx="948">
                  <c:v>0.706</c:v>
                </c:pt>
                <c:pt idx="949">
                  <c:v>0.704</c:v>
                </c:pt>
                <c:pt idx="950">
                  <c:v>0.702</c:v>
                </c:pt>
                <c:pt idx="951">
                  <c:v>0.701</c:v>
                </c:pt>
                <c:pt idx="952">
                  <c:v>0.699</c:v>
                </c:pt>
                <c:pt idx="953">
                  <c:v>0.697</c:v>
                </c:pt>
                <c:pt idx="954">
                  <c:v>0.696</c:v>
                </c:pt>
                <c:pt idx="955">
                  <c:v>0.694</c:v>
                </c:pt>
                <c:pt idx="956">
                  <c:v>0.692</c:v>
                </c:pt>
                <c:pt idx="957">
                  <c:v>0.691</c:v>
                </c:pt>
                <c:pt idx="958">
                  <c:v>0.689</c:v>
                </c:pt>
                <c:pt idx="959">
                  <c:v>0.688</c:v>
                </c:pt>
                <c:pt idx="960">
                  <c:v>0.686</c:v>
                </c:pt>
                <c:pt idx="961">
                  <c:v>0.685</c:v>
                </c:pt>
                <c:pt idx="962">
                  <c:v>0.683</c:v>
                </c:pt>
                <c:pt idx="963">
                  <c:v>0.682</c:v>
                </c:pt>
                <c:pt idx="964">
                  <c:v>0.68</c:v>
                </c:pt>
                <c:pt idx="965">
                  <c:v>0.679</c:v>
                </c:pt>
                <c:pt idx="966">
                  <c:v>0.677</c:v>
                </c:pt>
                <c:pt idx="967">
                  <c:v>0.676</c:v>
                </c:pt>
                <c:pt idx="968">
                  <c:v>0.674</c:v>
                </c:pt>
                <c:pt idx="969">
                  <c:v>0.673</c:v>
                </c:pt>
                <c:pt idx="970">
                  <c:v>0.672</c:v>
                </c:pt>
                <c:pt idx="971">
                  <c:v>0.67</c:v>
                </c:pt>
                <c:pt idx="972">
                  <c:v>0.669</c:v>
                </c:pt>
                <c:pt idx="973">
                  <c:v>0.667</c:v>
                </c:pt>
                <c:pt idx="974">
                  <c:v>0.666</c:v>
                </c:pt>
                <c:pt idx="975">
                  <c:v>0.665</c:v>
                </c:pt>
                <c:pt idx="976">
                  <c:v>0.663</c:v>
                </c:pt>
                <c:pt idx="977">
                  <c:v>0.662</c:v>
                </c:pt>
                <c:pt idx="978">
                  <c:v>0.661</c:v>
                </c:pt>
                <c:pt idx="979">
                  <c:v>0.66</c:v>
                </c:pt>
                <c:pt idx="980">
                  <c:v>0.659</c:v>
                </c:pt>
                <c:pt idx="981">
                  <c:v>0.658</c:v>
                </c:pt>
                <c:pt idx="982">
                  <c:v>0.658</c:v>
                </c:pt>
                <c:pt idx="983">
                  <c:v>0.657</c:v>
                </c:pt>
                <c:pt idx="984">
                  <c:v>0.656</c:v>
                </c:pt>
                <c:pt idx="985">
                  <c:v>0.656</c:v>
                </c:pt>
                <c:pt idx="986">
                  <c:v>0.656</c:v>
                </c:pt>
                <c:pt idx="987">
                  <c:v>0.656</c:v>
                </c:pt>
                <c:pt idx="988">
                  <c:v>0.656</c:v>
                </c:pt>
                <c:pt idx="989">
                  <c:v>0.657</c:v>
                </c:pt>
                <c:pt idx="990">
                  <c:v>0.657</c:v>
                </c:pt>
                <c:pt idx="991">
                  <c:v>0.658</c:v>
                </c:pt>
                <c:pt idx="992">
                  <c:v>0.659</c:v>
                </c:pt>
                <c:pt idx="993">
                  <c:v>0.66</c:v>
                </c:pt>
                <c:pt idx="994">
                  <c:v>0.662</c:v>
                </c:pt>
                <c:pt idx="995">
                  <c:v>0.664</c:v>
                </c:pt>
                <c:pt idx="996">
                  <c:v>0.666</c:v>
                </c:pt>
                <c:pt idx="997">
                  <c:v>0.668</c:v>
                </c:pt>
                <c:pt idx="998">
                  <c:v>0.67</c:v>
                </c:pt>
                <c:pt idx="999">
                  <c:v>0.673</c:v>
                </c:pt>
                <c:pt idx="1000">
                  <c:v>0.676</c:v>
                </c:pt>
                <c:pt idx="1001">
                  <c:v>0.679</c:v>
                </c:pt>
                <c:pt idx="1002">
                  <c:v>0.683</c:v>
                </c:pt>
                <c:pt idx="1003">
                  <c:v>0.687</c:v>
                </c:pt>
                <c:pt idx="1004">
                  <c:v>0.691</c:v>
                </c:pt>
                <c:pt idx="1005">
                  <c:v>0.695</c:v>
                </c:pt>
                <c:pt idx="1006">
                  <c:v>0.7</c:v>
                </c:pt>
                <c:pt idx="1007">
                  <c:v>0.705</c:v>
                </c:pt>
                <c:pt idx="1008">
                  <c:v>0.71</c:v>
                </c:pt>
                <c:pt idx="1009">
                  <c:v>0.715</c:v>
                </c:pt>
                <c:pt idx="1010">
                  <c:v>0.721</c:v>
                </c:pt>
                <c:pt idx="1011">
                  <c:v>0.726</c:v>
                </c:pt>
                <c:pt idx="1012">
                  <c:v>0.732</c:v>
                </c:pt>
                <c:pt idx="1013">
                  <c:v>0.738</c:v>
                </c:pt>
                <c:pt idx="1014">
                  <c:v>0.745</c:v>
                </c:pt>
                <c:pt idx="1015">
                  <c:v>0.751</c:v>
                </c:pt>
                <c:pt idx="1016">
                  <c:v>0.757</c:v>
                </c:pt>
                <c:pt idx="1017">
                  <c:v>0.764</c:v>
                </c:pt>
                <c:pt idx="1018">
                  <c:v>0.771</c:v>
                </c:pt>
                <c:pt idx="1019">
                  <c:v>0.777</c:v>
                </c:pt>
                <c:pt idx="1020">
                  <c:v>0.784</c:v>
                </c:pt>
                <c:pt idx="1021">
                  <c:v>0.791</c:v>
                </c:pt>
                <c:pt idx="1022">
                  <c:v>0.797</c:v>
                </c:pt>
                <c:pt idx="1023">
                  <c:v>0.804</c:v>
                </c:pt>
                <c:pt idx="1024">
                  <c:v>0.81</c:v>
                </c:pt>
                <c:pt idx="1025">
                  <c:v>0.816</c:v>
                </c:pt>
                <c:pt idx="1026">
                  <c:v>0.822</c:v>
                </c:pt>
                <c:pt idx="1027">
                  <c:v>0.828</c:v>
                </c:pt>
                <c:pt idx="1028">
                  <c:v>0.834</c:v>
                </c:pt>
                <c:pt idx="1029">
                  <c:v>0.839</c:v>
                </c:pt>
                <c:pt idx="1030">
                  <c:v>0.843</c:v>
                </c:pt>
                <c:pt idx="1031">
                  <c:v>0.848</c:v>
                </c:pt>
                <c:pt idx="1032">
                  <c:v>0.852</c:v>
                </c:pt>
                <c:pt idx="1033">
                  <c:v>0.855</c:v>
                </c:pt>
                <c:pt idx="1034">
                  <c:v>0.858</c:v>
                </c:pt>
                <c:pt idx="1035">
                  <c:v>0.86</c:v>
                </c:pt>
                <c:pt idx="1036">
                  <c:v>0.862</c:v>
                </c:pt>
                <c:pt idx="1037">
                  <c:v>0.863</c:v>
                </c:pt>
                <c:pt idx="1038">
                  <c:v>0.864</c:v>
                </c:pt>
                <c:pt idx="1039">
                  <c:v>0.864</c:v>
                </c:pt>
                <c:pt idx="1040">
                  <c:v>0.864</c:v>
                </c:pt>
                <c:pt idx="1041">
                  <c:v>0.863</c:v>
                </c:pt>
                <c:pt idx="1042">
                  <c:v>0.861</c:v>
                </c:pt>
                <c:pt idx="1043">
                  <c:v>0.859</c:v>
                </c:pt>
                <c:pt idx="1044">
                  <c:v>0.856</c:v>
                </c:pt>
                <c:pt idx="1045">
                  <c:v>0.852</c:v>
                </c:pt>
                <c:pt idx="1046">
                  <c:v>0.849</c:v>
                </c:pt>
                <c:pt idx="1047">
                  <c:v>0.844</c:v>
                </c:pt>
                <c:pt idx="1048">
                  <c:v>0.839</c:v>
                </c:pt>
                <c:pt idx="1049">
                  <c:v>0.834</c:v>
                </c:pt>
                <c:pt idx="1050">
                  <c:v>0.828</c:v>
                </c:pt>
                <c:pt idx="1051">
                  <c:v>0.821</c:v>
                </c:pt>
                <c:pt idx="1052">
                  <c:v>0.814</c:v>
                </c:pt>
                <c:pt idx="1053">
                  <c:v>0.807</c:v>
                </c:pt>
                <c:pt idx="1054">
                  <c:v>0.8</c:v>
                </c:pt>
                <c:pt idx="1055">
                  <c:v>0.792</c:v>
                </c:pt>
                <c:pt idx="1056">
                  <c:v>0.784</c:v>
                </c:pt>
                <c:pt idx="1057">
                  <c:v>0.775</c:v>
                </c:pt>
                <c:pt idx="1058">
                  <c:v>0.767</c:v>
                </c:pt>
                <c:pt idx="1059">
                  <c:v>0.758</c:v>
                </c:pt>
                <c:pt idx="1060">
                  <c:v>0.749</c:v>
                </c:pt>
                <c:pt idx="1061">
                  <c:v>0.739</c:v>
                </c:pt>
                <c:pt idx="1062">
                  <c:v>0.73</c:v>
                </c:pt>
                <c:pt idx="1063">
                  <c:v>0.72</c:v>
                </c:pt>
                <c:pt idx="1064">
                  <c:v>0.71</c:v>
                </c:pt>
                <c:pt idx="1065">
                  <c:v>0.701</c:v>
                </c:pt>
                <c:pt idx="1066">
                  <c:v>0.691</c:v>
                </c:pt>
                <c:pt idx="1067">
                  <c:v>0.68</c:v>
                </c:pt>
                <c:pt idx="1068">
                  <c:v>0.67</c:v>
                </c:pt>
                <c:pt idx="1069">
                  <c:v>0.66</c:v>
                </c:pt>
                <c:pt idx="1070">
                  <c:v>0.649</c:v>
                </c:pt>
                <c:pt idx="1071">
                  <c:v>0.639</c:v>
                </c:pt>
                <c:pt idx="1072">
                  <c:v>0.628</c:v>
                </c:pt>
                <c:pt idx="1073">
                  <c:v>0.617</c:v>
                </c:pt>
                <c:pt idx="1074">
                  <c:v>0.606</c:v>
                </c:pt>
                <c:pt idx="1075">
                  <c:v>0.595</c:v>
                </c:pt>
                <c:pt idx="1076">
                  <c:v>0.584</c:v>
                </c:pt>
                <c:pt idx="1077">
                  <c:v>0.572</c:v>
                </c:pt>
                <c:pt idx="1078">
                  <c:v>0.561</c:v>
                </c:pt>
                <c:pt idx="1079">
                  <c:v>0.549</c:v>
                </c:pt>
                <c:pt idx="1080">
                  <c:v>0.537</c:v>
                </c:pt>
                <c:pt idx="1081">
                  <c:v>0.526</c:v>
                </c:pt>
                <c:pt idx="1082">
                  <c:v>0.514</c:v>
                </c:pt>
                <c:pt idx="1083">
                  <c:v>0.502</c:v>
                </c:pt>
                <c:pt idx="1084">
                  <c:v>0.489</c:v>
                </c:pt>
                <c:pt idx="1085">
                  <c:v>0.477</c:v>
                </c:pt>
                <c:pt idx="1086">
                  <c:v>0.465</c:v>
                </c:pt>
                <c:pt idx="1087">
                  <c:v>0.453</c:v>
                </c:pt>
                <c:pt idx="1088">
                  <c:v>0.441</c:v>
                </c:pt>
                <c:pt idx="1089">
                  <c:v>0.429</c:v>
                </c:pt>
                <c:pt idx="1090">
                  <c:v>0.417</c:v>
                </c:pt>
                <c:pt idx="1091">
                  <c:v>0.405</c:v>
                </c:pt>
                <c:pt idx="1092">
                  <c:v>0.394</c:v>
                </c:pt>
                <c:pt idx="1093">
                  <c:v>0.382</c:v>
                </c:pt>
                <c:pt idx="1094">
                  <c:v>0.371</c:v>
                </c:pt>
                <c:pt idx="1095">
                  <c:v>0.36</c:v>
                </c:pt>
                <c:pt idx="1096">
                  <c:v>0.349</c:v>
                </c:pt>
                <c:pt idx="1097">
                  <c:v>0.339</c:v>
                </c:pt>
                <c:pt idx="1098">
                  <c:v>0.329</c:v>
                </c:pt>
                <c:pt idx="1099">
                  <c:v>0.318</c:v>
                </c:pt>
                <c:pt idx="1100">
                  <c:v>0.308</c:v>
                </c:pt>
                <c:pt idx="1101">
                  <c:v>0.298</c:v>
                </c:pt>
                <c:pt idx="1102">
                  <c:v>0.288</c:v>
                </c:pt>
                <c:pt idx="1103">
                  <c:v>0.278</c:v>
                </c:pt>
                <c:pt idx="1104">
                  <c:v>0.268</c:v>
                </c:pt>
                <c:pt idx="1105">
                  <c:v>0.257</c:v>
                </c:pt>
                <c:pt idx="1106">
                  <c:v>0.246</c:v>
                </c:pt>
                <c:pt idx="1107">
                  <c:v>0.235</c:v>
                </c:pt>
                <c:pt idx="1108">
                  <c:v>0.223</c:v>
                </c:pt>
                <c:pt idx="1109">
                  <c:v>0.211</c:v>
                </c:pt>
                <c:pt idx="1110">
                  <c:v>0.197</c:v>
                </c:pt>
                <c:pt idx="1111">
                  <c:v>0.183</c:v>
                </c:pt>
                <c:pt idx="1112">
                  <c:v>0.168</c:v>
                </c:pt>
                <c:pt idx="1113">
                  <c:v>0.152</c:v>
                </c:pt>
                <c:pt idx="1114">
                  <c:v>0.135</c:v>
                </c:pt>
                <c:pt idx="1115">
                  <c:v>0.116</c:v>
                </c:pt>
                <c:pt idx="1116">
                  <c:v>0.097</c:v>
                </c:pt>
                <c:pt idx="1117">
                  <c:v>0.076</c:v>
                </c:pt>
                <c:pt idx="1118">
                  <c:v>0.053</c:v>
                </c:pt>
                <c:pt idx="1119">
                  <c:v>0.029</c:v>
                </c:pt>
                <c:pt idx="1120">
                  <c:v>0.004</c:v>
                </c:pt>
                <c:pt idx="1121">
                  <c:v>-0.023</c:v>
                </c:pt>
                <c:pt idx="1122">
                  <c:v>-0.051</c:v>
                </c:pt>
                <c:pt idx="1123">
                  <c:v>-0.08</c:v>
                </c:pt>
                <c:pt idx="1124">
                  <c:v>-0.11</c:v>
                </c:pt>
                <c:pt idx="1125">
                  <c:v>-0.14</c:v>
                </c:pt>
                <c:pt idx="1126">
                  <c:v>-0.17</c:v>
                </c:pt>
                <c:pt idx="1127">
                  <c:v>-0.199</c:v>
                </c:pt>
                <c:pt idx="1128">
                  <c:v>-0.227</c:v>
                </c:pt>
                <c:pt idx="1129">
                  <c:v>-0.253</c:v>
                </c:pt>
                <c:pt idx="1130">
                  <c:v>-0.276</c:v>
                </c:pt>
                <c:pt idx="1131">
                  <c:v>-0.296</c:v>
                </c:pt>
                <c:pt idx="1132">
                  <c:v>-0.311</c:v>
                </c:pt>
                <c:pt idx="1133">
                  <c:v>-0.322</c:v>
                </c:pt>
                <c:pt idx="1134">
                  <c:v>-0.329</c:v>
                </c:pt>
                <c:pt idx="1135">
                  <c:v>-0.332</c:v>
                </c:pt>
                <c:pt idx="1136">
                  <c:v>-0.331</c:v>
                </c:pt>
                <c:pt idx="1137">
                  <c:v>-0.329</c:v>
                </c:pt>
                <c:pt idx="1138">
                  <c:v>-0.325</c:v>
                </c:pt>
                <c:pt idx="1139">
                  <c:v>-0.32</c:v>
                </c:pt>
                <c:pt idx="1140">
                  <c:v>-0.317</c:v>
                </c:pt>
                <c:pt idx="1141">
                  <c:v>-0.315</c:v>
                </c:pt>
                <c:pt idx="1142">
                  <c:v>-0.316</c:v>
                </c:pt>
                <c:pt idx="1143">
                  <c:v>-0.318</c:v>
                </c:pt>
                <c:pt idx="1144">
                  <c:v>-0.323</c:v>
                </c:pt>
                <c:pt idx="1145">
                  <c:v>-0.33</c:v>
                </c:pt>
                <c:pt idx="1146">
                  <c:v>-0.337</c:v>
                </c:pt>
                <c:pt idx="1147">
                  <c:v>-0.345</c:v>
                </c:pt>
                <c:pt idx="1148">
                  <c:v>-0.351</c:v>
                </c:pt>
                <c:pt idx="1149">
                  <c:v>-0.356</c:v>
                </c:pt>
                <c:pt idx="1150">
                  <c:v>-0.357</c:v>
                </c:pt>
                <c:pt idx="1151">
                  <c:v>-0.354</c:v>
                </c:pt>
                <c:pt idx="1152">
                  <c:v>-0.347</c:v>
                </c:pt>
                <c:pt idx="1153">
                  <c:v>-0.335</c:v>
                </c:pt>
                <c:pt idx="1154">
                  <c:v>-0.318</c:v>
                </c:pt>
                <c:pt idx="1155">
                  <c:v>-0.297</c:v>
                </c:pt>
                <c:pt idx="1156">
                  <c:v>-0.272</c:v>
                </c:pt>
                <c:pt idx="1157">
                  <c:v>-0.244</c:v>
                </c:pt>
                <c:pt idx="1158">
                  <c:v>-0.214</c:v>
                </c:pt>
                <c:pt idx="1159">
                  <c:v>-0.182</c:v>
                </c:pt>
                <c:pt idx="1160">
                  <c:v>-0.149</c:v>
                </c:pt>
                <c:pt idx="1161">
                  <c:v>-0.116</c:v>
                </c:pt>
                <c:pt idx="1162">
                  <c:v>-0.082</c:v>
                </c:pt>
                <c:pt idx="1163">
                  <c:v>-0.049</c:v>
                </c:pt>
                <c:pt idx="1164">
                  <c:v>-0.016</c:v>
                </c:pt>
                <c:pt idx="1165">
                  <c:v>0.017</c:v>
                </c:pt>
                <c:pt idx="1166">
                  <c:v>0.048</c:v>
                </c:pt>
                <c:pt idx="1167">
                  <c:v>0.08</c:v>
                </c:pt>
                <c:pt idx="1168">
                  <c:v>0.11</c:v>
                </c:pt>
                <c:pt idx="1169">
                  <c:v>0.14</c:v>
                </c:pt>
                <c:pt idx="1170">
                  <c:v>0.169</c:v>
                </c:pt>
                <c:pt idx="1171">
                  <c:v>0.198</c:v>
                </c:pt>
                <c:pt idx="1172">
                  <c:v>0.226</c:v>
                </c:pt>
                <c:pt idx="1173">
                  <c:v>0.253</c:v>
                </c:pt>
                <c:pt idx="1174">
                  <c:v>0.281</c:v>
                </c:pt>
                <c:pt idx="1175">
                  <c:v>0.307</c:v>
                </c:pt>
                <c:pt idx="1176">
                  <c:v>0.333</c:v>
                </c:pt>
                <c:pt idx="1177">
                  <c:v>0.359</c:v>
                </c:pt>
                <c:pt idx="1178">
                  <c:v>0.385</c:v>
                </c:pt>
                <c:pt idx="1179">
                  <c:v>0.41</c:v>
                </c:pt>
                <c:pt idx="1180">
                  <c:v>0.435</c:v>
                </c:pt>
                <c:pt idx="1181">
                  <c:v>0.459</c:v>
                </c:pt>
                <c:pt idx="1182">
                  <c:v>0.484</c:v>
                </c:pt>
                <c:pt idx="1183">
                  <c:v>0.508</c:v>
                </c:pt>
                <c:pt idx="1184">
                  <c:v>0.532</c:v>
                </c:pt>
                <c:pt idx="1185">
                  <c:v>0.557</c:v>
                </c:pt>
                <c:pt idx="1186">
                  <c:v>0.581</c:v>
                </c:pt>
                <c:pt idx="1187">
                  <c:v>0.605</c:v>
                </c:pt>
                <c:pt idx="1188">
                  <c:v>0.629</c:v>
                </c:pt>
                <c:pt idx="1189">
                  <c:v>0.654</c:v>
                </c:pt>
                <c:pt idx="1190">
                  <c:v>0.678</c:v>
                </c:pt>
                <c:pt idx="1191">
                  <c:v>0.702</c:v>
                </c:pt>
                <c:pt idx="1192">
                  <c:v>0.726</c:v>
                </c:pt>
                <c:pt idx="1193">
                  <c:v>0.75</c:v>
                </c:pt>
                <c:pt idx="1194">
                  <c:v>0.774</c:v>
                </c:pt>
                <c:pt idx="1195">
                  <c:v>0.797</c:v>
                </c:pt>
                <c:pt idx="1196">
                  <c:v>0.82</c:v>
                </c:pt>
                <c:pt idx="1197">
                  <c:v>0.842</c:v>
                </c:pt>
                <c:pt idx="1198">
                  <c:v>0.864</c:v>
                </c:pt>
                <c:pt idx="1199">
                  <c:v>0.886</c:v>
                </c:pt>
                <c:pt idx="1200">
                  <c:v>0.906</c:v>
                </c:pt>
                <c:pt idx="1201">
                  <c:v>0.926</c:v>
                </c:pt>
                <c:pt idx="1202">
                  <c:v>0.944</c:v>
                </c:pt>
                <c:pt idx="1203">
                  <c:v>0.962</c:v>
                </c:pt>
                <c:pt idx="1204">
                  <c:v>0.978</c:v>
                </c:pt>
                <c:pt idx="1205">
                  <c:v>0.993</c:v>
                </c:pt>
                <c:pt idx="1206">
                  <c:v>1.007</c:v>
                </c:pt>
                <c:pt idx="1207">
                  <c:v>1.019</c:v>
                </c:pt>
                <c:pt idx="1208">
                  <c:v>1.029</c:v>
                </c:pt>
                <c:pt idx="1209">
                  <c:v>1.039</c:v>
                </c:pt>
                <c:pt idx="1210">
                  <c:v>1.046</c:v>
                </c:pt>
                <c:pt idx="1211">
                  <c:v>1.053</c:v>
                </c:pt>
                <c:pt idx="1212">
                  <c:v>1.057</c:v>
                </c:pt>
                <c:pt idx="1213">
                  <c:v>1.06</c:v>
                </c:pt>
                <c:pt idx="1214">
                  <c:v>1.062</c:v>
                </c:pt>
                <c:pt idx="1215">
                  <c:v>1.063</c:v>
                </c:pt>
                <c:pt idx="1216">
                  <c:v>1.062</c:v>
                </c:pt>
                <c:pt idx="1217">
                  <c:v>1.06</c:v>
                </c:pt>
                <c:pt idx="1218">
                  <c:v>1.057</c:v>
                </c:pt>
                <c:pt idx="1219">
                  <c:v>1.053</c:v>
                </c:pt>
                <c:pt idx="1220">
                  <c:v>1.048</c:v>
                </c:pt>
                <c:pt idx="1221">
                  <c:v>1.043</c:v>
                </c:pt>
                <c:pt idx="1222">
                  <c:v>1.037</c:v>
                </c:pt>
                <c:pt idx="1223">
                  <c:v>1.03</c:v>
                </c:pt>
                <c:pt idx="1224">
                  <c:v>1.023</c:v>
                </c:pt>
                <c:pt idx="1225">
                  <c:v>1.016</c:v>
                </c:pt>
                <c:pt idx="1226">
                  <c:v>1.008</c:v>
                </c:pt>
                <c:pt idx="1227">
                  <c:v>1.001</c:v>
                </c:pt>
                <c:pt idx="1228">
                  <c:v>0.993</c:v>
                </c:pt>
                <c:pt idx="1229">
                  <c:v>0.985</c:v>
                </c:pt>
                <c:pt idx="1230">
                  <c:v>0.978</c:v>
                </c:pt>
                <c:pt idx="1231">
                  <c:v>0.97</c:v>
                </c:pt>
                <c:pt idx="1232">
                  <c:v>0.963</c:v>
                </c:pt>
                <c:pt idx="1233">
                  <c:v>0.956</c:v>
                </c:pt>
                <c:pt idx="1234">
                  <c:v>0.95</c:v>
                </c:pt>
                <c:pt idx="1235">
                  <c:v>0.943</c:v>
                </c:pt>
                <c:pt idx="1236">
                  <c:v>0.937</c:v>
                </c:pt>
                <c:pt idx="1237">
                  <c:v>0.931</c:v>
                </c:pt>
                <c:pt idx="1238">
                  <c:v>0.925</c:v>
                </c:pt>
                <c:pt idx="1239">
                  <c:v>0.92</c:v>
                </c:pt>
                <c:pt idx="1240">
                  <c:v>0.915</c:v>
                </c:pt>
                <c:pt idx="1241">
                  <c:v>0.91</c:v>
                </c:pt>
                <c:pt idx="1242">
                  <c:v>0.906</c:v>
                </c:pt>
                <c:pt idx="1243">
                  <c:v>0.902</c:v>
                </c:pt>
                <c:pt idx="1244">
                  <c:v>0.898</c:v>
                </c:pt>
                <c:pt idx="1245">
                  <c:v>0.895</c:v>
                </c:pt>
                <c:pt idx="1246">
                  <c:v>0.892</c:v>
                </c:pt>
                <c:pt idx="1247">
                  <c:v>0.89</c:v>
                </c:pt>
                <c:pt idx="1248">
                  <c:v>0.888</c:v>
                </c:pt>
                <c:pt idx="1249">
                  <c:v>0.886</c:v>
                </c:pt>
                <c:pt idx="1250">
                  <c:v>0.886</c:v>
                </c:pt>
                <c:pt idx="1251">
                  <c:v>0.886</c:v>
                </c:pt>
                <c:pt idx="1252">
                  <c:v>0.886</c:v>
                </c:pt>
                <c:pt idx="1253">
                  <c:v>0.888</c:v>
                </c:pt>
                <c:pt idx="1254">
                  <c:v>0.89</c:v>
                </c:pt>
                <c:pt idx="1255">
                  <c:v>0.893</c:v>
                </c:pt>
                <c:pt idx="1256">
                  <c:v>0.898</c:v>
                </c:pt>
                <c:pt idx="1257">
                  <c:v>0.903</c:v>
                </c:pt>
                <c:pt idx="1258">
                  <c:v>0.91</c:v>
                </c:pt>
                <c:pt idx="1259">
                  <c:v>0.918</c:v>
                </c:pt>
                <c:pt idx="1260">
                  <c:v>0.927</c:v>
                </c:pt>
                <c:pt idx="1261">
                  <c:v>0.937</c:v>
                </c:pt>
                <c:pt idx="1262">
                  <c:v>0.949</c:v>
                </c:pt>
                <c:pt idx="1263">
                  <c:v>0.962</c:v>
                </c:pt>
                <c:pt idx="1264">
                  <c:v>0.977</c:v>
                </c:pt>
                <c:pt idx="1265">
                  <c:v>0.992</c:v>
                </c:pt>
                <c:pt idx="1266">
                  <c:v>1.01</c:v>
                </c:pt>
                <c:pt idx="1267">
                  <c:v>1.028</c:v>
                </c:pt>
                <c:pt idx="1268">
                  <c:v>1.048</c:v>
                </c:pt>
                <c:pt idx="1269">
                  <c:v>1.069</c:v>
                </c:pt>
                <c:pt idx="1270">
                  <c:v>1.09</c:v>
                </c:pt>
                <c:pt idx="1271">
                  <c:v>1.113</c:v>
                </c:pt>
                <c:pt idx="1272">
                  <c:v>1.137</c:v>
                </c:pt>
                <c:pt idx="1273">
                  <c:v>1.162</c:v>
                </c:pt>
                <c:pt idx="1274">
                  <c:v>1.187</c:v>
                </c:pt>
                <c:pt idx="1275">
                  <c:v>1.213</c:v>
                </c:pt>
                <c:pt idx="1276">
                  <c:v>1.239</c:v>
                </c:pt>
                <c:pt idx="1277">
                  <c:v>1.265</c:v>
                </c:pt>
                <c:pt idx="1278">
                  <c:v>1.292</c:v>
                </c:pt>
                <c:pt idx="1279">
                  <c:v>1.319</c:v>
                </c:pt>
                <c:pt idx="1280">
                  <c:v>1.346</c:v>
                </c:pt>
                <c:pt idx="1281">
                  <c:v>1.373</c:v>
                </c:pt>
                <c:pt idx="1282">
                  <c:v>1.399</c:v>
                </c:pt>
                <c:pt idx="1283">
                  <c:v>1.425</c:v>
                </c:pt>
                <c:pt idx="1284">
                  <c:v>1.45</c:v>
                </c:pt>
                <c:pt idx="1285">
                  <c:v>1.475</c:v>
                </c:pt>
                <c:pt idx="1286">
                  <c:v>1.499</c:v>
                </c:pt>
                <c:pt idx="1287">
                  <c:v>1.522</c:v>
                </c:pt>
                <c:pt idx="1288">
                  <c:v>1.543</c:v>
                </c:pt>
                <c:pt idx="1289">
                  <c:v>1.564</c:v>
                </c:pt>
                <c:pt idx="1290">
                  <c:v>1.584</c:v>
                </c:pt>
                <c:pt idx="1291">
                  <c:v>1.602</c:v>
                </c:pt>
                <c:pt idx="1292">
                  <c:v>1.618</c:v>
                </c:pt>
                <c:pt idx="1293">
                  <c:v>1.633</c:v>
                </c:pt>
                <c:pt idx="1294">
                  <c:v>1.647</c:v>
                </c:pt>
                <c:pt idx="1295">
                  <c:v>1.659</c:v>
                </c:pt>
                <c:pt idx="1296">
                  <c:v>1.669</c:v>
                </c:pt>
                <c:pt idx="1297">
                  <c:v>1.677</c:v>
                </c:pt>
                <c:pt idx="1298">
                  <c:v>1.684</c:v>
                </c:pt>
                <c:pt idx="1299">
                  <c:v>1.689</c:v>
                </c:pt>
                <c:pt idx="1300">
                  <c:v>1.692</c:v>
                </c:pt>
                <c:pt idx="1301">
                  <c:v>1.693</c:v>
                </c:pt>
                <c:pt idx="1302">
                  <c:v>1.692</c:v>
                </c:pt>
                <c:pt idx="1303">
                  <c:v>1.69</c:v>
                </c:pt>
                <c:pt idx="1304">
                  <c:v>1.686</c:v>
                </c:pt>
                <c:pt idx="1305">
                  <c:v>1.681</c:v>
                </c:pt>
                <c:pt idx="1306">
                  <c:v>1.674</c:v>
                </c:pt>
                <c:pt idx="1307">
                  <c:v>1.665</c:v>
                </c:pt>
                <c:pt idx="1308">
                  <c:v>1.655</c:v>
                </c:pt>
                <c:pt idx="1309">
                  <c:v>1.643</c:v>
                </c:pt>
                <c:pt idx="1310">
                  <c:v>1.63</c:v>
                </c:pt>
                <c:pt idx="1311">
                  <c:v>1.615</c:v>
                </c:pt>
                <c:pt idx="1312">
                  <c:v>1.599</c:v>
                </c:pt>
                <c:pt idx="1313">
                  <c:v>1.581</c:v>
                </c:pt>
                <c:pt idx="1314">
                  <c:v>1.562</c:v>
                </c:pt>
                <c:pt idx="1315">
                  <c:v>1.542</c:v>
                </c:pt>
                <c:pt idx="1316">
                  <c:v>1.521</c:v>
                </c:pt>
                <c:pt idx="1317">
                  <c:v>1.498</c:v>
                </c:pt>
                <c:pt idx="1318">
                  <c:v>1.474</c:v>
                </c:pt>
                <c:pt idx="1319">
                  <c:v>1.449</c:v>
                </c:pt>
                <c:pt idx="1320">
                  <c:v>1.422</c:v>
                </c:pt>
                <c:pt idx="1321">
                  <c:v>1.394</c:v>
                </c:pt>
                <c:pt idx="1322">
                  <c:v>1.366</c:v>
                </c:pt>
                <c:pt idx="1323">
                  <c:v>1.336</c:v>
                </c:pt>
                <c:pt idx="1324">
                  <c:v>1.305</c:v>
                </c:pt>
                <c:pt idx="1325">
                  <c:v>1.272</c:v>
                </c:pt>
                <c:pt idx="1326">
                  <c:v>1.239</c:v>
                </c:pt>
                <c:pt idx="1327">
                  <c:v>1.205</c:v>
                </c:pt>
                <c:pt idx="1328">
                  <c:v>1.17</c:v>
                </c:pt>
                <c:pt idx="1329">
                  <c:v>1.135</c:v>
                </c:pt>
                <c:pt idx="1330">
                  <c:v>1.098</c:v>
                </c:pt>
                <c:pt idx="1331">
                  <c:v>1.061</c:v>
                </c:pt>
                <c:pt idx="1332">
                  <c:v>1.024</c:v>
                </c:pt>
                <c:pt idx="1333">
                  <c:v>0.986</c:v>
                </c:pt>
                <c:pt idx="1334">
                  <c:v>0.949</c:v>
                </c:pt>
                <c:pt idx="1335">
                  <c:v>0.911</c:v>
                </c:pt>
                <c:pt idx="1336">
                  <c:v>0.874</c:v>
                </c:pt>
                <c:pt idx="1337">
                  <c:v>0.838</c:v>
                </c:pt>
                <c:pt idx="1338">
                  <c:v>0.802</c:v>
                </c:pt>
                <c:pt idx="1339">
                  <c:v>0.767</c:v>
                </c:pt>
                <c:pt idx="1340">
                  <c:v>0.734</c:v>
                </c:pt>
                <c:pt idx="1341">
                  <c:v>0.702</c:v>
                </c:pt>
                <c:pt idx="1342">
                  <c:v>0.671</c:v>
                </c:pt>
                <c:pt idx="1343">
                  <c:v>0.641</c:v>
                </c:pt>
                <c:pt idx="1344">
                  <c:v>0.613</c:v>
                </c:pt>
                <c:pt idx="1345">
                  <c:v>0.586</c:v>
                </c:pt>
                <c:pt idx="1346">
                  <c:v>0.56</c:v>
                </c:pt>
                <c:pt idx="1347">
                  <c:v>0.536</c:v>
                </c:pt>
                <c:pt idx="1348">
                  <c:v>0.513</c:v>
                </c:pt>
                <c:pt idx="1349">
                  <c:v>0.491</c:v>
                </c:pt>
                <c:pt idx="1350">
                  <c:v>0.471</c:v>
                </c:pt>
                <c:pt idx="1351">
                  <c:v>0.452</c:v>
                </c:pt>
                <c:pt idx="1352">
                  <c:v>0.435</c:v>
                </c:pt>
                <c:pt idx="1353">
                  <c:v>0.419</c:v>
                </c:pt>
                <c:pt idx="1354">
                  <c:v>0.406</c:v>
                </c:pt>
                <c:pt idx="1355">
                  <c:v>0.395</c:v>
                </c:pt>
                <c:pt idx="1356">
                  <c:v>0.387</c:v>
                </c:pt>
                <c:pt idx="1357">
                  <c:v>0.382</c:v>
                </c:pt>
                <c:pt idx="1358">
                  <c:v>0.38</c:v>
                </c:pt>
                <c:pt idx="1359">
                  <c:v>0.382</c:v>
                </c:pt>
                <c:pt idx="1360">
                  <c:v>0.388</c:v>
                </c:pt>
                <c:pt idx="1361">
                  <c:v>0.398</c:v>
                </c:pt>
                <c:pt idx="1362">
                  <c:v>0.412</c:v>
                </c:pt>
                <c:pt idx="1363">
                  <c:v>0.429</c:v>
                </c:pt>
                <c:pt idx="1364">
                  <c:v>0.451</c:v>
                </c:pt>
                <c:pt idx="1365">
                  <c:v>0.476</c:v>
                </c:pt>
                <c:pt idx="1366">
                  <c:v>0.505</c:v>
                </c:pt>
                <c:pt idx="1367">
                  <c:v>0.536</c:v>
                </c:pt>
                <c:pt idx="1368">
                  <c:v>0.571</c:v>
                </c:pt>
                <c:pt idx="1369">
                  <c:v>0.607</c:v>
                </c:pt>
                <c:pt idx="1370">
                  <c:v>0.646</c:v>
                </c:pt>
                <c:pt idx="1371">
                  <c:v>0.686</c:v>
                </c:pt>
                <c:pt idx="1372">
                  <c:v>0.728</c:v>
                </c:pt>
                <c:pt idx="1373">
                  <c:v>0.77</c:v>
                </c:pt>
                <c:pt idx="1374">
                  <c:v>0.814</c:v>
                </c:pt>
                <c:pt idx="1375">
                  <c:v>0.857</c:v>
                </c:pt>
                <c:pt idx="1376">
                  <c:v>0.9</c:v>
                </c:pt>
                <c:pt idx="1377">
                  <c:v>0.944</c:v>
                </c:pt>
                <c:pt idx="1378">
                  <c:v>0.986</c:v>
                </c:pt>
                <c:pt idx="1379">
                  <c:v>1.028</c:v>
                </c:pt>
                <c:pt idx="1380">
                  <c:v>1.069</c:v>
                </c:pt>
                <c:pt idx="1381">
                  <c:v>1.109</c:v>
                </c:pt>
                <c:pt idx="1382">
                  <c:v>1.148</c:v>
                </c:pt>
                <c:pt idx="1383">
                  <c:v>1.186</c:v>
                </c:pt>
                <c:pt idx="1384">
                  <c:v>1.222</c:v>
                </c:pt>
                <c:pt idx="1385">
                  <c:v>1.257</c:v>
                </c:pt>
                <c:pt idx="1386">
                  <c:v>1.29</c:v>
                </c:pt>
                <c:pt idx="1387">
                  <c:v>1.322</c:v>
                </c:pt>
                <c:pt idx="1388">
                  <c:v>1.352</c:v>
                </c:pt>
                <c:pt idx="1389">
                  <c:v>1.38</c:v>
                </c:pt>
                <c:pt idx="1390">
                  <c:v>1.407</c:v>
                </c:pt>
                <c:pt idx="1391">
                  <c:v>1.432</c:v>
                </c:pt>
                <c:pt idx="1392">
                  <c:v>1.455</c:v>
                </c:pt>
                <c:pt idx="1393">
                  <c:v>1.476</c:v>
                </c:pt>
                <c:pt idx="1394">
                  <c:v>1.496</c:v>
                </c:pt>
                <c:pt idx="1395">
                  <c:v>1.514</c:v>
                </c:pt>
                <c:pt idx="1396">
                  <c:v>1.53</c:v>
                </c:pt>
                <c:pt idx="1397">
                  <c:v>1.545</c:v>
                </c:pt>
                <c:pt idx="1398">
                  <c:v>1.557</c:v>
                </c:pt>
                <c:pt idx="1399">
                  <c:v>1.568</c:v>
                </c:pt>
                <c:pt idx="1400">
                  <c:v>1.577</c:v>
                </c:pt>
                <c:pt idx="1401">
                  <c:v>1.583</c:v>
                </c:pt>
                <c:pt idx="1402">
                  <c:v>1.588</c:v>
                </c:pt>
                <c:pt idx="1403">
                  <c:v>1.59</c:v>
                </c:pt>
                <c:pt idx="1404">
                  <c:v>1.59</c:v>
                </c:pt>
                <c:pt idx="1405">
                  <c:v>1.587</c:v>
                </c:pt>
                <c:pt idx="1406">
                  <c:v>1.583</c:v>
                </c:pt>
                <c:pt idx="1407">
                  <c:v>1.575</c:v>
                </c:pt>
                <c:pt idx="1408">
                  <c:v>1.566</c:v>
                </c:pt>
                <c:pt idx="1409">
                  <c:v>1.553</c:v>
                </c:pt>
                <c:pt idx="1410">
                  <c:v>1.538</c:v>
                </c:pt>
                <c:pt idx="1411">
                  <c:v>1.521</c:v>
                </c:pt>
                <c:pt idx="1412">
                  <c:v>1.501</c:v>
                </c:pt>
                <c:pt idx="1413">
                  <c:v>1.478</c:v>
                </c:pt>
                <c:pt idx="1414">
                  <c:v>1.453</c:v>
                </c:pt>
                <c:pt idx="1415">
                  <c:v>1.425</c:v>
                </c:pt>
                <c:pt idx="1416">
                  <c:v>1.396</c:v>
                </c:pt>
                <c:pt idx="1417">
                  <c:v>1.363</c:v>
                </c:pt>
                <c:pt idx="1418">
                  <c:v>1.329</c:v>
                </c:pt>
                <c:pt idx="1419">
                  <c:v>1.293</c:v>
                </c:pt>
                <c:pt idx="1420">
                  <c:v>1.255</c:v>
                </c:pt>
                <c:pt idx="1421">
                  <c:v>1.215</c:v>
                </c:pt>
                <c:pt idx="1422">
                  <c:v>1.174</c:v>
                </c:pt>
                <c:pt idx="1423">
                  <c:v>1.132</c:v>
                </c:pt>
                <c:pt idx="1424">
                  <c:v>1.088</c:v>
                </c:pt>
                <c:pt idx="1425">
                  <c:v>1.044</c:v>
                </c:pt>
                <c:pt idx="1426">
                  <c:v>0.999</c:v>
                </c:pt>
                <c:pt idx="1427">
                  <c:v>0.953</c:v>
                </c:pt>
                <c:pt idx="1428">
                  <c:v>0.907</c:v>
                </c:pt>
                <c:pt idx="1429">
                  <c:v>0.862</c:v>
                </c:pt>
                <c:pt idx="1430">
                  <c:v>0.816</c:v>
                </c:pt>
                <c:pt idx="1431">
                  <c:v>0.771</c:v>
                </c:pt>
                <c:pt idx="1432">
                  <c:v>0.726</c:v>
                </c:pt>
                <c:pt idx="1433">
                  <c:v>0.682</c:v>
                </c:pt>
                <c:pt idx="1434">
                  <c:v>0.64</c:v>
                </c:pt>
                <c:pt idx="1435">
                  <c:v>0.598</c:v>
                </c:pt>
                <c:pt idx="1436">
                  <c:v>0.558</c:v>
                </c:pt>
                <c:pt idx="1437">
                  <c:v>0.519</c:v>
                </c:pt>
                <c:pt idx="1438">
                  <c:v>0.482</c:v>
                </c:pt>
                <c:pt idx="1439">
                  <c:v>0.447</c:v>
                </c:pt>
                <c:pt idx="1440">
                  <c:v>0.413</c:v>
                </c:pt>
                <c:pt idx="1441">
                  <c:v>0.382</c:v>
                </c:pt>
                <c:pt idx="1442">
                  <c:v>0.353</c:v>
                </c:pt>
                <c:pt idx="1443">
                  <c:v>0.326</c:v>
                </c:pt>
                <c:pt idx="1444">
                  <c:v>0.301</c:v>
                </c:pt>
                <c:pt idx="1445">
                  <c:v>0.278</c:v>
                </c:pt>
                <c:pt idx="1446">
                  <c:v>0.258</c:v>
                </c:pt>
                <c:pt idx="1447">
                  <c:v>0.24</c:v>
                </c:pt>
                <c:pt idx="1448">
                  <c:v>0.224</c:v>
                </c:pt>
                <c:pt idx="1449">
                  <c:v>0.21</c:v>
                </c:pt>
                <c:pt idx="1450">
                  <c:v>0.198</c:v>
                </c:pt>
                <c:pt idx="1451">
                  <c:v>0.189</c:v>
                </c:pt>
                <c:pt idx="1452">
                  <c:v>0.181</c:v>
                </c:pt>
                <c:pt idx="1453">
                  <c:v>0.175</c:v>
                </c:pt>
                <c:pt idx="1454">
                  <c:v>0.171</c:v>
                </c:pt>
                <c:pt idx="1455">
                  <c:v>0.169</c:v>
                </c:pt>
                <c:pt idx="1456">
                  <c:v>0.169</c:v>
                </c:pt>
                <c:pt idx="1457">
                  <c:v>0.17</c:v>
                </c:pt>
                <c:pt idx="1458">
                  <c:v>0.173</c:v>
                </c:pt>
                <c:pt idx="1459">
                  <c:v>0.177</c:v>
                </c:pt>
                <c:pt idx="1460">
                  <c:v>0.183</c:v>
                </c:pt>
                <c:pt idx="1461">
                  <c:v>0.19</c:v>
                </c:pt>
                <c:pt idx="1462">
                  <c:v>0.199</c:v>
                </c:pt>
                <c:pt idx="1463">
                  <c:v>0.209</c:v>
                </c:pt>
                <c:pt idx="1464">
                  <c:v>0.22</c:v>
                </c:pt>
                <c:pt idx="1465">
                  <c:v>0.233</c:v>
                </c:pt>
                <c:pt idx="1466">
                  <c:v>0.247</c:v>
                </c:pt>
                <c:pt idx="1467">
                  <c:v>0.262</c:v>
                </c:pt>
                <c:pt idx="1468">
                  <c:v>0.278</c:v>
                </c:pt>
                <c:pt idx="1469">
                  <c:v>0.296</c:v>
                </c:pt>
                <c:pt idx="1470">
                  <c:v>0.314</c:v>
                </c:pt>
                <c:pt idx="1471">
                  <c:v>0.333</c:v>
                </c:pt>
                <c:pt idx="1472">
                  <c:v>0.352</c:v>
                </c:pt>
                <c:pt idx="1473">
                  <c:v>0.372</c:v>
                </c:pt>
                <c:pt idx="1474">
                  <c:v>0.393</c:v>
                </c:pt>
                <c:pt idx="1475">
                  <c:v>0.413</c:v>
                </c:pt>
                <c:pt idx="1476">
                  <c:v>0.433</c:v>
                </c:pt>
                <c:pt idx="1477">
                  <c:v>0.454</c:v>
                </c:pt>
                <c:pt idx="1478">
                  <c:v>0.473</c:v>
                </c:pt>
                <c:pt idx="1479">
                  <c:v>0.492</c:v>
                </c:pt>
                <c:pt idx="1480">
                  <c:v>0.511</c:v>
                </c:pt>
                <c:pt idx="1481">
                  <c:v>0.528</c:v>
                </c:pt>
                <c:pt idx="1482">
                  <c:v>0.544</c:v>
                </c:pt>
                <c:pt idx="1483">
                  <c:v>0.559</c:v>
                </c:pt>
                <c:pt idx="1484">
                  <c:v>0.572</c:v>
                </c:pt>
                <c:pt idx="1485">
                  <c:v>0.584</c:v>
                </c:pt>
                <c:pt idx="1486">
                  <c:v>0.594</c:v>
                </c:pt>
                <c:pt idx="1487">
                  <c:v>0.602</c:v>
                </c:pt>
                <c:pt idx="1488">
                  <c:v>0.608</c:v>
                </c:pt>
                <c:pt idx="1489">
                  <c:v>0.613</c:v>
                </c:pt>
                <c:pt idx="1490">
                  <c:v>0.615</c:v>
                </c:pt>
                <c:pt idx="1491">
                  <c:v>0.616</c:v>
                </c:pt>
                <c:pt idx="1492">
                  <c:v>0.614</c:v>
                </c:pt>
                <c:pt idx="1493">
                  <c:v>0.611</c:v>
                </c:pt>
                <c:pt idx="1494">
                  <c:v>0.605</c:v>
                </c:pt>
                <c:pt idx="1495">
                  <c:v>0.598</c:v>
                </c:pt>
                <c:pt idx="1496">
                  <c:v>0.588</c:v>
                </c:pt>
                <c:pt idx="1497">
                  <c:v>0.577</c:v>
                </c:pt>
                <c:pt idx="1498">
                  <c:v>0.563</c:v>
                </c:pt>
                <c:pt idx="1499">
                  <c:v>0.548</c:v>
                </c:pt>
                <c:pt idx="1500">
                  <c:v>0.531</c:v>
                </c:pt>
                <c:pt idx="1501">
                  <c:v>0.512</c:v>
                </c:pt>
                <c:pt idx="1502">
                  <c:v>0.491</c:v>
                </c:pt>
                <c:pt idx="1503">
                  <c:v>0.468</c:v>
                </c:pt>
                <c:pt idx="1504">
                  <c:v>0.444</c:v>
                </c:pt>
                <c:pt idx="1505">
                  <c:v>0.418</c:v>
                </c:pt>
                <c:pt idx="1506">
                  <c:v>0.391</c:v>
                </c:pt>
                <c:pt idx="1507">
                  <c:v>0.362</c:v>
                </c:pt>
                <c:pt idx="1508">
                  <c:v>0.331</c:v>
                </c:pt>
                <c:pt idx="1509">
                  <c:v>0.299</c:v>
                </c:pt>
                <c:pt idx="1510">
                  <c:v>0.266</c:v>
                </c:pt>
                <c:pt idx="1511">
                  <c:v>0.231</c:v>
                </c:pt>
                <c:pt idx="1512">
                  <c:v>0.195</c:v>
                </c:pt>
                <c:pt idx="1513">
                  <c:v>0.158</c:v>
                </c:pt>
                <c:pt idx="1514">
                  <c:v>0.121</c:v>
                </c:pt>
                <c:pt idx="1515">
                  <c:v>0.082</c:v>
                </c:pt>
                <c:pt idx="1516">
                  <c:v>0.042</c:v>
                </c:pt>
                <c:pt idx="1517">
                  <c:v>0.002</c:v>
                </c:pt>
                <c:pt idx="1518">
                  <c:v>-0.04</c:v>
                </c:pt>
                <c:pt idx="1519">
                  <c:v>-0.081</c:v>
                </c:pt>
                <c:pt idx="1520">
                  <c:v>-0.123</c:v>
                </c:pt>
                <c:pt idx="1521">
                  <c:v>-0.165</c:v>
                </c:pt>
                <c:pt idx="1522">
                  <c:v>-0.208</c:v>
                </c:pt>
                <c:pt idx="1523">
                  <c:v>-0.251</c:v>
                </c:pt>
                <c:pt idx="1524">
                  <c:v>-0.293</c:v>
                </c:pt>
                <c:pt idx="1525">
                  <c:v>-0.336</c:v>
                </c:pt>
                <c:pt idx="1526">
                  <c:v>-0.378</c:v>
                </c:pt>
                <c:pt idx="1527">
                  <c:v>-0.42</c:v>
                </c:pt>
                <c:pt idx="1528">
                  <c:v>-0.461</c:v>
                </c:pt>
                <c:pt idx="1529">
                  <c:v>-0.502</c:v>
                </c:pt>
                <c:pt idx="1530">
                  <c:v>-0.543</c:v>
                </c:pt>
                <c:pt idx="1531">
                  <c:v>-0.583</c:v>
                </c:pt>
                <c:pt idx="1532">
                  <c:v>-0.622</c:v>
                </c:pt>
                <c:pt idx="1533">
                  <c:v>-0.66</c:v>
                </c:pt>
                <c:pt idx="1534">
                  <c:v>-0.698</c:v>
                </c:pt>
                <c:pt idx="1535">
                  <c:v>-0.734</c:v>
                </c:pt>
                <c:pt idx="1536">
                  <c:v>-0.77</c:v>
                </c:pt>
                <c:pt idx="1537">
                  <c:v>-0.804</c:v>
                </c:pt>
                <c:pt idx="1538">
                  <c:v>-0.838</c:v>
                </c:pt>
                <c:pt idx="1539">
                  <c:v>-0.87</c:v>
                </c:pt>
                <c:pt idx="1540">
                  <c:v>-0.901</c:v>
                </c:pt>
                <c:pt idx="1541">
                  <c:v>-0.931</c:v>
                </c:pt>
                <c:pt idx="1542">
                  <c:v>-0.959</c:v>
                </c:pt>
                <c:pt idx="1543">
                  <c:v>-0.986</c:v>
                </c:pt>
                <c:pt idx="1544">
                  <c:v>-1.011</c:v>
                </c:pt>
                <c:pt idx="1545">
                  <c:v>-1.035</c:v>
                </c:pt>
                <c:pt idx="1546">
                  <c:v>-1.057</c:v>
                </c:pt>
                <c:pt idx="1547">
                  <c:v>-1.078</c:v>
                </c:pt>
                <c:pt idx="1548">
                  <c:v>-1.097</c:v>
                </c:pt>
                <c:pt idx="1549">
                  <c:v>-1.115</c:v>
                </c:pt>
                <c:pt idx="1550">
                  <c:v>-1.13</c:v>
                </c:pt>
                <c:pt idx="1551">
                  <c:v>-1.144</c:v>
                </c:pt>
                <c:pt idx="1552">
                  <c:v>-1.157</c:v>
                </c:pt>
                <c:pt idx="1553">
                  <c:v>-1.168</c:v>
                </c:pt>
                <c:pt idx="1554">
                  <c:v>-1.177</c:v>
                </c:pt>
                <c:pt idx="1555">
                  <c:v>-1.184</c:v>
                </c:pt>
                <c:pt idx="1556">
                  <c:v>-1.19</c:v>
                </c:pt>
                <c:pt idx="1557">
                  <c:v>-1.195</c:v>
                </c:pt>
                <c:pt idx="1558">
                  <c:v>-1.198</c:v>
                </c:pt>
                <c:pt idx="1559">
                  <c:v>-1.2</c:v>
                </c:pt>
                <c:pt idx="1560">
                  <c:v>-1.2</c:v>
                </c:pt>
                <c:pt idx="1561">
                  <c:v>-1.2</c:v>
                </c:pt>
                <c:pt idx="1562">
                  <c:v>-1.198</c:v>
                </c:pt>
                <c:pt idx="1563">
                  <c:v>-1.195</c:v>
                </c:pt>
                <c:pt idx="1564">
                  <c:v>-1.192</c:v>
                </c:pt>
                <c:pt idx="1565">
                  <c:v>-1.188</c:v>
                </c:pt>
                <c:pt idx="1566">
                  <c:v>-1.184</c:v>
                </c:pt>
                <c:pt idx="1567">
                  <c:v>-1.179</c:v>
                </c:pt>
                <c:pt idx="1568">
                  <c:v>-1.174</c:v>
                </c:pt>
                <c:pt idx="1569">
                  <c:v>-1.168</c:v>
                </c:pt>
                <c:pt idx="1570">
                  <c:v>-1.163</c:v>
                </c:pt>
                <c:pt idx="1571">
                  <c:v>-1.158</c:v>
                </c:pt>
                <c:pt idx="1572">
                  <c:v>-1.153</c:v>
                </c:pt>
                <c:pt idx="1573">
                  <c:v>-1.148</c:v>
                </c:pt>
                <c:pt idx="1574">
                  <c:v>-1.144</c:v>
                </c:pt>
                <c:pt idx="1575">
                  <c:v>-1.141</c:v>
                </c:pt>
                <c:pt idx="1576">
                  <c:v>-1.139</c:v>
                </c:pt>
                <c:pt idx="1577">
                  <c:v>-1.137</c:v>
                </c:pt>
                <c:pt idx="1578">
                  <c:v>-1.136</c:v>
                </c:pt>
                <c:pt idx="1579">
                  <c:v>-1.137</c:v>
                </c:pt>
                <c:pt idx="1580">
                  <c:v>-1.139</c:v>
                </c:pt>
                <c:pt idx="1581">
                  <c:v>-1.142</c:v>
                </c:pt>
                <c:pt idx="1582">
                  <c:v>-1.146</c:v>
                </c:pt>
                <c:pt idx="1583">
                  <c:v>-1.152</c:v>
                </c:pt>
                <c:pt idx="1584">
                  <c:v>-1.16</c:v>
                </c:pt>
                <c:pt idx="1585">
                  <c:v>-1.168</c:v>
                </c:pt>
                <c:pt idx="1586">
                  <c:v>-1.179</c:v>
                </c:pt>
                <c:pt idx="1587">
                  <c:v>-1.191</c:v>
                </c:pt>
                <c:pt idx="1588">
                  <c:v>-1.204</c:v>
                </c:pt>
                <c:pt idx="1589">
                  <c:v>-1.219</c:v>
                </c:pt>
                <c:pt idx="1590">
                  <c:v>-1.236</c:v>
                </c:pt>
                <c:pt idx="1591">
                  <c:v>-1.253</c:v>
                </c:pt>
                <c:pt idx="1592">
                  <c:v>-1.272</c:v>
                </c:pt>
                <c:pt idx="1593">
                  <c:v>-1.292</c:v>
                </c:pt>
                <c:pt idx="1594">
                  <c:v>-1.313</c:v>
                </c:pt>
                <c:pt idx="1595">
                  <c:v>-1.335</c:v>
                </c:pt>
                <c:pt idx="1596">
                  <c:v>-1.357</c:v>
                </c:pt>
                <c:pt idx="1597">
                  <c:v>-1.38</c:v>
                </c:pt>
                <c:pt idx="1598">
                  <c:v>-1.403</c:v>
                </c:pt>
                <c:pt idx="1599">
                  <c:v>-1.427</c:v>
                </c:pt>
                <c:pt idx="1600">
                  <c:v>-1.451</c:v>
                </c:pt>
                <c:pt idx="1601">
                  <c:v>-1.474</c:v>
                </c:pt>
                <c:pt idx="1602">
                  <c:v>-1.498</c:v>
                </c:pt>
                <c:pt idx="1603">
                  <c:v>-1.521</c:v>
                </c:pt>
                <c:pt idx="1604">
                  <c:v>-1.545</c:v>
                </c:pt>
                <c:pt idx="1605">
                  <c:v>-1.567</c:v>
                </c:pt>
                <c:pt idx="1606">
                  <c:v>-1.59</c:v>
                </c:pt>
                <c:pt idx="1607">
                  <c:v>-1.611</c:v>
                </c:pt>
                <c:pt idx="1608">
                  <c:v>-1.632</c:v>
                </c:pt>
                <c:pt idx="1609">
                  <c:v>-1.652</c:v>
                </c:pt>
                <c:pt idx="1610">
                  <c:v>-1.67</c:v>
                </c:pt>
                <c:pt idx="1611">
                  <c:v>-1.688</c:v>
                </c:pt>
                <c:pt idx="1612">
                  <c:v>-1.704</c:v>
                </c:pt>
                <c:pt idx="1613">
                  <c:v>-1.719</c:v>
                </c:pt>
                <c:pt idx="1614">
                  <c:v>-1.733</c:v>
                </c:pt>
                <c:pt idx="1615">
                  <c:v>-1.744</c:v>
                </c:pt>
                <c:pt idx="1616">
                  <c:v>-1.754</c:v>
                </c:pt>
                <c:pt idx="1617">
                  <c:v>-1.762</c:v>
                </c:pt>
                <c:pt idx="1618">
                  <c:v>-1.767</c:v>
                </c:pt>
                <c:pt idx="1619">
                  <c:v>-1.77</c:v>
                </c:pt>
                <c:pt idx="1620">
                  <c:v>-1.771</c:v>
                </c:pt>
                <c:pt idx="1621">
                  <c:v>-1.769</c:v>
                </c:pt>
                <c:pt idx="1622">
                  <c:v>-1.765</c:v>
                </c:pt>
                <c:pt idx="1623">
                  <c:v>-1.757</c:v>
                </c:pt>
                <c:pt idx="1624">
                  <c:v>-1.747</c:v>
                </c:pt>
                <c:pt idx="1625">
                  <c:v>-1.734</c:v>
                </c:pt>
                <c:pt idx="1626">
                  <c:v>-1.718</c:v>
                </c:pt>
                <c:pt idx="1627">
                  <c:v>-1.698</c:v>
                </c:pt>
                <c:pt idx="1628">
                  <c:v>-1.676</c:v>
                </c:pt>
                <c:pt idx="1629">
                  <c:v>-1.652</c:v>
                </c:pt>
                <c:pt idx="1630">
                  <c:v>-1.624</c:v>
                </c:pt>
                <c:pt idx="1631">
                  <c:v>-1.593</c:v>
                </c:pt>
                <c:pt idx="1632">
                  <c:v>-1.561</c:v>
                </c:pt>
                <c:pt idx="1633">
                  <c:v>-1.525</c:v>
                </c:pt>
                <c:pt idx="1634">
                  <c:v>-1.488</c:v>
                </c:pt>
                <c:pt idx="1635">
                  <c:v>-1.449</c:v>
                </c:pt>
                <c:pt idx="1636">
                  <c:v>-1.408</c:v>
                </c:pt>
                <c:pt idx="1637">
                  <c:v>-1.365</c:v>
                </c:pt>
                <c:pt idx="1638">
                  <c:v>-1.321</c:v>
                </c:pt>
                <c:pt idx="1639">
                  <c:v>-1.276</c:v>
                </c:pt>
                <c:pt idx="1640">
                  <c:v>-1.23</c:v>
                </c:pt>
                <c:pt idx="1641">
                  <c:v>-1.182</c:v>
                </c:pt>
                <c:pt idx="1642">
                  <c:v>-1.134</c:v>
                </c:pt>
                <c:pt idx="1643">
                  <c:v>-1.085</c:v>
                </c:pt>
                <c:pt idx="1644">
                  <c:v>-1.036</c:v>
                </c:pt>
                <c:pt idx="1645">
                  <c:v>-0.986</c:v>
                </c:pt>
                <c:pt idx="1646">
                  <c:v>-0.935</c:v>
                </c:pt>
                <c:pt idx="1647">
                  <c:v>-0.884</c:v>
                </c:pt>
                <c:pt idx="1648">
                  <c:v>-0.832</c:v>
                </c:pt>
                <c:pt idx="1649">
                  <c:v>-0.779</c:v>
                </c:pt>
                <c:pt idx="1650">
                  <c:v>-0.726</c:v>
                </c:pt>
                <c:pt idx="1651">
                  <c:v>-0.672</c:v>
                </c:pt>
                <c:pt idx="1652">
                  <c:v>-0.618</c:v>
                </c:pt>
                <c:pt idx="1653">
                  <c:v>-0.562</c:v>
                </c:pt>
                <c:pt idx="1654">
                  <c:v>-0.506</c:v>
                </c:pt>
                <c:pt idx="1655">
                  <c:v>-0.45</c:v>
                </c:pt>
                <c:pt idx="1656">
                  <c:v>-0.393</c:v>
                </c:pt>
                <c:pt idx="1657">
                  <c:v>-0.335</c:v>
                </c:pt>
                <c:pt idx="1658">
                  <c:v>-0.277</c:v>
                </c:pt>
                <c:pt idx="1659">
                  <c:v>-0.218</c:v>
                </c:pt>
                <c:pt idx="1660">
                  <c:v>-0.159</c:v>
                </c:pt>
                <c:pt idx="1661">
                  <c:v>-0.1</c:v>
                </c:pt>
                <c:pt idx="1662">
                  <c:v>-0.04</c:v>
                </c:pt>
                <c:pt idx="1663">
                  <c:v>0.019</c:v>
                </c:pt>
                <c:pt idx="1664">
                  <c:v>0.078</c:v>
                </c:pt>
                <c:pt idx="1665">
                  <c:v>0.137</c:v>
                </c:pt>
                <c:pt idx="1666">
                  <c:v>0.195</c:v>
                </c:pt>
                <c:pt idx="1667">
                  <c:v>0.253</c:v>
                </c:pt>
                <c:pt idx="1668">
                  <c:v>0.31</c:v>
                </c:pt>
                <c:pt idx="1669">
                  <c:v>0.366</c:v>
                </c:pt>
                <c:pt idx="1670">
                  <c:v>0.421</c:v>
                </c:pt>
                <c:pt idx="1671">
                  <c:v>0.474</c:v>
                </c:pt>
                <c:pt idx="1672">
                  <c:v>0.526</c:v>
                </c:pt>
                <c:pt idx="1673">
                  <c:v>0.576</c:v>
                </c:pt>
                <c:pt idx="1674">
                  <c:v>0.625</c:v>
                </c:pt>
                <c:pt idx="1675">
                  <c:v>0.671</c:v>
                </c:pt>
                <c:pt idx="1676">
                  <c:v>0.716</c:v>
                </c:pt>
                <c:pt idx="1677">
                  <c:v>0.758</c:v>
                </c:pt>
                <c:pt idx="1678">
                  <c:v>0.799</c:v>
                </c:pt>
                <c:pt idx="1679">
                  <c:v>0.837</c:v>
                </c:pt>
                <c:pt idx="1680">
                  <c:v>0.872</c:v>
                </c:pt>
                <c:pt idx="1681">
                  <c:v>0.905</c:v>
                </c:pt>
                <c:pt idx="1682">
                  <c:v>0.935</c:v>
                </c:pt>
                <c:pt idx="1683">
                  <c:v>0.963</c:v>
                </c:pt>
                <c:pt idx="1684">
                  <c:v>0.989</c:v>
                </c:pt>
                <c:pt idx="1685">
                  <c:v>1.011</c:v>
                </c:pt>
                <c:pt idx="1686">
                  <c:v>1.032</c:v>
                </c:pt>
                <c:pt idx="1687">
                  <c:v>1.049</c:v>
                </c:pt>
                <c:pt idx="1688">
                  <c:v>1.064</c:v>
                </c:pt>
                <c:pt idx="1689">
                  <c:v>1.077</c:v>
                </c:pt>
                <c:pt idx="1690">
                  <c:v>1.087</c:v>
                </c:pt>
                <c:pt idx="1691">
                  <c:v>1.095</c:v>
                </c:pt>
                <c:pt idx="1692">
                  <c:v>1.101</c:v>
                </c:pt>
                <c:pt idx="1693">
                  <c:v>1.104</c:v>
                </c:pt>
                <c:pt idx="1694">
                  <c:v>1.106</c:v>
                </c:pt>
                <c:pt idx="1695">
                  <c:v>1.105</c:v>
                </c:pt>
                <c:pt idx="1696">
                  <c:v>1.102</c:v>
                </c:pt>
                <c:pt idx="1697">
                  <c:v>1.098</c:v>
                </c:pt>
                <c:pt idx="1698">
                  <c:v>1.092</c:v>
                </c:pt>
                <c:pt idx="1699">
                  <c:v>1.084</c:v>
                </c:pt>
                <c:pt idx="1700">
                  <c:v>1.074</c:v>
                </c:pt>
                <c:pt idx="1701">
                  <c:v>1.063</c:v>
                </c:pt>
                <c:pt idx="1702">
                  <c:v>1.051</c:v>
                </c:pt>
                <c:pt idx="1703">
                  <c:v>1.038</c:v>
                </c:pt>
                <c:pt idx="1704">
                  <c:v>1.023</c:v>
                </c:pt>
                <c:pt idx="1705">
                  <c:v>1.007</c:v>
                </c:pt>
                <c:pt idx="1706">
                  <c:v>0.99</c:v>
                </c:pt>
                <c:pt idx="1707">
                  <c:v>0.973</c:v>
                </c:pt>
                <c:pt idx="1708">
                  <c:v>0.955</c:v>
                </c:pt>
                <c:pt idx="1709">
                  <c:v>0.936</c:v>
                </c:pt>
                <c:pt idx="1710">
                  <c:v>0.917</c:v>
                </c:pt>
                <c:pt idx="1711">
                  <c:v>0.897</c:v>
                </c:pt>
                <c:pt idx="1712">
                  <c:v>0.878</c:v>
                </c:pt>
                <c:pt idx="1713">
                  <c:v>0.858</c:v>
                </c:pt>
                <c:pt idx="1714">
                  <c:v>0.838</c:v>
                </c:pt>
                <c:pt idx="1715">
                  <c:v>0.819</c:v>
                </c:pt>
                <c:pt idx="1716">
                  <c:v>0.8</c:v>
                </c:pt>
                <c:pt idx="1717">
                  <c:v>0.782</c:v>
                </c:pt>
                <c:pt idx="1718">
                  <c:v>0.765</c:v>
                </c:pt>
                <c:pt idx="1719">
                  <c:v>0.749</c:v>
                </c:pt>
                <c:pt idx="1720">
                  <c:v>0.734</c:v>
                </c:pt>
                <c:pt idx="1721">
                  <c:v>0.721</c:v>
                </c:pt>
                <c:pt idx="1722">
                  <c:v>0.709</c:v>
                </c:pt>
                <c:pt idx="1723">
                  <c:v>0.699</c:v>
                </c:pt>
                <c:pt idx="1724">
                  <c:v>0.692</c:v>
                </c:pt>
                <c:pt idx="1725">
                  <c:v>0.687</c:v>
                </c:pt>
                <c:pt idx="1726">
                  <c:v>0.684</c:v>
                </c:pt>
                <c:pt idx="1727">
                  <c:v>0.684</c:v>
                </c:pt>
                <c:pt idx="1728">
                  <c:v>0.687</c:v>
                </c:pt>
                <c:pt idx="1729">
                  <c:v>0.694</c:v>
                </c:pt>
                <c:pt idx="1730">
                  <c:v>0.703</c:v>
                </c:pt>
                <c:pt idx="1731">
                  <c:v>0.716</c:v>
                </c:pt>
                <c:pt idx="1732">
                  <c:v>0.732</c:v>
                </c:pt>
                <c:pt idx="1733">
                  <c:v>0.752</c:v>
                </c:pt>
                <c:pt idx="1734">
                  <c:v>0.776</c:v>
                </c:pt>
                <c:pt idx="1735">
                  <c:v>0.804</c:v>
                </c:pt>
                <c:pt idx="1736">
                  <c:v>0.835</c:v>
                </c:pt>
                <c:pt idx="1737">
                  <c:v>0.871</c:v>
                </c:pt>
                <c:pt idx="1738">
                  <c:v>0.91</c:v>
                </c:pt>
                <c:pt idx="1739">
                  <c:v>0.953</c:v>
                </c:pt>
                <c:pt idx="1740">
                  <c:v>1</c:v>
                </c:pt>
                <c:pt idx="1741">
                  <c:v>1.051</c:v>
                </c:pt>
                <c:pt idx="1742">
                  <c:v>1.105</c:v>
                </c:pt>
                <c:pt idx="1743">
                  <c:v>1.163</c:v>
                </c:pt>
                <c:pt idx="1744">
                  <c:v>1.224</c:v>
                </c:pt>
                <c:pt idx="1745">
                  <c:v>1.289</c:v>
                </c:pt>
                <c:pt idx="1746">
                  <c:v>1.357</c:v>
                </c:pt>
                <c:pt idx="1747">
                  <c:v>1.427</c:v>
                </c:pt>
                <c:pt idx="1748">
                  <c:v>1.5</c:v>
                </c:pt>
                <c:pt idx="1749">
                  <c:v>1.574</c:v>
                </c:pt>
                <c:pt idx="1750">
                  <c:v>1.651</c:v>
                </c:pt>
                <c:pt idx="1751">
                  <c:v>1.73</c:v>
                </c:pt>
                <c:pt idx="1752">
                  <c:v>1.809</c:v>
                </c:pt>
                <c:pt idx="1753">
                  <c:v>1.889</c:v>
                </c:pt>
                <c:pt idx="1754">
                  <c:v>1.97</c:v>
                </c:pt>
                <c:pt idx="1755">
                  <c:v>2.051</c:v>
                </c:pt>
                <c:pt idx="1756">
                  <c:v>2.132</c:v>
                </c:pt>
                <c:pt idx="1757">
                  <c:v>2.212</c:v>
                </c:pt>
                <c:pt idx="1758">
                  <c:v>2.291</c:v>
                </c:pt>
                <c:pt idx="1759">
                  <c:v>2.369</c:v>
                </c:pt>
                <c:pt idx="1760">
                  <c:v>2.446</c:v>
                </c:pt>
                <c:pt idx="1761">
                  <c:v>2.522</c:v>
                </c:pt>
                <c:pt idx="1762">
                  <c:v>2.595</c:v>
                </c:pt>
                <c:pt idx="1763">
                  <c:v>2.667</c:v>
                </c:pt>
                <c:pt idx="1764">
                  <c:v>2.737</c:v>
                </c:pt>
                <c:pt idx="1765">
                  <c:v>2.805</c:v>
                </c:pt>
                <c:pt idx="1766">
                  <c:v>2.87</c:v>
                </c:pt>
                <c:pt idx="1767">
                  <c:v>2.934</c:v>
                </c:pt>
                <c:pt idx="1768">
                  <c:v>2.995</c:v>
                </c:pt>
                <c:pt idx="1769">
                  <c:v>3.054</c:v>
                </c:pt>
                <c:pt idx="1770">
                  <c:v>3.111</c:v>
                </c:pt>
                <c:pt idx="1771">
                  <c:v>3.166</c:v>
                </c:pt>
                <c:pt idx="1772">
                  <c:v>3.219</c:v>
                </c:pt>
                <c:pt idx="1773">
                  <c:v>3.27</c:v>
                </c:pt>
                <c:pt idx="1774">
                  <c:v>3.318</c:v>
                </c:pt>
                <c:pt idx="1775">
                  <c:v>3.365</c:v>
                </c:pt>
                <c:pt idx="1776">
                  <c:v>3.409</c:v>
                </c:pt>
                <c:pt idx="1777">
                  <c:v>3.451</c:v>
                </c:pt>
                <c:pt idx="1778">
                  <c:v>3.49</c:v>
                </c:pt>
                <c:pt idx="1779">
                  <c:v>3.527</c:v>
                </c:pt>
                <c:pt idx="1780">
                  <c:v>3.561</c:v>
                </c:pt>
                <c:pt idx="1781">
                  <c:v>3.592</c:v>
                </c:pt>
                <c:pt idx="1782">
                  <c:v>3.62</c:v>
                </c:pt>
                <c:pt idx="1783">
                  <c:v>3.644</c:v>
                </c:pt>
                <c:pt idx="1784">
                  <c:v>3.665</c:v>
                </c:pt>
                <c:pt idx="1785">
                  <c:v>3.683</c:v>
                </c:pt>
                <c:pt idx="1786">
                  <c:v>3.696</c:v>
                </c:pt>
                <c:pt idx="1787">
                  <c:v>3.706</c:v>
                </c:pt>
                <c:pt idx="1788">
                  <c:v>3.712</c:v>
                </c:pt>
                <c:pt idx="1789">
                  <c:v>3.713</c:v>
                </c:pt>
                <c:pt idx="1790">
                  <c:v>3.711</c:v>
                </c:pt>
                <c:pt idx="1791">
                  <c:v>3.705</c:v>
                </c:pt>
                <c:pt idx="1792">
                  <c:v>3.694</c:v>
                </c:pt>
                <c:pt idx="1793">
                  <c:v>3.68</c:v>
                </c:pt>
                <c:pt idx="1794">
                  <c:v>3.661</c:v>
                </c:pt>
                <c:pt idx="1795">
                  <c:v>3.638</c:v>
                </c:pt>
                <c:pt idx="1796">
                  <c:v>3.611</c:v>
                </c:pt>
                <c:pt idx="1797">
                  <c:v>3.581</c:v>
                </c:pt>
                <c:pt idx="1798">
                  <c:v>3.546</c:v>
                </c:pt>
                <c:pt idx="1799">
                  <c:v>3.508</c:v>
                </c:pt>
                <c:pt idx="1800">
                  <c:v>3.466</c:v>
                </c:pt>
                <c:pt idx="1801">
                  <c:v>3.421</c:v>
                </c:pt>
                <c:pt idx="1802">
                  <c:v>3.373</c:v>
                </c:pt>
                <c:pt idx="1803">
                  <c:v>3.321</c:v>
                </c:pt>
                <c:pt idx="1804">
                  <c:v>3.267</c:v>
                </c:pt>
                <c:pt idx="1805">
                  <c:v>3.21</c:v>
                </c:pt>
                <c:pt idx="1806">
                  <c:v>3.151</c:v>
                </c:pt>
                <c:pt idx="1807">
                  <c:v>3.09</c:v>
                </c:pt>
                <c:pt idx="1808">
                  <c:v>3.026</c:v>
                </c:pt>
                <c:pt idx="1809">
                  <c:v>2.961</c:v>
                </c:pt>
                <c:pt idx="1810">
                  <c:v>2.895</c:v>
                </c:pt>
                <c:pt idx="1811">
                  <c:v>2.827</c:v>
                </c:pt>
                <c:pt idx="1812">
                  <c:v>2.758</c:v>
                </c:pt>
                <c:pt idx="1813">
                  <c:v>2.687</c:v>
                </c:pt>
                <c:pt idx="1814">
                  <c:v>2.616</c:v>
                </c:pt>
                <c:pt idx="1815">
                  <c:v>2.544</c:v>
                </c:pt>
                <c:pt idx="1816">
                  <c:v>2.471</c:v>
                </c:pt>
                <c:pt idx="1817">
                  <c:v>2.397</c:v>
                </c:pt>
                <c:pt idx="1818">
                  <c:v>2.323</c:v>
                </c:pt>
                <c:pt idx="1819">
                  <c:v>2.248</c:v>
                </c:pt>
                <c:pt idx="1820">
                  <c:v>2.173</c:v>
                </c:pt>
                <c:pt idx="1821">
                  <c:v>2.098</c:v>
                </c:pt>
                <c:pt idx="1822">
                  <c:v>2.023</c:v>
                </c:pt>
                <c:pt idx="1823">
                  <c:v>1.948</c:v>
                </c:pt>
                <c:pt idx="1824">
                  <c:v>1.873</c:v>
                </c:pt>
                <c:pt idx="1825">
                  <c:v>1.799</c:v>
                </c:pt>
                <c:pt idx="1826">
                  <c:v>1.726</c:v>
                </c:pt>
                <c:pt idx="1827">
                  <c:v>1.653</c:v>
                </c:pt>
                <c:pt idx="1828">
                  <c:v>1.582</c:v>
                </c:pt>
                <c:pt idx="1829">
                  <c:v>1.513</c:v>
                </c:pt>
                <c:pt idx="1830">
                  <c:v>1.446</c:v>
                </c:pt>
                <c:pt idx="1831">
                  <c:v>1.381</c:v>
                </c:pt>
                <c:pt idx="1832">
                  <c:v>1.318</c:v>
                </c:pt>
                <c:pt idx="1833">
                  <c:v>1.258</c:v>
                </c:pt>
                <c:pt idx="1834">
                  <c:v>1.202</c:v>
                </c:pt>
                <c:pt idx="1835">
                  <c:v>1.149</c:v>
                </c:pt>
                <c:pt idx="1836">
                  <c:v>1.099</c:v>
                </c:pt>
                <c:pt idx="1837">
                  <c:v>1.053</c:v>
                </c:pt>
                <c:pt idx="1838">
                  <c:v>1.012</c:v>
                </c:pt>
                <c:pt idx="1839">
                  <c:v>0.974</c:v>
                </c:pt>
                <c:pt idx="1840">
                  <c:v>0.941</c:v>
                </c:pt>
                <c:pt idx="1841">
                  <c:v>0.912</c:v>
                </c:pt>
                <c:pt idx="1842">
                  <c:v>0.887</c:v>
                </c:pt>
                <c:pt idx="1843">
                  <c:v>0.866</c:v>
                </c:pt>
                <c:pt idx="1844">
                  <c:v>0.85</c:v>
                </c:pt>
                <c:pt idx="1845">
                  <c:v>0.838</c:v>
                </c:pt>
                <c:pt idx="1846">
                  <c:v>0.829</c:v>
                </c:pt>
                <c:pt idx="1847">
                  <c:v>0.825</c:v>
                </c:pt>
                <c:pt idx="1848">
                  <c:v>0.824</c:v>
                </c:pt>
                <c:pt idx="1849">
                  <c:v>0.826</c:v>
                </c:pt>
                <c:pt idx="1850">
                  <c:v>0.832</c:v>
                </c:pt>
                <c:pt idx="1851">
                  <c:v>0.84</c:v>
                </c:pt>
                <c:pt idx="1852">
                  <c:v>0.851</c:v>
                </c:pt>
                <c:pt idx="1853">
                  <c:v>0.864</c:v>
                </c:pt>
                <c:pt idx="1854">
                  <c:v>0.88</c:v>
                </c:pt>
                <c:pt idx="1855">
                  <c:v>0.897</c:v>
                </c:pt>
                <c:pt idx="1856">
                  <c:v>0.916</c:v>
                </c:pt>
                <c:pt idx="1857">
                  <c:v>0.936</c:v>
                </c:pt>
                <c:pt idx="1858">
                  <c:v>0.958</c:v>
                </c:pt>
                <c:pt idx="1859">
                  <c:v>0.981</c:v>
                </c:pt>
                <c:pt idx="1860">
                  <c:v>1.004</c:v>
                </c:pt>
                <c:pt idx="1861">
                  <c:v>1.028</c:v>
                </c:pt>
                <c:pt idx="1862">
                  <c:v>1.053</c:v>
                </c:pt>
                <c:pt idx="1863">
                  <c:v>1.078</c:v>
                </c:pt>
                <c:pt idx="1864">
                  <c:v>1.103</c:v>
                </c:pt>
                <c:pt idx="1865">
                  <c:v>1.129</c:v>
                </c:pt>
                <c:pt idx="1866">
                  <c:v>1.155</c:v>
                </c:pt>
                <c:pt idx="1867">
                  <c:v>1.181</c:v>
                </c:pt>
                <c:pt idx="1868">
                  <c:v>1.206</c:v>
                </c:pt>
                <c:pt idx="1869">
                  <c:v>1.232</c:v>
                </c:pt>
                <c:pt idx="1870">
                  <c:v>1.258</c:v>
                </c:pt>
                <c:pt idx="1871">
                  <c:v>1.284</c:v>
                </c:pt>
                <c:pt idx="1872">
                  <c:v>1.309</c:v>
                </c:pt>
                <c:pt idx="1873">
                  <c:v>1.334</c:v>
                </c:pt>
                <c:pt idx="1874">
                  <c:v>1.359</c:v>
                </c:pt>
                <c:pt idx="1875">
                  <c:v>1.383</c:v>
                </c:pt>
                <c:pt idx="1876">
                  <c:v>1.407</c:v>
                </c:pt>
                <c:pt idx="1877">
                  <c:v>1.429</c:v>
                </c:pt>
                <c:pt idx="1878">
                  <c:v>1.452</c:v>
                </c:pt>
                <c:pt idx="1879">
                  <c:v>1.473</c:v>
                </c:pt>
                <c:pt idx="1880">
                  <c:v>1.493</c:v>
                </c:pt>
                <c:pt idx="1881">
                  <c:v>1.512</c:v>
                </c:pt>
                <c:pt idx="1882">
                  <c:v>1.53</c:v>
                </c:pt>
                <c:pt idx="1883">
                  <c:v>1.546</c:v>
                </c:pt>
                <c:pt idx="1884">
                  <c:v>1.56</c:v>
                </c:pt>
                <c:pt idx="1885">
                  <c:v>1.573</c:v>
                </c:pt>
                <c:pt idx="1886">
                  <c:v>1.583</c:v>
                </c:pt>
                <c:pt idx="1887">
                  <c:v>1.592</c:v>
                </c:pt>
                <c:pt idx="1888">
                  <c:v>1.598</c:v>
                </c:pt>
                <c:pt idx="1889">
                  <c:v>1.602</c:v>
                </c:pt>
                <c:pt idx="1890">
                  <c:v>1.603</c:v>
                </c:pt>
                <c:pt idx="1891">
                  <c:v>1.602</c:v>
                </c:pt>
                <c:pt idx="1892">
                  <c:v>1.598</c:v>
                </c:pt>
                <c:pt idx="1893">
                  <c:v>1.591</c:v>
                </c:pt>
                <c:pt idx="1894">
                  <c:v>1.581</c:v>
                </c:pt>
                <c:pt idx="1895">
                  <c:v>1.569</c:v>
                </c:pt>
                <c:pt idx="1896">
                  <c:v>1.554</c:v>
                </c:pt>
                <c:pt idx="1897">
                  <c:v>1.536</c:v>
                </c:pt>
                <c:pt idx="1898">
                  <c:v>1.515</c:v>
                </c:pt>
                <c:pt idx="1899">
                  <c:v>1.492</c:v>
                </c:pt>
                <c:pt idx="1900">
                  <c:v>1.466</c:v>
                </c:pt>
                <c:pt idx="1901">
                  <c:v>1.438</c:v>
                </c:pt>
                <c:pt idx="1902">
                  <c:v>1.407</c:v>
                </c:pt>
                <c:pt idx="1903">
                  <c:v>1.375</c:v>
                </c:pt>
                <c:pt idx="1904">
                  <c:v>1.34</c:v>
                </c:pt>
                <c:pt idx="1905">
                  <c:v>1.303</c:v>
                </c:pt>
                <c:pt idx="1906">
                  <c:v>1.265</c:v>
                </c:pt>
                <c:pt idx="1907">
                  <c:v>1.225</c:v>
                </c:pt>
                <c:pt idx="1908">
                  <c:v>1.184</c:v>
                </c:pt>
                <c:pt idx="1909">
                  <c:v>1.141</c:v>
                </c:pt>
                <c:pt idx="1910">
                  <c:v>1.097</c:v>
                </c:pt>
                <c:pt idx="1911">
                  <c:v>1.053</c:v>
                </c:pt>
                <c:pt idx="1912">
                  <c:v>1.008</c:v>
                </c:pt>
                <c:pt idx="1913">
                  <c:v>0.962</c:v>
                </c:pt>
                <c:pt idx="1914">
                  <c:v>0.915</c:v>
                </c:pt>
                <c:pt idx="1915">
                  <c:v>0.868</c:v>
                </c:pt>
                <c:pt idx="1916">
                  <c:v>0.821</c:v>
                </c:pt>
                <c:pt idx="1917">
                  <c:v>0.774</c:v>
                </c:pt>
                <c:pt idx="1918">
                  <c:v>0.726</c:v>
                </c:pt>
                <c:pt idx="1919">
                  <c:v>0.679</c:v>
                </c:pt>
                <c:pt idx="1920">
                  <c:v>0.632</c:v>
                </c:pt>
                <c:pt idx="1921">
                  <c:v>0.586</c:v>
                </c:pt>
                <c:pt idx="1922">
                  <c:v>0.54</c:v>
                </c:pt>
                <c:pt idx="1923">
                  <c:v>0.495</c:v>
                </c:pt>
                <c:pt idx="1924">
                  <c:v>0.45</c:v>
                </c:pt>
                <c:pt idx="1925">
                  <c:v>0.407</c:v>
                </c:pt>
                <c:pt idx="1926">
                  <c:v>0.365</c:v>
                </c:pt>
                <c:pt idx="1927">
                  <c:v>0.324</c:v>
                </c:pt>
                <c:pt idx="1928">
                  <c:v>0.284</c:v>
                </c:pt>
                <c:pt idx="1929">
                  <c:v>0.246</c:v>
                </c:pt>
                <c:pt idx="1930">
                  <c:v>0.21</c:v>
                </c:pt>
                <c:pt idx="1931">
                  <c:v>0.175</c:v>
                </c:pt>
                <c:pt idx="1932">
                  <c:v>0.143</c:v>
                </c:pt>
                <c:pt idx="1933">
                  <c:v>0.113</c:v>
                </c:pt>
                <c:pt idx="1934">
                  <c:v>0.085</c:v>
                </c:pt>
                <c:pt idx="1935">
                  <c:v>0.06</c:v>
                </c:pt>
                <c:pt idx="1936">
                  <c:v>0.037</c:v>
                </c:pt>
                <c:pt idx="1937">
                  <c:v>0.016</c:v>
                </c:pt>
                <c:pt idx="1938">
                  <c:v>-0.001</c:v>
                </c:pt>
                <c:pt idx="1939">
                  <c:v>-0.016</c:v>
                </c:pt>
                <c:pt idx="1940">
                  <c:v>-0.028</c:v>
                </c:pt>
                <c:pt idx="1941">
                  <c:v>-0.037</c:v>
                </c:pt>
                <c:pt idx="1942">
                  <c:v>-0.043</c:v>
                </c:pt>
                <c:pt idx="1943">
                  <c:v>-0.046</c:v>
                </c:pt>
                <c:pt idx="1944">
                  <c:v>-0.046</c:v>
                </c:pt>
                <c:pt idx="1945">
                  <c:v>-0.043</c:v>
                </c:pt>
                <c:pt idx="1946">
                  <c:v>-0.037</c:v>
                </c:pt>
                <c:pt idx="1947">
                  <c:v>-0.028</c:v>
                </c:pt>
                <c:pt idx="1948">
                  <c:v>-0.017</c:v>
                </c:pt>
                <c:pt idx="1949">
                  <c:v>-0.002</c:v>
                </c:pt>
                <c:pt idx="1950">
                  <c:v>0.015</c:v>
                </c:pt>
                <c:pt idx="1951">
                  <c:v>0.034</c:v>
                </c:pt>
                <c:pt idx="1952">
                  <c:v>0.056</c:v>
                </c:pt>
                <c:pt idx="1953">
                  <c:v>0.081</c:v>
                </c:pt>
                <c:pt idx="1954">
                  <c:v>0.108</c:v>
                </c:pt>
                <c:pt idx="1955">
                  <c:v>0.136</c:v>
                </c:pt>
                <c:pt idx="1956">
                  <c:v>0.167</c:v>
                </c:pt>
                <c:pt idx="1957">
                  <c:v>0.199</c:v>
                </c:pt>
                <c:pt idx="1958">
                  <c:v>0.233</c:v>
                </c:pt>
                <c:pt idx="1959">
                  <c:v>0.269</c:v>
                </c:pt>
                <c:pt idx="1960">
                  <c:v>0.305</c:v>
                </c:pt>
                <c:pt idx="1961">
                  <c:v>0.342</c:v>
                </c:pt>
                <c:pt idx="1962">
                  <c:v>0.38</c:v>
                </c:pt>
                <c:pt idx="1963">
                  <c:v>0.419</c:v>
                </c:pt>
                <c:pt idx="1964">
                  <c:v>0.457</c:v>
                </c:pt>
                <c:pt idx="1965">
                  <c:v>0.496</c:v>
                </c:pt>
                <c:pt idx="1966">
                  <c:v>0.534</c:v>
                </c:pt>
                <c:pt idx="1967">
                  <c:v>0.573</c:v>
                </c:pt>
                <c:pt idx="1968">
                  <c:v>0.61</c:v>
                </c:pt>
                <c:pt idx="1969">
                  <c:v>0.647</c:v>
                </c:pt>
                <c:pt idx="1970">
                  <c:v>0.683</c:v>
                </c:pt>
                <c:pt idx="1971">
                  <c:v>0.718</c:v>
                </c:pt>
                <c:pt idx="1972">
                  <c:v>0.752</c:v>
                </c:pt>
                <c:pt idx="1973">
                  <c:v>0.784</c:v>
                </c:pt>
                <c:pt idx="1974">
                  <c:v>0.816</c:v>
                </c:pt>
                <c:pt idx="1975">
                  <c:v>0.846</c:v>
                </c:pt>
                <c:pt idx="1976">
                  <c:v>0.874</c:v>
                </c:pt>
                <c:pt idx="1977">
                  <c:v>0.901</c:v>
                </c:pt>
                <c:pt idx="1978">
                  <c:v>0.926</c:v>
                </c:pt>
                <c:pt idx="1979">
                  <c:v>0.95</c:v>
                </c:pt>
                <c:pt idx="1980">
                  <c:v>0.972</c:v>
                </c:pt>
                <c:pt idx="1981">
                  <c:v>0.993</c:v>
                </c:pt>
                <c:pt idx="1982">
                  <c:v>1.011</c:v>
                </c:pt>
                <c:pt idx="1983">
                  <c:v>1.028</c:v>
                </c:pt>
                <c:pt idx="1984">
                  <c:v>1.043</c:v>
                </c:pt>
                <c:pt idx="1985">
                  <c:v>1.056</c:v>
                </c:pt>
                <c:pt idx="1986">
                  <c:v>1.066</c:v>
                </c:pt>
                <c:pt idx="1987">
                  <c:v>1.075</c:v>
                </c:pt>
                <c:pt idx="1988">
                  <c:v>1.081</c:v>
                </c:pt>
                <c:pt idx="1989">
                  <c:v>1.085</c:v>
                </c:pt>
                <c:pt idx="1990">
                  <c:v>1.086</c:v>
                </c:pt>
                <c:pt idx="1991">
                  <c:v>1.084</c:v>
                </c:pt>
                <c:pt idx="1992">
                  <c:v>1.08</c:v>
                </c:pt>
                <c:pt idx="1993">
                  <c:v>1.072</c:v>
                </c:pt>
                <c:pt idx="1994">
                  <c:v>1.061</c:v>
                </c:pt>
                <c:pt idx="1995">
                  <c:v>1.047</c:v>
                </c:pt>
                <c:pt idx="1996">
                  <c:v>1.029</c:v>
                </c:pt>
                <c:pt idx="1997">
                  <c:v>1.008</c:v>
                </c:pt>
                <c:pt idx="1998">
                  <c:v>0.982</c:v>
                </c:pt>
                <c:pt idx="1999">
                  <c:v>0.953</c:v>
                </c:pt>
                <c:pt idx="2000">
                  <c:v>0.92</c:v>
                </c:pt>
                <c:pt idx="2001">
                  <c:v/>
                </c:pt>
                <c:pt idx="2002">
                  <c:v/>
                </c:pt>
              </c:numCache>
            </c:numRef>
          </c:yVal>
          <c:smooth val="0"/>
        </c:ser>
        <c:ser>
          <c:idx val="2"/>
          <c:order val="2"/>
          <c:tx>
            <c:strRef>
              <c:f>Sheet1!$D$1</c:f>
              <c:strCache>
                <c:ptCount val="1"/>
                <c:pt idx="0">
                  <c:v>collapse</c:v>
                </c:pt>
              </c:strCache>
            </c:strRef>
          </c:tx>
          <c:spPr>
            <a:solidFill>
              <a:srgbClr val="17242E"/>
            </a:solidFill>
            <a:ln w="19050" cap="flat">
              <a:solidFill>
                <a:srgbClr val="17242E"/>
              </a:solidFill>
              <a:prstDash val="solid"/>
              <a:round/>
            </a:ln>
            <a:effectLst/>
          </c:spPr>
          <c:marker>
            <c:symbol val="none"/>
            <c:size val="6"/>
            <c:spPr>
              <a:solidFill>
                <a:srgbClr val="17242E"/>
              </a:solidFill>
              <a:ln w="9525" cap="flat">
                <a:solidFill>
                  <a:srgbClr val="17242E"/>
                </a:solidFill>
                <a:prstDash val="solid"/>
                <a:round/>
              </a:ln>
              <a:effectLst/>
            </c:spPr>
          </c:marker>
          <c:xVal>
            <c:numRef>
              <c:f>Sheet1!$A$2:$A$2004</c:f>
              <c:numCache>
                <c:formatCode>General</c:formatCode>
                <c:ptCount val="2003"/>
                <c:pt idx="0">
                  <c:v>0</c:v>
                </c:pt>
                <c:pt idx="1">
                  <c:v>0.0005</c:v>
                </c:pt>
                <c:pt idx="2">
                  <c:v>0.001</c:v>
                </c:pt>
                <c:pt idx="3">
                  <c:v>0.0015</c:v>
                </c:pt>
                <c:pt idx="4">
                  <c:v>0.002</c:v>
                </c:pt>
                <c:pt idx="5">
                  <c:v>0.0025</c:v>
                </c:pt>
                <c:pt idx="6">
                  <c:v>0.003</c:v>
                </c:pt>
                <c:pt idx="7">
                  <c:v>0.0035</c:v>
                </c:pt>
                <c:pt idx="8">
                  <c:v>0.004</c:v>
                </c:pt>
                <c:pt idx="9">
                  <c:v>0.0045</c:v>
                </c:pt>
                <c:pt idx="10">
                  <c:v>0.005</c:v>
                </c:pt>
                <c:pt idx="11">
                  <c:v>0.0055</c:v>
                </c:pt>
                <c:pt idx="12">
                  <c:v>0.006</c:v>
                </c:pt>
                <c:pt idx="13">
                  <c:v>0.0065</c:v>
                </c:pt>
                <c:pt idx="14">
                  <c:v>0.007</c:v>
                </c:pt>
                <c:pt idx="15">
                  <c:v>0.0075</c:v>
                </c:pt>
                <c:pt idx="16">
                  <c:v>0.008</c:v>
                </c:pt>
                <c:pt idx="17">
                  <c:v>0.0085</c:v>
                </c:pt>
                <c:pt idx="18">
                  <c:v>0.009</c:v>
                </c:pt>
                <c:pt idx="19">
                  <c:v>0.0095</c:v>
                </c:pt>
                <c:pt idx="20">
                  <c:v>0.01</c:v>
                </c:pt>
                <c:pt idx="21">
                  <c:v>0.0105</c:v>
                </c:pt>
                <c:pt idx="22">
                  <c:v>0.011</c:v>
                </c:pt>
                <c:pt idx="23">
                  <c:v>0.0115</c:v>
                </c:pt>
                <c:pt idx="24">
                  <c:v>0.012</c:v>
                </c:pt>
                <c:pt idx="25">
                  <c:v>0.0125</c:v>
                </c:pt>
                <c:pt idx="26">
                  <c:v>0.013</c:v>
                </c:pt>
                <c:pt idx="27">
                  <c:v>0.0135</c:v>
                </c:pt>
                <c:pt idx="28">
                  <c:v>0.014</c:v>
                </c:pt>
                <c:pt idx="29">
                  <c:v>0.0145</c:v>
                </c:pt>
                <c:pt idx="30">
                  <c:v>0.015</c:v>
                </c:pt>
                <c:pt idx="31">
                  <c:v>0.0155</c:v>
                </c:pt>
                <c:pt idx="32">
                  <c:v>0.016</c:v>
                </c:pt>
                <c:pt idx="33">
                  <c:v>0.0165</c:v>
                </c:pt>
                <c:pt idx="34">
                  <c:v>0.017</c:v>
                </c:pt>
                <c:pt idx="35">
                  <c:v>0.0175</c:v>
                </c:pt>
                <c:pt idx="36">
                  <c:v>0.018</c:v>
                </c:pt>
                <c:pt idx="37">
                  <c:v>0.0185</c:v>
                </c:pt>
                <c:pt idx="38">
                  <c:v>0.019</c:v>
                </c:pt>
                <c:pt idx="39">
                  <c:v>0.0195</c:v>
                </c:pt>
                <c:pt idx="40">
                  <c:v>0.02</c:v>
                </c:pt>
                <c:pt idx="41">
                  <c:v>0.0205</c:v>
                </c:pt>
                <c:pt idx="42">
                  <c:v>0.021</c:v>
                </c:pt>
                <c:pt idx="43">
                  <c:v>0.0215</c:v>
                </c:pt>
                <c:pt idx="44">
                  <c:v>0.022</c:v>
                </c:pt>
                <c:pt idx="45">
                  <c:v>0.0225</c:v>
                </c:pt>
                <c:pt idx="46">
                  <c:v>0.023</c:v>
                </c:pt>
                <c:pt idx="47">
                  <c:v>0.0235</c:v>
                </c:pt>
                <c:pt idx="48">
                  <c:v>0.024</c:v>
                </c:pt>
                <c:pt idx="49">
                  <c:v>0.0245</c:v>
                </c:pt>
                <c:pt idx="50">
                  <c:v>0.025</c:v>
                </c:pt>
                <c:pt idx="51">
                  <c:v>0.0255</c:v>
                </c:pt>
                <c:pt idx="52">
                  <c:v>0.026</c:v>
                </c:pt>
                <c:pt idx="53">
                  <c:v>0.0265</c:v>
                </c:pt>
                <c:pt idx="54">
                  <c:v>0.027</c:v>
                </c:pt>
                <c:pt idx="55">
                  <c:v>0.0275</c:v>
                </c:pt>
                <c:pt idx="56">
                  <c:v>0.028</c:v>
                </c:pt>
                <c:pt idx="57">
                  <c:v>0.0285</c:v>
                </c:pt>
                <c:pt idx="58">
                  <c:v>0.029</c:v>
                </c:pt>
                <c:pt idx="59">
                  <c:v>0.0295</c:v>
                </c:pt>
                <c:pt idx="60">
                  <c:v>0.03</c:v>
                </c:pt>
                <c:pt idx="61">
                  <c:v>0.0305</c:v>
                </c:pt>
                <c:pt idx="62">
                  <c:v>0.031</c:v>
                </c:pt>
                <c:pt idx="63">
                  <c:v>0.0315</c:v>
                </c:pt>
                <c:pt idx="64">
                  <c:v>0.032</c:v>
                </c:pt>
                <c:pt idx="65">
                  <c:v>0.0325</c:v>
                </c:pt>
                <c:pt idx="66">
                  <c:v>0.033</c:v>
                </c:pt>
                <c:pt idx="67">
                  <c:v>0.0335</c:v>
                </c:pt>
                <c:pt idx="68">
                  <c:v>0.034</c:v>
                </c:pt>
                <c:pt idx="69">
                  <c:v>0.0345</c:v>
                </c:pt>
                <c:pt idx="70">
                  <c:v>0.035</c:v>
                </c:pt>
                <c:pt idx="71">
                  <c:v>0.0355</c:v>
                </c:pt>
                <c:pt idx="72">
                  <c:v>0.036</c:v>
                </c:pt>
                <c:pt idx="73">
                  <c:v>0.0365</c:v>
                </c:pt>
                <c:pt idx="74">
                  <c:v>0.037</c:v>
                </c:pt>
                <c:pt idx="75">
                  <c:v>0.0375</c:v>
                </c:pt>
                <c:pt idx="76">
                  <c:v>0.038</c:v>
                </c:pt>
                <c:pt idx="77">
                  <c:v>0.0385</c:v>
                </c:pt>
                <c:pt idx="78">
                  <c:v>0.039</c:v>
                </c:pt>
                <c:pt idx="79">
                  <c:v>0.0395</c:v>
                </c:pt>
                <c:pt idx="80">
                  <c:v>0.04</c:v>
                </c:pt>
                <c:pt idx="81">
                  <c:v>0.0405</c:v>
                </c:pt>
                <c:pt idx="82">
                  <c:v>0.041</c:v>
                </c:pt>
                <c:pt idx="83">
                  <c:v>0.0415</c:v>
                </c:pt>
                <c:pt idx="84">
                  <c:v>0.042</c:v>
                </c:pt>
                <c:pt idx="85">
                  <c:v>0.0425</c:v>
                </c:pt>
                <c:pt idx="86">
                  <c:v>0.043</c:v>
                </c:pt>
                <c:pt idx="87">
                  <c:v>0.0435</c:v>
                </c:pt>
                <c:pt idx="88">
                  <c:v>0.044</c:v>
                </c:pt>
                <c:pt idx="89">
                  <c:v>0.0445</c:v>
                </c:pt>
                <c:pt idx="90">
                  <c:v>0.045</c:v>
                </c:pt>
                <c:pt idx="91">
                  <c:v>0.0455</c:v>
                </c:pt>
                <c:pt idx="92">
                  <c:v>0.046</c:v>
                </c:pt>
                <c:pt idx="93">
                  <c:v>0.0465</c:v>
                </c:pt>
                <c:pt idx="94">
                  <c:v>0.047</c:v>
                </c:pt>
                <c:pt idx="95">
                  <c:v>0.0475</c:v>
                </c:pt>
                <c:pt idx="96">
                  <c:v>0.048</c:v>
                </c:pt>
                <c:pt idx="97">
                  <c:v>0.0485</c:v>
                </c:pt>
                <c:pt idx="98">
                  <c:v>0.049</c:v>
                </c:pt>
                <c:pt idx="99">
                  <c:v>0.0495</c:v>
                </c:pt>
                <c:pt idx="100">
                  <c:v>0.05</c:v>
                </c:pt>
                <c:pt idx="101">
                  <c:v>0.0505</c:v>
                </c:pt>
                <c:pt idx="102">
                  <c:v>0.051</c:v>
                </c:pt>
                <c:pt idx="103">
                  <c:v>0.0515</c:v>
                </c:pt>
                <c:pt idx="104">
                  <c:v>0.052</c:v>
                </c:pt>
                <c:pt idx="105">
                  <c:v>0.0525</c:v>
                </c:pt>
                <c:pt idx="106">
                  <c:v>0.053</c:v>
                </c:pt>
                <c:pt idx="107">
                  <c:v>0.0535</c:v>
                </c:pt>
                <c:pt idx="108">
                  <c:v>0.054</c:v>
                </c:pt>
                <c:pt idx="109">
                  <c:v>0.0545</c:v>
                </c:pt>
                <c:pt idx="110">
                  <c:v>0.055</c:v>
                </c:pt>
                <c:pt idx="111">
                  <c:v>0.0555</c:v>
                </c:pt>
                <c:pt idx="112">
                  <c:v>0.056</c:v>
                </c:pt>
                <c:pt idx="113">
                  <c:v>0.0565</c:v>
                </c:pt>
                <c:pt idx="114">
                  <c:v>0.057</c:v>
                </c:pt>
                <c:pt idx="115">
                  <c:v>0.0575</c:v>
                </c:pt>
                <c:pt idx="116">
                  <c:v>0.058</c:v>
                </c:pt>
                <c:pt idx="117">
                  <c:v>0.0585</c:v>
                </c:pt>
                <c:pt idx="118">
                  <c:v>0.059</c:v>
                </c:pt>
                <c:pt idx="119">
                  <c:v>0.0595</c:v>
                </c:pt>
                <c:pt idx="120">
                  <c:v>0.06</c:v>
                </c:pt>
                <c:pt idx="121">
                  <c:v>0.0605</c:v>
                </c:pt>
                <c:pt idx="122">
                  <c:v>0.061</c:v>
                </c:pt>
                <c:pt idx="123">
                  <c:v>0.0615</c:v>
                </c:pt>
                <c:pt idx="124">
                  <c:v>0.062</c:v>
                </c:pt>
                <c:pt idx="125">
                  <c:v>0.0625</c:v>
                </c:pt>
                <c:pt idx="126">
                  <c:v>0.063</c:v>
                </c:pt>
                <c:pt idx="127">
                  <c:v>0.0635</c:v>
                </c:pt>
                <c:pt idx="128">
                  <c:v>0.064</c:v>
                </c:pt>
                <c:pt idx="129">
                  <c:v>0.0645</c:v>
                </c:pt>
                <c:pt idx="130">
                  <c:v>0.065</c:v>
                </c:pt>
                <c:pt idx="131">
                  <c:v>0.0655</c:v>
                </c:pt>
                <c:pt idx="132">
                  <c:v>0.066</c:v>
                </c:pt>
                <c:pt idx="133">
                  <c:v>0.0665</c:v>
                </c:pt>
                <c:pt idx="134">
                  <c:v>0.067</c:v>
                </c:pt>
                <c:pt idx="135">
                  <c:v>0.0675</c:v>
                </c:pt>
                <c:pt idx="136">
                  <c:v>0.068</c:v>
                </c:pt>
                <c:pt idx="137">
                  <c:v>0.0685</c:v>
                </c:pt>
                <c:pt idx="138">
                  <c:v>0.069</c:v>
                </c:pt>
                <c:pt idx="139">
                  <c:v>0.0695</c:v>
                </c:pt>
                <c:pt idx="140">
                  <c:v>0.07</c:v>
                </c:pt>
                <c:pt idx="141">
                  <c:v>0.0705</c:v>
                </c:pt>
                <c:pt idx="142">
                  <c:v>0.071</c:v>
                </c:pt>
                <c:pt idx="143">
                  <c:v>0.0715</c:v>
                </c:pt>
                <c:pt idx="144">
                  <c:v>0.072</c:v>
                </c:pt>
                <c:pt idx="145">
                  <c:v>0.0725</c:v>
                </c:pt>
                <c:pt idx="146">
                  <c:v>0.073</c:v>
                </c:pt>
                <c:pt idx="147">
                  <c:v>0.0735</c:v>
                </c:pt>
                <c:pt idx="148">
                  <c:v>0.074</c:v>
                </c:pt>
                <c:pt idx="149">
                  <c:v>0.0745</c:v>
                </c:pt>
                <c:pt idx="150">
                  <c:v>0.075</c:v>
                </c:pt>
                <c:pt idx="151">
                  <c:v>0.0755</c:v>
                </c:pt>
                <c:pt idx="152">
                  <c:v>0.076</c:v>
                </c:pt>
                <c:pt idx="153">
                  <c:v>0.0765</c:v>
                </c:pt>
                <c:pt idx="154">
                  <c:v>0.077</c:v>
                </c:pt>
                <c:pt idx="155">
                  <c:v>0.0775</c:v>
                </c:pt>
                <c:pt idx="156">
                  <c:v>0.078</c:v>
                </c:pt>
                <c:pt idx="157">
                  <c:v>0.0785</c:v>
                </c:pt>
                <c:pt idx="158">
                  <c:v>0.079</c:v>
                </c:pt>
                <c:pt idx="159">
                  <c:v>0.0795</c:v>
                </c:pt>
                <c:pt idx="160">
                  <c:v>0.08</c:v>
                </c:pt>
                <c:pt idx="161">
                  <c:v>0.0805</c:v>
                </c:pt>
                <c:pt idx="162">
                  <c:v>0.081</c:v>
                </c:pt>
                <c:pt idx="163">
                  <c:v>0.0815</c:v>
                </c:pt>
                <c:pt idx="164">
                  <c:v>0.082</c:v>
                </c:pt>
                <c:pt idx="165">
                  <c:v>0.0825</c:v>
                </c:pt>
                <c:pt idx="166">
                  <c:v>0.083</c:v>
                </c:pt>
                <c:pt idx="167">
                  <c:v>0.0835</c:v>
                </c:pt>
                <c:pt idx="168">
                  <c:v>0.084</c:v>
                </c:pt>
                <c:pt idx="169">
                  <c:v>0.0845</c:v>
                </c:pt>
                <c:pt idx="170">
                  <c:v>0.085</c:v>
                </c:pt>
                <c:pt idx="171">
                  <c:v>0.0855</c:v>
                </c:pt>
                <c:pt idx="172">
                  <c:v>0.086</c:v>
                </c:pt>
                <c:pt idx="173">
                  <c:v>0.0865</c:v>
                </c:pt>
                <c:pt idx="174">
                  <c:v>0.087</c:v>
                </c:pt>
                <c:pt idx="175">
                  <c:v>0.0875</c:v>
                </c:pt>
                <c:pt idx="176">
                  <c:v>0.088</c:v>
                </c:pt>
                <c:pt idx="177">
                  <c:v>0.0885</c:v>
                </c:pt>
                <c:pt idx="178">
                  <c:v>0.089</c:v>
                </c:pt>
                <c:pt idx="179">
                  <c:v>0.0895</c:v>
                </c:pt>
                <c:pt idx="180">
                  <c:v>0.09</c:v>
                </c:pt>
                <c:pt idx="181">
                  <c:v>0.0905</c:v>
                </c:pt>
                <c:pt idx="182">
                  <c:v>0.091</c:v>
                </c:pt>
                <c:pt idx="183">
                  <c:v>0.0915</c:v>
                </c:pt>
                <c:pt idx="184">
                  <c:v>0.092</c:v>
                </c:pt>
                <c:pt idx="185">
                  <c:v>0.0925</c:v>
                </c:pt>
                <c:pt idx="186">
                  <c:v>0.093</c:v>
                </c:pt>
                <c:pt idx="187">
                  <c:v>0.0935</c:v>
                </c:pt>
                <c:pt idx="188">
                  <c:v>0.094</c:v>
                </c:pt>
                <c:pt idx="189">
                  <c:v>0.0945</c:v>
                </c:pt>
                <c:pt idx="190">
                  <c:v>0.095</c:v>
                </c:pt>
                <c:pt idx="191">
                  <c:v>0.0955</c:v>
                </c:pt>
                <c:pt idx="192">
                  <c:v>0.096</c:v>
                </c:pt>
                <c:pt idx="193">
                  <c:v>0.0965</c:v>
                </c:pt>
                <c:pt idx="194">
                  <c:v>0.097</c:v>
                </c:pt>
                <c:pt idx="195">
                  <c:v>0.0975</c:v>
                </c:pt>
                <c:pt idx="196">
                  <c:v>0.098</c:v>
                </c:pt>
                <c:pt idx="197">
                  <c:v>0.0985</c:v>
                </c:pt>
                <c:pt idx="198">
                  <c:v>0.099</c:v>
                </c:pt>
                <c:pt idx="199">
                  <c:v>0.0995</c:v>
                </c:pt>
                <c:pt idx="200">
                  <c:v>0.1</c:v>
                </c:pt>
                <c:pt idx="201">
                  <c:v>0.1005</c:v>
                </c:pt>
                <c:pt idx="202">
                  <c:v>0.101</c:v>
                </c:pt>
                <c:pt idx="203">
                  <c:v>0.1015</c:v>
                </c:pt>
                <c:pt idx="204">
                  <c:v>0.102</c:v>
                </c:pt>
                <c:pt idx="205">
                  <c:v>0.1025</c:v>
                </c:pt>
                <c:pt idx="206">
                  <c:v>0.103</c:v>
                </c:pt>
                <c:pt idx="207">
                  <c:v>0.1035</c:v>
                </c:pt>
                <c:pt idx="208">
                  <c:v>0.104</c:v>
                </c:pt>
                <c:pt idx="209">
                  <c:v>0.1045</c:v>
                </c:pt>
                <c:pt idx="210">
                  <c:v>0.105</c:v>
                </c:pt>
                <c:pt idx="211">
                  <c:v>0.1055</c:v>
                </c:pt>
                <c:pt idx="212">
                  <c:v>0.106</c:v>
                </c:pt>
                <c:pt idx="213">
                  <c:v>0.1065</c:v>
                </c:pt>
                <c:pt idx="214">
                  <c:v>0.107</c:v>
                </c:pt>
                <c:pt idx="215">
                  <c:v>0.1075</c:v>
                </c:pt>
                <c:pt idx="216">
                  <c:v>0.108</c:v>
                </c:pt>
                <c:pt idx="217">
                  <c:v>0.1085</c:v>
                </c:pt>
                <c:pt idx="218">
                  <c:v>0.109</c:v>
                </c:pt>
                <c:pt idx="219">
                  <c:v>0.1095</c:v>
                </c:pt>
                <c:pt idx="220">
                  <c:v>0.11</c:v>
                </c:pt>
                <c:pt idx="221">
                  <c:v>0.1105</c:v>
                </c:pt>
                <c:pt idx="222">
                  <c:v>0.111</c:v>
                </c:pt>
                <c:pt idx="223">
                  <c:v>0.1115</c:v>
                </c:pt>
                <c:pt idx="224">
                  <c:v>0.112</c:v>
                </c:pt>
                <c:pt idx="225">
                  <c:v>0.1125</c:v>
                </c:pt>
                <c:pt idx="226">
                  <c:v>0.113</c:v>
                </c:pt>
                <c:pt idx="227">
                  <c:v>0.1135</c:v>
                </c:pt>
                <c:pt idx="228">
                  <c:v>0.114</c:v>
                </c:pt>
                <c:pt idx="229">
                  <c:v>0.1145</c:v>
                </c:pt>
                <c:pt idx="230">
                  <c:v>0.115</c:v>
                </c:pt>
                <c:pt idx="231">
                  <c:v>0.1155</c:v>
                </c:pt>
                <c:pt idx="232">
                  <c:v>0.116</c:v>
                </c:pt>
                <c:pt idx="233">
                  <c:v>0.1165</c:v>
                </c:pt>
                <c:pt idx="234">
                  <c:v>0.117</c:v>
                </c:pt>
                <c:pt idx="235">
                  <c:v>0.1175</c:v>
                </c:pt>
                <c:pt idx="236">
                  <c:v>0.118</c:v>
                </c:pt>
                <c:pt idx="237">
                  <c:v>0.1185</c:v>
                </c:pt>
                <c:pt idx="238">
                  <c:v>0.119</c:v>
                </c:pt>
                <c:pt idx="239">
                  <c:v>0.1195</c:v>
                </c:pt>
                <c:pt idx="240">
                  <c:v>0.12</c:v>
                </c:pt>
                <c:pt idx="241">
                  <c:v>0.1205</c:v>
                </c:pt>
                <c:pt idx="242">
                  <c:v>0.121</c:v>
                </c:pt>
                <c:pt idx="243">
                  <c:v>0.1215</c:v>
                </c:pt>
                <c:pt idx="244">
                  <c:v>0.122</c:v>
                </c:pt>
                <c:pt idx="245">
                  <c:v>0.1225</c:v>
                </c:pt>
                <c:pt idx="246">
                  <c:v>0.123</c:v>
                </c:pt>
                <c:pt idx="247">
                  <c:v>0.1235</c:v>
                </c:pt>
                <c:pt idx="248">
                  <c:v>0.124</c:v>
                </c:pt>
                <c:pt idx="249">
                  <c:v>0.1245</c:v>
                </c:pt>
                <c:pt idx="250">
                  <c:v>0.125</c:v>
                </c:pt>
                <c:pt idx="251">
                  <c:v>0.1255</c:v>
                </c:pt>
                <c:pt idx="252">
                  <c:v>0.126</c:v>
                </c:pt>
                <c:pt idx="253">
                  <c:v>0.1265</c:v>
                </c:pt>
                <c:pt idx="254">
                  <c:v>0.127</c:v>
                </c:pt>
                <c:pt idx="255">
                  <c:v>0.1275</c:v>
                </c:pt>
                <c:pt idx="256">
                  <c:v>0.128</c:v>
                </c:pt>
                <c:pt idx="257">
                  <c:v>0.1285</c:v>
                </c:pt>
                <c:pt idx="258">
                  <c:v>0.129</c:v>
                </c:pt>
                <c:pt idx="259">
                  <c:v>0.1295</c:v>
                </c:pt>
                <c:pt idx="260">
                  <c:v>0.13</c:v>
                </c:pt>
                <c:pt idx="261">
                  <c:v>0.1305</c:v>
                </c:pt>
                <c:pt idx="262">
                  <c:v>0.131</c:v>
                </c:pt>
                <c:pt idx="263">
                  <c:v>0.1315</c:v>
                </c:pt>
                <c:pt idx="264">
                  <c:v>0.132</c:v>
                </c:pt>
                <c:pt idx="265">
                  <c:v>0.1325</c:v>
                </c:pt>
                <c:pt idx="266">
                  <c:v>0.133</c:v>
                </c:pt>
                <c:pt idx="267">
                  <c:v>0.1335</c:v>
                </c:pt>
                <c:pt idx="268">
                  <c:v>0.134</c:v>
                </c:pt>
                <c:pt idx="269">
                  <c:v>0.1345</c:v>
                </c:pt>
                <c:pt idx="270">
                  <c:v>0.135</c:v>
                </c:pt>
                <c:pt idx="271">
                  <c:v>0.1355</c:v>
                </c:pt>
                <c:pt idx="272">
                  <c:v>0.136</c:v>
                </c:pt>
                <c:pt idx="273">
                  <c:v>0.1365</c:v>
                </c:pt>
                <c:pt idx="274">
                  <c:v>0.137</c:v>
                </c:pt>
                <c:pt idx="275">
                  <c:v>0.1375</c:v>
                </c:pt>
                <c:pt idx="276">
                  <c:v>0.138</c:v>
                </c:pt>
                <c:pt idx="277">
                  <c:v>0.1385</c:v>
                </c:pt>
                <c:pt idx="278">
                  <c:v>0.139</c:v>
                </c:pt>
                <c:pt idx="279">
                  <c:v>0.1395</c:v>
                </c:pt>
                <c:pt idx="280">
                  <c:v>0.14</c:v>
                </c:pt>
                <c:pt idx="281">
                  <c:v>0.1405</c:v>
                </c:pt>
                <c:pt idx="282">
                  <c:v>0.141</c:v>
                </c:pt>
                <c:pt idx="283">
                  <c:v>0.1415</c:v>
                </c:pt>
                <c:pt idx="284">
                  <c:v>0.142</c:v>
                </c:pt>
                <c:pt idx="285">
                  <c:v>0.1425</c:v>
                </c:pt>
                <c:pt idx="286">
                  <c:v>0.143</c:v>
                </c:pt>
                <c:pt idx="287">
                  <c:v>0.1435</c:v>
                </c:pt>
                <c:pt idx="288">
                  <c:v>0.144</c:v>
                </c:pt>
                <c:pt idx="289">
                  <c:v>0.1445</c:v>
                </c:pt>
                <c:pt idx="290">
                  <c:v>0.145</c:v>
                </c:pt>
                <c:pt idx="291">
                  <c:v>0.1455</c:v>
                </c:pt>
                <c:pt idx="292">
                  <c:v>0.146</c:v>
                </c:pt>
                <c:pt idx="293">
                  <c:v>0.1465</c:v>
                </c:pt>
                <c:pt idx="294">
                  <c:v>0.147</c:v>
                </c:pt>
                <c:pt idx="295">
                  <c:v>0.1475</c:v>
                </c:pt>
                <c:pt idx="296">
                  <c:v>0.148</c:v>
                </c:pt>
                <c:pt idx="297">
                  <c:v>0.1485</c:v>
                </c:pt>
                <c:pt idx="298">
                  <c:v>0.149</c:v>
                </c:pt>
                <c:pt idx="299">
                  <c:v>0.1495</c:v>
                </c:pt>
                <c:pt idx="300">
                  <c:v>0.15</c:v>
                </c:pt>
                <c:pt idx="301">
                  <c:v>0.1505</c:v>
                </c:pt>
                <c:pt idx="302">
                  <c:v>0.151</c:v>
                </c:pt>
                <c:pt idx="303">
                  <c:v>0.1515</c:v>
                </c:pt>
                <c:pt idx="304">
                  <c:v>0.152</c:v>
                </c:pt>
                <c:pt idx="305">
                  <c:v>0.1525</c:v>
                </c:pt>
                <c:pt idx="306">
                  <c:v>0.153</c:v>
                </c:pt>
                <c:pt idx="307">
                  <c:v>0.1535</c:v>
                </c:pt>
                <c:pt idx="308">
                  <c:v>0.154</c:v>
                </c:pt>
                <c:pt idx="309">
                  <c:v>0.1545</c:v>
                </c:pt>
                <c:pt idx="310">
                  <c:v>0.155</c:v>
                </c:pt>
                <c:pt idx="311">
                  <c:v>0.1555</c:v>
                </c:pt>
                <c:pt idx="312">
                  <c:v>0.156</c:v>
                </c:pt>
                <c:pt idx="313">
                  <c:v>0.1565</c:v>
                </c:pt>
                <c:pt idx="314">
                  <c:v>0.157</c:v>
                </c:pt>
                <c:pt idx="315">
                  <c:v>0.1575</c:v>
                </c:pt>
                <c:pt idx="316">
                  <c:v>0.158</c:v>
                </c:pt>
                <c:pt idx="317">
                  <c:v>0.1585</c:v>
                </c:pt>
                <c:pt idx="318">
                  <c:v>0.159</c:v>
                </c:pt>
                <c:pt idx="319">
                  <c:v>0.1595</c:v>
                </c:pt>
                <c:pt idx="320">
                  <c:v>0.16</c:v>
                </c:pt>
                <c:pt idx="321">
                  <c:v>0.1605</c:v>
                </c:pt>
                <c:pt idx="322">
                  <c:v>0.161</c:v>
                </c:pt>
                <c:pt idx="323">
                  <c:v>0.1615</c:v>
                </c:pt>
                <c:pt idx="324">
                  <c:v>0.162</c:v>
                </c:pt>
                <c:pt idx="325">
                  <c:v>0.1625</c:v>
                </c:pt>
                <c:pt idx="326">
                  <c:v>0.163</c:v>
                </c:pt>
                <c:pt idx="327">
                  <c:v>0.1635</c:v>
                </c:pt>
                <c:pt idx="328">
                  <c:v>0.164</c:v>
                </c:pt>
                <c:pt idx="329">
                  <c:v>0.1645</c:v>
                </c:pt>
                <c:pt idx="330">
                  <c:v>0.165</c:v>
                </c:pt>
                <c:pt idx="331">
                  <c:v>0.1655</c:v>
                </c:pt>
                <c:pt idx="332">
                  <c:v>0.166</c:v>
                </c:pt>
                <c:pt idx="333">
                  <c:v>0.1665</c:v>
                </c:pt>
                <c:pt idx="334">
                  <c:v>0.167</c:v>
                </c:pt>
                <c:pt idx="335">
                  <c:v>0.1675</c:v>
                </c:pt>
                <c:pt idx="336">
                  <c:v>0.168</c:v>
                </c:pt>
                <c:pt idx="337">
                  <c:v>0.1685</c:v>
                </c:pt>
                <c:pt idx="338">
                  <c:v>0.169</c:v>
                </c:pt>
                <c:pt idx="339">
                  <c:v>0.1695</c:v>
                </c:pt>
                <c:pt idx="340">
                  <c:v>0.17</c:v>
                </c:pt>
                <c:pt idx="341">
                  <c:v>0.1705</c:v>
                </c:pt>
                <c:pt idx="342">
                  <c:v>0.171</c:v>
                </c:pt>
                <c:pt idx="343">
                  <c:v>0.1715</c:v>
                </c:pt>
                <c:pt idx="344">
                  <c:v>0.172</c:v>
                </c:pt>
                <c:pt idx="345">
                  <c:v>0.1725</c:v>
                </c:pt>
                <c:pt idx="346">
                  <c:v>0.173</c:v>
                </c:pt>
                <c:pt idx="347">
                  <c:v>0.1735</c:v>
                </c:pt>
                <c:pt idx="348">
                  <c:v>0.174</c:v>
                </c:pt>
                <c:pt idx="349">
                  <c:v>0.1745</c:v>
                </c:pt>
                <c:pt idx="350">
                  <c:v>0.175</c:v>
                </c:pt>
                <c:pt idx="351">
                  <c:v>0.1755</c:v>
                </c:pt>
                <c:pt idx="352">
                  <c:v>0.176</c:v>
                </c:pt>
                <c:pt idx="353">
                  <c:v>0.1765</c:v>
                </c:pt>
                <c:pt idx="354">
                  <c:v>0.177</c:v>
                </c:pt>
                <c:pt idx="355">
                  <c:v>0.1775</c:v>
                </c:pt>
                <c:pt idx="356">
                  <c:v>0.178</c:v>
                </c:pt>
                <c:pt idx="357">
                  <c:v>0.1785</c:v>
                </c:pt>
                <c:pt idx="358">
                  <c:v>0.179</c:v>
                </c:pt>
                <c:pt idx="359">
                  <c:v>0.1795</c:v>
                </c:pt>
                <c:pt idx="360">
                  <c:v>0.18</c:v>
                </c:pt>
                <c:pt idx="361">
                  <c:v>0.1805</c:v>
                </c:pt>
                <c:pt idx="362">
                  <c:v>0.181</c:v>
                </c:pt>
                <c:pt idx="363">
                  <c:v>0.1815</c:v>
                </c:pt>
                <c:pt idx="364">
                  <c:v>0.182</c:v>
                </c:pt>
                <c:pt idx="365">
                  <c:v>0.1825</c:v>
                </c:pt>
                <c:pt idx="366">
                  <c:v>0.183</c:v>
                </c:pt>
                <c:pt idx="367">
                  <c:v>0.1835</c:v>
                </c:pt>
                <c:pt idx="368">
                  <c:v>0.184</c:v>
                </c:pt>
                <c:pt idx="369">
                  <c:v>0.1845</c:v>
                </c:pt>
                <c:pt idx="370">
                  <c:v>0.185</c:v>
                </c:pt>
                <c:pt idx="371">
                  <c:v>0.1855</c:v>
                </c:pt>
                <c:pt idx="372">
                  <c:v>0.186</c:v>
                </c:pt>
                <c:pt idx="373">
                  <c:v>0.1865</c:v>
                </c:pt>
                <c:pt idx="374">
                  <c:v>0.187</c:v>
                </c:pt>
                <c:pt idx="375">
                  <c:v>0.1875</c:v>
                </c:pt>
                <c:pt idx="376">
                  <c:v>0.188</c:v>
                </c:pt>
                <c:pt idx="377">
                  <c:v>0.1885</c:v>
                </c:pt>
                <c:pt idx="378">
                  <c:v>0.189</c:v>
                </c:pt>
                <c:pt idx="379">
                  <c:v>0.1895</c:v>
                </c:pt>
                <c:pt idx="380">
                  <c:v>0.19</c:v>
                </c:pt>
                <c:pt idx="381">
                  <c:v>0.1905</c:v>
                </c:pt>
                <c:pt idx="382">
                  <c:v>0.191</c:v>
                </c:pt>
                <c:pt idx="383">
                  <c:v>0.1915</c:v>
                </c:pt>
                <c:pt idx="384">
                  <c:v>0.192</c:v>
                </c:pt>
                <c:pt idx="385">
                  <c:v>0.1925</c:v>
                </c:pt>
                <c:pt idx="386">
                  <c:v>0.193</c:v>
                </c:pt>
                <c:pt idx="387">
                  <c:v>0.1935</c:v>
                </c:pt>
                <c:pt idx="388">
                  <c:v>0.194</c:v>
                </c:pt>
                <c:pt idx="389">
                  <c:v>0.1945</c:v>
                </c:pt>
                <c:pt idx="390">
                  <c:v>0.195</c:v>
                </c:pt>
                <c:pt idx="391">
                  <c:v>0.1955</c:v>
                </c:pt>
                <c:pt idx="392">
                  <c:v>0.196</c:v>
                </c:pt>
                <c:pt idx="393">
                  <c:v>0.1965</c:v>
                </c:pt>
                <c:pt idx="394">
                  <c:v>0.197</c:v>
                </c:pt>
                <c:pt idx="395">
                  <c:v>0.1975</c:v>
                </c:pt>
                <c:pt idx="396">
                  <c:v>0.198</c:v>
                </c:pt>
                <c:pt idx="397">
                  <c:v>0.1985</c:v>
                </c:pt>
                <c:pt idx="398">
                  <c:v>0.199</c:v>
                </c:pt>
                <c:pt idx="399">
                  <c:v>0.1995</c:v>
                </c:pt>
                <c:pt idx="400">
                  <c:v>0.2</c:v>
                </c:pt>
                <c:pt idx="401">
                  <c:v>0.2005</c:v>
                </c:pt>
                <c:pt idx="402">
                  <c:v>0.201</c:v>
                </c:pt>
                <c:pt idx="403">
                  <c:v>0.2015</c:v>
                </c:pt>
                <c:pt idx="404">
                  <c:v>0.202</c:v>
                </c:pt>
                <c:pt idx="405">
                  <c:v>0.2025</c:v>
                </c:pt>
                <c:pt idx="406">
                  <c:v>0.203</c:v>
                </c:pt>
                <c:pt idx="407">
                  <c:v>0.2035</c:v>
                </c:pt>
                <c:pt idx="408">
                  <c:v>0.204</c:v>
                </c:pt>
                <c:pt idx="409">
                  <c:v>0.2045</c:v>
                </c:pt>
                <c:pt idx="410">
                  <c:v>0.205</c:v>
                </c:pt>
                <c:pt idx="411">
                  <c:v>0.2055</c:v>
                </c:pt>
                <c:pt idx="412">
                  <c:v>0.206</c:v>
                </c:pt>
                <c:pt idx="413">
                  <c:v>0.2065</c:v>
                </c:pt>
                <c:pt idx="414">
                  <c:v>0.207</c:v>
                </c:pt>
                <c:pt idx="415">
                  <c:v>0.2075</c:v>
                </c:pt>
                <c:pt idx="416">
                  <c:v>0.208</c:v>
                </c:pt>
                <c:pt idx="417">
                  <c:v>0.2085</c:v>
                </c:pt>
                <c:pt idx="418">
                  <c:v>0.209</c:v>
                </c:pt>
                <c:pt idx="419">
                  <c:v>0.2095</c:v>
                </c:pt>
                <c:pt idx="420">
                  <c:v>0.21</c:v>
                </c:pt>
                <c:pt idx="421">
                  <c:v>0.2105</c:v>
                </c:pt>
                <c:pt idx="422">
                  <c:v>0.211</c:v>
                </c:pt>
                <c:pt idx="423">
                  <c:v>0.2115</c:v>
                </c:pt>
                <c:pt idx="424">
                  <c:v>0.212</c:v>
                </c:pt>
                <c:pt idx="425">
                  <c:v>0.2125</c:v>
                </c:pt>
                <c:pt idx="426">
                  <c:v>0.213</c:v>
                </c:pt>
                <c:pt idx="427">
                  <c:v>0.2135</c:v>
                </c:pt>
                <c:pt idx="428">
                  <c:v>0.214</c:v>
                </c:pt>
                <c:pt idx="429">
                  <c:v>0.2145</c:v>
                </c:pt>
                <c:pt idx="430">
                  <c:v>0.215</c:v>
                </c:pt>
                <c:pt idx="431">
                  <c:v>0.2155</c:v>
                </c:pt>
                <c:pt idx="432">
                  <c:v>0.216</c:v>
                </c:pt>
                <c:pt idx="433">
                  <c:v>0.2165</c:v>
                </c:pt>
                <c:pt idx="434">
                  <c:v>0.217</c:v>
                </c:pt>
                <c:pt idx="435">
                  <c:v>0.2175</c:v>
                </c:pt>
                <c:pt idx="436">
                  <c:v>0.218</c:v>
                </c:pt>
                <c:pt idx="437">
                  <c:v>0.2185</c:v>
                </c:pt>
                <c:pt idx="438">
                  <c:v>0.219</c:v>
                </c:pt>
                <c:pt idx="439">
                  <c:v>0.2195</c:v>
                </c:pt>
                <c:pt idx="440">
                  <c:v>0.22</c:v>
                </c:pt>
                <c:pt idx="441">
                  <c:v>0.2205</c:v>
                </c:pt>
                <c:pt idx="442">
                  <c:v>0.221</c:v>
                </c:pt>
                <c:pt idx="443">
                  <c:v>0.2215</c:v>
                </c:pt>
                <c:pt idx="444">
                  <c:v>0.222</c:v>
                </c:pt>
                <c:pt idx="445">
                  <c:v>0.2225</c:v>
                </c:pt>
                <c:pt idx="446">
                  <c:v>0.223</c:v>
                </c:pt>
                <c:pt idx="447">
                  <c:v>0.2235</c:v>
                </c:pt>
                <c:pt idx="448">
                  <c:v>0.224</c:v>
                </c:pt>
                <c:pt idx="449">
                  <c:v>0.2245</c:v>
                </c:pt>
                <c:pt idx="450">
                  <c:v>0.225</c:v>
                </c:pt>
                <c:pt idx="451">
                  <c:v>0.2255</c:v>
                </c:pt>
                <c:pt idx="452">
                  <c:v>0.226</c:v>
                </c:pt>
                <c:pt idx="453">
                  <c:v>0.2265</c:v>
                </c:pt>
                <c:pt idx="454">
                  <c:v>0.227</c:v>
                </c:pt>
                <c:pt idx="455">
                  <c:v>0.2275</c:v>
                </c:pt>
                <c:pt idx="456">
                  <c:v>0.228</c:v>
                </c:pt>
                <c:pt idx="457">
                  <c:v>0.2285</c:v>
                </c:pt>
                <c:pt idx="458">
                  <c:v>0.229</c:v>
                </c:pt>
                <c:pt idx="459">
                  <c:v>0.2295</c:v>
                </c:pt>
                <c:pt idx="460">
                  <c:v>0.23</c:v>
                </c:pt>
                <c:pt idx="461">
                  <c:v>0.2305</c:v>
                </c:pt>
                <c:pt idx="462">
                  <c:v>0.231</c:v>
                </c:pt>
                <c:pt idx="463">
                  <c:v>0.2315</c:v>
                </c:pt>
                <c:pt idx="464">
                  <c:v>0.232</c:v>
                </c:pt>
                <c:pt idx="465">
                  <c:v>0.2325</c:v>
                </c:pt>
                <c:pt idx="466">
                  <c:v>0.233</c:v>
                </c:pt>
                <c:pt idx="467">
                  <c:v>0.2335</c:v>
                </c:pt>
                <c:pt idx="468">
                  <c:v>0.234</c:v>
                </c:pt>
                <c:pt idx="469">
                  <c:v>0.2345</c:v>
                </c:pt>
                <c:pt idx="470">
                  <c:v>0.235</c:v>
                </c:pt>
                <c:pt idx="471">
                  <c:v>0.2355</c:v>
                </c:pt>
                <c:pt idx="472">
                  <c:v>0.236</c:v>
                </c:pt>
                <c:pt idx="473">
                  <c:v>0.2365</c:v>
                </c:pt>
                <c:pt idx="474">
                  <c:v>0.237</c:v>
                </c:pt>
                <c:pt idx="475">
                  <c:v>0.2375</c:v>
                </c:pt>
                <c:pt idx="476">
                  <c:v>0.238</c:v>
                </c:pt>
                <c:pt idx="477">
                  <c:v>0.2385</c:v>
                </c:pt>
                <c:pt idx="478">
                  <c:v>0.239</c:v>
                </c:pt>
                <c:pt idx="479">
                  <c:v>0.2395</c:v>
                </c:pt>
                <c:pt idx="480">
                  <c:v>0.24</c:v>
                </c:pt>
                <c:pt idx="481">
                  <c:v>0.2405</c:v>
                </c:pt>
                <c:pt idx="482">
                  <c:v>0.241</c:v>
                </c:pt>
                <c:pt idx="483">
                  <c:v>0.2415</c:v>
                </c:pt>
                <c:pt idx="484">
                  <c:v>0.242</c:v>
                </c:pt>
                <c:pt idx="485">
                  <c:v>0.2425</c:v>
                </c:pt>
                <c:pt idx="486">
                  <c:v>0.243</c:v>
                </c:pt>
                <c:pt idx="487">
                  <c:v>0.2435</c:v>
                </c:pt>
                <c:pt idx="488">
                  <c:v>0.244</c:v>
                </c:pt>
                <c:pt idx="489">
                  <c:v>0.2445</c:v>
                </c:pt>
                <c:pt idx="490">
                  <c:v>0.245</c:v>
                </c:pt>
                <c:pt idx="491">
                  <c:v>0.2455</c:v>
                </c:pt>
                <c:pt idx="492">
                  <c:v>0.246</c:v>
                </c:pt>
                <c:pt idx="493">
                  <c:v>0.2465</c:v>
                </c:pt>
                <c:pt idx="494">
                  <c:v>0.247</c:v>
                </c:pt>
                <c:pt idx="495">
                  <c:v>0.2475</c:v>
                </c:pt>
                <c:pt idx="496">
                  <c:v>0.248</c:v>
                </c:pt>
                <c:pt idx="497">
                  <c:v>0.2485</c:v>
                </c:pt>
                <c:pt idx="498">
                  <c:v>0.249</c:v>
                </c:pt>
                <c:pt idx="499">
                  <c:v>0.2495</c:v>
                </c:pt>
                <c:pt idx="500">
                  <c:v>0.25</c:v>
                </c:pt>
                <c:pt idx="501">
                  <c:v>0.2505</c:v>
                </c:pt>
                <c:pt idx="502">
                  <c:v>0.251</c:v>
                </c:pt>
                <c:pt idx="503">
                  <c:v>0.2515</c:v>
                </c:pt>
                <c:pt idx="504">
                  <c:v>0.252</c:v>
                </c:pt>
                <c:pt idx="505">
                  <c:v>0.2525</c:v>
                </c:pt>
                <c:pt idx="506">
                  <c:v>0.253</c:v>
                </c:pt>
                <c:pt idx="507">
                  <c:v>0.2535</c:v>
                </c:pt>
                <c:pt idx="508">
                  <c:v>0.254</c:v>
                </c:pt>
                <c:pt idx="509">
                  <c:v>0.2545</c:v>
                </c:pt>
                <c:pt idx="510">
                  <c:v>0.255</c:v>
                </c:pt>
                <c:pt idx="511">
                  <c:v>0.2555</c:v>
                </c:pt>
                <c:pt idx="512">
                  <c:v>0.256</c:v>
                </c:pt>
                <c:pt idx="513">
                  <c:v>0.2565</c:v>
                </c:pt>
                <c:pt idx="514">
                  <c:v>0.257</c:v>
                </c:pt>
                <c:pt idx="515">
                  <c:v>0.2575</c:v>
                </c:pt>
                <c:pt idx="516">
                  <c:v>0.258</c:v>
                </c:pt>
                <c:pt idx="517">
                  <c:v>0.2585</c:v>
                </c:pt>
                <c:pt idx="518">
                  <c:v>0.259</c:v>
                </c:pt>
                <c:pt idx="519">
                  <c:v>0.2595</c:v>
                </c:pt>
                <c:pt idx="520">
                  <c:v>0.26</c:v>
                </c:pt>
                <c:pt idx="521">
                  <c:v>0.2605</c:v>
                </c:pt>
                <c:pt idx="522">
                  <c:v>0.261</c:v>
                </c:pt>
                <c:pt idx="523">
                  <c:v>0.2615</c:v>
                </c:pt>
                <c:pt idx="524">
                  <c:v>0.262</c:v>
                </c:pt>
                <c:pt idx="525">
                  <c:v>0.2625</c:v>
                </c:pt>
                <c:pt idx="526">
                  <c:v>0.263</c:v>
                </c:pt>
                <c:pt idx="527">
                  <c:v>0.2635</c:v>
                </c:pt>
                <c:pt idx="528">
                  <c:v>0.264</c:v>
                </c:pt>
                <c:pt idx="529">
                  <c:v>0.2645</c:v>
                </c:pt>
                <c:pt idx="530">
                  <c:v>0.265</c:v>
                </c:pt>
                <c:pt idx="531">
                  <c:v>0.2655</c:v>
                </c:pt>
                <c:pt idx="532">
                  <c:v>0.266</c:v>
                </c:pt>
                <c:pt idx="533">
                  <c:v>0.2665</c:v>
                </c:pt>
                <c:pt idx="534">
                  <c:v>0.267</c:v>
                </c:pt>
                <c:pt idx="535">
                  <c:v>0.2675</c:v>
                </c:pt>
                <c:pt idx="536">
                  <c:v>0.268</c:v>
                </c:pt>
                <c:pt idx="537">
                  <c:v>0.2685</c:v>
                </c:pt>
                <c:pt idx="538">
                  <c:v>0.269</c:v>
                </c:pt>
                <c:pt idx="539">
                  <c:v>0.2695</c:v>
                </c:pt>
                <c:pt idx="540">
                  <c:v>0.27</c:v>
                </c:pt>
                <c:pt idx="541">
                  <c:v>0.2705</c:v>
                </c:pt>
                <c:pt idx="542">
                  <c:v>0.271</c:v>
                </c:pt>
                <c:pt idx="543">
                  <c:v>0.2715</c:v>
                </c:pt>
                <c:pt idx="544">
                  <c:v>0.272</c:v>
                </c:pt>
                <c:pt idx="545">
                  <c:v>0.2725</c:v>
                </c:pt>
                <c:pt idx="546">
                  <c:v>0.273</c:v>
                </c:pt>
                <c:pt idx="547">
                  <c:v>0.2735</c:v>
                </c:pt>
                <c:pt idx="548">
                  <c:v>0.274</c:v>
                </c:pt>
                <c:pt idx="549">
                  <c:v>0.2745</c:v>
                </c:pt>
                <c:pt idx="550">
                  <c:v>0.275</c:v>
                </c:pt>
                <c:pt idx="551">
                  <c:v>0.2755</c:v>
                </c:pt>
                <c:pt idx="552">
                  <c:v>0.276</c:v>
                </c:pt>
                <c:pt idx="553">
                  <c:v>0.2765</c:v>
                </c:pt>
                <c:pt idx="554">
                  <c:v>0.277</c:v>
                </c:pt>
                <c:pt idx="555">
                  <c:v>0.2775</c:v>
                </c:pt>
                <c:pt idx="556">
                  <c:v>0.278</c:v>
                </c:pt>
                <c:pt idx="557">
                  <c:v>0.2785</c:v>
                </c:pt>
                <c:pt idx="558">
                  <c:v>0.279</c:v>
                </c:pt>
                <c:pt idx="559">
                  <c:v>0.2795</c:v>
                </c:pt>
                <c:pt idx="560">
                  <c:v>0.28</c:v>
                </c:pt>
                <c:pt idx="561">
                  <c:v>0.2805</c:v>
                </c:pt>
                <c:pt idx="562">
                  <c:v>0.281</c:v>
                </c:pt>
                <c:pt idx="563">
                  <c:v>0.2815</c:v>
                </c:pt>
                <c:pt idx="564">
                  <c:v>0.282</c:v>
                </c:pt>
                <c:pt idx="565">
                  <c:v>0.2825</c:v>
                </c:pt>
                <c:pt idx="566">
                  <c:v>0.283</c:v>
                </c:pt>
                <c:pt idx="567">
                  <c:v>0.2835</c:v>
                </c:pt>
                <c:pt idx="568">
                  <c:v>0.284</c:v>
                </c:pt>
                <c:pt idx="569">
                  <c:v>0.2845</c:v>
                </c:pt>
                <c:pt idx="570">
                  <c:v>0.285</c:v>
                </c:pt>
                <c:pt idx="571">
                  <c:v>0.2855</c:v>
                </c:pt>
                <c:pt idx="572">
                  <c:v>0.286</c:v>
                </c:pt>
                <c:pt idx="573">
                  <c:v>0.2865</c:v>
                </c:pt>
                <c:pt idx="574">
                  <c:v>0.287</c:v>
                </c:pt>
                <c:pt idx="575">
                  <c:v>0.2875</c:v>
                </c:pt>
                <c:pt idx="576">
                  <c:v>0.288</c:v>
                </c:pt>
                <c:pt idx="577">
                  <c:v>0.2885</c:v>
                </c:pt>
                <c:pt idx="578">
                  <c:v>0.289</c:v>
                </c:pt>
                <c:pt idx="579">
                  <c:v>0.2895</c:v>
                </c:pt>
                <c:pt idx="580">
                  <c:v>0.29</c:v>
                </c:pt>
                <c:pt idx="581">
                  <c:v>0.2905</c:v>
                </c:pt>
                <c:pt idx="582">
                  <c:v>0.291</c:v>
                </c:pt>
                <c:pt idx="583">
                  <c:v>0.2915</c:v>
                </c:pt>
                <c:pt idx="584">
                  <c:v>0.292</c:v>
                </c:pt>
                <c:pt idx="585">
                  <c:v>0.2925</c:v>
                </c:pt>
                <c:pt idx="586">
                  <c:v>0.293</c:v>
                </c:pt>
                <c:pt idx="587">
                  <c:v>0.2935</c:v>
                </c:pt>
                <c:pt idx="588">
                  <c:v>0.294</c:v>
                </c:pt>
                <c:pt idx="589">
                  <c:v>0.2945</c:v>
                </c:pt>
                <c:pt idx="590">
                  <c:v>0.295</c:v>
                </c:pt>
                <c:pt idx="591">
                  <c:v>0.2955</c:v>
                </c:pt>
                <c:pt idx="592">
                  <c:v>0.296</c:v>
                </c:pt>
                <c:pt idx="593">
                  <c:v>0.2965</c:v>
                </c:pt>
                <c:pt idx="594">
                  <c:v>0.297</c:v>
                </c:pt>
                <c:pt idx="595">
                  <c:v>0.2975</c:v>
                </c:pt>
                <c:pt idx="596">
                  <c:v>0.298</c:v>
                </c:pt>
                <c:pt idx="597">
                  <c:v>0.2985</c:v>
                </c:pt>
                <c:pt idx="598">
                  <c:v>0.299</c:v>
                </c:pt>
                <c:pt idx="599">
                  <c:v>0.2995</c:v>
                </c:pt>
                <c:pt idx="600">
                  <c:v>0.3</c:v>
                </c:pt>
                <c:pt idx="601">
                  <c:v>0.3005</c:v>
                </c:pt>
                <c:pt idx="602">
                  <c:v>0.301</c:v>
                </c:pt>
                <c:pt idx="603">
                  <c:v>0.3015</c:v>
                </c:pt>
                <c:pt idx="604">
                  <c:v>0.302</c:v>
                </c:pt>
                <c:pt idx="605">
                  <c:v>0.3025</c:v>
                </c:pt>
                <c:pt idx="606">
                  <c:v>0.303</c:v>
                </c:pt>
                <c:pt idx="607">
                  <c:v>0.3035</c:v>
                </c:pt>
                <c:pt idx="608">
                  <c:v>0.304</c:v>
                </c:pt>
                <c:pt idx="609">
                  <c:v>0.3045</c:v>
                </c:pt>
                <c:pt idx="610">
                  <c:v>0.305</c:v>
                </c:pt>
                <c:pt idx="611">
                  <c:v>0.3055</c:v>
                </c:pt>
                <c:pt idx="612">
                  <c:v>0.306</c:v>
                </c:pt>
                <c:pt idx="613">
                  <c:v>0.3065</c:v>
                </c:pt>
                <c:pt idx="614">
                  <c:v>0.307</c:v>
                </c:pt>
                <c:pt idx="615">
                  <c:v>0.3075</c:v>
                </c:pt>
                <c:pt idx="616">
                  <c:v>0.308</c:v>
                </c:pt>
                <c:pt idx="617">
                  <c:v>0.3085</c:v>
                </c:pt>
                <c:pt idx="618">
                  <c:v>0.309</c:v>
                </c:pt>
                <c:pt idx="619">
                  <c:v>0.3095</c:v>
                </c:pt>
                <c:pt idx="620">
                  <c:v>0.31</c:v>
                </c:pt>
                <c:pt idx="621">
                  <c:v>0.3105</c:v>
                </c:pt>
                <c:pt idx="622">
                  <c:v>0.311</c:v>
                </c:pt>
                <c:pt idx="623">
                  <c:v>0.3115</c:v>
                </c:pt>
                <c:pt idx="624">
                  <c:v>0.312</c:v>
                </c:pt>
                <c:pt idx="625">
                  <c:v>0.3125</c:v>
                </c:pt>
                <c:pt idx="626">
                  <c:v>0.313</c:v>
                </c:pt>
                <c:pt idx="627">
                  <c:v>0.3135</c:v>
                </c:pt>
                <c:pt idx="628">
                  <c:v>0.314</c:v>
                </c:pt>
                <c:pt idx="629">
                  <c:v>0.3145</c:v>
                </c:pt>
                <c:pt idx="630">
                  <c:v>0.315</c:v>
                </c:pt>
                <c:pt idx="631">
                  <c:v>0.3155</c:v>
                </c:pt>
                <c:pt idx="632">
                  <c:v>0.316</c:v>
                </c:pt>
                <c:pt idx="633">
                  <c:v>0.3165</c:v>
                </c:pt>
                <c:pt idx="634">
                  <c:v>0.317</c:v>
                </c:pt>
                <c:pt idx="635">
                  <c:v>0.3175</c:v>
                </c:pt>
                <c:pt idx="636">
                  <c:v>0.318</c:v>
                </c:pt>
                <c:pt idx="637">
                  <c:v>0.3185</c:v>
                </c:pt>
                <c:pt idx="638">
                  <c:v>0.319</c:v>
                </c:pt>
                <c:pt idx="639">
                  <c:v>0.3195</c:v>
                </c:pt>
                <c:pt idx="640">
                  <c:v>0.32</c:v>
                </c:pt>
                <c:pt idx="641">
                  <c:v>0.3205</c:v>
                </c:pt>
                <c:pt idx="642">
                  <c:v>0.321</c:v>
                </c:pt>
                <c:pt idx="643">
                  <c:v>0.3215</c:v>
                </c:pt>
                <c:pt idx="644">
                  <c:v>0.322</c:v>
                </c:pt>
                <c:pt idx="645">
                  <c:v>0.3225</c:v>
                </c:pt>
                <c:pt idx="646">
                  <c:v>0.323</c:v>
                </c:pt>
                <c:pt idx="647">
                  <c:v>0.3235</c:v>
                </c:pt>
                <c:pt idx="648">
                  <c:v>0.324</c:v>
                </c:pt>
                <c:pt idx="649">
                  <c:v>0.3245</c:v>
                </c:pt>
                <c:pt idx="650">
                  <c:v>0.325</c:v>
                </c:pt>
                <c:pt idx="651">
                  <c:v>0.3255</c:v>
                </c:pt>
                <c:pt idx="652">
                  <c:v>0.326</c:v>
                </c:pt>
                <c:pt idx="653">
                  <c:v>0.3265</c:v>
                </c:pt>
                <c:pt idx="654">
                  <c:v>0.327</c:v>
                </c:pt>
                <c:pt idx="655">
                  <c:v>0.3275</c:v>
                </c:pt>
                <c:pt idx="656">
                  <c:v>0.328</c:v>
                </c:pt>
                <c:pt idx="657">
                  <c:v>0.3285</c:v>
                </c:pt>
                <c:pt idx="658">
                  <c:v>0.329</c:v>
                </c:pt>
                <c:pt idx="659">
                  <c:v>0.3295</c:v>
                </c:pt>
                <c:pt idx="660">
                  <c:v>0.33</c:v>
                </c:pt>
                <c:pt idx="661">
                  <c:v>0.3305</c:v>
                </c:pt>
                <c:pt idx="662">
                  <c:v>0.331</c:v>
                </c:pt>
                <c:pt idx="663">
                  <c:v>0.3315</c:v>
                </c:pt>
                <c:pt idx="664">
                  <c:v>0.332</c:v>
                </c:pt>
                <c:pt idx="665">
                  <c:v>0.3325</c:v>
                </c:pt>
                <c:pt idx="666">
                  <c:v>0.333</c:v>
                </c:pt>
                <c:pt idx="667">
                  <c:v>0.3335</c:v>
                </c:pt>
                <c:pt idx="668">
                  <c:v>0.334</c:v>
                </c:pt>
                <c:pt idx="669">
                  <c:v>0.3345</c:v>
                </c:pt>
                <c:pt idx="670">
                  <c:v>0.335</c:v>
                </c:pt>
                <c:pt idx="671">
                  <c:v>0.3355</c:v>
                </c:pt>
                <c:pt idx="672">
                  <c:v>0.336</c:v>
                </c:pt>
                <c:pt idx="673">
                  <c:v>0.3365</c:v>
                </c:pt>
                <c:pt idx="674">
                  <c:v>0.337</c:v>
                </c:pt>
                <c:pt idx="675">
                  <c:v>0.3375</c:v>
                </c:pt>
                <c:pt idx="676">
                  <c:v>0.338</c:v>
                </c:pt>
                <c:pt idx="677">
                  <c:v>0.3385</c:v>
                </c:pt>
                <c:pt idx="678">
                  <c:v>0.339</c:v>
                </c:pt>
                <c:pt idx="679">
                  <c:v>0.3395</c:v>
                </c:pt>
                <c:pt idx="680">
                  <c:v>0.34</c:v>
                </c:pt>
                <c:pt idx="681">
                  <c:v>0.3405</c:v>
                </c:pt>
                <c:pt idx="682">
                  <c:v>0.341</c:v>
                </c:pt>
                <c:pt idx="683">
                  <c:v>0.3415</c:v>
                </c:pt>
                <c:pt idx="684">
                  <c:v>0.342</c:v>
                </c:pt>
                <c:pt idx="685">
                  <c:v>0.3425</c:v>
                </c:pt>
                <c:pt idx="686">
                  <c:v>0.343</c:v>
                </c:pt>
                <c:pt idx="687">
                  <c:v>0.3435</c:v>
                </c:pt>
                <c:pt idx="688">
                  <c:v>0.344</c:v>
                </c:pt>
                <c:pt idx="689">
                  <c:v>0.3445</c:v>
                </c:pt>
                <c:pt idx="690">
                  <c:v>0.345</c:v>
                </c:pt>
                <c:pt idx="691">
                  <c:v>0.3455</c:v>
                </c:pt>
                <c:pt idx="692">
                  <c:v>0.346</c:v>
                </c:pt>
                <c:pt idx="693">
                  <c:v>0.3465</c:v>
                </c:pt>
                <c:pt idx="694">
                  <c:v>0.347</c:v>
                </c:pt>
                <c:pt idx="695">
                  <c:v>0.3475</c:v>
                </c:pt>
                <c:pt idx="696">
                  <c:v>0.348</c:v>
                </c:pt>
                <c:pt idx="697">
                  <c:v>0.3485</c:v>
                </c:pt>
                <c:pt idx="698">
                  <c:v>0.349</c:v>
                </c:pt>
                <c:pt idx="699">
                  <c:v>0.3495</c:v>
                </c:pt>
                <c:pt idx="700">
                  <c:v>0.35</c:v>
                </c:pt>
                <c:pt idx="701">
                  <c:v>0.3505</c:v>
                </c:pt>
                <c:pt idx="702">
                  <c:v>0.351</c:v>
                </c:pt>
                <c:pt idx="703">
                  <c:v>0.3515</c:v>
                </c:pt>
                <c:pt idx="704">
                  <c:v>0.352</c:v>
                </c:pt>
                <c:pt idx="705">
                  <c:v>0.3525</c:v>
                </c:pt>
                <c:pt idx="706">
                  <c:v>0.353</c:v>
                </c:pt>
                <c:pt idx="707">
                  <c:v>0.3535</c:v>
                </c:pt>
                <c:pt idx="708">
                  <c:v>0.354</c:v>
                </c:pt>
                <c:pt idx="709">
                  <c:v>0.3545</c:v>
                </c:pt>
                <c:pt idx="710">
                  <c:v>0.355</c:v>
                </c:pt>
                <c:pt idx="711">
                  <c:v>0.3555</c:v>
                </c:pt>
                <c:pt idx="712">
                  <c:v>0.356</c:v>
                </c:pt>
                <c:pt idx="713">
                  <c:v>0.3565</c:v>
                </c:pt>
                <c:pt idx="714">
                  <c:v>0.357</c:v>
                </c:pt>
                <c:pt idx="715">
                  <c:v>0.3575</c:v>
                </c:pt>
                <c:pt idx="716">
                  <c:v>0.358</c:v>
                </c:pt>
                <c:pt idx="717">
                  <c:v>0.3585</c:v>
                </c:pt>
                <c:pt idx="718">
                  <c:v>0.359</c:v>
                </c:pt>
                <c:pt idx="719">
                  <c:v>0.3595</c:v>
                </c:pt>
                <c:pt idx="720">
                  <c:v>0.36</c:v>
                </c:pt>
                <c:pt idx="721">
                  <c:v>0.3605</c:v>
                </c:pt>
                <c:pt idx="722">
                  <c:v>0.361</c:v>
                </c:pt>
                <c:pt idx="723">
                  <c:v>0.3615</c:v>
                </c:pt>
                <c:pt idx="724">
                  <c:v>0.362</c:v>
                </c:pt>
                <c:pt idx="725">
                  <c:v>0.3625</c:v>
                </c:pt>
                <c:pt idx="726">
                  <c:v>0.363</c:v>
                </c:pt>
                <c:pt idx="727">
                  <c:v>0.3635</c:v>
                </c:pt>
                <c:pt idx="728">
                  <c:v>0.364</c:v>
                </c:pt>
                <c:pt idx="729">
                  <c:v>0.3645</c:v>
                </c:pt>
                <c:pt idx="730">
                  <c:v>0.365</c:v>
                </c:pt>
                <c:pt idx="731">
                  <c:v>0.3655</c:v>
                </c:pt>
                <c:pt idx="732">
                  <c:v>0.366</c:v>
                </c:pt>
                <c:pt idx="733">
                  <c:v>0.3665</c:v>
                </c:pt>
                <c:pt idx="734">
                  <c:v>0.367</c:v>
                </c:pt>
                <c:pt idx="735">
                  <c:v>0.3675</c:v>
                </c:pt>
                <c:pt idx="736">
                  <c:v>0.368</c:v>
                </c:pt>
                <c:pt idx="737">
                  <c:v>0.3685</c:v>
                </c:pt>
                <c:pt idx="738">
                  <c:v>0.369</c:v>
                </c:pt>
                <c:pt idx="739">
                  <c:v>0.3695</c:v>
                </c:pt>
                <c:pt idx="740">
                  <c:v>0.37</c:v>
                </c:pt>
                <c:pt idx="741">
                  <c:v>0.3705</c:v>
                </c:pt>
                <c:pt idx="742">
                  <c:v>0.371</c:v>
                </c:pt>
                <c:pt idx="743">
                  <c:v>0.3715</c:v>
                </c:pt>
                <c:pt idx="744">
                  <c:v>0.372</c:v>
                </c:pt>
                <c:pt idx="745">
                  <c:v>0.3725</c:v>
                </c:pt>
                <c:pt idx="746">
                  <c:v>0.373</c:v>
                </c:pt>
                <c:pt idx="747">
                  <c:v>0.3735</c:v>
                </c:pt>
                <c:pt idx="748">
                  <c:v>0.374</c:v>
                </c:pt>
                <c:pt idx="749">
                  <c:v>0.3745</c:v>
                </c:pt>
                <c:pt idx="750">
                  <c:v>0.375</c:v>
                </c:pt>
                <c:pt idx="751">
                  <c:v>0.3755</c:v>
                </c:pt>
                <c:pt idx="752">
                  <c:v>0.376</c:v>
                </c:pt>
                <c:pt idx="753">
                  <c:v>0.3765</c:v>
                </c:pt>
                <c:pt idx="754">
                  <c:v>0.377</c:v>
                </c:pt>
                <c:pt idx="755">
                  <c:v>0.3775</c:v>
                </c:pt>
                <c:pt idx="756">
                  <c:v>0.378</c:v>
                </c:pt>
                <c:pt idx="757">
                  <c:v>0.3785</c:v>
                </c:pt>
                <c:pt idx="758">
                  <c:v>0.379</c:v>
                </c:pt>
                <c:pt idx="759">
                  <c:v>0.3795</c:v>
                </c:pt>
                <c:pt idx="760">
                  <c:v>0.38</c:v>
                </c:pt>
                <c:pt idx="761">
                  <c:v>0.3805</c:v>
                </c:pt>
                <c:pt idx="762">
                  <c:v>0.381</c:v>
                </c:pt>
                <c:pt idx="763">
                  <c:v>0.3815</c:v>
                </c:pt>
                <c:pt idx="764">
                  <c:v>0.382</c:v>
                </c:pt>
                <c:pt idx="765">
                  <c:v>0.3825</c:v>
                </c:pt>
                <c:pt idx="766">
                  <c:v>0.383</c:v>
                </c:pt>
                <c:pt idx="767">
                  <c:v>0.3835</c:v>
                </c:pt>
                <c:pt idx="768">
                  <c:v>0.384</c:v>
                </c:pt>
                <c:pt idx="769">
                  <c:v>0.3845</c:v>
                </c:pt>
                <c:pt idx="770">
                  <c:v>0.385</c:v>
                </c:pt>
                <c:pt idx="771">
                  <c:v>0.3855</c:v>
                </c:pt>
                <c:pt idx="772">
                  <c:v>0.386</c:v>
                </c:pt>
                <c:pt idx="773">
                  <c:v>0.3865</c:v>
                </c:pt>
                <c:pt idx="774">
                  <c:v>0.387</c:v>
                </c:pt>
                <c:pt idx="775">
                  <c:v>0.3875</c:v>
                </c:pt>
                <c:pt idx="776">
                  <c:v>0.388</c:v>
                </c:pt>
                <c:pt idx="777">
                  <c:v>0.3885</c:v>
                </c:pt>
                <c:pt idx="778">
                  <c:v>0.389</c:v>
                </c:pt>
                <c:pt idx="779">
                  <c:v>0.3895</c:v>
                </c:pt>
                <c:pt idx="780">
                  <c:v>0.39</c:v>
                </c:pt>
                <c:pt idx="781">
                  <c:v>0.3905</c:v>
                </c:pt>
                <c:pt idx="782">
                  <c:v>0.391</c:v>
                </c:pt>
                <c:pt idx="783">
                  <c:v>0.3915</c:v>
                </c:pt>
                <c:pt idx="784">
                  <c:v>0.392</c:v>
                </c:pt>
                <c:pt idx="785">
                  <c:v>0.3925</c:v>
                </c:pt>
                <c:pt idx="786">
                  <c:v>0.393</c:v>
                </c:pt>
                <c:pt idx="787">
                  <c:v>0.3935</c:v>
                </c:pt>
                <c:pt idx="788">
                  <c:v>0.394</c:v>
                </c:pt>
                <c:pt idx="789">
                  <c:v>0.3945</c:v>
                </c:pt>
                <c:pt idx="790">
                  <c:v>0.395</c:v>
                </c:pt>
                <c:pt idx="791">
                  <c:v>0.3955</c:v>
                </c:pt>
                <c:pt idx="792">
                  <c:v>0.396</c:v>
                </c:pt>
                <c:pt idx="793">
                  <c:v>0.3965</c:v>
                </c:pt>
                <c:pt idx="794">
                  <c:v>0.397</c:v>
                </c:pt>
                <c:pt idx="795">
                  <c:v>0.3975</c:v>
                </c:pt>
                <c:pt idx="796">
                  <c:v>0.398</c:v>
                </c:pt>
                <c:pt idx="797">
                  <c:v>0.3985</c:v>
                </c:pt>
                <c:pt idx="798">
                  <c:v>0.399</c:v>
                </c:pt>
                <c:pt idx="799">
                  <c:v>0.3995</c:v>
                </c:pt>
                <c:pt idx="800">
                  <c:v>0.4</c:v>
                </c:pt>
                <c:pt idx="801">
                  <c:v>0.4005</c:v>
                </c:pt>
                <c:pt idx="802">
                  <c:v>0.401</c:v>
                </c:pt>
                <c:pt idx="803">
                  <c:v>0.4015</c:v>
                </c:pt>
                <c:pt idx="804">
                  <c:v>0.402</c:v>
                </c:pt>
                <c:pt idx="805">
                  <c:v>0.4025</c:v>
                </c:pt>
                <c:pt idx="806">
                  <c:v>0.403</c:v>
                </c:pt>
                <c:pt idx="807">
                  <c:v>0.4035</c:v>
                </c:pt>
                <c:pt idx="808">
                  <c:v>0.404</c:v>
                </c:pt>
                <c:pt idx="809">
                  <c:v>0.4045</c:v>
                </c:pt>
                <c:pt idx="810">
                  <c:v>0.405</c:v>
                </c:pt>
                <c:pt idx="811">
                  <c:v>0.4055</c:v>
                </c:pt>
                <c:pt idx="812">
                  <c:v>0.406</c:v>
                </c:pt>
                <c:pt idx="813">
                  <c:v>0.4065</c:v>
                </c:pt>
                <c:pt idx="814">
                  <c:v>0.407</c:v>
                </c:pt>
                <c:pt idx="815">
                  <c:v>0.4075</c:v>
                </c:pt>
                <c:pt idx="816">
                  <c:v>0.408</c:v>
                </c:pt>
                <c:pt idx="817">
                  <c:v>0.4085</c:v>
                </c:pt>
                <c:pt idx="818">
                  <c:v>0.409</c:v>
                </c:pt>
                <c:pt idx="819">
                  <c:v>0.4095</c:v>
                </c:pt>
                <c:pt idx="820">
                  <c:v>0.41</c:v>
                </c:pt>
                <c:pt idx="821">
                  <c:v>0.4105</c:v>
                </c:pt>
                <c:pt idx="822">
                  <c:v>0.411</c:v>
                </c:pt>
                <c:pt idx="823">
                  <c:v>0.4115</c:v>
                </c:pt>
                <c:pt idx="824">
                  <c:v>0.412</c:v>
                </c:pt>
                <c:pt idx="825">
                  <c:v>0.4125</c:v>
                </c:pt>
                <c:pt idx="826">
                  <c:v>0.413</c:v>
                </c:pt>
                <c:pt idx="827">
                  <c:v>0.4135</c:v>
                </c:pt>
                <c:pt idx="828">
                  <c:v>0.414</c:v>
                </c:pt>
                <c:pt idx="829">
                  <c:v>0.4145</c:v>
                </c:pt>
                <c:pt idx="830">
                  <c:v>0.415</c:v>
                </c:pt>
                <c:pt idx="831">
                  <c:v>0.4155</c:v>
                </c:pt>
                <c:pt idx="832">
                  <c:v>0.416</c:v>
                </c:pt>
                <c:pt idx="833">
                  <c:v>0.4165</c:v>
                </c:pt>
                <c:pt idx="834">
                  <c:v>0.417</c:v>
                </c:pt>
                <c:pt idx="835">
                  <c:v>0.4175</c:v>
                </c:pt>
                <c:pt idx="836">
                  <c:v>0.418</c:v>
                </c:pt>
                <c:pt idx="837">
                  <c:v>0.4185</c:v>
                </c:pt>
                <c:pt idx="838">
                  <c:v>0.419</c:v>
                </c:pt>
                <c:pt idx="839">
                  <c:v>0.4195</c:v>
                </c:pt>
                <c:pt idx="840">
                  <c:v>0.42</c:v>
                </c:pt>
                <c:pt idx="841">
                  <c:v>0.4205</c:v>
                </c:pt>
                <c:pt idx="842">
                  <c:v>0.421</c:v>
                </c:pt>
                <c:pt idx="843">
                  <c:v>0.4215</c:v>
                </c:pt>
                <c:pt idx="844">
                  <c:v>0.422</c:v>
                </c:pt>
                <c:pt idx="845">
                  <c:v>0.4225</c:v>
                </c:pt>
                <c:pt idx="846">
                  <c:v>0.423</c:v>
                </c:pt>
                <c:pt idx="847">
                  <c:v>0.4235</c:v>
                </c:pt>
                <c:pt idx="848">
                  <c:v>0.424</c:v>
                </c:pt>
                <c:pt idx="849">
                  <c:v>0.4245</c:v>
                </c:pt>
                <c:pt idx="850">
                  <c:v>0.425</c:v>
                </c:pt>
                <c:pt idx="851">
                  <c:v>0.4255</c:v>
                </c:pt>
                <c:pt idx="852">
                  <c:v>0.426</c:v>
                </c:pt>
                <c:pt idx="853">
                  <c:v>0.4265</c:v>
                </c:pt>
                <c:pt idx="854">
                  <c:v>0.427</c:v>
                </c:pt>
                <c:pt idx="855">
                  <c:v>0.4275</c:v>
                </c:pt>
                <c:pt idx="856">
                  <c:v>0.428</c:v>
                </c:pt>
                <c:pt idx="857">
                  <c:v>0.4285</c:v>
                </c:pt>
                <c:pt idx="858">
                  <c:v>0.429</c:v>
                </c:pt>
                <c:pt idx="859">
                  <c:v>0.4295</c:v>
                </c:pt>
                <c:pt idx="860">
                  <c:v>0.43</c:v>
                </c:pt>
                <c:pt idx="861">
                  <c:v>0.4305</c:v>
                </c:pt>
                <c:pt idx="862">
                  <c:v>0.431</c:v>
                </c:pt>
                <c:pt idx="863">
                  <c:v>0.4315</c:v>
                </c:pt>
                <c:pt idx="864">
                  <c:v>0.432</c:v>
                </c:pt>
                <c:pt idx="865">
                  <c:v>0.4325</c:v>
                </c:pt>
                <c:pt idx="866">
                  <c:v>0.433</c:v>
                </c:pt>
                <c:pt idx="867">
                  <c:v>0.4335</c:v>
                </c:pt>
                <c:pt idx="868">
                  <c:v>0.434</c:v>
                </c:pt>
                <c:pt idx="869">
                  <c:v>0.4345</c:v>
                </c:pt>
                <c:pt idx="870">
                  <c:v>0.435</c:v>
                </c:pt>
                <c:pt idx="871">
                  <c:v>0.4355</c:v>
                </c:pt>
                <c:pt idx="872">
                  <c:v>0.436</c:v>
                </c:pt>
                <c:pt idx="873">
                  <c:v>0.4365</c:v>
                </c:pt>
                <c:pt idx="874">
                  <c:v>0.437</c:v>
                </c:pt>
                <c:pt idx="875">
                  <c:v>0.4375</c:v>
                </c:pt>
                <c:pt idx="876">
                  <c:v>0.438</c:v>
                </c:pt>
                <c:pt idx="877">
                  <c:v>0.4385</c:v>
                </c:pt>
                <c:pt idx="878">
                  <c:v>0.439</c:v>
                </c:pt>
                <c:pt idx="879">
                  <c:v>0.4395</c:v>
                </c:pt>
                <c:pt idx="880">
                  <c:v>0.44</c:v>
                </c:pt>
                <c:pt idx="881">
                  <c:v>0.4405</c:v>
                </c:pt>
                <c:pt idx="882">
                  <c:v>0.441</c:v>
                </c:pt>
                <c:pt idx="883">
                  <c:v>0.4415</c:v>
                </c:pt>
                <c:pt idx="884">
                  <c:v>0.442</c:v>
                </c:pt>
                <c:pt idx="885">
                  <c:v>0.4425</c:v>
                </c:pt>
                <c:pt idx="886">
                  <c:v>0.443</c:v>
                </c:pt>
                <c:pt idx="887">
                  <c:v>0.4435</c:v>
                </c:pt>
                <c:pt idx="888">
                  <c:v>0.444</c:v>
                </c:pt>
                <c:pt idx="889">
                  <c:v>0.4445</c:v>
                </c:pt>
                <c:pt idx="890">
                  <c:v>0.445</c:v>
                </c:pt>
                <c:pt idx="891">
                  <c:v>0.4455</c:v>
                </c:pt>
                <c:pt idx="892">
                  <c:v>0.446</c:v>
                </c:pt>
                <c:pt idx="893">
                  <c:v>0.4465</c:v>
                </c:pt>
                <c:pt idx="894">
                  <c:v>0.447</c:v>
                </c:pt>
                <c:pt idx="895">
                  <c:v>0.4475</c:v>
                </c:pt>
                <c:pt idx="896">
                  <c:v>0.448</c:v>
                </c:pt>
                <c:pt idx="897">
                  <c:v>0.4485</c:v>
                </c:pt>
                <c:pt idx="898">
                  <c:v>0.449</c:v>
                </c:pt>
                <c:pt idx="899">
                  <c:v>0.4495</c:v>
                </c:pt>
                <c:pt idx="900">
                  <c:v>0.45</c:v>
                </c:pt>
                <c:pt idx="901">
                  <c:v>0.4505</c:v>
                </c:pt>
                <c:pt idx="902">
                  <c:v>0.451</c:v>
                </c:pt>
                <c:pt idx="903">
                  <c:v>0.4515</c:v>
                </c:pt>
                <c:pt idx="904">
                  <c:v>0.452</c:v>
                </c:pt>
                <c:pt idx="905">
                  <c:v>0.4525</c:v>
                </c:pt>
                <c:pt idx="906">
                  <c:v>0.453</c:v>
                </c:pt>
                <c:pt idx="907">
                  <c:v>0.4535</c:v>
                </c:pt>
                <c:pt idx="908">
                  <c:v>0.454</c:v>
                </c:pt>
                <c:pt idx="909">
                  <c:v>0.4545</c:v>
                </c:pt>
                <c:pt idx="910">
                  <c:v>0.455</c:v>
                </c:pt>
                <c:pt idx="911">
                  <c:v>0.4555</c:v>
                </c:pt>
                <c:pt idx="912">
                  <c:v>0.456</c:v>
                </c:pt>
                <c:pt idx="913">
                  <c:v>0.4565</c:v>
                </c:pt>
                <c:pt idx="914">
                  <c:v>0.457</c:v>
                </c:pt>
                <c:pt idx="915">
                  <c:v>0.4575</c:v>
                </c:pt>
                <c:pt idx="916">
                  <c:v>0.458</c:v>
                </c:pt>
                <c:pt idx="917">
                  <c:v>0.4585</c:v>
                </c:pt>
                <c:pt idx="918">
                  <c:v>0.459</c:v>
                </c:pt>
                <c:pt idx="919">
                  <c:v>0.4595</c:v>
                </c:pt>
                <c:pt idx="920">
                  <c:v>0.46</c:v>
                </c:pt>
                <c:pt idx="921">
                  <c:v>0.4605</c:v>
                </c:pt>
                <c:pt idx="922">
                  <c:v>0.461</c:v>
                </c:pt>
                <c:pt idx="923">
                  <c:v>0.4615</c:v>
                </c:pt>
                <c:pt idx="924">
                  <c:v>0.462</c:v>
                </c:pt>
                <c:pt idx="925">
                  <c:v>0.4625</c:v>
                </c:pt>
                <c:pt idx="926">
                  <c:v>0.463</c:v>
                </c:pt>
                <c:pt idx="927">
                  <c:v>0.4635</c:v>
                </c:pt>
                <c:pt idx="928">
                  <c:v>0.464</c:v>
                </c:pt>
                <c:pt idx="929">
                  <c:v>0.4645</c:v>
                </c:pt>
                <c:pt idx="930">
                  <c:v>0.465</c:v>
                </c:pt>
                <c:pt idx="931">
                  <c:v>0.4655</c:v>
                </c:pt>
                <c:pt idx="932">
                  <c:v>0.466</c:v>
                </c:pt>
                <c:pt idx="933">
                  <c:v>0.4665</c:v>
                </c:pt>
                <c:pt idx="934">
                  <c:v>0.467</c:v>
                </c:pt>
                <c:pt idx="935">
                  <c:v>0.4675</c:v>
                </c:pt>
                <c:pt idx="936">
                  <c:v>0.468</c:v>
                </c:pt>
                <c:pt idx="937">
                  <c:v>0.4685</c:v>
                </c:pt>
                <c:pt idx="938">
                  <c:v>0.469</c:v>
                </c:pt>
                <c:pt idx="939">
                  <c:v>0.4695</c:v>
                </c:pt>
                <c:pt idx="940">
                  <c:v>0.47</c:v>
                </c:pt>
                <c:pt idx="941">
                  <c:v>0.4705</c:v>
                </c:pt>
                <c:pt idx="942">
                  <c:v>0.471</c:v>
                </c:pt>
                <c:pt idx="943">
                  <c:v>0.4715</c:v>
                </c:pt>
                <c:pt idx="944">
                  <c:v>0.472</c:v>
                </c:pt>
                <c:pt idx="945">
                  <c:v>0.4725</c:v>
                </c:pt>
                <c:pt idx="946">
                  <c:v>0.473</c:v>
                </c:pt>
                <c:pt idx="947">
                  <c:v>0.4735</c:v>
                </c:pt>
                <c:pt idx="948">
                  <c:v>0.474</c:v>
                </c:pt>
                <c:pt idx="949">
                  <c:v>0.4745</c:v>
                </c:pt>
                <c:pt idx="950">
                  <c:v>0.475</c:v>
                </c:pt>
                <c:pt idx="951">
                  <c:v>0.4755</c:v>
                </c:pt>
                <c:pt idx="952">
                  <c:v>0.476</c:v>
                </c:pt>
                <c:pt idx="953">
                  <c:v>0.4765</c:v>
                </c:pt>
                <c:pt idx="954">
                  <c:v>0.477</c:v>
                </c:pt>
                <c:pt idx="955">
                  <c:v>0.4775</c:v>
                </c:pt>
                <c:pt idx="956">
                  <c:v>0.478</c:v>
                </c:pt>
                <c:pt idx="957">
                  <c:v>0.4785</c:v>
                </c:pt>
                <c:pt idx="958">
                  <c:v>0.479</c:v>
                </c:pt>
                <c:pt idx="959">
                  <c:v>0.4795</c:v>
                </c:pt>
                <c:pt idx="960">
                  <c:v>0.48</c:v>
                </c:pt>
                <c:pt idx="961">
                  <c:v>0.4805</c:v>
                </c:pt>
                <c:pt idx="962">
                  <c:v>0.481</c:v>
                </c:pt>
                <c:pt idx="963">
                  <c:v>0.4815</c:v>
                </c:pt>
                <c:pt idx="964">
                  <c:v>0.482</c:v>
                </c:pt>
                <c:pt idx="965">
                  <c:v>0.4825</c:v>
                </c:pt>
                <c:pt idx="966">
                  <c:v>0.483</c:v>
                </c:pt>
                <c:pt idx="967">
                  <c:v>0.4835</c:v>
                </c:pt>
                <c:pt idx="968">
                  <c:v>0.484</c:v>
                </c:pt>
                <c:pt idx="969">
                  <c:v>0.4845</c:v>
                </c:pt>
                <c:pt idx="970">
                  <c:v>0.485</c:v>
                </c:pt>
                <c:pt idx="971">
                  <c:v>0.4855</c:v>
                </c:pt>
                <c:pt idx="972">
                  <c:v>0.486</c:v>
                </c:pt>
                <c:pt idx="973">
                  <c:v>0.4865</c:v>
                </c:pt>
                <c:pt idx="974">
                  <c:v>0.487</c:v>
                </c:pt>
                <c:pt idx="975">
                  <c:v>0.4875</c:v>
                </c:pt>
                <c:pt idx="976">
                  <c:v>0.488</c:v>
                </c:pt>
                <c:pt idx="977">
                  <c:v>0.4885</c:v>
                </c:pt>
                <c:pt idx="978">
                  <c:v>0.489</c:v>
                </c:pt>
                <c:pt idx="979">
                  <c:v>0.4895</c:v>
                </c:pt>
                <c:pt idx="980">
                  <c:v>0.49</c:v>
                </c:pt>
                <c:pt idx="981">
                  <c:v>0.4905</c:v>
                </c:pt>
                <c:pt idx="982">
                  <c:v>0.491</c:v>
                </c:pt>
                <c:pt idx="983">
                  <c:v>0.4915</c:v>
                </c:pt>
                <c:pt idx="984">
                  <c:v>0.492</c:v>
                </c:pt>
                <c:pt idx="985">
                  <c:v>0.4925</c:v>
                </c:pt>
                <c:pt idx="986">
                  <c:v>0.493</c:v>
                </c:pt>
                <c:pt idx="987">
                  <c:v>0.4935</c:v>
                </c:pt>
                <c:pt idx="988">
                  <c:v>0.494</c:v>
                </c:pt>
                <c:pt idx="989">
                  <c:v>0.4945</c:v>
                </c:pt>
                <c:pt idx="990">
                  <c:v>0.495</c:v>
                </c:pt>
                <c:pt idx="991">
                  <c:v>0.4955</c:v>
                </c:pt>
                <c:pt idx="992">
                  <c:v>0.496</c:v>
                </c:pt>
                <c:pt idx="993">
                  <c:v>0.4965</c:v>
                </c:pt>
                <c:pt idx="994">
                  <c:v>0.497</c:v>
                </c:pt>
                <c:pt idx="995">
                  <c:v>0.4975</c:v>
                </c:pt>
                <c:pt idx="996">
                  <c:v>0.498</c:v>
                </c:pt>
                <c:pt idx="997">
                  <c:v>0.4985</c:v>
                </c:pt>
                <c:pt idx="998">
                  <c:v>0.499</c:v>
                </c:pt>
                <c:pt idx="999">
                  <c:v>0.4995</c:v>
                </c:pt>
                <c:pt idx="1000">
                  <c:v>0.5</c:v>
                </c:pt>
                <c:pt idx="1001">
                  <c:v>0.5005</c:v>
                </c:pt>
                <c:pt idx="1002">
                  <c:v>0.501</c:v>
                </c:pt>
                <c:pt idx="1003">
                  <c:v>0.5015</c:v>
                </c:pt>
                <c:pt idx="1004">
                  <c:v>0.502</c:v>
                </c:pt>
                <c:pt idx="1005">
                  <c:v>0.5025</c:v>
                </c:pt>
                <c:pt idx="1006">
                  <c:v>0.503</c:v>
                </c:pt>
                <c:pt idx="1007">
                  <c:v>0.5035</c:v>
                </c:pt>
                <c:pt idx="1008">
                  <c:v>0.504</c:v>
                </c:pt>
                <c:pt idx="1009">
                  <c:v>0.5045</c:v>
                </c:pt>
                <c:pt idx="1010">
                  <c:v>0.505</c:v>
                </c:pt>
                <c:pt idx="1011">
                  <c:v>0.5055</c:v>
                </c:pt>
                <c:pt idx="1012">
                  <c:v>0.506</c:v>
                </c:pt>
                <c:pt idx="1013">
                  <c:v>0.5065</c:v>
                </c:pt>
                <c:pt idx="1014">
                  <c:v>0.507</c:v>
                </c:pt>
                <c:pt idx="1015">
                  <c:v>0.5075</c:v>
                </c:pt>
                <c:pt idx="1016">
                  <c:v>0.508</c:v>
                </c:pt>
                <c:pt idx="1017">
                  <c:v>0.5085</c:v>
                </c:pt>
                <c:pt idx="1018">
                  <c:v>0.509</c:v>
                </c:pt>
                <c:pt idx="1019">
                  <c:v>0.5095</c:v>
                </c:pt>
                <c:pt idx="1020">
                  <c:v>0.51</c:v>
                </c:pt>
                <c:pt idx="1021">
                  <c:v>0.5105</c:v>
                </c:pt>
                <c:pt idx="1022">
                  <c:v>0.511</c:v>
                </c:pt>
                <c:pt idx="1023">
                  <c:v>0.5115</c:v>
                </c:pt>
                <c:pt idx="1024">
                  <c:v>0.512</c:v>
                </c:pt>
                <c:pt idx="1025">
                  <c:v>0.5125</c:v>
                </c:pt>
                <c:pt idx="1026">
                  <c:v>0.513</c:v>
                </c:pt>
                <c:pt idx="1027">
                  <c:v>0.5135</c:v>
                </c:pt>
                <c:pt idx="1028">
                  <c:v>0.514</c:v>
                </c:pt>
                <c:pt idx="1029">
                  <c:v>0.5145</c:v>
                </c:pt>
                <c:pt idx="1030">
                  <c:v>0.515</c:v>
                </c:pt>
                <c:pt idx="1031">
                  <c:v>0.5155</c:v>
                </c:pt>
                <c:pt idx="1032">
                  <c:v>0.516</c:v>
                </c:pt>
                <c:pt idx="1033">
                  <c:v>0.5165</c:v>
                </c:pt>
                <c:pt idx="1034">
                  <c:v>0.517</c:v>
                </c:pt>
                <c:pt idx="1035">
                  <c:v>0.5175</c:v>
                </c:pt>
                <c:pt idx="1036">
                  <c:v>0.518</c:v>
                </c:pt>
                <c:pt idx="1037">
                  <c:v>0.5185</c:v>
                </c:pt>
                <c:pt idx="1038">
                  <c:v>0.519</c:v>
                </c:pt>
                <c:pt idx="1039">
                  <c:v>0.5195</c:v>
                </c:pt>
                <c:pt idx="1040">
                  <c:v>0.52</c:v>
                </c:pt>
                <c:pt idx="1041">
                  <c:v>0.5205</c:v>
                </c:pt>
                <c:pt idx="1042">
                  <c:v>0.521</c:v>
                </c:pt>
                <c:pt idx="1043">
                  <c:v>0.5215</c:v>
                </c:pt>
                <c:pt idx="1044">
                  <c:v>0.522</c:v>
                </c:pt>
                <c:pt idx="1045">
                  <c:v>0.5225</c:v>
                </c:pt>
                <c:pt idx="1046">
                  <c:v>0.523</c:v>
                </c:pt>
                <c:pt idx="1047">
                  <c:v>0.5235</c:v>
                </c:pt>
                <c:pt idx="1048">
                  <c:v>0.524</c:v>
                </c:pt>
                <c:pt idx="1049">
                  <c:v>0.5245</c:v>
                </c:pt>
                <c:pt idx="1050">
                  <c:v>0.525</c:v>
                </c:pt>
                <c:pt idx="1051">
                  <c:v>0.5255</c:v>
                </c:pt>
                <c:pt idx="1052">
                  <c:v>0.526</c:v>
                </c:pt>
                <c:pt idx="1053">
                  <c:v>0.5265</c:v>
                </c:pt>
                <c:pt idx="1054">
                  <c:v>0.527</c:v>
                </c:pt>
                <c:pt idx="1055">
                  <c:v>0.5275</c:v>
                </c:pt>
                <c:pt idx="1056">
                  <c:v>0.528</c:v>
                </c:pt>
                <c:pt idx="1057">
                  <c:v>0.5285</c:v>
                </c:pt>
                <c:pt idx="1058">
                  <c:v>0.529</c:v>
                </c:pt>
                <c:pt idx="1059">
                  <c:v>0.5295</c:v>
                </c:pt>
                <c:pt idx="1060">
                  <c:v>0.53</c:v>
                </c:pt>
                <c:pt idx="1061">
                  <c:v>0.5305</c:v>
                </c:pt>
                <c:pt idx="1062">
                  <c:v>0.531</c:v>
                </c:pt>
                <c:pt idx="1063">
                  <c:v>0.5315</c:v>
                </c:pt>
                <c:pt idx="1064">
                  <c:v>0.532</c:v>
                </c:pt>
                <c:pt idx="1065">
                  <c:v>0.5325</c:v>
                </c:pt>
                <c:pt idx="1066">
                  <c:v>0.533</c:v>
                </c:pt>
                <c:pt idx="1067">
                  <c:v>0.5335</c:v>
                </c:pt>
                <c:pt idx="1068">
                  <c:v>0.534</c:v>
                </c:pt>
                <c:pt idx="1069">
                  <c:v>0.5345</c:v>
                </c:pt>
                <c:pt idx="1070">
                  <c:v>0.535</c:v>
                </c:pt>
                <c:pt idx="1071">
                  <c:v>0.5355</c:v>
                </c:pt>
                <c:pt idx="1072">
                  <c:v>0.536</c:v>
                </c:pt>
                <c:pt idx="1073">
                  <c:v>0.5365</c:v>
                </c:pt>
                <c:pt idx="1074">
                  <c:v>0.537</c:v>
                </c:pt>
                <c:pt idx="1075">
                  <c:v>0.5375</c:v>
                </c:pt>
                <c:pt idx="1076">
                  <c:v>0.538</c:v>
                </c:pt>
                <c:pt idx="1077">
                  <c:v>0.5385</c:v>
                </c:pt>
                <c:pt idx="1078">
                  <c:v>0.539</c:v>
                </c:pt>
                <c:pt idx="1079">
                  <c:v>0.5395</c:v>
                </c:pt>
                <c:pt idx="1080">
                  <c:v>0.54</c:v>
                </c:pt>
                <c:pt idx="1081">
                  <c:v>0.5405</c:v>
                </c:pt>
                <c:pt idx="1082">
                  <c:v>0.541</c:v>
                </c:pt>
                <c:pt idx="1083">
                  <c:v>0.5415</c:v>
                </c:pt>
                <c:pt idx="1084">
                  <c:v>0.542</c:v>
                </c:pt>
                <c:pt idx="1085">
                  <c:v>0.5425</c:v>
                </c:pt>
                <c:pt idx="1086">
                  <c:v>0.543</c:v>
                </c:pt>
                <c:pt idx="1087">
                  <c:v>0.5435</c:v>
                </c:pt>
                <c:pt idx="1088">
                  <c:v>0.544</c:v>
                </c:pt>
                <c:pt idx="1089">
                  <c:v>0.5445</c:v>
                </c:pt>
                <c:pt idx="1090">
                  <c:v>0.545</c:v>
                </c:pt>
                <c:pt idx="1091">
                  <c:v>0.5455</c:v>
                </c:pt>
                <c:pt idx="1092">
                  <c:v>0.546</c:v>
                </c:pt>
                <c:pt idx="1093">
                  <c:v>0.5465</c:v>
                </c:pt>
                <c:pt idx="1094">
                  <c:v>0.547</c:v>
                </c:pt>
                <c:pt idx="1095">
                  <c:v>0.5475</c:v>
                </c:pt>
                <c:pt idx="1096">
                  <c:v>0.548</c:v>
                </c:pt>
                <c:pt idx="1097">
                  <c:v>0.5485</c:v>
                </c:pt>
                <c:pt idx="1098">
                  <c:v>0.549</c:v>
                </c:pt>
                <c:pt idx="1099">
                  <c:v>0.5495</c:v>
                </c:pt>
                <c:pt idx="1100">
                  <c:v>0.55</c:v>
                </c:pt>
                <c:pt idx="1101">
                  <c:v>0.5505</c:v>
                </c:pt>
                <c:pt idx="1102">
                  <c:v>0.551</c:v>
                </c:pt>
                <c:pt idx="1103">
                  <c:v>0.5515</c:v>
                </c:pt>
                <c:pt idx="1104">
                  <c:v>0.552</c:v>
                </c:pt>
                <c:pt idx="1105">
                  <c:v>0.5525</c:v>
                </c:pt>
                <c:pt idx="1106">
                  <c:v>0.553</c:v>
                </c:pt>
                <c:pt idx="1107">
                  <c:v>0.5535</c:v>
                </c:pt>
                <c:pt idx="1108">
                  <c:v>0.554</c:v>
                </c:pt>
                <c:pt idx="1109">
                  <c:v>0.5545</c:v>
                </c:pt>
                <c:pt idx="1110">
                  <c:v>0.555</c:v>
                </c:pt>
                <c:pt idx="1111">
                  <c:v>0.5555</c:v>
                </c:pt>
                <c:pt idx="1112">
                  <c:v>0.556</c:v>
                </c:pt>
                <c:pt idx="1113">
                  <c:v>0.5565</c:v>
                </c:pt>
                <c:pt idx="1114">
                  <c:v>0.557</c:v>
                </c:pt>
                <c:pt idx="1115">
                  <c:v>0.5575</c:v>
                </c:pt>
                <c:pt idx="1116">
                  <c:v>0.558</c:v>
                </c:pt>
                <c:pt idx="1117">
                  <c:v>0.5585</c:v>
                </c:pt>
                <c:pt idx="1118">
                  <c:v>0.559</c:v>
                </c:pt>
                <c:pt idx="1119">
                  <c:v>0.5595</c:v>
                </c:pt>
                <c:pt idx="1120">
                  <c:v>0.56</c:v>
                </c:pt>
                <c:pt idx="1121">
                  <c:v>0.5605</c:v>
                </c:pt>
                <c:pt idx="1122">
                  <c:v>0.561</c:v>
                </c:pt>
                <c:pt idx="1123">
                  <c:v>0.5615</c:v>
                </c:pt>
                <c:pt idx="1124">
                  <c:v>0.562</c:v>
                </c:pt>
                <c:pt idx="1125">
                  <c:v>0.5625</c:v>
                </c:pt>
                <c:pt idx="1126">
                  <c:v>0.563</c:v>
                </c:pt>
                <c:pt idx="1127">
                  <c:v>0.5635</c:v>
                </c:pt>
                <c:pt idx="1128">
                  <c:v>0.564</c:v>
                </c:pt>
                <c:pt idx="1129">
                  <c:v>0.5645</c:v>
                </c:pt>
                <c:pt idx="1130">
                  <c:v>0.565</c:v>
                </c:pt>
                <c:pt idx="1131">
                  <c:v>0.5655</c:v>
                </c:pt>
                <c:pt idx="1132">
                  <c:v>0.566</c:v>
                </c:pt>
                <c:pt idx="1133">
                  <c:v>0.5665</c:v>
                </c:pt>
                <c:pt idx="1134">
                  <c:v>0.567</c:v>
                </c:pt>
                <c:pt idx="1135">
                  <c:v>0.5675</c:v>
                </c:pt>
                <c:pt idx="1136">
                  <c:v>0.568</c:v>
                </c:pt>
                <c:pt idx="1137">
                  <c:v>0.5685</c:v>
                </c:pt>
                <c:pt idx="1138">
                  <c:v>0.569</c:v>
                </c:pt>
                <c:pt idx="1139">
                  <c:v>0.5695</c:v>
                </c:pt>
                <c:pt idx="1140">
                  <c:v>0.57</c:v>
                </c:pt>
                <c:pt idx="1141">
                  <c:v>0.5705</c:v>
                </c:pt>
                <c:pt idx="1142">
                  <c:v>0.571</c:v>
                </c:pt>
                <c:pt idx="1143">
                  <c:v>0.5715</c:v>
                </c:pt>
                <c:pt idx="1144">
                  <c:v>0.572</c:v>
                </c:pt>
                <c:pt idx="1145">
                  <c:v>0.5725</c:v>
                </c:pt>
                <c:pt idx="1146">
                  <c:v>0.573</c:v>
                </c:pt>
                <c:pt idx="1147">
                  <c:v>0.5735</c:v>
                </c:pt>
                <c:pt idx="1148">
                  <c:v>0.574</c:v>
                </c:pt>
                <c:pt idx="1149">
                  <c:v>0.5745</c:v>
                </c:pt>
                <c:pt idx="1150">
                  <c:v>0.575</c:v>
                </c:pt>
                <c:pt idx="1151">
                  <c:v>0.5755</c:v>
                </c:pt>
                <c:pt idx="1152">
                  <c:v>0.576</c:v>
                </c:pt>
                <c:pt idx="1153">
                  <c:v>0.5765</c:v>
                </c:pt>
                <c:pt idx="1154">
                  <c:v>0.577</c:v>
                </c:pt>
                <c:pt idx="1155">
                  <c:v>0.5775</c:v>
                </c:pt>
                <c:pt idx="1156">
                  <c:v>0.578</c:v>
                </c:pt>
                <c:pt idx="1157">
                  <c:v>0.5785</c:v>
                </c:pt>
                <c:pt idx="1158">
                  <c:v>0.579</c:v>
                </c:pt>
                <c:pt idx="1159">
                  <c:v>0.5795</c:v>
                </c:pt>
                <c:pt idx="1160">
                  <c:v>0.58</c:v>
                </c:pt>
                <c:pt idx="1161">
                  <c:v>0.5805</c:v>
                </c:pt>
                <c:pt idx="1162">
                  <c:v>0.581</c:v>
                </c:pt>
                <c:pt idx="1163">
                  <c:v>0.5815</c:v>
                </c:pt>
                <c:pt idx="1164">
                  <c:v>0.582</c:v>
                </c:pt>
                <c:pt idx="1165">
                  <c:v>0.5825</c:v>
                </c:pt>
                <c:pt idx="1166">
                  <c:v>0.583</c:v>
                </c:pt>
                <c:pt idx="1167">
                  <c:v>0.5835</c:v>
                </c:pt>
                <c:pt idx="1168">
                  <c:v>0.584</c:v>
                </c:pt>
                <c:pt idx="1169">
                  <c:v>0.5845</c:v>
                </c:pt>
                <c:pt idx="1170">
                  <c:v>0.585</c:v>
                </c:pt>
                <c:pt idx="1171">
                  <c:v>0.5855</c:v>
                </c:pt>
                <c:pt idx="1172">
                  <c:v>0.586</c:v>
                </c:pt>
                <c:pt idx="1173">
                  <c:v>0.5865</c:v>
                </c:pt>
                <c:pt idx="1174">
                  <c:v>0.587</c:v>
                </c:pt>
                <c:pt idx="1175">
                  <c:v>0.5875</c:v>
                </c:pt>
                <c:pt idx="1176">
                  <c:v>0.588</c:v>
                </c:pt>
                <c:pt idx="1177">
                  <c:v>0.5885</c:v>
                </c:pt>
                <c:pt idx="1178">
                  <c:v>0.589</c:v>
                </c:pt>
                <c:pt idx="1179">
                  <c:v>0.5895</c:v>
                </c:pt>
                <c:pt idx="1180">
                  <c:v>0.59</c:v>
                </c:pt>
                <c:pt idx="1181">
                  <c:v>0.5905</c:v>
                </c:pt>
                <c:pt idx="1182">
                  <c:v>0.591</c:v>
                </c:pt>
                <c:pt idx="1183">
                  <c:v>0.5915</c:v>
                </c:pt>
                <c:pt idx="1184">
                  <c:v>0.592</c:v>
                </c:pt>
                <c:pt idx="1185">
                  <c:v>0.5925</c:v>
                </c:pt>
                <c:pt idx="1186">
                  <c:v>0.593</c:v>
                </c:pt>
                <c:pt idx="1187">
                  <c:v>0.5935</c:v>
                </c:pt>
                <c:pt idx="1188">
                  <c:v>0.594</c:v>
                </c:pt>
                <c:pt idx="1189">
                  <c:v>0.5945</c:v>
                </c:pt>
                <c:pt idx="1190">
                  <c:v>0.595</c:v>
                </c:pt>
                <c:pt idx="1191">
                  <c:v>0.5955</c:v>
                </c:pt>
                <c:pt idx="1192">
                  <c:v>0.596</c:v>
                </c:pt>
                <c:pt idx="1193">
                  <c:v>0.5965</c:v>
                </c:pt>
                <c:pt idx="1194">
                  <c:v>0.597</c:v>
                </c:pt>
                <c:pt idx="1195">
                  <c:v>0.5975</c:v>
                </c:pt>
                <c:pt idx="1196">
                  <c:v>0.598</c:v>
                </c:pt>
                <c:pt idx="1197">
                  <c:v>0.5985</c:v>
                </c:pt>
                <c:pt idx="1198">
                  <c:v>0.599</c:v>
                </c:pt>
                <c:pt idx="1199">
                  <c:v>0.5995</c:v>
                </c:pt>
                <c:pt idx="1200">
                  <c:v>0.6</c:v>
                </c:pt>
                <c:pt idx="1201">
                  <c:v>0.6005</c:v>
                </c:pt>
                <c:pt idx="1202">
                  <c:v>0.601</c:v>
                </c:pt>
                <c:pt idx="1203">
                  <c:v>0.6015</c:v>
                </c:pt>
                <c:pt idx="1204">
                  <c:v>0.602</c:v>
                </c:pt>
                <c:pt idx="1205">
                  <c:v>0.6025</c:v>
                </c:pt>
                <c:pt idx="1206">
                  <c:v>0.603</c:v>
                </c:pt>
                <c:pt idx="1207">
                  <c:v>0.6035</c:v>
                </c:pt>
                <c:pt idx="1208">
                  <c:v>0.604</c:v>
                </c:pt>
                <c:pt idx="1209">
                  <c:v>0.6045</c:v>
                </c:pt>
                <c:pt idx="1210">
                  <c:v>0.605</c:v>
                </c:pt>
                <c:pt idx="1211">
                  <c:v>0.6055</c:v>
                </c:pt>
                <c:pt idx="1212">
                  <c:v>0.606</c:v>
                </c:pt>
                <c:pt idx="1213">
                  <c:v>0.6065</c:v>
                </c:pt>
                <c:pt idx="1214">
                  <c:v>0.607</c:v>
                </c:pt>
                <c:pt idx="1215">
                  <c:v>0.6075</c:v>
                </c:pt>
                <c:pt idx="1216">
                  <c:v>0.608</c:v>
                </c:pt>
                <c:pt idx="1217">
                  <c:v>0.6085</c:v>
                </c:pt>
                <c:pt idx="1218">
                  <c:v>0.609</c:v>
                </c:pt>
                <c:pt idx="1219">
                  <c:v>0.6095</c:v>
                </c:pt>
                <c:pt idx="1220">
                  <c:v>0.61</c:v>
                </c:pt>
                <c:pt idx="1221">
                  <c:v>0.6105</c:v>
                </c:pt>
                <c:pt idx="1222">
                  <c:v>0.611</c:v>
                </c:pt>
                <c:pt idx="1223">
                  <c:v>0.6115</c:v>
                </c:pt>
                <c:pt idx="1224">
                  <c:v>0.612</c:v>
                </c:pt>
                <c:pt idx="1225">
                  <c:v>0.6125</c:v>
                </c:pt>
                <c:pt idx="1226">
                  <c:v>0.613</c:v>
                </c:pt>
                <c:pt idx="1227">
                  <c:v>0.6135</c:v>
                </c:pt>
                <c:pt idx="1228">
                  <c:v>0.614</c:v>
                </c:pt>
                <c:pt idx="1229">
                  <c:v>0.6145</c:v>
                </c:pt>
                <c:pt idx="1230">
                  <c:v>0.615</c:v>
                </c:pt>
                <c:pt idx="1231">
                  <c:v>0.6155</c:v>
                </c:pt>
                <c:pt idx="1232">
                  <c:v>0.616</c:v>
                </c:pt>
                <c:pt idx="1233">
                  <c:v>0.6165</c:v>
                </c:pt>
                <c:pt idx="1234">
                  <c:v>0.617</c:v>
                </c:pt>
                <c:pt idx="1235">
                  <c:v>0.6175</c:v>
                </c:pt>
                <c:pt idx="1236">
                  <c:v>0.618</c:v>
                </c:pt>
                <c:pt idx="1237">
                  <c:v>0.6185</c:v>
                </c:pt>
                <c:pt idx="1238">
                  <c:v>0.619</c:v>
                </c:pt>
                <c:pt idx="1239">
                  <c:v>0.6195</c:v>
                </c:pt>
                <c:pt idx="1240">
                  <c:v>0.62</c:v>
                </c:pt>
                <c:pt idx="1241">
                  <c:v>0.6205</c:v>
                </c:pt>
                <c:pt idx="1242">
                  <c:v>0.621</c:v>
                </c:pt>
                <c:pt idx="1243">
                  <c:v>0.6215</c:v>
                </c:pt>
                <c:pt idx="1244">
                  <c:v>0.622</c:v>
                </c:pt>
                <c:pt idx="1245">
                  <c:v>0.6225</c:v>
                </c:pt>
                <c:pt idx="1246">
                  <c:v>0.623</c:v>
                </c:pt>
                <c:pt idx="1247">
                  <c:v>0.6235</c:v>
                </c:pt>
                <c:pt idx="1248">
                  <c:v>0.624</c:v>
                </c:pt>
                <c:pt idx="1249">
                  <c:v>0.6245</c:v>
                </c:pt>
                <c:pt idx="1250">
                  <c:v>0.625</c:v>
                </c:pt>
                <c:pt idx="1251">
                  <c:v>0.6255</c:v>
                </c:pt>
                <c:pt idx="1252">
                  <c:v>0.626</c:v>
                </c:pt>
                <c:pt idx="1253">
                  <c:v>0.6265</c:v>
                </c:pt>
                <c:pt idx="1254">
                  <c:v>0.627</c:v>
                </c:pt>
                <c:pt idx="1255">
                  <c:v>0.6275</c:v>
                </c:pt>
                <c:pt idx="1256">
                  <c:v>0.628</c:v>
                </c:pt>
                <c:pt idx="1257">
                  <c:v>0.6285</c:v>
                </c:pt>
                <c:pt idx="1258">
                  <c:v>0.629</c:v>
                </c:pt>
                <c:pt idx="1259">
                  <c:v>0.6295</c:v>
                </c:pt>
                <c:pt idx="1260">
                  <c:v>0.63</c:v>
                </c:pt>
                <c:pt idx="1261">
                  <c:v>0.6305</c:v>
                </c:pt>
                <c:pt idx="1262">
                  <c:v>0.631</c:v>
                </c:pt>
                <c:pt idx="1263">
                  <c:v>0.6315</c:v>
                </c:pt>
                <c:pt idx="1264">
                  <c:v>0.632</c:v>
                </c:pt>
                <c:pt idx="1265">
                  <c:v>0.6325</c:v>
                </c:pt>
                <c:pt idx="1266">
                  <c:v>0.633</c:v>
                </c:pt>
                <c:pt idx="1267">
                  <c:v>0.6335</c:v>
                </c:pt>
                <c:pt idx="1268">
                  <c:v>0.634</c:v>
                </c:pt>
                <c:pt idx="1269">
                  <c:v>0.6345</c:v>
                </c:pt>
                <c:pt idx="1270">
                  <c:v>0.635</c:v>
                </c:pt>
                <c:pt idx="1271">
                  <c:v>0.6355</c:v>
                </c:pt>
                <c:pt idx="1272">
                  <c:v>0.636</c:v>
                </c:pt>
                <c:pt idx="1273">
                  <c:v>0.6365</c:v>
                </c:pt>
                <c:pt idx="1274">
                  <c:v>0.637</c:v>
                </c:pt>
                <c:pt idx="1275">
                  <c:v>0.6375</c:v>
                </c:pt>
                <c:pt idx="1276">
                  <c:v>0.638</c:v>
                </c:pt>
                <c:pt idx="1277">
                  <c:v>0.6385</c:v>
                </c:pt>
                <c:pt idx="1278">
                  <c:v>0.639</c:v>
                </c:pt>
                <c:pt idx="1279">
                  <c:v>0.6395</c:v>
                </c:pt>
                <c:pt idx="1280">
                  <c:v>0.64</c:v>
                </c:pt>
                <c:pt idx="1281">
                  <c:v>0.6405</c:v>
                </c:pt>
                <c:pt idx="1282">
                  <c:v>0.641</c:v>
                </c:pt>
                <c:pt idx="1283">
                  <c:v>0.6415</c:v>
                </c:pt>
                <c:pt idx="1284">
                  <c:v>0.642</c:v>
                </c:pt>
                <c:pt idx="1285">
                  <c:v>0.6425</c:v>
                </c:pt>
                <c:pt idx="1286">
                  <c:v>0.643</c:v>
                </c:pt>
                <c:pt idx="1287">
                  <c:v>0.6435</c:v>
                </c:pt>
                <c:pt idx="1288">
                  <c:v>0.644</c:v>
                </c:pt>
                <c:pt idx="1289">
                  <c:v>0.6445</c:v>
                </c:pt>
                <c:pt idx="1290">
                  <c:v>0.645</c:v>
                </c:pt>
                <c:pt idx="1291">
                  <c:v>0.6455</c:v>
                </c:pt>
                <c:pt idx="1292">
                  <c:v>0.646</c:v>
                </c:pt>
                <c:pt idx="1293">
                  <c:v>0.6465</c:v>
                </c:pt>
                <c:pt idx="1294">
                  <c:v>0.647</c:v>
                </c:pt>
                <c:pt idx="1295">
                  <c:v>0.6475</c:v>
                </c:pt>
                <c:pt idx="1296">
                  <c:v>0.648</c:v>
                </c:pt>
                <c:pt idx="1297">
                  <c:v>0.6485</c:v>
                </c:pt>
                <c:pt idx="1298">
                  <c:v>0.649</c:v>
                </c:pt>
                <c:pt idx="1299">
                  <c:v>0.6495</c:v>
                </c:pt>
                <c:pt idx="1300">
                  <c:v>0.65</c:v>
                </c:pt>
                <c:pt idx="1301">
                  <c:v>0.6505</c:v>
                </c:pt>
                <c:pt idx="1302">
                  <c:v>0.651</c:v>
                </c:pt>
                <c:pt idx="1303">
                  <c:v>0.6515</c:v>
                </c:pt>
                <c:pt idx="1304">
                  <c:v>0.652</c:v>
                </c:pt>
                <c:pt idx="1305">
                  <c:v>0.6525</c:v>
                </c:pt>
                <c:pt idx="1306">
                  <c:v>0.653</c:v>
                </c:pt>
                <c:pt idx="1307">
                  <c:v>0.6535</c:v>
                </c:pt>
                <c:pt idx="1308">
                  <c:v>0.654</c:v>
                </c:pt>
                <c:pt idx="1309">
                  <c:v>0.6545</c:v>
                </c:pt>
                <c:pt idx="1310">
                  <c:v>0.655</c:v>
                </c:pt>
                <c:pt idx="1311">
                  <c:v>0.6555</c:v>
                </c:pt>
                <c:pt idx="1312">
                  <c:v>0.656</c:v>
                </c:pt>
                <c:pt idx="1313">
                  <c:v>0.6565</c:v>
                </c:pt>
                <c:pt idx="1314">
                  <c:v>0.657</c:v>
                </c:pt>
                <c:pt idx="1315">
                  <c:v>0.6575</c:v>
                </c:pt>
                <c:pt idx="1316">
                  <c:v>0.658</c:v>
                </c:pt>
                <c:pt idx="1317">
                  <c:v>0.6585</c:v>
                </c:pt>
                <c:pt idx="1318">
                  <c:v>0.659</c:v>
                </c:pt>
                <c:pt idx="1319">
                  <c:v>0.6595</c:v>
                </c:pt>
                <c:pt idx="1320">
                  <c:v>0.66</c:v>
                </c:pt>
                <c:pt idx="1321">
                  <c:v>0.6605</c:v>
                </c:pt>
                <c:pt idx="1322">
                  <c:v>0.661</c:v>
                </c:pt>
                <c:pt idx="1323">
                  <c:v>0.6615</c:v>
                </c:pt>
                <c:pt idx="1324">
                  <c:v>0.662</c:v>
                </c:pt>
                <c:pt idx="1325">
                  <c:v>0.6625</c:v>
                </c:pt>
                <c:pt idx="1326">
                  <c:v>0.663</c:v>
                </c:pt>
                <c:pt idx="1327">
                  <c:v>0.6635</c:v>
                </c:pt>
                <c:pt idx="1328">
                  <c:v>0.664</c:v>
                </c:pt>
                <c:pt idx="1329">
                  <c:v>0.6645</c:v>
                </c:pt>
                <c:pt idx="1330">
                  <c:v>0.665</c:v>
                </c:pt>
                <c:pt idx="1331">
                  <c:v>0.6655</c:v>
                </c:pt>
                <c:pt idx="1332">
                  <c:v>0.666</c:v>
                </c:pt>
                <c:pt idx="1333">
                  <c:v>0.6665</c:v>
                </c:pt>
                <c:pt idx="1334">
                  <c:v>0.667</c:v>
                </c:pt>
                <c:pt idx="1335">
                  <c:v>0.6675</c:v>
                </c:pt>
                <c:pt idx="1336">
                  <c:v>0.668</c:v>
                </c:pt>
                <c:pt idx="1337">
                  <c:v>0.6685</c:v>
                </c:pt>
                <c:pt idx="1338">
                  <c:v>0.669</c:v>
                </c:pt>
                <c:pt idx="1339">
                  <c:v>0.6695</c:v>
                </c:pt>
                <c:pt idx="1340">
                  <c:v>0.67</c:v>
                </c:pt>
                <c:pt idx="1341">
                  <c:v>0.6705</c:v>
                </c:pt>
                <c:pt idx="1342">
                  <c:v>0.671</c:v>
                </c:pt>
                <c:pt idx="1343">
                  <c:v>0.6715</c:v>
                </c:pt>
                <c:pt idx="1344">
                  <c:v>0.672</c:v>
                </c:pt>
                <c:pt idx="1345">
                  <c:v>0.6725</c:v>
                </c:pt>
                <c:pt idx="1346">
                  <c:v>0.673</c:v>
                </c:pt>
                <c:pt idx="1347">
                  <c:v>0.6735</c:v>
                </c:pt>
                <c:pt idx="1348">
                  <c:v>0.674</c:v>
                </c:pt>
                <c:pt idx="1349">
                  <c:v>0.6745</c:v>
                </c:pt>
                <c:pt idx="1350">
                  <c:v>0.675</c:v>
                </c:pt>
                <c:pt idx="1351">
                  <c:v>0.6755</c:v>
                </c:pt>
                <c:pt idx="1352">
                  <c:v>0.676</c:v>
                </c:pt>
                <c:pt idx="1353">
                  <c:v>0.6765</c:v>
                </c:pt>
                <c:pt idx="1354">
                  <c:v>0.677</c:v>
                </c:pt>
                <c:pt idx="1355">
                  <c:v>0.6775</c:v>
                </c:pt>
                <c:pt idx="1356">
                  <c:v>0.678</c:v>
                </c:pt>
                <c:pt idx="1357">
                  <c:v>0.6785</c:v>
                </c:pt>
                <c:pt idx="1358">
                  <c:v>0.679</c:v>
                </c:pt>
                <c:pt idx="1359">
                  <c:v>0.6795</c:v>
                </c:pt>
                <c:pt idx="1360">
                  <c:v>0.68</c:v>
                </c:pt>
                <c:pt idx="1361">
                  <c:v>0.6805</c:v>
                </c:pt>
                <c:pt idx="1362">
                  <c:v>0.681</c:v>
                </c:pt>
                <c:pt idx="1363">
                  <c:v>0.6815</c:v>
                </c:pt>
                <c:pt idx="1364">
                  <c:v>0.682</c:v>
                </c:pt>
                <c:pt idx="1365">
                  <c:v>0.6825</c:v>
                </c:pt>
                <c:pt idx="1366">
                  <c:v>0.683</c:v>
                </c:pt>
                <c:pt idx="1367">
                  <c:v>0.6835</c:v>
                </c:pt>
                <c:pt idx="1368">
                  <c:v>0.684</c:v>
                </c:pt>
                <c:pt idx="1369">
                  <c:v>0.6845</c:v>
                </c:pt>
                <c:pt idx="1370">
                  <c:v>0.685</c:v>
                </c:pt>
                <c:pt idx="1371">
                  <c:v>0.6855</c:v>
                </c:pt>
                <c:pt idx="1372">
                  <c:v>0.686</c:v>
                </c:pt>
                <c:pt idx="1373">
                  <c:v>0.6865</c:v>
                </c:pt>
                <c:pt idx="1374">
                  <c:v>0.687</c:v>
                </c:pt>
                <c:pt idx="1375">
                  <c:v>0.6875</c:v>
                </c:pt>
                <c:pt idx="1376">
                  <c:v>0.688</c:v>
                </c:pt>
                <c:pt idx="1377">
                  <c:v>0.6885</c:v>
                </c:pt>
                <c:pt idx="1378">
                  <c:v>0.689</c:v>
                </c:pt>
                <c:pt idx="1379">
                  <c:v>0.6895</c:v>
                </c:pt>
                <c:pt idx="1380">
                  <c:v>0.69</c:v>
                </c:pt>
                <c:pt idx="1381">
                  <c:v>0.6905</c:v>
                </c:pt>
                <c:pt idx="1382">
                  <c:v>0.691</c:v>
                </c:pt>
                <c:pt idx="1383">
                  <c:v>0.6915</c:v>
                </c:pt>
                <c:pt idx="1384">
                  <c:v>0.692</c:v>
                </c:pt>
                <c:pt idx="1385">
                  <c:v>0.6925</c:v>
                </c:pt>
                <c:pt idx="1386">
                  <c:v>0.693</c:v>
                </c:pt>
                <c:pt idx="1387">
                  <c:v>0.6935</c:v>
                </c:pt>
                <c:pt idx="1388">
                  <c:v>0.694</c:v>
                </c:pt>
                <c:pt idx="1389">
                  <c:v>0.6945</c:v>
                </c:pt>
                <c:pt idx="1390">
                  <c:v>0.695</c:v>
                </c:pt>
                <c:pt idx="1391">
                  <c:v>0.6955</c:v>
                </c:pt>
                <c:pt idx="1392">
                  <c:v>0.696</c:v>
                </c:pt>
                <c:pt idx="1393">
                  <c:v>0.6965</c:v>
                </c:pt>
                <c:pt idx="1394">
                  <c:v>0.697</c:v>
                </c:pt>
                <c:pt idx="1395">
                  <c:v>0.6975</c:v>
                </c:pt>
                <c:pt idx="1396">
                  <c:v>0.698</c:v>
                </c:pt>
                <c:pt idx="1397">
                  <c:v>0.6985</c:v>
                </c:pt>
                <c:pt idx="1398">
                  <c:v>0.699</c:v>
                </c:pt>
                <c:pt idx="1399">
                  <c:v>0.6995</c:v>
                </c:pt>
                <c:pt idx="1400">
                  <c:v>0.7</c:v>
                </c:pt>
                <c:pt idx="1401">
                  <c:v>0.7005</c:v>
                </c:pt>
                <c:pt idx="1402">
                  <c:v>0.701</c:v>
                </c:pt>
                <c:pt idx="1403">
                  <c:v>0.7015</c:v>
                </c:pt>
                <c:pt idx="1404">
                  <c:v>0.702</c:v>
                </c:pt>
                <c:pt idx="1405">
                  <c:v>0.7025</c:v>
                </c:pt>
                <c:pt idx="1406">
                  <c:v>0.703</c:v>
                </c:pt>
                <c:pt idx="1407">
                  <c:v>0.7035</c:v>
                </c:pt>
                <c:pt idx="1408">
                  <c:v>0.704</c:v>
                </c:pt>
                <c:pt idx="1409">
                  <c:v>0.7045</c:v>
                </c:pt>
                <c:pt idx="1410">
                  <c:v>0.705</c:v>
                </c:pt>
                <c:pt idx="1411">
                  <c:v>0.7055</c:v>
                </c:pt>
                <c:pt idx="1412">
                  <c:v>0.706</c:v>
                </c:pt>
                <c:pt idx="1413">
                  <c:v>0.7065</c:v>
                </c:pt>
                <c:pt idx="1414">
                  <c:v>0.707</c:v>
                </c:pt>
                <c:pt idx="1415">
                  <c:v>0.7075</c:v>
                </c:pt>
                <c:pt idx="1416">
                  <c:v>0.708</c:v>
                </c:pt>
                <c:pt idx="1417">
                  <c:v>0.7085</c:v>
                </c:pt>
                <c:pt idx="1418">
                  <c:v>0.709</c:v>
                </c:pt>
                <c:pt idx="1419">
                  <c:v>0.7095</c:v>
                </c:pt>
                <c:pt idx="1420">
                  <c:v>0.71</c:v>
                </c:pt>
                <c:pt idx="1421">
                  <c:v>0.7105</c:v>
                </c:pt>
                <c:pt idx="1422">
                  <c:v>0.711</c:v>
                </c:pt>
                <c:pt idx="1423">
                  <c:v>0.7115</c:v>
                </c:pt>
                <c:pt idx="1424">
                  <c:v>0.712</c:v>
                </c:pt>
                <c:pt idx="1425">
                  <c:v>0.7125</c:v>
                </c:pt>
                <c:pt idx="1426">
                  <c:v>0.713</c:v>
                </c:pt>
                <c:pt idx="1427">
                  <c:v>0.7135</c:v>
                </c:pt>
                <c:pt idx="1428">
                  <c:v>0.714</c:v>
                </c:pt>
                <c:pt idx="1429">
                  <c:v>0.7145</c:v>
                </c:pt>
                <c:pt idx="1430">
                  <c:v>0.715</c:v>
                </c:pt>
                <c:pt idx="1431">
                  <c:v>0.7155</c:v>
                </c:pt>
                <c:pt idx="1432">
                  <c:v>0.716</c:v>
                </c:pt>
                <c:pt idx="1433">
                  <c:v>0.7165</c:v>
                </c:pt>
                <c:pt idx="1434">
                  <c:v>0.717</c:v>
                </c:pt>
                <c:pt idx="1435">
                  <c:v>0.7175</c:v>
                </c:pt>
                <c:pt idx="1436">
                  <c:v>0.718</c:v>
                </c:pt>
                <c:pt idx="1437">
                  <c:v>0.7185</c:v>
                </c:pt>
                <c:pt idx="1438">
                  <c:v>0.719</c:v>
                </c:pt>
                <c:pt idx="1439">
                  <c:v>0.7195</c:v>
                </c:pt>
                <c:pt idx="1440">
                  <c:v>0.72</c:v>
                </c:pt>
                <c:pt idx="1441">
                  <c:v>0.7205</c:v>
                </c:pt>
                <c:pt idx="1442">
                  <c:v>0.721</c:v>
                </c:pt>
                <c:pt idx="1443">
                  <c:v>0.7215</c:v>
                </c:pt>
                <c:pt idx="1444">
                  <c:v>0.722</c:v>
                </c:pt>
                <c:pt idx="1445">
                  <c:v>0.7225</c:v>
                </c:pt>
                <c:pt idx="1446">
                  <c:v>0.723</c:v>
                </c:pt>
                <c:pt idx="1447">
                  <c:v>0.7235</c:v>
                </c:pt>
                <c:pt idx="1448">
                  <c:v>0.724</c:v>
                </c:pt>
                <c:pt idx="1449">
                  <c:v>0.7245</c:v>
                </c:pt>
                <c:pt idx="1450">
                  <c:v>0.725</c:v>
                </c:pt>
                <c:pt idx="1451">
                  <c:v>0.7255</c:v>
                </c:pt>
                <c:pt idx="1452">
                  <c:v>0.726</c:v>
                </c:pt>
                <c:pt idx="1453">
                  <c:v>0.7265</c:v>
                </c:pt>
                <c:pt idx="1454">
                  <c:v>0.727</c:v>
                </c:pt>
                <c:pt idx="1455">
                  <c:v>0.7275</c:v>
                </c:pt>
                <c:pt idx="1456">
                  <c:v>0.728</c:v>
                </c:pt>
                <c:pt idx="1457">
                  <c:v>0.7285</c:v>
                </c:pt>
                <c:pt idx="1458">
                  <c:v>0.729</c:v>
                </c:pt>
                <c:pt idx="1459">
                  <c:v>0.7295</c:v>
                </c:pt>
                <c:pt idx="1460">
                  <c:v>0.73</c:v>
                </c:pt>
                <c:pt idx="1461">
                  <c:v>0.7305</c:v>
                </c:pt>
                <c:pt idx="1462">
                  <c:v>0.731</c:v>
                </c:pt>
                <c:pt idx="1463">
                  <c:v>0.7315</c:v>
                </c:pt>
                <c:pt idx="1464">
                  <c:v>0.732</c:v>
                </c:pt>
                <c:pt idx="1465">
                  <c:v>0.7325</c:v>
                </c:pt>
                <c:pt idx="1466">
                  <c:v>0.733</c:v>
                </c:pt>
                <c:pt idx="1467">
                  <c:v>0.7335</c:v>
                </c:pt>
                <c:pt idx="1468">
                  <c:v>0.734</c:v>
                </c:pt>
                <c:pt idx="1469">
                  <c:v>0.7345</c:v>
                </c:pt>
                <c:pt idx="1470">
                  <c:v>0.735</c:v>
                </c:pt>
                <c:pt idx="1471">
                  <c:v>0.7355</c:v>
                </c:pt>
                <c:pt idx="1472">
                  <c:v>0.736</c:v>
                </c:pt>
                <c:pt idx="1473">
                  <c:v>0.7365</c:v>
                </c:pt>
                <c:pt idx="1474">
                  <c:v>0.737</c:v>
                </c:pt>
                <c:pt idx="1475">
                  <c:v>0.7375</c:v>
                </c:pt>
                <c:pt idx="1476">
                  <c:v>0.738</c:v>
                </c:pt>
                <c:pt idx="1477">
                  <c:v>0.7385</c:v>
                </c:pt>
                <c:pt idx="1478">
                  <c:v>0.739</c:v>
                </c:pt>
                <c:pt idx="1479">
                  <c:v>0.7395</c:v>
                </c:pt>
                <c:pt idx="1480">
                  <c:v>0.74</c:v>
                </c:pt>
                <c:pt idx="1481">
                  <c:v>0.7405</c:v>
                </c:pt>
                <c:pt idx="1482">
                  <c:v>0.741</c:v>
                </c:pt>
                <c:pt idx="1483">
                  <c:v>0.7415</c:v>
                </c:pt>
                <c:pt idx="1484">
                  <c:v>0.742</c:v>
                </c:pt>
                <c:pt idx="1485">
                  <c:v>0.7425</c:v>
                </c:pt>
                <c:pt idx="1486">
                  <c:v>0.743</c:v>
                </c:pt>
                <c:pt idx="1487">
                  <c:v>0.7435</c:v>
                </c:pt>
                <c:pt idx="1488">
                  <c:v>0.744</c:v>
                </c:pt>
                <c:pt idx="1489">
                  <c:v>0.7445</c:v>
                </c:pt>
                <c:pt idx="1490">
                  <c:v>0.745</c:v>
                </c:pt>
                <c:pt idx="1491">
                  <c:v>0.7455</c:v>
                </c:pt>
                <c:pt idx="1492">
                  <c:v>0.746</c:v>
                </c:pt>
                <c:pt idx="1493">
                  <c:v>0.7465</c:v>
                </c:pt>
                <c:pt idx="1494">
                  <c:v>0.747</c:v>
                </c:pt>
                <c:pt idx="1495">
                  <c:v>0.7475</c:v>
                </c:pt>
                <c:pt idx="1496">
                  <c:v>0.748</c:v>
                </c:pt>
                <c:pt idx="1497">
                  <c:v>0.7485</c:v>
                </c:pt>
                <c:pt idx="1498">
                  <c:v>0.749</c:v>
                </c:pt>
                <c:pt idx="1499">
                  <c:v>0.7495</c:v>
                </c:pt>
                <c:pt idx="1500">
                  <c:v>0.75</c:v>
                </c:pt>
                <c:pt idx="1501">
                  <c:v>0.7505</c:v>
                </c:pt>
                <c:pt idx="1502">
                  <c:v>0.751</c:v>
                </c:pt>
                <c:pt idx="1503">
                  <c:v>0.7515</c:v>
                </c:pt>
                <c:pt idx="1504">
                  <c:v>0.752</c:v>
                </c:pt>
                <c:pt idx="1505">
                  <c:v>0.7525</c:v>
                </c:pt>
                <c:pt idx="1506">
                  <c:v>0.753</c:v>
                </c:pt>
                <c:pt idx="1507">
                  <c:v>0.7535</c:v>
                </c:pt>
                <c:pt idx="1508">
                  <c:v>0.754</c:v>
                </c:pt>
                <c:pt idx="1509">
                  <c:v>0.7545</c:v>
                </c:pt>
                <c:pt idx="1510">
                  <c:v>0.755</c:v>
                </c:pt>
                <c:pt idx="1511">
                  <c:v>0.7555</c:v>
                </c:pt>
                <c:pt idx="1512">
                  <c:v>0.756</c:v>
                </c:pt>
                <c:pt idx="1513">
                  <c:v>0.7565</c:v>
                </c:pt>
                <c:pt idx="1514">
                  <c:v>0.757</c:v>
                </c:pt>
                <c:pt idx="1515">
                  <c:v>0.7575</c:v>
                </c:pt>
                <c:pt idx="1516">
                  <c:v>0.758</c:v>
                </c:pt>
                <c:pt idx="1517">
                  <c:v>0.7585</c:v>
                </c:pt>
                <c:pt idx="1518">
                  <c:v>0.759</c:v>
                </c:pt>
                <c:pt idx="1519">
                  <c:v>0.7595</c:v>
                </c:pt>
                <c:pt idx="1520">
                  <c:v>0.76</c:v>
                </c:pt>
                <c:pt idx="1521">
                  <c:v>0.7605</c:v>
                </c:pt>
                <c:pt idx="1522">
                  <c:v>0.761</c:v>
                </c:pt>
                <c:pt idx="1523">
                  <c:v>0.7615</c:v>
                </c:pt>
                <c:pt idx="1524">
                  <c:v>0.762</c:v>
                </c:pt>
                <c:pt idx="1525">
                  <c:v>0.7625</c:v>
                </c:pt>
                <c:pt idx="1526">
                  <c:v>0.763</c:v>
                </c:pt>
                <c:pt idx="1527">
                  <c:v>0.7635</c:v>
                </c:pt>
                <c:pt idx="1528">
                  <c:v>0.764</c:v>
                </c:pt>
                <c:pt idx="1529">
                  <c:v>0.7645</c:v>
                </c:pt>
                <c:pt idx="1530">
                  <c:v>0.765</c:v>
                </c:pt>
                <c:pt idx="1531">
                  <c:v>0.7655</c:v>
                </c:pt>
                <c:pt idx="1532">
                  <c:v>0.766</c:v>
                </c:pt>
                <c:pt idx="1533">
                  <c:v>0.7665</c:v>
                </c:pt>
                <c:pt idx="1534">
                  <c:v>0.767</c:v>
                </c:pt>
                <c:pt idx="1535">
                  <c:v>0.7675</c:v>
                </c:pt>
                <c:pt idx="1536">
                  <c:v>0.768</c:v>
                </c:pt>
                <c:pt idx="1537">
                  <c:v>0.7685</c:v>
                </c:pt>
                <c:pt idx="1538">
                  <c:v>0.769</c:v>
                </c:pt>
                <c:pt idx="1539">
                  <c:v>0.7695</c:v>
                </c:pt>
                <c:pt idx="1540">
                  <c:v>0.77</c:v>
                </c:pt>
                <c:pt idx="1541">
                  <c:v>0.7705</c:v>
                </c:pt>
                <c:pt idx="1542">
                  <c:v>0.771</c:v>
                </c:pt>
                <c:pt idx="1543">
                  <c:v>0.7715</c:v>
                </c:pt>
                <c:pt idx="1544">
                  <c:v>0.772</c:v>
                </c:pt>
                <c:pt idx="1545">
                  <c:v>0.7725</c:v>
                </c:pt>
                <c:pt idx="1546">
                  <c:v>0.773</c:v>
                </c:pt>
                <c:pt idx="1547">
                  <c:v>0.7735</c:v>
                </c:pt>
                <c:pt idx="1548">
                  <c:v>0.774</c:v>
                </c:pt>
                <c:pt idx="1549">
                  <c:v>0.7745</c:v>
                </c:pt>
                <c:pt idx="1550">
                  <c:v>0.775</c:v>
                </c:pt>
                <c:pt idx="1551">
                  <c:v>0.7755</c:v>
                </c:pt>
                <c:pt idx="1552">
                  <c:v>0.776</c:v>
                </c:pt>
                <c:pt idx="1553">
                  <c:v>0.7765</c:v>
                </c:pt>
                <c:pt idx="1554">
                  <c:v>0.777</c:v>
                </c:pt>
                <c:pt idx="1555">
                  <c:v>0.7775</c:v>
                </c:pt>
                <c:pt idx="1556">
                  <c:v>0.778</c:v>
                </c:pt>
                <c:pt idx="1557">
                  <c:v>0.7785</c:v>
                </c:pt>
                <c:pt idx="1558">
                  <c:v>0.779</c:v>
                </c:pt>
                <c:pt idx="1559">
                  <c:v>0.7795</c:v>
                </c:pt>
                <c:pt idx="1560">
                  <c:v>0.78</c:v>
                </c:pt>
                <c:pt idx="1561">
                  <c:v>0.7805</c:v>
                </c:pt>
                <c:pt idx="1562">
                  <c:v>0.781</c:v>
                </c:pt>
                <c:pt idx="1563">
                  <c:v>0.7815</c:v>
                </c:pt>
                <c:pt idx="1564">
                  <c:v>0.782</c:v>
                </c:pt>
                <c:pt idx="1565">
                  <c:v>0.7825</c:v>
                </c:pt>
                <c:pt idx="1566">
                  <c:v>0.783</c:v>
                </c:pt>
                <c:pt idx="1567">
                  <c:v>0.7835</c:v>
                </c:pt>
                <c:pt idx="1568">
                  <c:v>0.784</c:v>
                </c:pt>
                <c:pt idx="1569">
                  <c:v>0.7845</c:v>
                </c:pt>
                <c:pt idx="1570">
                  <c:v>0.785</c:v>
                </c:pt>
                <c:pt idx="1571">
                  <c:v>0.7855</c:v>
                </c:pt>
                <c:pt idx="1572">
                  <c:v>0.786</c:v>
                </c:pt>
                <c:pt idx="1573">
                  <c:v>0.7865</c:v>
                </c:pt>
                <c:pt idx="1574">
                  <c:v>0.787</c:v>
                </c:pt>
                <c:pt idx="1575">
                  <c:v>0.7875</c:v>
                </c:pt>
                <c:pt idx="1576">
                  <c:v>0.788</c:v>
                </c:pt>
                <c:pt idx="1577">
                  <c:v>0.7885</c:v>
                </c:pt>
                <c:pt idx="1578">
                  <c:v>0.789</c:v>
                </c:pt>
                <c:pt idx="1579">
                  <c:v>0.7895</c:v>
                </c:pt>
                <c:pt idx="1580">
                  <c:v>0.79</c:v>
                </c:pt>
                <c:pt idx="1581">
                  <c:v>0.7905</c:v>
                </c:pt>
                <c:pt idx="1582">
                  <c:v>0.791</c:v>
                </c:pt>
                <c:pt idx="1583">
                  <c:v>0.7915</c:v>
                </c:pt>
                <c:pt idx="1584">
                  <c:v>0.792</c:v>
                </c:pt>
                <c:pt idx="1585">
                  <c:v>0.7925</c:v>
                </c:pt>
                <c:pt idx="1586">
                  <c:v>0.793</c:v>
                </c:pt>
                <c:pt idx="1587">
                  <c:v>0.7935</c:v>
                </c:pt>
                <c:pt idx="1588">
                  <c:v>0.794</c:v>
                </c:pt>
                <c:pt idx="1589">
                  <c:v>0.7945</c:v>
                </c:pt>
                <c:pt idx="1590">
                  <c:v>0.795</c:v>
                </c:pt>
                <c:pt idx="1591">
                  <c:v>0.7955</c:v>
                </c:pt>
                <c:pt idx="1592">
                  <c:v>0.796</c:v>
                </c:pt>
                <c:pt idx="1593">
                  <c:v>0.7965</c:v>
                </c:pt>
                <c:pt idx="1594">
                  <c:v>0.797</c:v>
                </c:pt>
                <c:pt idx="1595">
                  <c:v>0.7975</c:v>
                </c:pt>
                <c:pt idx="1596">
                  <c:v>0.798</c:v>
                </c:pt>
                <c:pt idx="1597">
                  <c:v>0.7985</c:v>
                </c:pt>
                <c:pt idx="1598">
                  <c:v>0.799</c:v>
                </c:pt>
                <c:pt idx="1599">
                  <c:v>0.7995</c:v>
                </c:pt>
                <c:pt idx="1600">
                  <c:v>0.8</c:v>
                </c:pt>
                <c:pt idx="1601">
                  <c:v>0.8005</c:v>
                </c:pt>
                <c:pt idx="1602">
                  <c:v>0.801</c:v>
                </c:pt>
                <c:pt idx="1603">
                  <c:v>0.8015</c:v>
                </c:pt>
                <c:pt idx="1604">
                  <c:v>0.802</c:v>
                </c:pt>
                <c:pt idx="1605">
                  <c:v>0.8025</c:v>
                </c:pt>
                <c:pt idx="1606">
                  <c:v>0.803</c:v>
                </c:pt>
                <c:pt idx="1607">
                  <c:v>0.8035</c:v>
                </c:pt>
                <c:pt idx="1608">
                  <c:v>0.804</c:v>
                </c:pt>
                <c:pt idx="1609">
                  <c:v>0.8045</c:v>
                </c:pt>
                <c:pt idx="1610">
                  <c:v>0.805</c:v>
                </c:pt>
                <c:pt idx="1611">
                  <c:v>0.8055</c:v>
                </c:pt>
                <c:pt idx="1612">
                  <c:v>0.806</c:v>
                </c:pt>
                <c:pt idx="1613">
                  <c:v>0.8065</c:v>
                </c:pt>
                <c:pt idx="1614">
                  <c:v>0.807</c:v>
                </c:pt>
                <c:pt idx="1615">
                  <c:v>0.8075</c:v>
                </c:pt>
                <c:pt idx="1616">
                  <c:v>0.808</c:v>
                </c:pt>
                <c:pt idx="1617">
                  <c:v>0.8085</c:v>
                </c:pt>
                <c:pt idx="1618">
                  <c:v>0.809</c:v>
                </c:pt>
                <c:pt idx="1619">
                  <c:v>0.8095</c:v>
                </c:pt>
                <c:pt idx="1620">
                  <c:v>0.81</c:v>
                </c:pt>
                <c:pt idx="1621">
                  <c:v>0.8105</c:v>
                </c:pt>
                <c:pt idx="1622">
                  <c:v>0.811</c:v>
                </c:pt>
                <c:pt idx="1623">
                  <c:v>0.8115</c:v>
                </c:pt>
                <c:pt idx="1624">
                  <c:v>0.812</c:v>
                </c:pt>
                <c:pt idx="1625">
                  <c:v>0.8125</c:v>
                </c:pt>
                <c:pt idx="1626">
                  <c:v>0.813</c:v>
                </c:pt>
                <c:pt idx="1627">
                  <c:v>0.8135</c:v>
                </c:pt>
                <c:pt idx="1628">
                  <c:v>0.814</c:v>
                </c:pt>
                <c:pt idx="1629">
                  <c:v>0.8145</c:v>
                </c:pt>
                <c:pt idx="1630">
                  <c:v>0.815</c:v>
                </c:pt>
                <c:pt idx="1631">
                  <c:v>0.8155</c:v>
                </c:pt>
                <c:pt idx="1632">
                  <c:v>0.816</c:v>
                </c:pt>
                <c:pt idx="1633">
                  <c:v>0.8165</c:v>
                </c:pt>
                <c:pt idx="1634">
                  <c:v>0.817</c:v>
                </c:pt>
                <c:pt idx="1635">
                  <c:v>0.8175</c:v>
                </c:pt>
                <c:pt idx="1636">
                  <c:v>0.818</c:v>
                </c:pt>
                <c:pt idx="1637">
                  <c:v>0.8185</c:v>
                </c:pt>
                <c:pt idx="1638">
                  <c:v>0.819</c:v>
                </c:pt>
                <c:pt idx="1639">
                  <c:v>0.8195</c:v>
                </c:pt>
                <c:pt idx="1640">
                  <c:v>0.82</c:v>
                </c:pt>
                <c:pt idx="1641">
                  <c:v>0.8205</c:v>
                </c:pt>
                <c:pt idx="1642">
                  <c:v>0.821</c:v>
                </c:pt>
                <c:pt idx="1643">
                  <c:v>0.8215</c:v>
                </c:pt>
                <c:pt idx="1644">
                  <c:v>0.822</c:v>
                </c:pt>
                <c:pt idx="1645">
                  <c:v>0.8225</c:v>
                </c:pt>
                <c:pt idx="1646">
                  <c:v>0.823</c:v>
                </c:pt>
                <c:pt idx="1647">
                  <c:v>0.8235</c:v>
                </c:pt>
                <c:pt idx="1648">
                  <c:v>0.824</c:v>
                </c:pt>
                <c:pt idx="1649">
                  <c:v>0.8245</c:v>
                </c:pt>
                <c:pt idx="1650">
                  <c:v>0.825</c:v>
                </c:pt>
                <c:pt idx="1651">
                  <c:v>0.8255</c:v>
                </c:pt>
                <c:pt idx="1652">
                  <c:v>0.826</c:v>
                </c:pt>
                <c:pt idx="1653">
                  <c:v>0.8265</c:v>
                </c:pt>
                <c:pt idx="1654">
                  <c:v>0.827</c:v>
                </c:pt>
                <c:pt idx="1655">
                  <c:v>0.8275</c:v>
                </c:pt>
                <c:pt idx="1656">
                  <c:v>0.828</c:v>
                </c:pt>
                <c:pt idx="1657">
                  <c:v>0.8285</c:v>
                </c:pt>
                <c:pt idx="1658">
                  <c:v>0.829</c:v>
                </c:pt>
                <c:pt idx="1659">
                  <c:v>0.8295</c:v>
                </c:pt>
                <c:pt idx="1660">
                  <c:v>0.83</c:v>
                </c:pt>
                <c:pt idx="1661">
                  <c:v>0.8305</c:v>
                </c:pt>
                <c:pt idx="1662">
                  <c:v>0.831</c:v>
                </c:pt>
                <c:pt idx="1663">
                  <c:v>0.8315</c:v>
                </c:pt>
                <c:pt idx="1664">
                  <c:v>0.832</c:v>
                </c:pt>
                <c:pt idx="1665">
                  <c:v>0.8325</c:v>
                </c:pt>
                <c:pt idx="1666">
                  <c:v>0.833</c:v>
                </c:pt>
                <c:pt idx="1667">
                  <c:v>0.8335</c:v>
                </c:pt>
                <c:pt idx="1668">
                  <c:v>0.834</c:v>
                </c:pt>
                <c:pt idx="1669">
                  <c:v>0.8345</c:v>
                </c:pt>
                <c:pt idx="1670">
                  <c:v>0.835</c:v>
                </c:pt>
                <c:pt idx="1671">
                  <c:v>0.8355</c:v>
                </c:pt>
                <c:pt idx="1672">
                  <c:v>0.836</c:v>
                </c:pt>
                <c:pt idx="1673">
                  <c:v>0.8365</c:v>
                </c:pt>
                <c:pt idx="1674">
                  <c:v>0.837</c:v>
                </c:pt>
                <c:pt idx="1675">
                  <c:v>0.8375</c:v>
                </c:pt>
                <c:pt idx="1676">
                  <c:v>0.838</c:v>
                </c:pt>
                <c:pt idx="1677">
                  <c:v>0.8385</c:v>
                </c:pt>
                <c:pt idx="1678">
                  <c:v>0.839</c:v>
                </c:pt>
                <c:pt idx="1679">
                  <c:v>0.8395</c:v>
                </c:pt>
                <c:pt idx="1680">
                  <c:v>0.84</c:v>
                </c:pt>
                <c:pt idx="1681">
                  <c:v>0.8405</c:v>
                </c:pt>
                <c:pt idx="1682">
                  <c:v>0.841</c:v>
                </c:pt>
                <c:pt idx="1683">
                  <c:v>0.8415</c:v>
                </c:pt>
                <c:pt idx="1684">
                  <c:v>0.842</c:v>
                </c:pt>
                <c:pt idx="1685">
                  <c:v>0.8425</c:v>
                </c:pt>
                <c:pt idx="1686">
                  <c:v>0.843</c:v>
                </c:pt>
                <c:pt idx="1687">
                  <c:v>0.8435</c:v>
                </c:pt>
                <c:pt idx="1688">
                  <c:v>0.844</c:v>
                </c:pt>
                <c:pt idx="1689">
                  <c:v>0.8445</c:v>
                </c:pt>
                <c:pt idx="1690">
                  <c:v>0.845</c:v>
                </c:pt>
                <c:pt idx="1691">
                  <c:v>0.8455</c:v>
                </c:pt>
                <c:pt idx="1692">
                  <c:v>0.846</c:v>
                </c:pt>
                <c:pt idx="1693">
                  <c:v>0.8465</c:v>
                </c:pt>
                <c:pt idx="1694">
                  <c:v>0.847</c:v>
                </c:pt>
                <c:pt idx="1695">
                  <c:v>0.8475</c:v>
                </c:pt>
                <c:pt idx="1696">
                  <c:v>0.848</c:v>
                </c:pt>
                <c:pt idx="1697">
                  <c:v>0.8485</c:v>
                </c:pt>
                <c:pt idx="1698">
                  <c:v>0.849</c:v>
                </c:pt>
                <c:pt idx="1699">
                  <c:v>0.8495</c:v>
                </c:pt>
                <c:pt idx="1700">
                  <c:v>0.85</c:v>
                </c:pt>
                <c:pt idx="1701">
                  <c:v>0.8505</c:v>
                </c:pt>
                <c:pt idx="1702">
                  <c:v>0.851</c:v>
                </c:pt>
                <c:pt idx="1703">
                  <c:v>0.8515</c:v>
                </c:pt>
                <c:pt idx="1704">
                  <c:v>0.852</c:v>
                </c:pt>
                <c:pt idx="1705">
                  <c:v>0.8525</c:v>
                </c:pt>
                <c:pt idx="1706">
                  <c:v>0.853</c:v>
                </c:pt>
                <c:pt idx="1707">
                  <c:v>0.8535</c:v>
                </c:pt>
                <c:pt idx="1708">
                  <c:v>0.854</c:v>
                </c:pt>
                <c:pt idx="1709">
                  <c:v>0.8545</c:v>
                </c:pt>
                <c:pt idx="1710">
                  <c:v>0.855</c:v>
                </c:pt>
                <c:pt idx="1711">
                  <c:v>0.8555</c:v>
                </c:pt>
                <c:pt idx="1712">
                  <c:v>0.856</c:v>
                </c:pt>
                <c:pt idx="1713">
                  <c:v>0.8565</c:v>
                </c:pt>
                <c:pt idx="1714">
                  <c:v>0.857</c:v>
                </c:pt>
                <c:pt idx="1715">
                  <c:v>0.8575</c:v>
                </c:pt>
                <c:pt idx="1716">
                  <c:v>0.858</c:v>
                </c:pt>
                <c:pt idx="1717">
                  <c:v>0.8585</c:v>
                </c:pt>
                <c:pt idx="1718">
                  <c:v>0.859</c:v>
                </c:pt>
                <c:pt idx="1719">
                  <c:v>0.8595</c:v>
                </c:pt>
                <c:pt idx="1720">
                  <c:v>0.86</c:v>
                </c:pt>
                <c:pt idx="1721">
                  <c:v>0.8605</c:v>
                </c:pt>
                <c:pt idx="1722">
                  <c:v>0.861</c:v>
                </c:pt>
                <c:pt idx="1723">
                  <c:v>0.8615</c:v>
                </c:pt>
                <c:pt idx="1724">
                  <c:v>0.862</c:v>
                </c:pt>
                <c:pt idx="1725">
                  <c:v>0.8625</c:v>
                </c:pt>
                <c:pt idx="1726">
                  <c:v>0.863</c:v>
                </c:pt>
                <c:pt idx="1727">
                  <c:v>0.8635</c:v>
                </c:pt>
                <c:pt idx="1728">
                  <c:v>0.864</c:v>
                </c:pt>
                <c:pt idx="1729">
                  <c:v>0.8645</c:v>
                </c:pt>
                <c:pt idx="1730">
                  <c:v>0.865</c:v>
                </c:pt>
                <c:pt idx="1731">
                  <c:v>0.8655</c:v>
                </c:pt>
                <c:pt idx="1732">
                  <c:v>0.866</c:v>
                </c:pt>
                <c:pt idx="1733">
                  <c:v>0.8665</c:v>
                </c:pt>
                <c:pt idx="1734">
                  <c:v>0.867</c:v>
                </c:pt>
                <c:pt idx="1735">
                  <c:v>0.8675</c:v>
                </c:pt>
                <c:pt idx="1736">
                  <c:v>0.868</c:v>
                </c:pt>
                <c:pt idx="1737">
                  <c:v>0.8685</c:v>
                </c:pt>
                <c:pt idx="1738">
                  <c:v>0.869</c:v>
                </c:pt>
                <c:pt idx="1739">
                  <c:v>0.8695</c:v>
                </c:pt>
                <c:pt idx="1740">
                  <c:v>0.87</c:v>
                </c:pt>
                <c:pt idx="1741">
                  <c:v>0.8705</c:v>
                </c:pt>
                <c:pt idx="1742">
                  <c:v>0.871</c:v>
                </c:pt>
                <c:pt idx="1743">
                  <c:v>0.8715</c:v>
                </c:pt>
                <c:pt idx="1744">
                  <c:v>0.872</c:v>
                </c:pt>
                <c:pt idx="1745">
                  <c:v>0.8725</c:v>
                </c:pt>
                <c:pt idx="1746">
                  <c:v>0.873</c:v>
                </c:pt>
                <c:pt idx="1747">
                  <c:v>0.8735</c:v>
                </c:pt>
                <c:pt idx="1748">
                  <c:v>0.874</c:v>
                </c:pt>
                <c:pt idx="1749">
                  <c:v>0.8745</c:v>
                </c:pt>
                <c:pt idx="1750">
                  <c:v>0.875</c:v>
                </c:pt>
                <c:pt idx="1751">
                  <c:v>0.8755</c:v>
                </c:pt>
                <c:pt idx="1752">
                  <c:v>0.876</c:v>
                </c:pt>
                <c:pt idx="1753">
                  <c:v>0.8765</c:v>
                </c:pt>
                <c:pt idx="1754">
                  <c:v>0.877</c:v>
                </c:pt>
                <c:pt idx="1755">
                  <c:v>0.8775</c:v>
                </c:pt>
                <c:pt idx="1756">
                  <c:v>0.878</c:v>
                </c:pt>
                <c:pt idx="1757">
                  <c:v>0.8785</c:v>
                </c:pt>
                <c:pt idx="1758">
                  <c:v>0.879</c:v>
                </c:pt>
                <c:pt idx="1759">
                  <c:v>0.8795</c:v>
                </c:pt>
                <c:pt idx="1760">
                  <c:v>0.88</c:v>
                </c:pt>
                <c:pt idx="1761">
                  <c:v>0.8805</c:v>
                </c:pt>
                <c:pt idx="1762">
                  <c:v>0.881</c:v>
                </c:pt>
                <c:pt idx="1763">
                  <c:v>0.8815</c:v>
                </c:pt>
                <c:pt idx="1764">
                  <c:v>0.882</c:v>
                </c:pt>
                <c:pt idx="1765">
                  <c:v>0.8825</c:v>
                </c:pt>
                <c:pt idx="1766">
                  <c:v>0.883</c:v>
                </c:pt>
                <c:pt idx="1767">
                  <c:v>0.8835</c:v>
                </c:pt>
                <c:pt idx="1768">
                  <c:v>0.884</c:v>
                </c:pt>
                <c:pt idx="1769">
                  <c:v>0.8845</c:v>
                </c:pt>
                <c:pt idx="1770">
                  <c:v>0.885</c:v>
                </c:pt>
                <c:pt idx="1771">
                  <c:v>0.8855</c:v>
                </c:pt>
                <c:pt idx="1772">
                  <c:v>0.886</c:v>
                </c:pt>
                <c:pt idx="1773">
                  <c:v>0.8865</c:v>
                </c:pt>
                <c:pt idx="1774">
                  <c:v>0.887</c:v>
                </c:pt>
                <c:pt idx="1775">
                  <c:v>0.8875</c:v>
                </c:pt>
                <c:pt idx="1776">
                  <c:v>0.888</c:v>
                </c:pt>
                <c:pt idx="1777">
                  <c:v>0.8885</c:v>
                </c:pt>
                <c:pt idx="1778">
                  <c:v>0.889</c:v>
                </c:pt>
                <c:pt idx="1779">
                  <c:v>0.8895</c:v>
                </c:pt>
                <c:pt idx="1780">
                  <c:v>0.89</c:v>
                </c:pt>
                <c:pt idx="1781">
                  <c:v>0.8905</c:v>
                </c:pt>
                <c:pt idx="1782">
                  <c:v>0.891</c:v>
                </c:pt>
                <c:pt idx="1783">
                  <c:v>0.8915</c:v>
                </c:pt>
                <c:pt idx="1784">
                  <c:v>0.892</c:v>
                </c:pt>
                <c:pt idx="1785">
                  <c:v>0.8925</c:v>
                </c:pt>
                <c:pt idx="1786">
                  <c:v>0.893</c:v>
                </c:pt>
                <c:pt idx="1787">
                  <c:v>0.8935</c:v>
                </c:pt>
                <c:pt idx="1788">
                  <c:v>0.894</c:v>
                </c:pt>
                <c:pt idx="1789">
                  <c:v>0.8945</c:v>
                </c:pt>
                <c:pt idx="1790">
                  <c:v>0.895</c:v>
                </c:pt>
                <c:pt idx="1791">
                  <c:v>0.8955</c:v>
                </c:pt>
                <c:pt idx="1792">
                  <c:v>0.896</c:v>
                </c:pt>
                <c:pt idx="1793">
                  <c:v>0.8965</c:v>
                </c:pt>
                <c:pt idx="1794">
                  <c:v>0.897</c:v>
                </c:pt>
                <c:pt idx="1795">
                  <c:v>0.8975</c:v>
                </c:pt>
                <c:pt idx="1796">
                  <c:v>0.898</c:v>
                </c:pt>
                <c:pt idx="1797">
                  <c:v>0.8985</c:v>
                </c:pt>
                <c:pt idx="1798">
                  <c:v>0.899</c:v>
                </c:pt>
                <c:pt idx="1799">
                  <c:v>0.8995</c:v>
                </c:pt>
                <c:pt idx="1800">
                  <c:v>0.9</c:v>
                </c:pt>
                <c:pt idx="1801">
                  <c:v>0.9005</c:v>
                </c:pt>
                <c:pt idx="1802">
                  <c:v>0.901</c:v>
                </c:pt>
                <c:pt idx="1803">
                  <c:v>0.9015</c:v>
                </c:pt>
                <c:pt idx="1804">
                  <c:v>0.902</c:v>
                </c:pt>
                <c:pt idx="1805">
                  <c:v>0.9025</c:v>
                </c:pt>
                <c:pt idx="1806">
                  <c:v>0.903</c:v>
                </c:pt>
                <c:pt idx="1807">
                  <c:v>0.9035</c:v>
                </c:pt>
                <c:pt idx="1808">
                  <c:v>0.904</c:v>
                </c:pt>
                <c:pt idx="1809">
                  <c:v>0.9045</c:v>
                </c:pt>
                <c:pt idx="1810">
                  <c:v>0.905</c:v>
                </c:pt>
                <c:pt idx="1811">
                  <c:v>0.9055</c:v>
                </c:pt>
                <c:pt idx="1812">
                  <c:v>0.906</c:v>
                </c:pt>
                <c:pt idx="1813">
                  <c:v>0.9065</c:v>
                </c:pt>
                <c:pt idx="1814">
                  <c:v>0.907</c:v>
                </c:pt>
                <c:pt idx="1815">
                  <c:v>0.9075</c:v>
                </c:pt>
                <c:pt idx="1816">
                  <c:v>0.908</c:v>
                </c:pt>
                <c:pt idx="1817">
                  <c:v>0.9085</c:v>
                </c:pt>
                <c:pt idx="1818">
                  <c:v>0.909</c:v>
                </c:pt>
                <c:pt idx="1819">
                  <c:v>0.9095</c:v>
                </c:pt>
                <c:pt idx="1820">
                  <c:v>0.91</c:v>
                </c:pt>
                <c:pt idx="1821">
                  <c:v>0.9105</c:v>
                </c:pt>
                <c:pt idx="1822">
                  <c:v>0.911</c:v>
                </c:pt>
                <c:pt idx="1823">
                  <c:v>0.9115</c:v>
                </c:pt>
                <c:pt idx="1824">
                  <c:v>0.912</c:v>
                </c:pt>
                <c:pt idx="1825">
                  <c:v>0.9125</c:v>
                </c:pt>
                <c:pt idx="1826">
                  <c:v>0.913</c:v>
                </c:pt>
                <c:pt idx="1827">
                  <c:v>0.9135</c:v>
                </c:pt>
                <c:pt idx="1828">
                  <c:v>0.914</c:v>
                </c:pt>
                <c:pt idx="1829">
                  <c:v>0.9145</c:v>
                </c:pt>
                <c:pt idx="1830">
                  <c:v>0.915</c:v>
                </c:pt>
                <c:pt idx="1831">
                  <c:v>0.9155</c:v>
                </c:pt>
                <c:pt idx="1832">
                  <c:v>0.916</c:v>
                </c:pt>
                <c:pt idx="1833">
                  <c:v>0.9165</c:v>
                </c:pt>
                <c:pt idx="1834">
                  <c:v>0.917</c:v>
                </c:pt>
                <c:pt idx="1835">
                  <c:v>0.9175</c:v>
                </c:pt>
                <c:pt idx="1836">
                  <c:v>0.918</c:v>
                </c:pt>
                <c:pt idx="1837">
                  <c:v>0.9185</c:v>
                </c:pt>
                <c:pt idx="1838">
                  <c:v>0.919</c:v>
                </c:pt>
                <c:pt idx="1839">
                  <c:v>0.9195</c:v>
                </c:pt>
                <c:pt idx="1840">
                  <c:v>0.92</c:v>
                </c:pt>
                <c:pt idx="1841">
                  <c:v>0.9205</c:v>
                </c:pt>
                <c:pt idx="1842">
                  <c:v>0.921</c:v>
                </c:pt>
                <c:pt idx="1843">
                  <c:v>0.9215</c:v>
                </c:pt>
                <c:pt idx="1844">
                  <c:v>0.922</c:v>
                </c:pt>
                <c:pt idx="1845">
                  <c:v>0.9225</c:v>
                </c:pt>
                <c:pt idx="1846">
                  <c:v>0.923</c:v>
                </c:pt>
                <c:pt idx="1847">
                  <c:v>0.9235</c:v>
                </c:pt>
                <c:pt idx="1848">
                  <c:v>0.924</c:v>
                </c:pt>
                <c:pt idx="1849">
                  <c:v>0.9245</c:v>
                </c:pt>
                <c:pt idx="1850">
                  <c:v>0.925</c:v>
                </c:pt>
                <c:pt idx="1851">
                  <c:v>0.9255</c:v>
                </c:pt>
                <c:pt idx="1852">
                  <c:v>0.926</c:v>
                </c:pt>
                <c:pt idx="1853">
                  <c:v>0.9265</c:v>
                </c:pt>
                <c:pt idx="1854">
                  <c:v>0.927</c:v>
                </c:pt>
                <c:pt idx="1855">
                  <c:v>0.9275</c:v>
                </c:pt>
                <c:pt idx="1856">
                  <c:v>0.928</c:v>
                </c:pt>
                <c:pt idx="1857">
                  <c:v>0.9285</c:v>
                </c:pt>
                <c:pt idx="1858">
                  <c:v>0.929</c:v>
                </c:pt>
                <c:pt idx="1859">
                  <c:v>0.9295</c:v>
                </c:pt>
                <c:pt idx="1860">
                  <c:v>0.93</c:v>
                </c:pt>
                <c:pt idx="1861">
                  <c:v>0.9305</c:v>
                </c:pt>
                <c:pt idx="1862">
                  <c:v>0.931</c:v>
                </c:pt>
                <c:pt idx="1863">
                  <c:v>0.9315</c:v>
                </c:pt>
                <c:pt idx="1864">
                  <c:v>0.932</c:v>
                </c:pt>
                <c:pt idx="1865">
                  <c:v>0.9325</c:v>
                </c:pt>
                <c:pt idx="1866">
                  <c:v>0.933</c:v>
                </c:pt>
                <c:pt idx="1867">
                  <c:v>0.9335</c:v>
                </c:pt>
                <c:pt idx="1868">
                  <c:v>0.934</c:v>
                </c:pt>
                <c:pt idx="1869">
                  <c:v>0.9345</c:v>
                </c:pt>
                <c:pt idx="1870">
                  <c:v>0.935</c:v>
                </c:pt>
                <c:pt idx="1871">
                  <c:v>0.9355</c:v>
                </c:pt>
                <c:pt idx="1872">
                  <c:v>0.936</c:v>
                </c:pt>
                <c:pt idx="1873">
                  <c:v>0.9365</c:v>
                </c:pt>
                <c:pt idx="1874">
                  <c:v>0.937</c:v>
                </c:pt>
                <c:pt idx="1875">
                  <c:v>0.9375</c:v>
                </c:pt>
                <c:pt idx="1876">
                  <c:v>0.938</c:v>
                </c:pt>
                <c:pt idx="1877">
                  <c:v>0.9385</c:v>
                </c:pt>
                <c:pt idx="1878">
                  <c:v>0.939</c:v>
                </c:pt>
                <c:pt idx="1879">
                  <c:v>0.9395</c:v>
                </c:pt>
                <c:pt idx="1880">
                  <c:v>0.94</c:v>
                </c:pt>
                <c:pt idx="1881">
                  <c:v>0.9405</c:v>
                </c:pt>
                <c:pt idx="1882">
                  <c:v>0.941</c:v>
                </c:pt>
                <c:pt idx="1883">
                  <c:v>0.9415</c:v>
                </c:pt>
                <c:pt idx="1884">
                  <c:v>0.942</c:v>
                </c:pt>
                <c:pt idx="1885">
                  <c:v>0.9425</c:v>
                </c:pt>
                <c:pt idx="1886">
                  <c:v>0.943</c:v>
                </c:pt>
                <c:pt idx="1887">
                  <c:v>0.9435</c:v>
                </c:pt>
                <c:pt idx="1888">
                  <c:v>0.944</c:v>
                </c:pt>
                <c:pt idx="1889">
                  <c:v>0.9445</c:v>
                </c:pt>
                <c:pt idx="1890">
                  <c:v>0.945</c:v>
                </c:pt>
                <c:pt idx="1891">
                  <c:v>0.9455</c:v>
                </c:pt>
                <c:pt idx="1892">
                  <c:v>0.946</c:v>
                </c:pt>
                <c:pt idx="1893">
                  <c:v>0.9465</c:v>
                </c:pt>
                <c:pt idx="1894">
                  <c:v>0.947</c:v>
                </c:pt>
                <c:pt idx="1895">
                  <c:v>0.9475</c:v>
                </c:pt>
                <c:pt idx="1896">
                  <c:v>0.948</c:v>
                </c:pt>
                <c:pt idx="1897">
                  <c:v>0.9485</c:v>
                </c:pt>
                <c:pt idx="1898">
                  <c:v>0.949</c:v>
                </c:pt>
                <c:pt idx="1899">
                  <c:v>0.9495</c:v>
                </c:pt>
                <c:pt idx="1900">
                  <c:v>0.95</c:v>
                </c:pt>
                <c:pt idx="1901">
                  <c:v>0.9505</c:v>
                </c:pt>
                <c:pt idx="1902">
                  <c:v>0.951</c:v>
                </c:pt>
                <c:pt idx="1903">
                  <c:v>0.9515</c:v>
                </c:pt>
                <c:pt idx="1904">
                  <c:v>0.952</c:v>
                </c:pt>
                <c:pt idx="1905">
                  <c:v>0.9525</c:v>
                </c:pt>
                <c:pt idx="1906">
                  <c:v>0.953</c:v>
                </c:pt>
                <c:pt idx="1907">
                  <c:v>0.9535</c:v>
                </c:pt>
                <c:pt idx="1908">
                  <c:v>0.954</c:v>
                </c:pt>
                <c:pt idx="1909">
                  <c:v>0.9545</c:v>
                </c:pt>
                <c:pt idx="1910">
                  <c:v>0.955</c:v>
                </c:pt>
                <c:pt idx="1911">
                  <c:v>0.9555</c:v>
                </c:pt>
                <c:pt idx="1912">
                  <c:v>0.956</c:v>
                </c:pt>
                <c:pt idx="1913">
                  <c:v>0.9565</c:v>
                </c:pt>
                <c:pt idx="1914">
                  <c:v>0.957</c:v>
                </c:pt>
                <c:pt idx="1915">
                  <c:v>0.9575</c:v>
                </c:pt>
                <c:pt idx="1916">
                  <c:v>0.958</c:v>
                </c:pt>
                <c:pt idx="1917">
                  <c:v>0.9585</c:v>
                </c:pt>
                <c:pt idx="1918">
                  <c:v>0.959</c:v>
                </c:pt>
                <c:pt idx="1919">
                  <c:v>0.9595</c:v>
                </c:pt>
                <c:pt idx="1920">
                  <c:v>0.96</c:v>
                </c:pt>
                <c:pt idx="1921">
                  <c:v>0.9605</c:v>
                </c:pt>
                <c:pt idx="1922">
                  <c:v>0.961</c:v>
                </c:pt>
                <c:pt idx="1923">
                  <c:v>0.9615</c:v>
                </c:pt>
                <c:pt idx="1924">
                  <c:v>0.962</c:v>
                </c:pt>
                <c:pt idx="1925">
                  <c:v>0.9625</c:v>
                </c:pt>
                <c:pt idx="1926">
                  <c:v>0.963</c:v>
                </c:pt>
                <c:pt idx="1927">
                  <c:v>0.9635</c:v>
                </c:pt>
                <c:pt idx="1928">
                  <c:v>0.964</c:v>
                </c:pt>
                <c:pt idx="1929">
                  <c:v>0.9645</c:v>
                </c:pt>
                <c:pt idx="1930">
                  <c:v>0.965</c:v>
                </c:pt>
                <c:pt idx="1931">
                  <c:v>0.9655</c:v>
                </c:pt>
                <c:pt idx="1932">
                  <c:v>0.966</c:v>
                </c:pt>
                <c:pt idx="1933">
                  <c:v>0.9665</c:v>
                </c:pt>
                <c:pt idx="1934">
                  <c:v>0.967</c:v>
                </c:pt>
                <c:pt idx="1935">
                  <c:v>0.9675</c:v>
                </c:pt>
                <c:pt idx="1936">
                  <c:v>0.968</c:v>
                </c:pt>
                <c:pt idx="1937">
                  <c:v>0.9685</c:v>
                </c:pt>
                <c:pt idx="1938">
                  <c:v>0.969</c:v>
                </c:pt>
                <c:pt idx="1939">
                  <c:v>0.9695</c:v>
                </c:pt>
                <c:pt idx="1940">
                  <c:v>0.97</c:v>
                </c:pt>
                <c:pt idx="1941">
                  <c:v>0.9705</c:v>
                </c:pt>
                <c:pt idx="1942">
                  <c:v>0.971</c:v>
                </c:pt>
                <c:pt idx="1943">
                  <c:v>0.9715</c:v>
                </c:pt>
                <c:pt idx="1944">
                  <c:v>0.972</c:v>
                </c:pt>
                <c:pt idx="1945">
                  <c:v>0.9725</c:v>
                </c:pt>
                <c:pt idx="1946">
                  <c:v>0.973</c:v>
                </c:pt>
                <c:pt idx="1947">
                  <c:v>0.9735</c:v>
                </c:pt>
                <c:pt idx="1948">
                  <c:v>0.974</c:v>
                </c:pt>
                <c:pt idx="1949">
                  <c:v>0.9745</c:v>
                </c:pt>
                <c:pt idx="1950">
                  <c:v>0.975</c:v>
                </c:pt>
                <c:pt idx="1951">
                  <c:v>0.9755</c:v>
                </c:pt>
                <c:pt idx="1952">
                  <c:v>0.976</c:v>
                </c:pt>
                <c:pt idx="1953">
                  <c:v>0.9765</c:v>
                </c:pt>
                <c:pt idx="1954">
                  <c:v>0.977</c:v>
                </c:pt>
                <c:pt idx="1955">
                  <c:v>0.9775</c:v>
                </c:pt>
                <c:pt idx="1956">
                  <c:v>0.978</c:v>
                </c:pt>
                <c:pt idx="1957">
                  <c:v>0.9785</c:v>
                </c:pt>
                <c:pt idx="1958">
                  <c:v>0.979</c:v>
                </c:pt>
                <c:pt idx="1959">
                  <c:v>0.9795</c:v>
                </c:pt>
                <c:pt idx="1960">
                  <c:v>0.98</c:v>
                </c:pt>
                <c:pt idx="1961">
                  <c:v>0.9805</c:v>
                </c:pt>
                <c:pt idx="1962">
                  <c:v>0.981</c:v>
                </c:pt>
                <c:pt idx="1963">
                  <c:v>0.9815</c:v>
                </c:pt>
                <c:pt idx="1964">
                  <c:v>0.982</c:v>
                </c:pt>
                <c:pt idx="1965">
                  <c:v>0.9825</c:v>
                </c:pt>
                <c:pt idx="1966">
                  <c:v>0.983</c:v>
                </c:pt>
                <c:pt idx="1967">
                  <c:v>0.9835</c:v>
                </c:pt>
                <c:pt idx="1968">
                  <c:v>0.984</c:v>
                </c:pt>
                <c:pt idx="1969">
                  <c:v>0.9845</c:v>
                </c:pt>
                <c:pt idx="1970">
                  <c:v>0.985</c:v>
                </c:pt>
                <c:pt idx="1971">
                  <c:v>0.9855</c:v>
                </c:pt>
                <c:pt idx="1972">
                  <c:v>0.986</c:v>
                </c:pt>
                <c:pt idx="1973">
                  <c:v>0.9865</c:v>
                </c:pt>
                <c:pt idx="1974">
                  <c:v>0.987</c:v>
                </c:pt>
                <c:pt idx="1975">
                  <c:v>0.9875</c:v>
                </c:pt>
                <c:pt idx="1976">
                  <c:v>0.988</c:v>
                </c:pt>
                <c:pt idx="1977">
                  <c:v>0.9885</c:v>
                </c:pt>
                <c:pt idx="1978">
                  <c:v>0.989</c:v>
                </c:pt>
                <c:pt idx="1979">
                  <c:v>0.9895</c:v>
                </c:pt>
                <c:pt idx="1980">
                  <c:v>0.99</c:v>
                </c:pt>
                <c:pt idx="1981">
                  <c:v>0.9905</c:v>
                </c:pt>
                <c:pt idx="1982">
                  <c:v>0.991</c:v>
                </c:pt>
                <c:pt idx="1983">
                  <c:v>0.9915</c:v>
                </c:pt>
                <c:pt idx="1984">
                  <c:v>0.992</c:v>
                </c:pt>
                <c:pt idx="1985">
                  <c:v>0.9925</c:v>
                </c:pt>
                <c:pt idx="1986">
                  <c:v>0.993</c:v>
                </c:pt>
                <c:pt idx="1987">
                  <c:v>0.9935</c:v>
                </c:pt>
                <c:pt idx="1988">
                  <c:v>0.994</c:v>
                </c:pt>
                <c:pt idx="1989">
                  <c:v>0.9945</c:v>
                </c:pt>
                <c:pt idx="1990">
                  <c:v>0.995</c:v>
                </c:pt>
                <c:pt idx="1991">
                  <c:v>0.9955</c:v>
                </c:pt>
                <c:pt idx="1992">
                  <c:v>0.996</c:v>
                </c:pt>
                <c:pt idx="1993">
                  <c:v>0.9965</c:v>
                </c:pt>
                <c:pt idx="1994">
                  <c:v>0.997</c:v>
                </c:pt>
                <c:pt idx="1995">
                  <c:v>0.9975</c:v>
                </c:pt>
                <c:pt idx="1996">
                  <c:v>0.998</c:v>
                </c:pt>
                <c:pt idx="1997">
                  <c:v>0.9985</c:v>
                </c:pt>
                <c:pt idx="1998">
                  <c:v>0.999</c:v>
                </c:pt>
                <c:pt idx="1999">
                  <c:v>0.9995</c:v>
                </c:pt>
                <c:pt idx="2000">
                  <c:v>1</c:v>
                </c:pt>
                <c:pt idx="2001">
                  <c:v>0.15325</c:v>
                </c:pt>
                <c:pt idx="2002">
                  <c:v>0.15325</c:v>
                </c:pt>
              </c:numCache>
            </c:numRef>
          </c:xVal>
          <c:yVal>
            <c:numRef>
              <c:f>Sheet1!$D$2:$D$2004</c:f>
              <c:numCache>
                <c:formatCode>General</c:formatCode>
                <c:ptCount val="2003"/>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
                </c:pt>
                <c:pt idx="361">
                  <c:v/>
                </c:pt>
                <c:pt idx="362">
                  <c:v/>
                </c:pt>
                <c:pt idx="363">
                  <c:v/>
                </c:pt>
                <c:pt idx="364">
                  <c:v/>
                </c:pt>
                <c:pt idx="365">
                  <c:v/>
                </c:pt>
                <c:pt idx="366">
                  <c:v/>
                </c:pt>
                <c:pt idx="367">
                  <c:v/>
                </c:pt>
                <c:pt idx="368">
                  <c:v/>
                </c:pt>
                <c:pt idx="369">
                  <c:v/>
                </c:pt>
                <c:pt idx="370">
                  <c:v/>
                </c:pt>
                <c:pt idx="371">
                  <c:v/>
                </c:pt>
                <c:pt idx="372">
                  <c:v/>
                </c:pt>
                <c:pt idx="373">
                  <c:v/>
                </c:pt>
                <c:pt idx="374">
                  <c:v/>
                </c:pt>
                <c:pt idx="375">
                  <c:v/>
                </c:pt>
                <c:pt idx="376">
                  <c:v/>
                </c:pt>
                <c:pt idx="377">
                  <c:v/>
                </c:pt>
                <c:pt idx="378">
                  <c:v/>
                </c:pt>
                <c:pt idx="379">
                  <c:v/>
                </c:pt>
                <c:pt idx="380">
                  <c:v/>
                </c:pt>
                <c:pt idx="381">
                  <c:v/>
                </c:pt>
                <c:pt idx="382">
                  <c:v/>
                </c:pt>
                <c:pt idx="383">
                  <c:v/>
                </c:pt>
                <c:pt idx="384">
                  <c:v/>
                </c:pt>
                <c:pt idx="385">
                  <c:v/>
                </c:pt>
                <c:pt idx="386">
                  <c:v/>
                </c:pt>
                <c:pt idx="387">
                  <c:v/>
                </c:pt>
                <c:pt idx="388">
                  <c:v/>
                </c:pt>
                <c:pt idx="389">
                  <c:v/>
                </c:pt>
                <c:pt idx="390">
                  <c:v/>
                </c:pt>
                <c:pt idx="391">
                  <c:v/>
                </c:pt>
                <c:pt idx="392">
                  <c:v/>
                </c:pt>
                <c:pt idx="393">
                  <c:v/>
                </c:pt>
                <c:pt idx="394">
                  <c:v/>
                </c:pt>
                <c:pt idx="395">
                  <c:v/>
                </c:pt>
                <c:pt idx="396">
                  <c:v/>
                </c:pt>
                <c:pt idx="397">
                  <c:v/>
                </c:pt>
                <c:pt idx="398">
                  <c:v/>
                </c:pt>
                <c:pt idx="399">
                  <c:v/>
                </c:pt>
                <c:pt idx="400">
                  <c:v/>
                </c:pt>
                <c:pt idx="401">
                  <c:v/>
                </c:pt>
                <c:pt idx="402">
                  <c:v/>
                </c:pt>
                <c:pt idx="403">
                  <c:v/>
                </c:pt>
                <c:pt idx="404">
                  <c:v/>
                </c:pt>
                <c:pt idx="405">
                  <c:v/>
                </c:pt>
                <c:pt idx="406">
                  <c:v/>
                </c:pt>
                <c:pt idx="407">
                  <c:v/>
                </c:pt>
                <c:pt idx="408">
                  <c:v/>
                </c:pt>
                <c:pt idx="409">
                  <c:v/>
                </c:pt>
                <c:pt idx="410">
                  <c:v/>
                </c:pt>
                <c:pt idx="411">
                  <c:v/>
                </c:pt>
                <c:pt idx="412">
                  <c:v/>
                </c:pt>
                <c:pt idx="413">
                  <c:v/>
                </c:pt>
                <c:pt idx="414">
                  <c:v/>
                </c:pt>
                <c:pt idx="415">
                  <c:v/>
                </c:pt>
                <c:pt idx="416">
                  <c:v/>
                </c:pt>
                <c:pt idx="417">
                  <c:v/>
                </c:pt>
                <c:pt idx="418">
                  <c:v/>
                </c:pt>
                <c:pt idx="419">
                  <c:v/>
                </c:pt>
                <c:pt idx="420">
                  <c:v/>
                </c:pt>
                <c:pt idx="421">
                  <c:v/>
                </c:pt>
                <c:pt idx="422">
                  <c:v/>
                </c:pt>
                <c:pt idx="423">
                  <c:v/>
                </c:pt>
                <c:pt idx="424">
                  <c:v/>
                </c:pt>
                <c:pt idx="425">
                  <c:v/>
                </c:pt>
                <c:pt idx="426">
                  <c:v/>
                </c:pt>
                <c:pt idx="427">
                  <c:v/>
                </c:pt>
                <c:pt idx="428">
                  <c:v/>
                </c:pt>
                <c:pt idx="429">
                  <c:v/>
                </c:pt>
                <c:pt idx="430">
                  <c:v/>
                </c:pt>
                <c:pt idx="431">
                  <c:v/>
                </c:pt>
                <c:pt idx="432">
                  <c:v/>
                </c:pt>
                <c:pt idx="433">
                  <c:v/>
                </c:pt>
                <c:pt idx="434">
                  <c:v/>
                </c:pt>
                <c:pt idx="435">
                  <c:v/>
                </c:pt>
                <c:pt idx="436">
                  <c:v/>
                </c:pt>
                <c:pt idx="437">
                  <c:v/>
                </c:pt>
                <c:pt idx="438">
                  <c:v/>
                </c:pt>
                <c:pt idx="439">
                  <c:v/>
                </c:pt>
                <c:pt idx="440">
                  <c:v/>
                </c:pt>
                <c:pt idx="441">
                  <c:v/>
                </c:pt>
                <c:pt idx="442">
                  <c:v/>
                </c:pt>
                <c:pt idx="443">
                  <c:v/>
                </c:pt>
                <c:pt idx="444">
                  <c:v/>
                </c:pt>
                <c:pt idx="445">
                  <c:v/>
                </c:pt>
                <c:pt idx="446">
                  <c:v/>
                </c:pt>
                <c:pt idx="447">
                  <c:v/>
                </c:pt>
                <c:pt idx="448">
                  <c:v/>
                </c:pt>
                <c:pt idx="449">
                  <c:v/>
                </c:pt>
                <c:pt idx="450">
                  <c:v/>
                </c:pt>
                <c:pt idx="451">
                  <c:v/>
                </c:pt>
                <c:pt idx="452">
                  <c:v/>
                </c:pt>
                <c:pt idx="453">
                  <c:v/>
                </c:pt>
                <c:pt idx="454">
                  <c:v/>
                </c:pt>
                <c:pt idx="455">
                  <c:v/>
                </c:pt>
                <c:pt idx="456">
                  <c:v/>
                </c:pt>
                <c:pt idx="457">
                  <c:v/>
                </c:pt>
                <c:pt idx="458">
                  <c:v/>
                </c:pt>
                <c:pt idx="459">
                  <c:v/>
                </c:pt>
                <c:pt idx="460">
                  <c:v/>
                </c:pt>
                <c:pt idx="461">
                  <c:v/>
                </c:pt>
                <c:pt idx="462">
                  <c:v/>
                </c:pt>
                <c:pt idx="463">
                  <c:v/>
                </c:pt>
                <c:pt idx="464">
                  <c:v/>
                </c:pt>
                <c:pt idx="465">
                  <c:v/>
                </c:pt>
                <c:pt idx="466">
                  <c:v/>
                </c:pt>
                <c:pt idx="467">
                  <c:v/>
                </c:pt>
                <c:pt idx="468">
                  <c:v/>
                </c:pt>
                <c:pt idx="469">
                  <c:v/>
                </c:pt>
                <c:pt idx="470">
                  <c:v/>
                </c:pt>
                <c:pt idx="471">
                  <c:v/>
                </c:pt>
                <c:pt idx="472">
                  <c:v/>
                </c:pt>
                <c:pt idx="473">
                  <c:v/>
                </c:pt>
                <c:pt idx="474">
                  <c:v/>
                </c:pt>
                <c:pt idx="475">
                  <c:v/>
                </c:pt>
                <c:pt idx="476">
                  <c:v/>
                </c:pt>
                <c:pt idx="477">
                  <c:v/>
                </c:pt>
                <c:pt idx="478">
                  <c:v/>
                </c:pt>
                <c:pt idx="479">
                  <c:v/>
                </c:pt>
                <c:pt idx="480">
                  <c:v/>
                </c:pt>
                <c:pt idx="481">
                  <c:v/>
                </c:pt>
                <c:pt idx="482">
                  <c:v/>
                </c:pt>
                <c:pt idx="483">
                  <c:v/>
                </c:pt>
                <c:pt idx="484">
                  <c:v/>
                </c:pt>
                <c:pt idx="485">
                  <c:v/>
                </c:pt>
                <c:pt idx="486">
                  <c:v/>
                </c:pt>
                <c:pt idx="487">
                  <c:v/>
                </c:pt>
                <c:pt idx="488">
                  <c:v/>
                </c:pt>
                <c:pt idx="489">
                  <c:v/>
                </c:pt>
                <c:pt idx="490">
                  <c:v/>
                </c:pt>
                <c:pt idx="491">
                  <c:v/>
                </c:pt>
                <c:pt idx="492">
                  <c:v/>
                </c:pt>
                <c:pt idx="493">
                  <c:v/>
                </c:pt>
                <c:pt idx="494">
                  <c:v/>
                </c:pt>
                <c:pt idx="495">
                  <c:v/>
                </c:pt>
                <c:pt idx="496">
                  <c:v/>
                </c:pt>
                <c:pt idx="497">
                  <c:v/>
                </c:pt>
                <c:pt idx="498">
                  <c:v/>
                </c:pt>
                <c:pt idx="499">
                  <c:v/>
                </c:pt>
                <c:pt idx="500">
                  <c:v/>
                </c:pt>
                <c:pt idx="501">
                  <c:v/>
                </c:pt>
                <c:pt idx="502">
                  <c:v/>
                </c:pt>
                <c:pt idx="503">
                  <c:v/>
                </c:pt>
                <c:pt idx="504">
                  <c:v/>
                </c:pt>
                <c:pt idx="505">
                  <c:v/>
                </c:pt>
                <c:pt idx="506">
                  <c:v/>
                </c:pt>
                <c:pt idx="507">
                  <c:v/>
                </c:pt>
                <c:pt idx="508">
                  <c:v/>
                </c:pt>
                <c:pt idx="509">
                  <c:v/>
                </c:pt>
                <c:pt idx="510">
                  <c:v/>
                </c:pt>
                <c:pt idx="511">
                  <c:v/>
                </c:pt>
                <c:pt idx="512">
                  <c:v/>
                </c:pt>
                <c:pt idx="513">
                  <c:v/>
                </c:pt>
                <c:pt idx="514">
                  <c:v/>
                </c:pt>
                <c:pt idx="515">
                  <c:v/>
                </c:pt>
                <c:pt idx="516">
                  <c:v/>
                </c:pt>
                <c:pt idx="517">
                  <c:v/>
                </c:pt>
                <c:pt idx="518">
                  <c:v/>
                </c:pt>
                <c:pt idx="519">
                  <c:v/>
                </c:pt>
                <c:pt idx="520">
                  <c:v/>
                </c:pt>
                <c:pt idx="521">
                  <c:v/>
                </c:pt>
                <c:pt idx="522">
                  <c:v/>
                </c:pt>
                <c:pt idx="523">
                  <c:v/>
                </c:pt>
                <c:pt idx="524">
                  <c:v/>
                </c:pt>
                <c:pt idx="525">
                  <c:v/>
                </c:pt>
                <c:pt idx="526">
                  <c:v/>
                </c:pt>
                <c:pt idx="527">
                  <c:v/>
                </c:pt>
                <c:pt idx="528">
                  <c:v/>
                </c:pt>
                <c:pt idx="529">
                  <c:v/>
                </c:pt>
                <c:pt idx="530">
                  <c:v/>
                </c:pt>
                <c:pt idx="531">
                  <c:v/>
                </c:pt>
                <c:pt idx="532">
                  <c:v/>
                </c:pt>
                <c:pt idx="533">
                  <c:v/>
                </c:pt>
                <c:pt idx="534">
                  <c:v/>
                </c:pt>
                <c:pt idx="535">
                  <c:v/>
                </c:pt>
                <c:pt idx="536">
                  <c:v/>
                </c:pt>
                <c:pt idx="537">
                  <c:v/>
                </c:pt>
                <c:pt idx="538">
                  <c:v/>
                </c:pt>
                <c:pt idx="539">
                  <c:v/>
                </c:pt>
                <c:pt idx="540">
                  <c:v/>
                </c:pt>
                <c:pt idx="541">
                  <c:v/>
                </c:pt>
                <c:pt idx="542">
                  <c:v/>
                </c:pt>
                <c:pt idx="543">
                  <c:v/>
                </c:pt>
                <c:pt idx="544">
                  <c:v/>
                </c:pt>
                <c:pt idx="545">
                  <c:v/>
                </c:pt>
                <c:pt idx="546">
                  <c:v/>
                </c:pt>
                <c:pt idx="547">
                  <c:v/>
                </c:pt>
                <c:pt idx="548">
                  <c:v/>
                </c:pt>
                <c:pt idx="549">
                  <c:v/>
                </c:pt>
                <c:pt idx="550">
                  <c:v/>
                </c:pt>
                <c:pt idx="551">
                  <c:v/>
                </c:pt>
                <c:pt idx="552">
                  <c:v/>
                </c:pt>
                <c:pt idx="553">
                  <c:v/>
                </c:pt>
                <c:pt idx="554">
                  <c:v/>
                </c:pt>
                <c:pt idx="555">
                  <c:v/>
                </c:pt>
                <c:pt idx="556">
                  <c:v/>
                </c:pt>
                <c:pt idx="557">
                  <c:v/>
                </c:pt>
                <c:pt idx="558">
                  <c:v/>
                </c:pt>
                <c:pt idx="559">
                  <c:v/>
                </c:pt>
                <c:pt idx="560">
                  <c:v/>
                </c:pt>
                <c:pt idx="561">
                  <c:v/>
                </c:pt>
                <c:pt idx="562">
                  <c:v/>
                </c:pt>
                <c:pt idx="563">
                  <c:v/>
                </c:pt>
                <c:pt idx="564">
                  <c:v/>
                </c:pt>
                <c:pt idx="565">
                  <c:v/>
                </c:pt>
                <c:pt idx="566">
                  <c:v/>
                </c:pt>
                <c:pt idx="567">
                  <c:v/>
                </c:pt>
                <c:pt idx="568">
                  <c:v/>
                </c:pt>
                <c:pt idx="569">
                  <c:v/>
                </c:pt>
                <c:pt idx="570">
                  <c:v/>
                </c:pt>
                <c:pt idx="571">
                  <c:v/>
                </c:pt>
                <c:pt idx="572">
                  <c:v/>
                </c:pt>
                <c:pt idx="573">
                  <c:v/>
                </c:pt>
                <c:pt idx="574">
                  <c:v/>
                </c:pt>
                <c:pt idx="575">
                  <c:v/>
                </c:pt>
                <c:pt idx="576">
                  <c:v/>
                </c:pt>
                <c:pt idx="577">
                  <c:v/>
                </c:pt>
                <c:pt idx="578">
                  <c:v/>
                </c:pt>
                <c:pt idx="579">
                  <c:v/>
                </c:pt>
                <c:pt idx="580">
                  <c:v/>
                </c:pt>
                <c:pt idx="581">
                  <c:v/>
                </c:pt>
                <c:pt idx="582">
                  <c:v/>
                </c:pt>
                <c:pt idx="583">
                  <c:v/>
                </c:pt>
                <c:pt idx="584">
                  <c:v/>
                </c:pt>
                <c:pt idx="585">
                  <c:v/>
                </c:pt>
                <c:pt idx="586">
                  <c:v/>
                </c:pt>
                <c:pt idx="587">
                  <c:v/>
                </c:pt>
                <c:pt idx="588">
                  <c:v/>
                </c:pt>
                <c:pt idx="589">
                  <c:v/>
                </c:pt>
                <c:pt idx="590">
                  <c:v/>
                </c:pt>
                <c:pt idx="591">
                  <c:v/>
                </c:pt>
                <c:pt idx="592">
                  <c:v/>
                </c:pt>
                <c:pt idx="593">
                  <c:v/>
                </c:pt>
                <c:pt idx="594">
                  <c:v/>
                </c:pt>
                <c:pt idx="595">
                  <c:v/>
                </c:pt>
                <c:pt idx="596">
                  <c:v/>
                </c:pt>
                <c:pt idx="597">
                  <c:v/>
                </c:pt>
                <c:pt idx="598">
                  <c:v/>
                </c:pt>
                <c:pt idx="599">
                  <c:v/>
                </c:pt>
                <c:pt idx="600">
                  <c:v/>
                </c:pt>
                <c:pt idx="601">
                  <c:v/>
                </c:pt>
                <c:pt idx="602">
                  <c:v/>
                </c:pt>
                <c:pt idx="603">
                  <c:v/>
                </c:pt>
                <c:pt idx="604">
                  <c:v/>
                </c:pt>
                <c:pt idx="605">
                  <c:v/>
                </c:pt>
                <c:pt idx="606">
                  <c:v/>
                </c:pt>
                <c:pt idx="607">
                  <c:v/>
                </c:pt>
                <c:pt idx="608">
                  <c:v/>
                </c:pt>
                <c:pt idx="609">
                  <c:v/>
                </c:pt>
                <c:pt idx="610">
                  <c:v/>
                </c:pt>
                <c:pt idx="611">
                  <c:v/>
                </c:pt>
                <c:pt idx="612">
                  <c:v/>
                </c:pt>
                <c:pt idx="613">
                  <c:v/>
                </c:pt>
                <c:pt idx="614">
                  <c:v/>
                </c:pt>
                <c:pt idx="615">
                  <c:v/>
                </c:pt>
                <c:pt idx="616">
                  <c:v/>
                </c:pt>
                <c:pt idx="617">
                  <c:v/>
                </c:pt>
                <c:pt idx="618">
                  <c:v/>
                </c:pt>
                <c:pt idx="619">
                  <c:v/>
                </c:pt>
                <c:pt idx="620">
                  <c:v/>
                </c:pt>
                <c:pt idx="621">
                  <c:v/>
                </c:pt>
                <c:pt idx="622">
                  <c:v/>
                </c:pt>
                <c:pt idx="623">
                  <c:v/>
                </c:pt>
                <c:pt idx="624">
                  <c:v/>
                </c:pt>
                <c:pt idx="625">
                  <c:v/>
                </c:pt>
                <c:pt idx="626">
                  <c:v/>
                </c:pt>
                <c:pt idx="627">
                  <c:v/>
                </c:pt>
                <c:pt idx="628">
                  <c:v/>
                </c:pt>
                <c:pt idx="629">
                  <c:v/>
                </c:pt>
                <c:pt idx="630">
                  <c:v/>
                </c:pt>
                <c:pt idx="631">
                  <c:v/>
                </c:pt>
                <c:pt idx="632">
                  <c:v/>
                </c:pt>
                <c:pt idx="633">
                  <c:v/>
                </c:pt>
                <c:pt idx="634">
                  <c:v/>
                </c:pt>
                <c:pt idx="635">
                  <c:v/>
                </c:pt>
                <c:pt idx="636">
                  <c:v/>
                </c:pt>
                <c:pt idx="637">
                  <c:v/>
                </c:pt>
                <c:pt idx="638">
                  <c:v/>
                </c:pt>
                <c:pt idx="639">
                  <c:v/>
                </c:pt>
                <c:pt idx="640">
                  <c:v/>
                </c:pt>
                <c:pt idx="641">
                  <c:v/>
                </c:pt>
                <c:pt idx="642">
                  <c:v/>
                </c:pt>
                <c:pt idx="643">
                  <c:v/>
                </c:pt>
                <c:pt idx="644">
                  <c:v/>
                </c:pt>
                <c:pt idx="645">
                  <c:v/>
                </c:pt>
                <c:pt idx="646">
                  <c:v/>
                </c:pt>
                <c:pt idx="647">
                  <c:v/>
                </c:pt>
                <c:pt idx="648">
                  <c:v/>
                </c:pt>
                <c:pt idx="649">
                  <c:v/>
                </c:pt>
                <c:pt idx="650">
                  <c:v/>
                </c:pt>
                <c:pt idx="651">
                  <c:v/>
                </c:pt>
                <c:pt idx="652">
                  <c:v/>
                </c:pt>
                <c:pt idx="653">
                  <c:v/>
                </c:pt>
                <c:pt idx="654">
                  <c:v/>
                </c:pt>
                <c:pt idx="655">
                  <c:v/>
                </c:pt>
                <c:pt idx="656">
                  <c:v/>
                </c:pt>
                <c:pt idx="657">
                  <c:v/>
                </c:pt>
                <c:pt idx="658">
                  <c:v/>
                </c:pt>
                <c:pt idx="659">
                  <c:v/>
                </c:pt>
                <c:pt idx="660">
                  <c:v/>
                </c:pt>
                <c:pt idx="661">
                  <c:v/>
                </c:pt>
                <c:pt idx="662">
                  <c:v/>
                </c:pt>
                <c:pt idx="663">
                  <c:v/>
                </c:pt>
                <c:pt idx="664">
                  <c:v/>
                </c:pt>
                <c:pt idx="665">
                  <c:v/>
                </c:pt>
                <c:pt idx="666">
                  <c:v/>
                </c:pt>
                <c:pt idx="667">
                  <c:v/>
                </c:pt>
                <c:pt idx="668">
                  <c:v/>
                </c:pt>
                <c:pt idx="669">
                  <c:v/>
                </c:pt>
                <c:pt idx="670">
                  <c:v/>
                </c:pt>
                <c:pt idx="671">
                  <c:v/>
                </c:pt>
                <c:pt idx="672">
                  <c:v/>
                </c:pt>
                <c:pt idx="673">
                  <c:v/>
                </c:pt>
                <c:pt idx="674">
                  <c:v/>
                </c:pt>
                <c:pt idx="675">
                  <c:v/>
                </c:pt>
                <c:pt idx="676">
                  <c:v/>
                </c:pt>
                <c:pt idx="677">
                  <c:v/>
                </c:pt>
                <c:pt idx="678">
                  <c:v/>
                </c:pt>
                <c:pt idx="679">
                  <c:v/>
                </c:pt>
                <c:pt idx="680">
                  <c:v/>
                </c:pt>
                <c:pt idx="681">
                  <c:v/>
                </c:pt>
                <c:pt idx="682">
                  <c:v/>
                </c:pt>
                <c:pt idx="683">
                  <c:v/>
                </c:pt>
                <c:pt idx="684">
                  <c:v/>
                </c:pt>
                <c:pt idx="685">
                  <c:v/>
                </c:pt>
                <c:pt idx="686">
                  <c:v/>
                </c:pt>
                <c:pt idx="687">
                  <c:v/>
                </c:pt>
                <c:pt idx="688">
                  <c:v/>
                </c:pt>
                <c:pt idx="689">
                  <c:v/>
                </c:pt>
                <c:pt idx="690">
                  <c:v/>
                </c:pt>
                <c:pt idx="691">
                  <c:v/>
                </c:pt>
                <c:pt idx="692">
                  <c:v/>
                </c:pt>
                <c:pt idx="693">
                  <c:v/>
                </c:pt>
                <c:pt idx="694">
                  <c:v/>
                </c:pt>
                <c:pt idx="695">
                  <c:v/>
                </c:pt>
                <c:pt idx="696">
                  <c:v/>
                </c:pt>
                <c:pt idx="697">
                  <c:v/>
                </c:pt>
                <c:pt idx="698">
                  <c:v/>
                </c:pt>
                <c:pt idx="699">
                  <c:v/>
                </c:pt>
                <c:pt idx="700">
                  <c:v/>
                </c:pt>
                <c:pt idx="701">
                  <c:v/>
                </c:pt>
                <c:pt idx="702">
                  <c:v/>
                </c:pt>
                <c:pt idx="703">
                  <c:v/>
                </c:pt>
                <c:pt idx="704">
                  <c:v/>
                </c:pt>
                <c:pt idx="705">
                  <c:v/>
                </c:pt>
                <c:pt idx="706">
                  <c:v/>
                </c:pt>
                <c:pt idx="707">
                  <c:v/>
                </c:pt>
                <c:pt idx="708">
                  <c:v/>
                </c:pt>
                <c:pt idx="709">
                  <c:v/>
                </c:pt>
                <c:pt idx="710">
                  <c:v/>
                </c:pt>
                <c:pt idx="711">
                  <c:v/>
                </c:pt>
                <c:pt idx="712">
                  <c:v/>
                </c:pt>
                <c:pt idx="713">
                  <c:v/>
                </c:pt>
                <c:pt idx="714">
                  <c:v/>
                </c:pt>
                <c:pt idx="715">
                  <c:v/>
                </c:pt>
                <c:pt idx="716">
                  <c:v/>
                </c:pt>
                <c:pt idx="717">
                  <c:v/>
                </c:pt>
                <c:pt idx="718">
                  <c:v/>
                </c:pt>
                <c:pt idx="719">
                  <c:v/>
                </c:pt>
                <c:pt idx="720">
                  <c:v/>
                </c:pt>
                <c:pt idx="721">
                  <c:v/>
                </c:pt>
                <c:pt idx="722">
                  <c:v/>
                </c:pt>
                <c:pt idx="723">
                  <c:v/>
                </c:pt>
                <c:pt idx="724">
                  <c:v/>
                </c:pt>
                <c:pt idx="725">
                  <c:v/>
                </c:pt>
                <c:pt idx="726">
                  <c:v/>
                </c:pt>
                <c:pt idx="727">
                  <c:v/>
                </c:pt>
                <c:pt idx="728">
                  <c:v/>
                </c:pt>
                <c:pt idx="729">
                  <c:v/>
                </c:pt>
                <c:pt idx="730">
                  <c:v/>
                </c:pt>
                <c:pt idx="731">
                  <c:v/>
                </c:pt>
                <c:pt idx="732">
                  <c:v/>
                </c:pt>
                <c:pt idx="733">
                  <c:v/>
                </c:pt>
                <c:pt idx="734">
                  <c:v/>
                </c:pt>
                <c:pt idx="735">
                  <c:v/>
                </c:pt>
                <c:pt idx="736">
                  <c:v/>
                </c:pt>
                <c:pt idx="737">
                  <c:v/>
                </c:pt>
                <c:pt idx="738">
                  <c:v/>
                </c:pt>
                <c:pt idx="739">
                  <c:v/>
                </c:pt>
                <c:pt idx="740">
                  <c:v/>
                </c:pt>
                <c:pt idx="741">
                  <c:v/>
                </c:pt>
                <c:pt idx="742">
                  <c:v/>
                </c:pt>
                <c:pt idx="743">
                  <c:v/>
                </c:pt>
                <c:pt idx="744">
                  <c:v/>
                </c:pt>
                <c:pt idx="745">
                  <c:v/>
                </c:pt>
                <c:pt idx="746">
                  <c:v/>
                </c:pt>
                <c:pt idx="747">
                  <c:v/>
                </c:pt>
                <c:pt idx="748">
                  <c:v/>
                </c:pt>
                <c:pt idx="749">
                  <c:v/>
                </c:pt>
                <c:pt idx="750">
                  <c:v/>
                </c:pt>
                <c:pt idx="751">
                  <c:v/>
                </c:pt>
                <c:pt idx="752">
                  <c:v/>
                </c:pt>
                <c:pt idx="753">
                  <c:v/>
                </c:pt>
                <c:pt idx="754">
                  <c:v/>
                </c:pt>
                <c:pt idx="755">
                  <c:v/>
                </c:pt>
                <c:pt idx="756">
                  <c:v/>
                </c:pt>
                <c:pt idx="757">
                  <c:v/>
                </c:pt>
                <c:pt idx="758">
                  <c:v/>
                </c:pt>
                <c:pt idx="759">
                  <c:v/>
                </c:pt>
                <c:pt idx="760">
                  <c:v/>
                </c:pt>
                <c:pt idx="761">
                  <c:v/>
                </c:pt>
                <c:pt idx="762">
                  <c:v/>
                </c:pt>
                <c:pt idx="763">
                  <c:v/>
                </c:pt>
                <c:pt idx="764">
                  <c:v/>
                </c:pt>
                <c:pt idx="765">
                  <c:v/>
                </c:pt>
                <c:pt idx="766">
                  <c:v/>
                </c:pt>
                <c:pt idx="767">
                  <c:v/>
                </c:pt>
                <c:pt idx="768">
                  <c:v/>
                </c:pt>
                <c:pt idx="769">
                  <c:v/>
                </c:pt>
                <c:pt idx="770">
                  <c:v/>
                </c:pt>
                <c:pt idx="771">
                  <c:v/>
                </c:pt>
                <c:pt idx="772">
                  <c:v/>
                </c:pt>
                <c:pt idx="773">
                  <c:v/>
                </c:pt>
                <c:pt idx="774">
                  <c:v/>
                </c:pt>
                <c:pt idx="775">
                  <c:v/>
                </c:pt>
                <c:pt idx="776">
                  <c:v/>
                </c:pt>
                <c:pt idx="777">
                  <c:v/>
                </c:pt>
                <c:pt idx="778">
                  <c:v/>
                </c:pt>
                <c:pt idx="779">
                  <c:v/>
                </c:pt>
                <c:pt idx="780">
                  <c:v/>
                </c:pt>
                <c:pt idx="781">
                  <c:v/>
                </c:pt>
                <c:pt idx="782">
                  <c:v/>
                </c:pt>
                <c:pt idx="783">
                  <c:v/>
                </c:pt>
                <c:pt idx="784">
                  <c:v/>
                </c:pt>
                <c:pt idx="785">
                  <c:v/>
                </c:pt>
                <c:pt idx="786">
                  <c:v/>
                </c:pt>
                <c:pt idx="787">
                  <c:v/>
                </c:pt>
                <c:pt idx="788">
                  <c:v/>
                </c:pt>
                <c:pt idx="789">
                  <c:v/>
                </c:pt>
                <c:pt idx="790">
                  <c:v/>
                </c:pt>
                <c:pt idx="791">
                  <c:v/>
                </c:pt>
                <c:pt idx="792">
                  <c:v/>
                </c:pt>
                <c:pt idx="793">
                  <c:v/>
                </c:pt>
                <c:pt idx="794">
                  <c:v/>
                </c:pt>
                <c:pt idx="795">
                  <c:v/>
                </c:pt>
                <c:pt idx="796">
                  <c:v/>
                </c:pt>
                <c:pt idx="797">
                  <c:v/>
                </c:pt>
                <c:pt idx="798">
                  <c:v/>
                </c:pt>
                <c:pt idx="799">
                  <c:v/>
                </c:pt>
                <c:pt idx="800">
                  <c:v/>
                </c:pt>
                <c:pt idx="801">
                  <c:v/>
                </c:pt>
                <c:pt idx="802">
                  <c:v/>
                </c:pt>
                <c:pt idx="803">
                  <c:v/>
                </c:pt>
                <c:pt idx="804">
                  <c:v/>
                </c:pt>
                <c:pt idx="805">
                  <c:v/>
                </c:pt>
                <c:pt idx="806">
                  <c:v/>
                </c:pt>
                <c:pt idx="807">
                  <c:v/>
                </c:pt>
                <c:pt idx="808">
                  <c:v/>
                </c:pt>
                <c:pt idx="809">
                  <c:v/>
                </c:pt>
                <c:pt idx="810">
                  <c:v/>
                </c:pt>
                <c:pt idx="811">
                  <c:v/>
                </c:pt>
                <c:pt idx="812">
                  <c:v/>
                </c:pt>
                <c:pt idx="813">
                  <c:v/>
                </c:pt>
                <c:pt idx="814">
                  <c:v/>
                </c:pt>
                <c:pt idx="815">
                  <c:v/>
                </c:pt>
                <c:pt idx="816">
                  <c:v/>
                </c:pt>
                <c:pt idx="817">
                  <c:v/>
                </c:pt>
                <c:pt idx="818">
                  <c:v/>
                </c:pt>
                <c:pt idx="819">
                  <c:v/>
                </c:pt>
                <c:pt idx="820">
                  <c:v/>
                </c:pt>
                <c:pt idx="821">
                  <c:v/>
                </c:pt>
                <c:pt idx="822">
                  <c:v/>
                </c:pt>
                <c:pt idx="823">
                  <c:v/>
                </c:pt>
                <c:pt idx="824">
                  <c:v/>
                </c:pt>
                <c:pt idx="825">
                  <c:v/>
                </c:pt>
                <c:pt idx="826">
                  <c:v/>
                </c:pt>
                <c:pt idx="827">
                  <c:v/>
                </c:pt>
                <c:pt idx="828">
                  <c:v/>
                </c:pt>
                <c:pt idx="829">
                  <c:v/>
                </c:pt>
                <c:pt idx="830">
                  <c:v/>
                </c:pt>
                <c:pt idx="831">
                  <c:v/>
                </c:pt>
                <c:pt idx="832">
                  <c:v/>
                </c:pt>
                <c:pt idx="833">
                  <c:v/>
                </c:pt>
                <c:pt idx="834">
                  <c:v/>
                </c:pt>
                <c:pt idx="835">
                  <c:v/>
                </c:pt>
                <c:pt idx="836">
                  <c:v/>
                </c:pt>
                <c:pt idx="837">
                  <c:v/>
                </c:pt>
                <c:pt idx="838">
                  <c:v/>
                </c:pt>
                <c:pt idx="839">
                  <c:v/>
                </c:pt>
                <c:pt idx="840">
                  <c:v/>
                </c:pt>
                <c:pt idx="841">
                  <c:v/>
                </c:pt>
                <c:pt idx="842">
                  <c:v/>
                </c:pt>
                <c:pt idx="843">
                  <c:v/>
                </c:pt>
                <c:pt idx="844">
                  <c:v/>
                </c:pt>
                <c:pt idx="845">
                  <c:v/>
                </c:pt>
                <c:pt idx="846">
                  <c:v/>
                </c:pt>
                <c:pt idx="847">
                  <c:v/>
                </c:pt>
                <c:pt idx="848">
                  <c:v/>
                </c:pt>
                <c:pt idx="849">
                  <c:v/>
                </c:pt>
                <c:pt idx="850">
                  <c:v/>
                </c:pt>
                <c:pt idx="851">
                  <c:v/>
                </c:pt>
                <c:pt idx="852">
                  <c:v/>
                </c:pt>
                <c:pt idx="853">
                  <c:v/>
                </c:pt>
                <c:pt idx="854">
                  <c:v/>
                </c:pt>
                <c:pt idx="855">
                  <c:v/>
                </c:pt>
                <c:pt idx="856">
                  <c:v/>
                </c:pt>
                <c:pt idx="857">
                  <c:v/>
                </c:pt>
                <c:pt idx="858">
                  <c:v/>
                </c:pt>
                <c:pt idx="859">
                  <c:v/>
                </c:pt>
                <c:pt idx="860">
                  <c:v/>
                </c:pt>
                <c:pt idx="861">
                  <c:v/>
                </c:pt>
                <c:pt idx="862">
                  <c:v/>
                </c:pt>
                <c:pt idx="863">
                  <c:v/>
                </c:pt>
                <c:pt idx="864">
                  <c:v/>
                </c:pt>
                <c:pt idx="865">
                  <c:v/>
                </c:pt>
                <c:pt idx="866">
                  <c:v/>
                </c:pt>
                <c:pt idx="867">
                  <c:v/>
                </c:pt>
                <c:pt idx="868">
                  <c:v/>
                </c:pt>
                <c:pt idx="869">
                  <c:v/>
                </c:pt>
                <c:pt idx="870">
                  <c:v/>
                </c:pt>
                <c:pt idx="871">
                  <c:v/>
                </c:pt>
                <c:pt idx="872">
                  <c:v/>
                </c:pt>
                <c:pt idx="873">
                  <c:v/>
                </c:pt>
                <c:pt idx="874">
                  <c:v/>
                </c:pt>
                <c:pt idx="875">
                  <c:v/>
                </c:pt>
                <c:pt idx="876">
                  <c:v/>
                </c:pt>
                <c:pt idx="877">
                  <c:v/>
                </c:pt>
                <c:pt idx="878">
                  <c:v/>
                </c:pt>
                <c:pt idx="879">
                  <c:v/>
                </c:pt>
                <c:pt idx="880">
                  <c:v/>
                </c:pt>
                <c:pt idx="881">
                  <c:v/>
                </c:pt>
                <c:pt idx="882">
                  <c:v/>
                </c:pt>
                <c:pt idx="883">
                  <c:v/>
                </c:pt>
                <c:pt idx="884">
                  <c:v/>
                </c:pt>
                <c:pt idx="885">
                  <c:v/>
                </c:pt>
                <c:pt idx="886">
                  <c:v/>
                </c:pt>
                <c:pt idx="887">
                  <c:v/>
                </c:pt>
                <c:pt idx="888">
                  <c:v/>
                </c:pt>
                <c:pt idx="889">
                  <c:v/>
                </c:pt>
                <c:pt idx="890">
                  <c:v/>
                </c:pt>
                <c:pt idx="891">
                  <c:v/>
                </c:pt>
                <c:pt idx="892">
                  <c:v/>
                </c:pt>
                <c:pt idx="893">
                  <c:v/>
                </c:pt>
                <c:pt idx="894">
                  <c:v/>
                </c:pt>
                <c:pt idx="895">
                  <c:v/>
                </c:pt>
                <c:pt idx="896">
                  <c:v/>
                </c:pt>
                <c:pt idx="897">
                  <c:v/>
                </c:pt>
                <c:pt idx="898">
                  <c:v/>
                </c:pt>
                <c:pt idx="899">
                  <c:v/>
                </c:pt>
                <c:pt idx="900">
                  <c:v/>
                </c:pt>
                <c:pt idx="901">
                  <c:v/>
                </c:pt>
                <c:pt idx="902">
                  <c:v/>
                </c:pt>
                <c:pt idx="903">
                  <c:v/>
                </c:pt>
                <c:pt idx="904">
                  <c:v/>
                </c:pt>
                <c:pt idx="905">
                  <c:v/>
                </c:pt>
                <c:pt idx="906">
                  <c:v/>
                </c:pt>
                <c:pt idx="907">
                  <c:v/>
                </c:pt>
                <c:pt idx="908">
                  <c:v/>
                </c:pt>
                <c:pt idx="909">
                  <c:v/>
                </c:pt>
                <c:pt idx="910">
                  <c:v/>
                </c:pt>
                <c:pt idx="911">
                  <c:v/>
                </c:pt>
                <c:pt idx="912">
                  <c:v/>
                </c:pt>
                <c:pt idx="913">
                  <c:v/>
                </c:pt>
                <c:pt idx="914">
                  <c:v/>
                </c:pt>
                <c:pt idx="915">
                  <c:v/>
                </c:pt>
                <c:pt idx="916">
                  <c:v/>
                </c:pt>
                <c:pt idx="917">
                  <c:v/>
                </c:pt>
                <c:pt idx="918">
                  <c:v/>
                </c:pt>
                <c:pt idx="919">
                  <c:v/>
                </c:pt>
                <c:pt idx="920">
                  <c:v/>
                </c:pt>
                <c:pt idx="921">
                  <c:v/>
                </c:pt>
                <c:pt idx="922">
                  <c:v/>
                </c:pt>
                <c:pt idx="923">
                  <c:v/>
                </c:pt>
                <c:pt idx="924">
                  <c:v/>
                </c:pt>
                <c:pt idx="925">
                  <c:v/>
                </c:pt>
                <c:pt idx="926">
                  <c:v/>
                </c:pt>
                <c:pt idx="927">
                  <c:v/>
                </c:pt>
                <c:pt idx="928">
                  <c:v/>
                </c:pt>
                <c:pt idx="929">
                  <c:v/>
                </c:pt>
                <c:pt idx="930">
                  <c:v/>
                </c:pt>
                <c:pt idx="931">
                  <c:v/>
                </c:pt>
                <c:pt idx="932">
                  <c:v/>
                </c:pt>
                <c:pt idx="933">
                  <c:v/>
                </c:pt>
                <c:pt idx="934">
                  <c:v/>
                </c:pt>
                <c:pt idx="935">
                  <c:v/>
                </c:pt>
                <c:pt idx="936">
                  <c:v/>
                </c:pt>
                <c:pt idx="937">
                  <c:v/>
                </c:pt>
                <c:pt idx="938">
                  <c:v/>
                </c:pt>
                <c:pt idx="939">
                  <c:v/>
                </c:pt>
                <c:pt idx="940">
                  <c:v/>
                </c:pt>
                <c:pt idx="941">
                  <c:v/>
                </c:pt>
                <c:pt idx="942">
                  <c:v/>
                </c:pt>
                <c:pt idx="943">
                  <c:v/>
                </c:pt>
                <c:pt idx="944">
                  <c:v/>
                </c:pt>
                <c:pt idx="945">
                  <c:v/>
                </c:pt>
                <c:pt idx="946">
                  <c:v/>
                </c:pt>
                <c:pt idx="947">
                  <c:v/>
                </c:pt>
                <c:pt idx="948">
                  <c:v/>
                </c:pt>
                <c:pt idx="949">
                  <c:v/>
                </c:pt>
                <c:pt idx="950">
                  <c:v/>
                </c:pt>
                <c:pt idx="951">
                  <c:v/>
                </c:pt>
                <c:pt idx="952">
                  <c:v/>
                </c:pt>
                <c:pt idx="953">
                  <c:v/>
                </c:pt>
                <c:pt idx="954">
                  <c:v/>
                </c:pt>
                <c:pt idx="955">
                  <c:v/>
                </c:pt>
                <c:pt idx="956">
                  <c:v/>
                </c:pt>
                <c:pt idx="957">
                  <c:v/>
                </c:pt>
                <c:pt idx="958">
                  <c:v/>
                </c:pt>
                <c:pt idx="959">
                  <c:v/>
                </c:pt>
                <c:pt idx="960">
                  <c:v/>
                </c:pt>
                <c:pt idx="961">
                  <c:v/>
                </c:pt>
                <c:pt idx="962">
                  <c:v/>
                </c:pt>
                <c:pt idx="963">
                  <c:v/>
                </c:pt>
                <c:pt idx="964">
                  <c:v/>
                </c:pt>
                <c:pt idx="965">
                  <c:v/>
                </c:pt>
                <c:pt idx="966">
                  <c:v/>
                </c:pt>
                <c:pt idx="967">
                  <c:v/>
                </c:pt>
                <c:pt idx="968">
                  <c:v/>
                </c:pt>
                <c:pt idx="969">
                  <c:v/>
                </c:pt>
                <c:pt idx="970">
                  <c:v/>
                </c:pt>
                <c:pt idx="971">
                  <c:v/>
                </c:pt>
                <c:pt idx="972">
                  <c:v/>
                </c:pt>
                <c:pt idx="973">
                  <c:v/>
                </c:pt>
                <c:pt idx="974">
                  <c:v/>
                </c:pt>
                <c:pt idx="975">
                  <c:v/>
                </c:pt>
                <c:pt idx="976">
                  <c:v/>
                </c:pt>
                <c:pt idx="977">
                  <c:v/>
                </c:pt>
                <c:pt idx="978">
                  <c:v/>
                </c:pt>
                <c:pt idx="979">
                  <c:v/>
                </c:pt>
                <c:pt idx="980">
                  <c:v/>
                </c:pt>
                <c:pt idx="981">
                  <c:v/>
                </c:pt>
                <c:pt idx="982">
                  <c:v/>
                </c:pt>
                <c:pt idx="983">
                  <c:v/>
                </c:pt>
                <c:pt idx="984">
                  <c:v/>
                </c:pt>
                <c:pt idx="985">
                  <c:v/>
                </c:pt>
                <c:pt idx="986">
                  <c:v/>
                </c:pt>
                <c:pt idx="987">
                  <c:v/>
                </c:pt>
                <c:pt idx="988">
                  <c:v/>
                </c:pt>
                <c:pt idx="989">
                  <c:v/>
                </c:pt>
                <c:pt idx="990">
                  <c:v/>
                </c:pt>
                <c:pt idx="991">
                  <c:v/>
                </c:pt>
                <c:pt idx="992">
                  <c:v/>
                </c:pt>
                <c:pt idx="993">
                  <c:v/>
                </c:pt>
                <c:pt idx="994">
                  <c:v/>
                </c:pt>
                <c:pt idx="995">
                  <c:v/>
                </c:pt>
                <c:pt idx="996">
                  <c:v/>
                </c:pt>
                <c:pt idx="997">
                  <c:v/>
                </c:pt>
                <c:pt idx="998">
                  <c:v/>
                </c:pt>
                <c:pt idx="999">
                  <c:v/>
                </c:pt>
                <c:pt idx="1000">
                  <c:v/>
                </c:pt>
                <c:pt idx="1001">
                  <c:v/>
                </c:pt>
                <c:pt idx="1002">
                  <c:v/>
                </c:pt>
                <c:pt idx="1003">
                  <c:v/>
                </c:pt>
                <c:pt idx="1004">
                  <c:v/>
                </c:pt>
                <c:pt idx="1005">
                  <c:v/>
                </c:pt>
                <c:pt idx="1006">
                  <c:v/>
                </c:pt>
                <c:pt idx="1007">
                  <c:v/>
                </c:pt>
                <c:pt idx="1008">
                  <c:v/>
                </c:pt>
                <c:pt idx="1009">
                  <c:v/>
                </c:pt>
                <c:pt idx="1010">
                  <c:v/>
                </c:pt>
                <c:pt idx="1011">
                  <c:v/>
                </c:pt>
                <c:pt idx="1012">
                  <c:v/>
                </c:pt>
                <c:pt idx="1013">
                  <c:v/>
                </c:pt>
                <c:pt idx="1014">
                  <c:v/>
                </c:pt>
                <c:pt idx="1015">
                  <c:v/>
                </c:pt>
                <c:pt idx="1016">
                  <c:v/>
                </c:pt>
                <c:pt idx="1017">
                  <c:v/>
                </c:pt>
                <c:pt idx="1018">
                  <c:v/>
                </c:pt>
                <c:pt idx="1019">
                  <c:v/>
                </c:pt>
                <c:pt idx="1020">
                  <c:v/>
                </c:pt>
                <c:pt idx="1021">
                  <c:v/>
                </c:pt>
                <c:pt idx="1022">
                  <c:v/>
                </c:pt>
                <c:pt idx="1023">
                  <c:v/>
                </c:pt>
                <c:pt idx="1024">
                  <c:v/>
                </c:pt>
                <c:pt idx="1025">
                  <c:v/>
                </c:pt>
                <c:pt idx="1026">
                  <c:v/>
                </c:pt>
                <c:pt idx="1027">
                  <c:v/>
                </c:pt>
                <c:pt idx="1028">
                  <c:v/>
                </c:pt>
                <c:pt idx="1029">
                  <c:v/>
                </c:pt>
                <c:pt idx="1030">
                  <c:v/>
                </c:pt>
                <c:pt idx="1031">
                  <c:v/>
                </c:pt>
                <c:pt idx="1032">
                  <c:v/>
                </c:pt>
                <c:pt idx="1033">
                  <c:v/>
                </c:pt>
                <c:pt idx="1034">
                  <c:v/>
                </c:pt>
                <c:pt idx="1035">
                  <c:v/>
                </c:pt>
                <c:pt idx="1036">
                  <c:v/>
                </c:pt>
                <c:pt idx="1037">
                  <c:v/>
                </c:pt>
                <c:pt idx="1038">
                  <c:v/>
                </c:pt>
                <c:pt idx="1039">
                  <c:v/>
                </c:pt>
                <c:pt idx="1040">
                  <c:v/>
                </c:pt>
                <c:pt idx="1041">
                  <c:v/>
                </c:pt>
                <c:pt idx="1042">
                  <c:v/>
                </c:pt>
                <c:pt idx="1043">
                  <c:v/>
                </c:pt>
                <c:pt idx="1044">
                  <c:v/>
                </c:pt>
                <c:pt idx="1045">
                  <c:v/>
                </c:pt>
                <c:pt idx="1046">
                  <c:v/>
                </c:pt>
                <c:pt idx="1047">
                  <c:v/>
                </c:pt>
                <c:pt idx="1048">
                  <c:v/>
                </c:pt>
                <c:pt idx="1049">
                  <c:v/>
                </c:pt>
                <c:pt idx="1050">
                  <c:v/>
                </c:pt>
                <c:pt idx="1051">
                  <c:v/>
                </c:pt>
                <c:pt idx="1052">
                  <c:v/>
                </c:pt>
                <c:pt idx="1053">
                  <c:v/>
                </c:pt>
                <c:pt idx="1054">
                  <c:v/>
                </c:pt>
                <c:pt idx="1055">
                  <c:v/>
                </c:pt>
                <c:pt idx="1056">
                  <c:v/>
                </c:pt>
                <c:pt idx="1057">
                  <c:v/>
                </c:pt>
                <c:pt idx="1058">
                  <c:v/>
                </c:pt>
                <c:pt idx="1059">
                  <c:v/>
                </c:pt>
                <c:pt idx="1060">
                  <c:v/>
                </c:pt>
                <c:pt idx="1061">
                  <c:v/>
                </c:pt>
                <c:pt idx="1062">
                  <c:v/>
                </c:pt>
                <c:pt idx="1063">
                  <c:v/>
                </c:pt>
                <c:pt idx="1064">
                  <c:v/>
                </c:pt>
                <c:pt idx="1065">
                  <c:v/>
                </c:pt>
                <c:pt idx="1066">
                  <c:v/>
                </c:pt>
                <c:pt idx="1067">
                  <c:v/>
                </c:pt>
                <c:pt idx="1068">
                  <c:v/>
                </c:pt>
                <c:pt idx="1069">
                  <c:v/>
                </c:pt>
                <c:pt idx="1070">
                  <c:v/>
                </c:pt>
                <c:pt idx="1071">
                  <c:v/>
                </c:pt>
                <c:pt idx="1072">
                  <c:v/>
                </c:pt>
                <c:pt idx="1073">
                  <c:v/>
                </c:pt>
                <c:pt idx="1074">
                  <c:v/>
                </c:pt>
                <c:pt idx="1075">
                  <c:v/>
                </c:pt>
                <c:pt idx="1076">
                  <c:v/>
                </c:pt>
                <c:pt idx="1077">
                  <c:v/>
                </c:pt>
                <c:pt idx="1078">
                  <c:v/>
                </c:pt>
                <c:pt idx="1079">
                  <c:v/>
                </c:pt>
                <c:pt idx="1080">
                  <c:v/>
                </c:pt>
                <c:pt idx="1081">
                  <c:v/>
                </c:pt>
                <c:pt idx="1082">
                  <c:v/>
                </c:pt>
                <c:pt idx="1083">
                  <c:v/>
                </c:pt>
                <c:pt idx="1084">
                  <c:v/>
                </c:pt>
                <c:pt idx="1085">
                  <c:v/>
                </c:pt>
                <c:pt idx="1086">
                  <c:v/>
                </c:pt>
                <c:pt idx="1087">
                  <c:v/>
                </c:pt>
                <c:pt idx="1088">
                  <c:v/>
                </c:pt>
                <c:pt idx="1089">
                  <c:v/>
                </c:pt>
                <c:pt idx="1090">
                  <c:v/>
                </c:pt>
                <c:pt idx="1091">
                  <c:v/>
                </c:pt>
                <c:pt idx="1092">
                  <c:v/>
                </c:pt>
                <c:pt idx="1093">
                  <c:v/>
                </c:pt>
                <c:pt idx="1094">
                  <c:v/>
                </c:pt>
                <c:pt idx="1095">
                  <c:v/>
                </c:pt>
                <c:pt idx="1096">
                  <c:v/>
                </c:pt>
                <c:pt idx="1097">
                  <c:v/>
                </c:pt>
                <c:pt idx="1098">
                  <c:v/>
                </c:pt>
                <c:pt idx="1099">
                  <c:v/>
                </c:pt>
                <c:pt idx="1100">
                  <c:v/>
                </c:pt>
                <c:pt idx="1101">
                  <c:v/>
                </c:pt>
                <c:pt idx="1102">
                  <c:v/>
                </c:pt>
                <c:pt idx="1103">
                  <c:v/>
                </c:pt>
                <c:pt idx="1104">
                  <c:v/>
                </c:pt>
                <c:pt idx="1105">
                  <c:v/>
                </c:pt>
                <c:pt idx="1106">
                  <c:v/>
                </c:pt>
                <c:pt idx="1107">
                  <c:v/>
                </c:pt>
                <c:pt idx="1108">
                  <c:v/>
                </c:pt>
                <c:pt idx="1109">
                  <c:v/>
                </c:pt>
                <c:pt idx="1110">
                  <c:v/>
                </c:pt>
                <c:pt idx="1111">
                  <c:v/>
                </c:pt>
                <c:pt idx="1112">
                  <c:v/>
                </c:pt>
                <c:pt idx="1113">
                  <c:v/>
                </c:pt>
                <c:pt idx="1114">
                  <c:v/>
                </c:pt>
                <c:pt idx="1115">
                  <c:v/>
                </c:pt>
                <c:pt idx="1116">
                  <c:v/>
                </c:pt>
                <c:pt idx="1117">
                  <c:v/>
                </c:pt>
                <c:pt idx="1118">
                  <c:v/>
                </c:pt>
                <c:pt idx="1119">
                  <c:v/>
                </c:pt>
                <c:pt idx="1120">
                  <c:v/>
                </c:pt>
                <c:pt idx="1121">
                  <c:v/>
                </c:pt>
                <c:pt idx="1122">
                  <c:v/>
                </c:pt>
                <c:pt idx="1123">
                  <c:v/>
                </c:pt>
                <c:pt idx="1124">
                  <c:v/>
                </c:pt>
                <c:pt idx="1125">
                  <c:v/>
                </c:pt>
                <c:pt idx="1126">
                  <c:v/>
                </c:pt>
                <c:pt idx="1127">
                  <c:v/>
                </c:pt>
                <c:pt idx="1128">
                  <c:v/>
                </c:pt>
                <c:pt idx="1129">
                  <c:v/>
                </c:pt>
                <c:pt idx="1130">
                  <c:v/>
                </c:pt>
                <c:pt idx="1131">
                  <c:v/>
                </c:pt>
                <c:pt idx="1132">
                  <c:v/>
                </c:pt>
                <c:pt idx="1133">
                  <c:v/>
                </c:pt>
                <c:pt idx="1134">
                  <c:v/>
                </c:pt>
                <c:pt idx="1135">
                  <c:v/>
                </c:pt>
                <c:pt idx="1136">
                  <c:v/>
                </c:pt>
                <c:pt idx="1137">
                  <c:v/>
                </c:pt>
                <c:pt idx="1138">
                  <c:v/>
                </c:pt>
                <c:pt idx="1139">
                  <c:v/>
                </c:pt>
                <c:pt idx="1140">
                  <c:v/>
                </c:pt>
                <c:pt idx="1141">
                  <c:v/>
                </c:pt>
                <c:pt idx="1142">
                  <c:v/>
                </c:pt>
                <c:pt idx="1143">
                  <c:v/>
                </c:pt>
                <c:pt idx="1144">
                  <c:v/>
                </c:pt>
                <c:pt idx="1145">
                  <c:v/>
                </c:pt>
                <c:pt idx="1146">
                  <c:v/>
                </c:pt>
                <c:pt idx="1147">
                  <c:v/>
                </c:pt>
                <c:pt idx="1148">
                  <c:v/>
                </c:pt>
                <c:pt idx="1149">
                  <c:v/>
                </c:pt>
                <c:pt idx="1150">
                  <c:v/>
                </c:pt>
                <c:pt idx="1151">
                  <c:v/>
                </c:pt>
                <c:pt idx="1152">
                  <c:v/>
                </c:pt>
                <c:pt idx="1153">
                  <c:v/>
                </c:pt>
                <c:pt idx="1154">
                  <c:v/>
                </c:pt>
                <c:pt idx="1155">
                  <c:v/>
                </c:pt>
                <c:pt idx="1156">
                  <c:v/>
                </c:pt>
                <c:pt idx="1157">
                  <c:v/>
                </c:pt>
                <c:pt idx="1158">
                  <c:v/>
                </c:pt>
                <c:pt idx="1159">
                  <c:v/>
                </c:pt>
                <c:pt idx="1160">
                  <c:v/>
                </c:pt>
                <c:pt idx="1161">
                  <c:v/>
                </c:pt>
                <c:pt idx="1162">
                  <c:v/>
                </c:pt>
                <c:pt idx="1163">
                  <c:v/>
                </c:pt>
                <c:pt idx="1164">
                  <c:v/>
                </c:pt>
                <c:pt idx="1165">
                  <c:v/>
                </c:pt>
                <c:pt idx="1166">
                  <c:v/>
                </c:pt>
                <c:pt idx="1167">
                  <c:v/>
                </c:pt>
                <c:pt idx="1168">
                  <c:v/>
                </c:pt>
                <c:pt idx="1169">
                  <c:v/>
                </c:pt>
                <c:pt idx="1170">
                  <c:v/>
                </c:pt>
                <c:pt idx="1171">
                  <c:v/>
                </c:pt>
                <c:pt idx="1172">
                  <c:v/>
                </c:pt>
                <c:pt idx="1173">
                  <c:v/>
                </c:pt>
                <c:pt idx="1174">
                  <c:v/>
                </c:pt>
                <c:pt idx="1175">
                  <c:v/>
                </c:pt>
                <c:pt idx="1176">
                  <c:v/>
                </c:pt>
                <c:pt idx="1177">
                  <c:v/>
                </c:pt>
                <c:pt idx="1178">
                  <c:v/>
                </c:pt>
                <c:pt idx="1179">
                  <c:v/>
                </c:pt>
                <c:pt idx="1180">
                  <c:v/>
                </c:pt>
                <c:pt idx="1181">
                  <c:v/>
                </c:pt>
                <c:pt idx="1182">
                  <c:v/>
                </c:pt>
                <c:pt idx="1183">
                  <c:v/>
                </c:pt>
                <c:pt idx="1184">
                  <c:v/>
                </c:pt>
                <c:pt idx="1185">
                  <c:v/>
                </c:pt>
                <c:pt idx="1186">
                  <c:v/>
                </c:pt>
                <c:pt idx="1187">
                  <c:v/>
                </c:pt>
                <c:pt idx="1188">
                  <c:v/>
                </c:pt>
                <c:pt idx="1189">
                  <c:v/>
                </c:pt>
                <c:pt idx="1190">
                  <c:v/>
                </c:pt>
                <c:pt idx="1191">
                  <c:v/>
                </c:pt>
                <c:pt idx="1192">
                  <c:v/>
                </c:pt>
                <c:pt idx="1193">
                  <c:v/>
                </c:pt>
                <c:pt idx="1194">
                  <c:v/>
                </c:pt>
                <c:pt idx="1195">
                  <c:v/>
                </c:pt>
                <c:pt idx="1196">
                  <c:v/>
                </c:pt>
                <c:pt idx="1197">
                  <c:v/>
                </c:pt>
                <c:pt idx="1198">
                  <c:v/>
                </c:pt>
                <c:pt idx="1199">
                  <c:v/>
                </c:pt>
                <c:pt idx="1200">
                  <c:v/>
                </c:pt>
                <c:pt idx="1201">
                  <c:v/>
                </c:pt>
                <c:pt idx="1202">
                  <c:v/>
                </c:pt>
                <c:pt idx="1203">
                  <c:v/>
                </c:pt>
                <c:pt idx="1204">
                  <c:v/>
                </c:pt>
                <c:pt idx="1205">
                  <c:v/>
                </c:pt>
                <c:pt idx="1206">
                  <c:v/>
                </c:pt>
                <c:pt idx="1207">
                  <c:v/>
                </c:pt>
                <c:pt idx="1208">
                  <c:v/>
                </c:pt>
                <c:pt idx="1209">
                  <c:v/>
                </c:pt>
                <c:pt idx="1210">
                  <c:v/>
                </c:pt>
                <c:pt idx="1211">
                  <c:v/>
                </c:pt>
                <c:pt idx="1212">
                  <c:v/>
                </c:pt>
                <c:pt idx="1213">
                  <c:v/>
                </c:pt>
                <c:pt idx="1214">
                  <c:v/>
                </c:pt>
                <c:pt idx="1215">
                  <c:v/>
                </c:pt>
                <c:pt idx="1216">
                  <c:v/>
                </c:pt>
                <c:pt idx="1217">
                  <c:v/>
                </c:pt>
                <c:pt idx="1218">
                  <c:v/>
                </c:pt>
                <c:pt idx="1219">
                  <c:v/>
                </c:pt>
                <c:pt idx="1220">
                  <c:v/>
                </c:pt>
                <c:pt idx="1221">
                  <c:v/>
                </c:pt>
                <c:pt idx="1222">
                  <c:v/>
                </c:pt>
                <c:pt idx="1223">
                  <c:v/>
                </c:pt>
                <c:pt idx="1224">
                  <c:v/>
                </c:pt>
                <c:pt idx="1225">
                  <c:v/>
                </c:pt>
                <c:pt idx="1226">
                  <c:v/>
                </c:pt>
                <c:pt idx="1227">
                  <c:v/>
                </c:pt>
                <c:pt idx="1228">
                  <c:v/>
                </c:pt>
                <c:pt idx="1229">
                  <c:v/>
                </c:pt>
                <c:pt idx="1230">
                  <c:v/>
                </c:pt>
                <c:pt idx="1231">
                  <c:v/>
                </c:pt>
                <c:pt idx="1232">
                  <c:v/>
                </c:pt>
                <c:pt idx="1233">
                  <c:v/>
                </c:pt>
                <c:pt idx="1234">
                  <c:v/>
                </c:pt>
                <c:pt idx="1235">
                  <c:v/>
                </c:pt>
                <c:pt idx="1236">
                  <c:v/>
                </c:pt>
                <c:pt idx="1237">
                  <c:v/>
                </c:pt>
                <c:pt idx="1238">
                  <c:v/>
                </c:pt>
                <c:pt idx="1239">
                  <c:v/>
                </c:pt>
                <c:pt idx="1240">
                  <c:v/>
                </c:pt>
                <c:pt idx="1241">
                  <c:v/>
                </c:pt>
                <c:pt idx="1242">
                  <c:v/>
                </c:pt>
                <c:pt idx="1243">
                  <c:v/>
                </c:pt>
                <c:pt idx="1244">
                  <c:v/>
                </c:pt>
                <c:pt idx="1245">
                  <c:v/>
                </c:pt>
                <c:pt idx="1246">
                  <c:v/>
                </c:pt>
                <c:pt idx="1247">
                  <c:v/>
                </c:pt>
                <c:pt idx="1248">
                  <c:v/>
                </c:pt>
                <c:pt idx="1249">
                  <c:v/>
                </c:pt>
                <c:pt idx="1250">
                  <c:v/>
                </c:pt>
                <c:pt idx="1251">
                  <c:v/>
                </c:pt>
                <c:pt idx="1252">
                  <c:v/>
                </c:pt>
                <c:pt idx="1253">
                  <c:v/>
                </c:pt>
                <c:pt idx="1254">
                  <c:v/>
                </c:pt>
                <c:pt idx="1255">
                  <c:v/>
                </c:pt>
                <c:pt idx="1256">
                  <c:v/>
                </c:pt>
                <c:pt idx="1257">
                  <c:v/>
                </c:pt>
                <c:pt idx="1258">
                  <c:v/>
                </c:pt>
                <c:pt idx="1259">
                  <c:v/>
                </c:pt>
                <c:pt idx="1260">
                  <c:v/>
                </c:pt>
                <c:pt idx="1261">
                  <c:v/>
                </c:pt>
                <c:pt idx="1262">
                  <c:v/>
                </c:pt>
                <c:pt idx="1263">
                  <c:v/>
                </c:pt>
                <c:pt idx="1264">
                  <c:v/>
                </c:pt>
                <c:pt idx="1265">
                  <c:v/>
                </c:pt>
                <c:pt idx="1266">
                  <c:v/>
                </c:pt>
                <c:pt idx="1267">
                  <c:v/>
                </c:pt>
                <c:pt idx="1268">
                  <c:v/>
                </c:pt>
                <c:pt idx="1269">
                  <c:v/>
                </c:pt>
                <c:pt idx="1270">
                  <c:v/>
                </c:pt>
                <c:pt idx="1271">
                  <c:v/>
                </c:pt>
                <c:pt idx="1272">
                  <c:v/>
                </c:pt>
                <c:pt idx="1273">
                  <c:v/>
                </c:pt>
                <c:pt idx="1274">
                  <c:v/>
                </c:pt>
                <c:pt idx="1275">
                  <c:v/>
                </c:pt>
                <c:pt idx="1276">
                  <c:v/>
                </c:pt>
                <c:pt idx="1277">
                  <c:v/>
                </c:pt>
                <c:pt idx="1278">
                  <c:v/>
                </c:pt>
                <c:pt idx="1279">
                  <c:v/>
                </c:pt>
                <c:pt idx="1280">
                  <c:v/>
                </c:pt>
                <c:pt idx="1281">
                  <c:v/>
                </c:pt>
                <c:pt idx="1282">
                  <c:v/>
                </c:pt>
                <c:pt idx="1283">
                  <c:v/>
                </c:pt>
                <c:pt idx="1284">
                  <c:v/>
                </c:pt>
                <c:pt idx="1285">
                  <c:v/>
                </c:pt>
                <c:pt idx="1286">
                  <c:v/>
                </c:pt>
                <c:pt idx="1287">
                  <c:v/>
                </c:pt>
                <c:pt idx="1288">
                  <c:v/>
                </c:pt>
                <c:pt idx="1289">
                  <c:v/>
                </c:pt>
                <c:pt idx="1290">
                  <c:v/>
                </c:pt>
                <c:pt idx="1291">
                  <c:v/>
                </c:pt>
                <c:pt idx="1292">
                  <c:v/>
                </c:pt>
                <c:pt idx="1293">
                  <c:v/>
                </c:pt>
                <c:pt idx="1294">
                  <c:v/>
                </c:pt>
                <c:pt idx="1295">
                  <c:v/>
                </c:pt>
                <c:pt idx="1296">
                  <c:v/>
                </c:pt>
                <c:pt idx="1297">
                  <c:v/>
                </c:pt>
                <c:pt idx="1298">
                  <c:v/>
                </c:pt>
                <c:pt idx="1299">
                  <c:v/>
                </c:pt>
                <c:pt idx="1300">
                  <c:v/>
                </c:pt>
                <c:pt idx="1301">
                  <c:v/>
                </c:pt>
                <c:pt idx="1302">
                  <c:v/>
                </c:pt>
                <c:pt idx="1303">
                  <c:v/>
                </c:pt>
                <c:pt idx="1304">
                  <c:v/>
                </c:pt>
                <c:pt idx="1305">
                  <c:v/>
                </c:pt>
                <c:pt idx="1306">
                  <c:v/>
                </c:pt>
                <c:pt idx="1307">
                  <c:v/>
                </c:pt>
                <c:pt idx="1308">
                  <c:v/>
                </c:pt>
                <c:pt idx="1309">
                  <c:v/>
                </c:pt>
                <c:pt idx="1310">
                  <c:v/>
                </c:pt>
                <c:pt idx="1311">
                  <c:v/>
                </c:pt>
                <c:pt idx="1312">
                  <c:v/>
                </c:pt>
                <c:pt idx="1313">
                  <c:v/>
                </c:pt>
                <c:pt idx="1314">
                  <c:v/>
                </c:pt>
                <c:pt idx="1315">
                  <c:v/>
                </c:pt>
                <c:pt idx="1316">
                  <c:v/>
                </c:pt>
                <c:pt idx="1317">
                  <c:v/>
                </c:pt>
                <c:pt idx="1318">
                  <c:v/>
                </c:pt>
                <c:pt idx="1319">
                  <c:v/>
                </c:pt>
                <c:pt idx="1320">
                  <c:v/>
                </c:pt>
                <c:pt idx="1321">
                  <c:v/>
                </c:pt>
                <c:pt idx="1322">
                  <c:v/>
                </c:pt>
                <c:pt idx="1323">
                  <c:v/>
                </c:pt>
                <c:pt idx="1324">
                  <c:v/>
                </c:pt>
                <c:pt idx="1325">
                  <c:v/>
                </c:pt>
                <c:pt idx="1326">
                  <c:v/>
                </c:pt>
                <c:pt idx="1327">
                  <c:v/>
                </c:pt>
                <c:pt idx="1328">
                  <c:v/>
                </c:pt>
                <c:pt idx="1329">
                  <c:v/>
                </c:pt>
                <c:pt idx="1330">
                  <c:v/>
                </c:pt>
                <c:pt idx="1331">
                  <c:v/>
                </c:pt>
                <c:pt idx="1332">
                  <c:v/>
                </c:pt>
                <c:pt idx="1333">
                  <c:v/>
                </c:pt>
                <c:pt idx="1334">
                  <c:v/>
                </c:pt>
                <c:pt idx="1335">
                  <c:v/>
                </c:pt>
                <c:pt idx="1336">
                  <c:v/>
                </c:pt>
                <c:pt idx="1337">
                  <c:v/>
                </c:pt>
                <c:pt idx="1338">
                  <c:v/>
                </c:pt>
                <c:pt idx="1339">
                  <c:v/>
                </c:pt>
                <c:pt idx="1340">
                  <c:v/>
                </c:pt>
                <c:pt idx="1341">
                  <c:v/>
                </c:pt>
                <c:pt idx="1342">
                  <c:v/>
                </c:pt>
                <c:pt idx="1343">
                  <c:v/>
                </c:pt>
                <c:pt idx="1344">
                  <c:v/>
                </c:pt>
                <c:pt idx="1345">
                  <c:v/>
                </c:pt>
                <c:pt idx="1346">
                  <c:v/>
                </c:pt>
                <c:pt idx="1347">
                  <c:v/>
                </c:pt>
                <c:pt idx="1348">
                  <c:v/>
                </c:pt>
                <c:pt idx="1349">
                  <c:v/>
                </c:pt>
                <c:pt idx="1350">
                  <c:v/>
                </c:pt>
                <c:pt idx="1351">
                  <c:v/>
                </c:pt>
                <c:pt idx="1352">
                  <c:v/>
                </c:pt>
                <c:pt idx="1353">
                  <c:v/>
                </c:pt>
                <c:pt idx="1354">
                  <c:v/>
                </c:pt>
                <c:pt idx="1355">
                  <c:v/>
                </c:pt>
                <c:pt idx="1356">
                  <c:v/>
                </c:pt>
                <c:pt idx="1357">
                  <c:v/>
                </c:pt>
                <c:pt idx="1358">
                  <c:v/>
                </c:pt>
                <c:pt idx="1359">
                  <c:v/>
                </c:pt>
                <c:pt idx="1360">
                  <c:v/>
                </c:pt>
                <c:pt idx="1361">
                  <c:v/>
                </c:pt>
                <c:pt idx="1362">
                  <c:v/>
                </c:pt>
                <c:pt idx="1363">
                  <c:v/>
                </c:pt>
                <c:pt idx="1364">
                  <c:v/>
                </c:pt>
                <c:pt idx="1365">
                  <c:v/>
                </c:pt>
                <c:pt idx="1366">
                  <c:v/>
                </c:pt>
                <c:pt idx="1367">
                  <c:v/>
                </c:pt>
                <c:pt idx="1368">
                  <c:v/>
                </c:pt>
                <c:pt idx="1369">
                  <c:v/>
                </c:pt>
                <c:pt idx="1370">
                  <c:v/>
                </c:pt>
                <c:pt idx="1371">
                  <c:v/>
                </c:pt>
                <c:pt idx="1372">
                  <c:v/>
                </c:pt>
                <c:pt idx="1373">
                  <c:v/>
                </c:pt>
                <c:pt idx="1374">
                  <c:v/>
                </c:pt>
                <c:pt idx="1375">
                  <c:v/>
                </c:pt>
                <c:pt idx="1376">
                  <c:v/>
                </c:pt>
                <c:pt idx="1377">
                  <c:v/>
                </c:pt>
                <c:pt idx="1378">
                  <c:v/>
                </c:pt>
                <c:pt idx="1379">
                  <c:v/>
                </c:pt>
                <c:pt idx="1380">
                  <c:v/>
                </c:pt>
                <c:pt idx="1381">
                  <c:v/>
                </c:pt>
                <c:pt idx="1382">
                  <c:v/>
                </c:pt>
                <c:pt idx="1383">
                  <c:v/>
                </c:pt>
                <c:pt idx="1384">
                  <c:v/>
                </c:pt>
                <c:pt idx="1385">
                  <c:v/>
                </c:pt>
                <c:pt idx="1386">
                  <c:v/>
                </c:pt>
                <c:pt idx="1387">
                  <c:v/>
                </c:pt>
                <c:pt idx="1388">
                  <c:v/>
                </c:pt>
                <c:pt idx="1389">
                  <c:v/>
                </c:pt>
                <c:pt idx="1390">
                  <c:v/>
                </c:pt>
                <c:pt idx="1391">
                  <c:v/>
                </c:pt>
                <c:pt idx="1392">
                  <c:v/>
                </c:pt>
                <c:pt idx="1393">
                  <c:v/>
                </c:pt>
                <c:pt idx="1394">
                  <c:v/>
                </c:pt>
                <c:pt idx="1395">
                  <c:v/>
                </c:pt>
                <c:pt idx="1396">
                  <c:v/>
                </c:pt>
                <c:pt idx="1397">
                  <c:v/>
                </c:pt>
                <c:pt idx="1398">
                  <c:v/>
                </c:pt>
                <c:pt idx="1399">
                  <c:v/>
                </c:pt>
                <c:pt idx="1400">
                  <c:v/>
                </c:pt>
                <c:pt idx="1401">
                  <c:v/>
                </c:pt>
                <c:pt idx="1402">
                  <c:v/>
                </c:pt>
                <c:pt idx="1403">
                  <c:v/>
                </c:pt>
                <c:pt idx="1404">
                  <c:v/>
                </c:pt>
                <c:pt idx="1405">
                  <c:v/>
                </c:pt>
                <c:pt idx="1406">
                  <c:v/>
                </c:pt>
                <c:pt idx="1407">
                  <c:v/>
                </c:pt>
                <c:pt idx="1408">
                  <c:v/>
                </c:pt>
                <c:pt idx="1409">
                  <c:v/>
                </c:pt>
                <c:pt idx="1410">
                  <c:v/>
                </c:pt>
                <c:pt idx="1411">
                  <c:v/>
                </c:pt>
                <c:pt idx="1412">
                  <c:v/>
                </c:pt>
                <c:pt idx="1413">
                  <c:v/>
                </c:pt>
                <c:pt idx="1414">
                  <c:v/>
                </c:pt>
                <c:pt idx="1415">
                  <c:v/>
                </c:pt>
                <c:pt idx="1416">
                  <c:v/>
                </c:pt>
                <c:pt idx="1417">
                  <c:v/>
                </c:pt>
                <c:pt idx="1418">
                  <c:v/>
                </c:pt>
                <c:pt idx="1419">
                  <c:v/>
                </c:pt>
                <c:pt idx="1420">
                  <c:v/>
                </c:pt>
                <c:pt idx="1421">
                  <c:v/>
                </c:pt>
                <c:pt idx="1422">
                  <c:v/>
                </c:pt>
                <c:pt idx="1423">
                  <c:v/>
                </c:pt>
                <c:pt idx="1424">
                  <c:v/>
                </c:pt>
                <c:pt idx="1425">
                  <c:v/>
                </c:pt>
                <c:pt idx="1426">
                  <c:v/>
                </c:pt>
                <c:pt idx="1427">
                  <c:v/>
                </c:pt>
                <c:pt idx="1428">
                  <c:v/>
                </c:pt>
                <c:pt idx="1429">
                  <c:v/>
                </c:pt>
                <c:pt idx="1430">
                  <c:v/>
                </c:pt>
                <c:pt idx="1431">
                  <c:v/>
                </c:pt>
                <c:pt idx="1432">
                  <c:v/>
                </c:pt>
                <c:pt idx="1433">
                  <c:v/>
                </c:pt>
                <c:pt idx="1434">
                  <c:v/>
                </c:pt>
                <c:pt idx="1435">
                  <c:v/>
                </c:pt>
                <c:pt idx="1436">
                  <c:v/>
                </c:pt>
                <c:pt idx="1437">
                  <c:v/>
                </c:pt>
                <c:pt idx="1438">
                  <c:v/>
                </c:pt>
                <c:pt idx="1439">
                  <c:v/>
                </c:pt>
                <c:pt idx="1440">
                  <c:v/>
                </c:pt>
                <c:pt idx="1441">
                  <c:v/>
                </c:pt>
                <c:pt idx="1442">
                  <c:v/>
                </c:pt>
                <c:pt idx="1443">
                  <c:v/>
                </c:pt>
                <c:pt idx="1444">
                  <c:v/>
                </c:pt>
                <c:pt idx="1445">
                  <c:v/>
                </c:pt>
                <c:pt idx="1446">
                  <c:v/>
                </c:pt>
                <c:pt idx="1447">
                  <c:v/>
                </c:pt>
                <c:pt idx="1448">
                  <c:v/>
                </c:pt>
                <c:pt idx="1449">
                  <c:v/>
                </c:pt>
                <c:pt idx="1450">
                  <c:v/>
                </c:pt>
                <c:pt idx="1451">
                  <c:v/>
                </c:pt>
                <c:pt idx="1452">
                  <c:v/>
                </c:pt>
                <c:pt idx="1453">
                  <c:v/>
                </c:pt>
                <c:pt idx="1454">
                  <c:v/>
                </c:pt>
                <c:pt idx="1455">
                  <c:v/>
                </c:pt>
                <c:pt idx="1456">
                  <c:v/>
                </c:pt>
                <c:pt idx="1457">
                  <c:v/>
                </c:pt>
                <c:pt idx="1458">
                  <c:v/>
                </c:pt>
                <c:pt idx="1459">
                  <c:v/>
                </c:pt>
                <c:pt idx="1460">
                  <c:v/>
                </c:pt>
                <c:pt idx="1461">
                  <c:v/>
                </c:pt>
                <c:pt idx="1462">
                  <c:v/>
                </c:pt>
                <c:pt idx="1463">
                  <c:v/>
                </c:pt>
                <c:pt idx="1464">
                  <c:v/>
                </c:pt>
                <c:pt idx="1465">
                  <c:v/>
                </c:pt>
                <c:pt idx="1466">
                  <c:v/>
                </c:pt>
                <c:pt idx="1467">
                  <c:v/>
                </c:pt>
                <c:pt idx="1468">
                  <c:v/>
                </c:pt>
                <c:pt idx="1469">
                  <c:v/>
                </c:pt>
                <c:pt idx="1470">
                  <c:v/>
                </c:pt>
                <c:pt idx="1471">
                  <c:v/>
                </c:pt>
                <c:pt idx="1472">
                  <c:v/>
                </c:pt>
                <c:pt idx="1473">
                  <c:v/>
                </c:pt>
                <c:pt idx="1474">
                  <c:v/>
                </c:pt>
                <c:pt idx="1475">
                  <c:v/>
                </c:pt>
                <c:pt idx="1476">
                  <c:v/>
                </c:pt>
                <c:pt idx="1477">
                  <c:v/>
                </c:pt>
                <c:pt idx="1478">
                  <c:v/>
                </c:pt>
                <c:pt idx="1479">
                  <c:v/>
                </c:pt>
                <c:pt idx="1480">
                  <c:v/>
                </c:pt>
                <c:pt idx="1481">
                  <c:v/>
                </c:pt>
                <c:pt idx="1482">
                  <c:v/>
                </c:pt>
                <c:pt idx="1483">
                  <c:v/>
                </c:pt>
                <c:pt idx="1484">
                  <c:v/>
                </c:pt>
                <c:pt idx="1485">
                  <c:v/>
                </c:pt>
                <c:pt idx="1486">
                  <c:v/>
                </c:pt>
                <c:pt idx="1487">
                  <c:v/>
                </c:pt>
                <c:pt idx="1488">
                  <c:v/>
                </c:pt>
                <c:pt idx="1489">
                  <c:v/>
                </c:pt>
                <c:pt idx="1490">
                  <c:v/>
                </c:pt>
                <c:pt idx="1491">
                  <c:v/>
                </c:pt>
                <c:pt idx="1492">
                  <c:v/>
                </c:pt>
                <c:pt idx="1493">
                  <c:v/>
                </c:pt>
                <c:pt idx="1494">
                  <c:v/>
                </c:pt>
                <c:pt idx="1495">
                  <c:v/>
                </c:pt>
                <c:pt idx="1496">
                  <c:v/>
                </c:pt>
                <c:pt idx="1497">
                  <c:v/>
                </c:pt>
                <c:pt idx="1498">
                  <c:v/>
                </c:pt>
                <c:pt idx="1499">
                  <c:v/>
                </c:pt>
                <c:pt idx="1500">
                  <c:v/>
                </c:pt>
                <c:pt idx="1501">
                  <c:v/>
                </c:pt>
                <c:pt idx="1502">
                  <c:v/>
                </c:pt>
                <c:pt idx="1503">
                  <c:v/>
                </c:pt>
                <c:pt idx="1504">
                  <c:v/>
                </c:pt>
                <c:pt idx="1505">
                  <c:v/>
                </c:pt>
                <c:pt idx="1506">
                  <c:v/>
                </c:pt>
                <c:pt idx="1507">
                  <c:v/>
                </c:pt>
                <c:pt idx="1508">
                  <c:v/>
                </c:pt>
                <c:pt idx="1509">
                  <c:v/>
                </c:pt>
                <c:pt idx="1510">
                  <c:v/>
                </c:pt>
                <c:pt idx="1511">
                  <c:v/>
                </c:pt>
                <c:pt idx="1512">
                  <c:v/>
                </c:pt>
                <c:pt idx="1513">
                  <c:v/>
                </c:pt>
                <c:pt idx="1514">
                  <c:v/>
                </c:pt>
                <c:pt idx="1515">
                  <c:v/>
                </c:pt>
                <c:pt idx="1516">
                  <c:v/>
                </c:pt>
                <c:pt idx="1517">
                  <c:v/>
                </c:pt>
                <c:pt idx="1518">
                  <c:v/>
                </c:pt>
                <c:pt idx="1519">
                  <c:v/>
                </c:pt>
                <c:pt idx="1520">
                  <c:v/>
                </c:pt>
                <c:pt idx="1521">
                  <c:v/>
                </c:pt>
                <c:pt idx="1522">
                  <c:v/>
                </c:pt>
                <c:pt idx="1523">
                  <c:v/>
                </c:pt>
                <c:pt idx="1524">
                  <c:v/>
                </c:pt>
                <c:pt idx="1525">
                  <c:v/>
                </c:pt>
                <c:pt idx="1526">
                  <c:v/>
                </c:pt>
                <c:pt idx="1527">
                  <c:v/>
                </c:pt>
                <c:pt idx="1528">
                  <c:v/>
                </c:pt>
                <c:pt idx="1529">
                  <c:v/>
                </c:pt>
                <c:pt idx="1530">
                  <c:v/>
                </c:pt>
                <c:pt idx="1531">
                  <c:v/>
                </c:pt>
                <c:pt idx="1532">
                  <c:v/>
                </c:pt>
                <c:pt idx="1533">
                  <c:v/>
                </c:pt>
                <c:pt idx="1534">
                  <c:v/>
                </c:pt>
                <c:pt idx="1535">
                  <c:v/>
                </c:pt>
                <c:pt idx="1536">
                  <c:v/>
                </c:pt>
                <c:pt idx="1537">
                  <c:v/>
                </c:pt>
                <c:pt idx="1538">
                  <c:v/>
                </c:pt>
                <c:pt idx="1539">
                  <c:v/>
                </c:pt>
                <c:pt idx="1540">
                  <c:v/>
                </c:pt>
                <c:pt idx="1541">
                  <c:v/>
                </c:pt>
                <c:pt idx="1542">
                  <c:v/>
                </c:pt>
                <c:pt idx="1543">
                  <c:v/>
                </c:pt>
                <c:pt idx="1544">
                  <c:v/>
                </c:pt>
                <c:pt idx="1545">
                  <c:v/>
                </c:pt>
                <c:pt idx="1546">
                  <c:v/>
                </c:pt>
                <c:pt idx="1547">
                  <c:v/>
                </c:pt>
                <c:pt idx="1548">
                  <c:v/>
                </c:pt>
                <c:pt idx="1549">
                  <c:v/>
                </c:pt>
                <c:pt idx="1550">
                  <c:v/>
                </c:pt>
                <c:pt idx="1551">
                  <c:v/>
                </c:pt>
                <c:pt idx="1552">
                  <c:v/>
                </c:pt>
                <c:pt idx="1553">
                  <c:v/>
                </c:pt>
                <c:pt idx="1554">
                  <c:v/>
                </c:pt>
                <c:pt idx="1555">
                  <c:v/>
                </c:pt>
                <c:pt idx="1556">
                  <c:v/>
                </c:pt>
                <c:pt idx="1557">
                  <c:v/>
                </c:pt>
                <c:pt idx="1558">
                  <c:v/>
                </c:pt>
                <c:pt idx="1559">
                  <c:v/>
                </c:pt>
                <c:pt idx="1560">
                  <c:v/>
                </c:pt>
                <c:pt idx="1561">
                  <c:v/>
                </c:pt>
                <c:pt idx="1562">
                  <c:v/>
                </c:pt>
                <c:pt idx="1563">
                  <c:v/>
                </c:pt>
                <c:pt idx="1564">
                  <c:v/>
                </c:pt>
                <c:pt idx="1565">
                  <c:v/>
                </c:pt>
                <c:pt idx="1566">
                  <c:v/>
                </c:pt>
                <c:pt idx="1567">
                  <c:v/>
                </c:pt>
                <c:pt idx="1568">
                  <c:v/>
                </c:pt>
                <c:pt idx="1569">
                  <c:v/>
                </c:pt>
                <c:pt idx="1570">
                  <c:v/>
                </c:pt>
                <c:pt idx="1571">
                  <c:v/>
                </c:pt>
                <c:pt idx="1572">
                  <c:v/>
                </c:pt>
                <c:pt idx="1573">
                  <c:v/>
                </c:pt>
                <c:pt idx="1574">
                  <c:v/>
                </c:pt>
                <c:pt idx="1575">
                  <c:v/>
                </c:pt>
                <c:pt idx="1576">
                  <c:v/>
                </c:pt>
                <c:pt idx="1577">
                  <c:v/>
                </c:pt>
                <c:pt idx="1578">
                  <c:v/>
                </c:pt>
                <c:pt idx="1579">
                  <c:v/>
                </c:pt>
                <c:pt idx="1580">
                  <c:v/>
                </c:pt>
                <c:pt idx="1581">
                  <c:v/>
                </c:pt>
                <c:pt idx="1582">
                  <c:v/>
                </c:pt>
                <c:pt idx="1583">
                  <c:v/>
                </c:pt>
                <c:pt idx="1584">
                  <c:v/>
                </c:pt>
                <c:pt idx="1585">
                  <c:v/>
                </c:pt>
                <c:pt idx="1586">
                  <c:v/>
                </c:pt>
                <c:pt idx="1587">
                  <c:v/>
                </c:pt>
                <c:pt idx="1588">
                  <c:v/>
                </c:pt>
                <c:pt idx="1589">
                  <c:v/>
                </c:pt>
                <c:pt idx="1590">
                  <c:v/>
                </c:pt>
                <c:pt idx="1591">
                  <c:v/>
                </c:pt>
                <c:pt idx="1592">
                  <c:v/>
                </c:pt>
                <c:pt idx="1593">
                  <c:v/>
                </c:pt>
                <c:pt idx="1594">
                  <c:v/>
                </c:pt>
                <c:pt idx="1595">
                  <c:v/>
                </c:pt>
                <c:pt idx="1596">
                  <c:v/>
                </c:pt>
                <c:pt idx="1597">
                  <c:v/>
                </c:pt>
                <c:pt idx="1598">
                  <c:v/>
                </c:pt>
                <c:pt idx="1599">
                  <c:v/>
                </c:pt>
                <c:pt idx="1600">
                  <c:v/>
                </c:pt>
                <c:pt idx="1601">
                  <c:v/>
                </c:pt>
                <c:pt idx="1602">
                  <c:v/>
                </c:pt>
                <c:pt idx="1603">
                  <c:v/>
                </c:pt>
                <c:pt idx="1604">
                  <c:v/>
                </c:pt>
                <c:pt idx="1605">
                  <c:v/>
                </c:pt>
                <c:pt idx="1606">
                  <c:v/>
                </c:pt>
                <c:pt idx="1607">
                  <c:v/>
                </c:pt>
                <c:pt idx="1608">
                  <c:v/>
                </c:pt>
                <c:pt idx="1609">
                  <c:v/>
                </c:pt>
                <c:pt idx="1610">
                  <c:v/>
                </c:pt>
                <c:pt idx="1611">
                  <c:v/>
                </c:pt>
                <c:pt idx="1612">
                  <c:v/>
                </c:pt>
                <c:pt idx="1613">
                  <c:v/>
                </c:pt>
                <c:pt idx="1614">
                  <c:v/>
                </c:pt>
                <c:pt idx="1615">
                  <c:v/>
                </c:pt>
                <c:pt idx="1616">
                  <c:v/>
                </c:pt>
                <c:pt idx="1617">
                  <c:v/>
                </c:pt>
                <c:pt idx="1618">
                  <c:v/>
                </c:pt>
                <c:pt idx="1619">
                  <c:v/>
                </c:pt>
                <c:pt idx="1620">
                  <c:v/>
                </c:pt>
                <c:pt idx="1621">
                  <c:v/>
                </c:pt>
                <c:pt idx="1622">
                  <c:v/>
                </c:pt>
                <c:pt idx="1623">
                  <c:v/>
                </c:pt>
                <c:pt idx="1624">
                  <c:v/>
                </c:pt>
                <c:pt idx="1625">
                  <c:v/>
                </c:pt>
                <c:pt idx="1626">
                  <c:v/>
                </c:pt>
                <c:pt idx="1627">
                  <c:v/>
                </c:pt>
                <c:pt idx="1628">
                  <c:v/>
                </c:pt>
                <c:pt idx="1629">
                  <c:v/>
                </c:pt>
                <c:pt idx="1630">
                  <c:v/>
                </c:pt>
                <c:pt idx="1631">
                  <c:v/>
                </c:pt>
                <c:pt idx="1632">
                  <c:v/>
                </c:pt>
                <c:pt idx="1633">
                  <c:v/>
                </c:pt>
                <c:pt idx="1634">
                  <c:v/>
                </c:pt>
                <c:pt idx="1635">
                  <c:v/>
                </c:pt>
                <c:pt idx="1636">
                  <c:v/>
                </c:pt>
                <c:pt idx="1637">
                  <c:v/>
                </c:pt>
                <c:pt idx="1638">
                  <c:v/>
                </c:pt>
                <c:pt idx="1639">
                  <c:v/>
                </c:pt>
                <c:pt idx="1640">
                  <c:v/>
                </c:pt>
                <c:pt idx="1641">
                  <c:v/>
                </c:pt>
                <c:pt idx="1642">
                  <c:v/>
                </c:pt>
                <c:pt idx="1643">
                  <c:v/>
                </c:pt>
                <c:pt idx="1644">
                  <c:v/>
                </c:pt>
                <c:pt idx="1645">
                  <c:v/>
                </c:pt>
                <c:pt idx="1646">
                  <c:v/>
                </c:pt>
                <c:pt idx="1647">
                  <c:v/>
                </c:pt>
                <c:pt idx="1648">
                  <c:v/>
                </c:pt>
                <c:pt idx="1649">
                  <c:v/>
                </c:pt>
                <c:pt idx="1650">
                  <c:v/>
                </c:pt>
                <c:pt idx="1651">
                  <c:v/>
                </c:pt>
                <c:pt idx="1652">
                  <c:v/>
                </c:pt>
                <c:pt idx="1653">
                  <c:v/>
                </c:pt>
                <c:pt idx="1654">
                  <c:v/>
                </c:pt>
                <c:pt idx="1655">
                  <c:v/>
                </c:pt>
                <c:pt idx="1656">
                  <c:v/>
                </c:pt>
                <c:pt idx="1657">
                  <c:v/>
                </c:pt>
                <c:pt idx="1658">
                  <c:v/>
                </c:pt>
                <c:pt idx="1659">
                  <c:v/>
                </c:pt>
                <c:pt idx="1660">
                  <c:v/>
                </c:pt>
                <c:pt idx="1661">
                  <c:v/>
                </c:pt>
                <c:pt idx="1662">
                  <c:v/>
                </c:pt>
                <c:pt idx="1663">
                  <c:v/>
                </c:pt>
                <c:pt idx="1664">
                  <c:v/>
                </c:pt>
                <c:pt idx="1665">
                  <c:v/>
                </c:pt>
                <c:pt idx="1666">
                  <c:v/>
                </c:pt>
                <c:pt idx="1667">
                  <c:v/>
                </c:pt>
                <c:pt idx="1668">
                  <c:v/>
                </c:pt>
                <c:pt idx="1669">
                  <c:v/>
                </c:pt>
                <c:pt idx="1670">
                  <c:v/>
                </c:pt>
                <c:pt idx="1671">
                  <c:v/>
                </c:pt>
                <c:pt idx="1672">
                  <c:v/>
                </c:pt>
                <c:pt idx="1673">
                  <c:v/>
                </c:pt>
                <c:pt idx="1674">
                  <c:v/>
                </c:pt>
                <c:pt idx="1675">
                  <c:v/>
                </c:pt>
                <c:pt idx="1676">
                  <c:v/>
                </c:pt>
                <c:pt idx="1677">
                  <c:v/>
                </c:pt>
                <c:pt idx="1678">
                  <c:v/>
                </c:pt>
                <c:pt idx="1679">
                  <c:v/>
                </c:pt>
                <c:pt idx="1680">
                  <c:v/>
                </c:pt>
                <c:pt idx="1681">
                  <c:v/>
                </c:pt>
                <c:pt idx="1682">
                  <c:v/>
                </c:pt>
                <c:pt idx="1683">
                  <c:v/>
                </c:pt>
                <c:pt idx="1684">
                  <c:v/>
                </c:pt>
                <c:pt idx="1685">
                  <c:v/>
                </c:pt>
                <c:pt idx="1686">
                  <c:v/>
                </c:pt>
                <c:pt idx="1687">
                  <c:v/>
                </c:pt>
                <c:pt idx="1688">
                  <c:v/>
                </c:pt>
                <c:pt idx="1689">
                  <c:v/>
                </c:pt>
                <c:pt idx="1690">
                  <c:v/>
                </c:pt>
                <c:pt idx="1691">
                  <c:v/>
                </c:pt>
                <c:pt idx="1692">
                  <c:v/>
                </c:pt>
                <c:pt idx="1693">
                  <c:v/>
                </c:pt>
                <c:pt idx="1694">
                  <c:v/>
                </c:pt>
                <c:pt idx="1695">
                  <c:v/>
                </c:pt>
                <c:pt idx="1696">
                  <c:v/>
                </c:pt>
                <c:pt idx="1697">
                  <c:v/>
                </c:pt>
                <c:pt idx="1698">
                  <c:v/>
                </c:pt>
                <c:pt idx="1699">
                  <c:v/>
                </c:pt>
                <c:pt idx="1700">
                  <c:v/>
                </c:pt>
                <c:pt idx="1701">
                  <c:v/>
                </c:pt>
                <c:pt idx="1702">
                  <c:v/>
                </c:pt>
                <c:pt idx="1703">
                  <c:v/>
                </c:pt>
                <c:pt idx="1704">
                  <c:v/>
                </c:pt>
                <c:pt idx="1705">
                  <c:v/>
                </c:pt>
                <c:pt idx="1706">
                  <c:v/>
                </c:pt>
                <c:pt idx="1707">
                  <c:v/>
                </c:pt>
                <c:pt idx="1708">
                  <c:v/>
                </c:pt>
                <c:pt idx="1709">
                  <c:v/>
                </c:pt>
                <c:pt idx="1710">
                  <c:v/>
                </c:pt>
                <c:pt idx="1711">
                  <c:v/>
                </c:pt>
                <c:pt idx="1712">
                  <c:v/>
                </c:pt>
                <c:pt idx="1713">
                  <c:v/>
                </c:pt>
                <c:pt idx="1714">
                  <c:v/>
                </c:pt>
                <c:pt idx="1715">
                  <c:v/>
                </c:pt>
                <c:pt idx="1716">
                  <c:v/>
                </c:pt>
                <c:pt idx="1717">
                  <c:v/>
                </c:pt>
                <c:pt idx="1718">
                  <c:v/>
                </c:pt>
                <c:pt idx="1719">
                  <c:v/>
                </c:pt>
                <c:pt idx="1720">
                  <c:v/>
                </c:pt>
                <c:pt idx="1721">
                  <c:v/>
                </c:pt>
                <c:pt idx="1722">
                  <c:v/>
                </c:pt>
                <c:pt idx="1723">
                  <c:v/>
                </c:pt>
                <c:pt idx="1724">
                  <c:v/>
                </c:pt>
                <c:pt idx="1725">
                  <c:v/>
                </c:pt>
                <c:pt idx="1726">
                  <c:v/>
                </c:pt>
                <c:pt idx="1727">
                  <c:v/>
                </c:pt>
                <c:pt idx="1728">
                  <c:v/>
                </c:pt>
                <c:pt idx="1729">
                  <c:v/>
                </c:pt>
                <c:pt idx="1730">
                  <c:v/>
                </c:pt>
                <c:pt idx="1731">
                  <c:v/>
                </c:pt>
                <c:pt idx="1732">
                  <c:v/>
                </c:pt>
                <c:pt idx="1733">
                  <c:v/>
                </c:pt>
                <c:pt idx="1734">
                  <c:v/>
                </c:pt>
                <c:pt idx="1735">
                  <c:v/>
                </c:pt>
                <c:pt idx="1736">
                  <c:v/>
                </c:pt>
                <c:pt idx="1737">
                  <c:v/>
                </c:pt>
                <c:pt idx="1738">
                  <c:v/>
                </c:pt>
                <c:pt idx="1739">
                  <c:v/>
                </c:pt>
                <c:pt idx="1740">
                  <c:v/>
                </c:pt>
                <c:pt idx="1741">
                  <c:v/>
                </c:pt>
                <c:pt idx="1742">
                  <c:v/>
                </c:pt>
                <c:pt idx="1743">
                  <c:v/>
                </c:pt>
                <c:pt idx="1744">
                  <c:v/>
                </c:pt>
                <c:pt idx="1745">
                  <c:v/>
                </c:pt>
                <c:pt idx="1746">
                  <c:v/>
                </c:pt>
                <c:pt idx="1747">
                  <c:v/>
                </c:pt>
                <c:pt idx="1748">
                  <c:v/>
                </c:pt>
                <c:pt idx="1749">
                  <c:v/>
                </c:pt>
                <c:pt idx="1750">
                  <c:v/>
                </c:pt>
                <c:pt idx="1751">
                  <c:v/>
                </c:pt>
                <c:pt idx="1752">
                  <c:v/>
                </c:pt>
                <c:pt idx="1753">
                  <c:v/>
                </c:pt>
                <c:pt idx="1754">
                  <c:v/>
                </c:pt>
                <c:pt idx="1755">
                  <c:v/>
                </c:pt>
                <c:pt idx="1756">
                  <c:v/>
                </c:pt>
                <c:pt idx="1757">
                  <c:v/>
                </c:pt>
                <c:pt idx="1758">
                  <c:v/>
                </c:pt>
                <c:pt idx="1759">
                  <c:v/>
                </c:pt>
                <c:pt idx="1760">
                  <c:v/>
                </c:pt>
                <c:pt idx="1761">
                  <c:v/>
                </c:pt>
                <c:pt idx="1762">
                  <c:v/>
                </c:pt>
                <c:pt idx="1763">
                  <c:v/>
                </c:pt>
                <c:pt idx="1764">
                  <c:v/>
                </c:pt>
                <c:pt idx="1765">
                  <c:v/>
                </c:pt>
                <c:pt idx="1766">
                  <c:v/>
                </c:pt>
                <c:pt idx="1767">
                  <c:v/>
                </c:pt>
                <c:pt idx="1768">
                  <c:v/>
                </c:pt>
                <c:pt idx="1769">
                  <c:v/>
                </c:pt>
                <c:pt idx="1770">
                  <c:v/>
                </c:pt>
                <c:pt idx="1771">
                  <c:v/>
                </c:pt>
                <c:pt idx="1772">
                  <c:v/>
                </c:pt>
                <c:pt idx="1773">
                  <c:v/>
                </c:pt>
                <c:pt idx="1774">
                  <c:v/>
                </c:pt>
                <c:pt idx="1775">
                  <c:v/>
                </c:pt>
                <c:pt idx="1776">
                  <c:v/>
                </c:pt>
                <c:pt idx="1777">
                  <c:v/>
                </c:pt>
                <c:pt idx="1778">
                  <c:v/>
                </c:pt>
                <c:pt idx="1779">
                  <c:v/>
                </c:pt>
                <c:pt idx="1780">
                  <c:v/>
                </c:pt>
                <c:pt idx="1781">
                  <c:v/>
                </c:pt>
                <c:pt idx="1782">
                  <c:v/>
                </c:pt>
                <c:pt idx="1783">
                  <c:v/>
                </c:pt>
                <c:pt idx="1784">
                  <c:v/>
                </c:pt>
                <c:pt idx="1785">
                  <c:v/>
                </c:pt>
                <c:pt idx="1786">
                  <c:v/>
                </c:pt>
                <c:pt idx="1787">
                  <c:v/>
                </c:pt>
                <c:pt idx="1788">
                  <c:v/>
                </c:pt>
                <c:pt idx="1789">
                  <c:v/>
                </c:pt>
                <c:pt idx="1790">
                  <c:v/>
                </c:pt>
                <c:pt idx="1791">
                  <c:v/>
                </c:pt>
                <c:pt idx="1792">
                  <c:v/>
                </c:pt>
                <c:pt idx="1793">
                  <c:v/>
                </c:pt>
                <c:pt idx="1794">
                  <c:v/>
                </c:pt>
                <c:pt idx="1795">
                  <c:v/>
                </c:pt>
                <c:pt idx="1796">
                  <c:v/>
                </c:pt>
                <c:pt idx="1797">
                  <c:v/>
                </c:pt>
                <c:pt idx="1798">
                  <c:v/>
                </c:pt>
                <c:pt idx="1799">
                  <c:v/>
                </c:pt>
                <c:pt idx="1800">
                  <c:v/>
                </c:pt>
                <c:pt idx="1801">
                  <c:v/>
                </c:pt>
                <c:pt idx="1802">
                  <c:v/>
                </c:pt>
                <c:pt idx="1803">
                  <c:v/>
                </c:pt>
                <c:pt idx="1804">
                  <c:v/>
                </c:pt>
                <c:pt idx="1805">
                  <c:v/>
                </c:pt>
                <c:pt idx="1806">
                  <c:v/>
                </c:pt>
                <c:pt idx="1807">
                  <c:v/>
                </c:pt>
                <c:pt idx="1808">
                  <c:v/>
                </c:pt>
                <c:pt idx="1809">
                  <c:v/>
                </c:pt>
                <c:pt idx="1810">
                  <c:v/>
                </c:pt>
                <c:pt idx="1811">
                  <c:v/>
                </c:pt>
                <c:pt idx="1812">
                  <c:v/>
                </c:pt>
                <c:pt idx="1813">
                  <c:v/>
                </c:pt>
                <c:pt idx="1814">
                  <c:v/>
                </c:pt>
                <c:pt idx="1815">
                  <c:v/>
                </c:pt>
                <c:pt idx="1816">
                  <c:v/>
                </c:pt>
                <c:pt idx="1817">
                  <c:v/>
                </c:pt>
                <c:pt idx="1818">
                  <c:v/>
                </c:pt>
                <c:pt idx="1819">
                  <c:v/>
                </c:pt>
                <c:pt idx="1820">
                  <c:v/>
                </c:pt>
                <c:pt idx="1821">
                  <c:v/>
                </c:pt>
                <c:pt idx="1822">
                  <c:v/>
                </c:pt>
                <c:pt idx="1823">
                  <c:v/>
                </c:pt>
                <c:pt idx="1824">
                  <c:v/>
                </c:pt>
                <c:pt idx="1825">
                  <c:v/>
                </c:pt>
                <c:pt idx="1826">
                  <c:v/>
                </c:pt>
                <c:pt idx="1827">
                  <c:v/>
                </c:pt>
                <c:pt idx="1828">
                  <c:v/>
                </c:pt>
                <c:pt idx="1829">
                  <c:v/>
                </c:pt>
                <c:pt idx="1830">
                  <c:v/>
                </c:pt>
                <c:pt idx="1831">
                  <c:v/>
                </c:pt>
                <c:pt idx="1832">
                  <c:v/>
                </c:pt>
                <c:pt idx="1833">
                  <c:v/>
                </c:pt>
                <c:pt idx="1834">
                  <c:v/>
                </c:pt>
                <c:pt idx="1835">
                  <c:v/>
                </c:pt>
                <c:pt idx="1836">
                  <c:v/>
                </c:pt>
                <c:pt idx="1837">
                  <c:v/>
                </c:pt>
                <c:pt idx="1838">
                  <c:v/>
                </c:pt>
                <c:pt idx="1839">
                  <c:v/>
                </c:pt>
                <c:pt idx="1840">
                  <c:v/>
                </c:pt>
                <c:pt idx="1841">
                  <c:v/>
                </c:pt>
                <c:pt idx="1842">
                  <c:v/>
                </c:pt>
                <c:pt idx="1843">
                  <c:v/>
                </c:pt>
                <c:pt idx="1844">
                  <c:v/>
                </c:pt>
                <c:pt idx="1845">
                  <c:v/>
                </c:pt>
                <c:pt idx="1846">
                  <c:v/>
                </c:pt>
                <c:pt idx="1847">
                  <c:v/>
                </c:pt>
                <c:pt idx="1848">
                  <c:v/>
                </c:pt>
                <c:pt idx="1849">
                  <c:v/>
                </c:pt>
                <c:pt idx="1850">
                  <c:v/>
                </c:pt>
                <c:pt idx="1851">
                  <c:v/>
                </c:pt>
                <c:pt idx="1852">
                  <c:v/>
                </c:pt>
                <c:pt idx="1853">
                  <c:v/>
                </c:pt>
                <c:pt idx="1854">
                  <c:v/>
                </c:pt>
                <c:pt idx="1855">
                  <c:v/>
                </c:pt>
                <c:pt idx="1856">
                  <c:v/>
                </c:pt>
                <c:pt idx="1857">
                  <c:v/>
                </c:pt>
                <c:pt idx="1858">
                  <c:v/>
                </c:pt>
                <c:pt idx="1859">
                  <c:v/>
                </c:pt>
                <c:pt idx="1860">
                  <c:v/>
                </c:pt>
                <c:pt idx="1861">
                  <c:v/>
                </c:pt>
                <c:pt idx="1862">
                  <c:v/>
                </c:pt>
                <c:pt idx="1863">
                  <c:v/>
                </c:pt>
                <c:pt idx="1864">
                  <c:v/>
                </c:pt>
                <c:pt idx="1865">
                  <c:v/>
                </c:pt>
                <c:pt idx="1866">
                  <c:v/>
                </c:pt>
                <c:pt idx="1867">
                  <c:v/>
                </c:pt>
                <c:pt idx="1868">
                  <c:v/>
                </c:pt>
                <c:pt idx="1869">
                  <c:v/>
                </c:pt>
                <c:pt idx="1870">
                  <c:v/>
                </c:pt>
                <c:pt idx="1871">
                  <c:v/>
                </c:pt>
                <c:pt idx="1872">
                  <c:v/>
                </c:pt>
                <c:pt idx="1873">
                  <c:v/>
                </c:pt>
                <c:pt idx="1874">
                  <c:v/>
                </c:pt>
                <c:pt idx="1875">
                  <c:v/>
                </c:pt>
                <c:pt idx="1876">
                  <c:v/>
                </c:pt>
                <c:pt idx="1877">
                  <c:v/>
                </c:pt>
                <c:pt idx="1878">
                  <c:v/>
                </c:pt>
                <c:pt idx="1879">
                  <c:v/>
                </c:pt>
                <c:pt idx="1880">
                  <c:v/>
                </c:pt>
                <c:pt idx="1881">
                  <c:v/>
                </c:pt>
                <c:pt idx="1882">
                  <c:v/>
                </c:pt>
                <c:pt idx="1883">
                  <c:v/>
                </c:pt>
                <c:pt idx="1884">
                  <c:v/>
                </c:pt>
                <c:pt idx="1885">
                  <c:v/>
                </c:pt>
                <c:pt idx="1886">
                  <c:v/>
                </c:pt>
                <c:pt idx="1887">
                  <c:v/>
                </c:pt>
                <c:pt idx="1888">
                  <c:v/>
                </c:pt>
                <c:pt idx="1889">
                  <c:v/>
                </c:pt>
                <c:pt idx="1890">
                  <c:v/>
                </c:pt>
                <c:pt idx="1891">
                  <c:v/>
                </c:pt>
                <c:pt idx="1892">
                  <c:v/>
                </c:pt>
                <c:pt idx="1893">
                  <c:v/>
                </c:pt>
                <c:pt idx="1894">
                  <c:v/>
                </c:pt>
                <c:pt idx="1895">
                  <c:v/>
                </c:pt>
                <c:pt idx="1896">
                  <c:v/>
                </c:pt>
                <c:pt idx="1897">
                  <c:v/>
                </c:pt>
                <c:pt idx="1898">
                  <c:v/>
                </c:pt>
                <c:pt idx="1899">
                  <c:v/>
                </c:pt>
                <c:pt idx="1900">
                  <c:v/>
                </c:pt>
                <c:pt idx="1901">
                  <c:v/>
                </c:pt>
                <c:pt idx="1902">
                  <c:v/>
                </c:pt>
                <c:pt idx="1903">
                  <c:v/>
                </c:pt>
                <c:pt idx="1904">
                  <c:v/>
                </c:pt>
                <c:pt idx="1905">
                  <c:v/>
                </c:pt>
                <c:pt idx="1906">
                  <c:v/>
                </c:pt>
                <c:pt idx="1907">
                  <c:v/>
                </c:pt>
                <c:pt idx="1908">
                  <c:v/>
                </c:pt>
                <c:pt idx="1909">
                  <c:v/>
                </c:pt>
                <c:pt idx="1910">
                  <c:v/>
                </c:pt>
                <c:pt idx="1911">
                  <c:v/>
                </c:pt>
                <c:pt idx="1912">
                  <c:v/>
                </c:pt>
                <c:pt idx="1913">
                  <c:v/>
                </c:pt>
                <c:pt idx="1914">
                  <c:v/>
                </c:pt>
                <c:pt idx="1915">
                  <c:v/>
                </c:pt>
                <c:pt idx="1916">
                  <c:v/>
                </c:pt>
                <c:pt idx="1917">
                  <c:v/>
                </c:pt>
                <c:pt idx="1918">
                  <c:v/>
                </c:pt>
                <c:pt idx="1919">
                  <c:v/>
                </c:pt>
                <c:pt idx="1920">
                  <c:v/>
                </c:pt>
                <c:pt idx="1921">
                  <c:v/>
                </c:pt>
                <c:pt idx="1922">
                  <c:v/>
                </c:pt>
                <c:pt idx="1923">
                  <c:v/>
                </c:pt>
                <c:pt idx="1924">
                  <c:v/>
                </c:pt>
                <c:pt idx="1925">
                  <c:v/>
                </c:pt>
                <c:pt idx="1926">
                  <c:v/>
                </c:pt>
                <c:pt idx="1927">
                  <c:v/>
                </c:pt>
                <c:pt idx="1928">
                  <c:v/>
                </c:pt>
                <c:pt idx="1929">
                  <c:v/>
                </c:pt>
                <c:pt idx="1930">
                  <c:v/>
                </c:pt>
                <c:pt idx="1931">
                  <c:v/>
                </c:pt>
                <c:pt idx="1932">
                  <c:v/>
                </c:pt>
                <c:pt idx="1933">
                  <c:v/>
                </c:pt>
                <c:pt idx="1934">
                  <c:v/>
                </c:pt>
                <c:pt idx="1935">
                  <c:v/>
                </c:pt>
                <c:pt idx="1936">
                  <c:v/>
                </c:pt>
                <c:pt idx="1937">
                  <c:v/>
                </c:pt>
                <c:pt idx="1938">
                  <c:v/>
                </c:pt>
                <c:pt idx="1939">
                  <c:v/>
                </c:pt>
                <c:pt idx="1940">
                  <c:v/>
                </c:pt>
                <c:pt idx="1941">
                  <c:v/>
                </c:pt>
                <c:pt idx="1942">
                  <c:v/>
                </c:pt>
                <c:pt idx="1943">
                  <c:v/>
                </c:pt>
                <c:pt idx="1944">
                  <c:v/>
                </c:pt>
                <c:pt idx="1945">
                  <c:v/>
                </c:pt>
                <c:pt idx="1946">
                  <c:v/>
                </c:pt>
                <c:pt idx="1947">
                  <c:v/>
                </c:pt>
                <c:pt idx="1948">
                  <c:v/>
                </c:pt>
                <c:pt idx="1949">
                  <c:v/>
                </c:pt>
                <c:pt idx="1950">
                  <c:v/>
                </c:pt>
                <c:pt idx="1951">
                  <c:v/>
                </c:pt>
                <c:pt idx="1952">
                  <c:v/>
                </c:pt>
                <c:pt idx="1953">
                  <c:v/>
                </c:pt>
                <c:pt idx="1954">
                  <c:v/>
                </c:pt>
                <c:pt idx="1955">
                  <c:v/>
                </c:pt>
                <c:pt idx="1956">
                  <c:v/>
                </c:pt>
                <c:pt idx="1957">
                  <c:v/>
                </c:pt>
                <c:pt idx="1958">
                  <c:v/>
                </c:pt>
                <c:pt idx="1959">
                  <c:v/>
                </c:pt>
                <c:pt idx="1960">
                  <c:v/>
                </c:pt>
                <c:pt idx="1961">
                  <c:v/>
                </c:pt>
                <c:pt idx="1962">
                  <c:v/>
                </c:pt>
                <c:pt idx="1963">
                  <c:v/>
                </c:pt>
                <c:pt idx="1964">
                  <c:v/>
                </c:pt>
                <c:pt idx="1965">
                  <c:v/>
                </c:pt>
                <c:pt idx="1966">
                  <c:v/>
                </c:pt>
                <c:pt idx="1967">
                  <c:v/>
                </c:pt>
                <c:pt idx="1968">
                  <c:v/>
                </c:pt>
                <c:pt idx="1969">
                  <c:v/>
                </c:pt>
                <c:pt idx="1970">
                  <c:v/>
                </c:pt>
                <c:pt idx="1971">
                  <c:v/>
                </c:pt>
                <c:pt idx="1972">
                  <c:v/>
                </c:pt>
                <c:pt idx="1973">
                  <c:v/>
                </c:pt>
                <c:pt idx="1974">
                  <c:v/>
                </c:pt>
                <c:pt idx="1975">
                  <c:v/>
                </c:pt>
                <c:pt idx="1976">
                  <c:v/>
                </c:pt>
                <c:pt idx="1977">
                  <c:v/>
                </c:pt>
                <c:pt idx="1978">
                  <c:v/>
                </c:pt>
                <c:pt idx="1979">
                  <c:v/>
                </c:pt>
                <c:pt idx="1980">
                  <c:v/>
                </c:pt>
                <c:pt idx="1981">
                  <c:v/>
                </c:pt>
                <c:pt idx="1982">
                  <c:v/>
                </c:pt>
                <c:pt idx="1983">
                  <c:v/>
                </c:pt>
                <c:pt idx="1984">
                  <c:v/>
                </c:pt>
                <c:pt idx="1985">
                  <c:v/>
                </c:pt>
                <c:pt idx="1986">
                  <c:v/>
                </c:pt>
                <c:pt idx="1987">
                  <c:v/>
                </c:pt>
                <c:pt idx="1988">
                  <c:v/>
                </c:pt>
                <c:pt idx="1989">
                  <c:v/>
                </c:pt>
                <c:pt idx="1990">
                  <c:v/>
                </c:pt>
                <c:pt idx="1991">
                  <c:v/>
                </c:pt>
                <c:pt idx="1992">
                  <c:v/>
                </c:pt>
                <c:pt idx="1993">
                  <c:v/>
                </c:pt>
                <c:pt idx="1994">
                  <c:v/>
                </c:pt>
                <c:pt idx="1995">
                  <c:v/>
                </c:pt>
                <c:pt idx="1996">
                  <c:v/>
                </c:pt>
                <c:pt idx="1997">
                  <c:v/>
                </c:pt>
                <c:pt idx="1998">
                  <c:v/>
                </c:pt>
                <c:pt idx="1999">
                  <c:v/>
                </c:pt>
                <c:pt idx="2000">
                  <c:v/>
                </c:pt>
                <c:pt idx="2001">
                  <c:v>-100</c:v>
                </c:pt>
                <c:pt idx="2002">
                  <c:v>100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
          <c:min val="0"/>
        </c:scaling>
        <c:delete val="1"/>
        <c:axPos val="b"/>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3C5566"/>
                </a:solidFill>
                <a:latin typeface="+mn-lt"/>
              </a:defRPr>
            </a:pPr>
            <a:endParaRPr lang="en-US"/>
          </a:p>
        </c:txPr>
        <c:crossAx val="2094734552"/>
        <c:crossesAt val="-100"/>
        <c:auto val="1"/>
        <c:lblAlgn val="ctr"/>
        <c:noMultiLvlLbl val="1"/>
        <c:majorUnit val="0.2"/>
      </c:valAx>
      <c:valAx>
        <c:axId val="2094734552"/>
        <c:scaling>
          <c:orientation val="minMax"/>
          <c:max val="100"/>
          <c:min val="-100"/>
        </c:scaling>
        <c:delete val="0"/>
        <c:axPos val="l"/>
        <c:majorGridlines>
          <c:spPr>
            <a:ln w="6350" cap="flat">
              <a:solidFill>
                <a:srgbClr val="E3E8EB"/>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3C5566"/>
                </a:solidFill>
                <a:latin typeface="+mn-lt"/>
              </a:defRPr>
            </a:pPr>
            <a:endParaRPr lang="en-US"/>
          </a:p>
        </c:txPr>
        <c:crossAx val="2094734554"/>
        <c:crosses val="autoZero"/>
        <c:crossBetween val="midCat"/>
        <c:majorUnit val="50"/>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Exact solution</c:v>
                </c:pt>
              </c:strCache>
            </c:strRef>
          </c:tx>
          <c:spPr>
            <a:solidFill>
              <a:srgbClr val="AEB8C0"/>
            </a:solidFill>
            <a:ln w="19050" cap="flat">
              <a:solidFill>
                <a:srgbClr val="AEB8C0"/>
              </a:solidFill>
              <a:prstDash val="solid"/>
              <a:round/>
            </a:ln>
            <a:effectLst/>
          </c:spPr>
          <c:marker>
            <c:symbol val="none"/>
            <c:size val="6"/>
            <c:spPr>
              <a:solidFill>
                <a:srgbClr val="AEB8C0"/>
              </a:solidFill>
              <a:ln w="9525" cap="flat">
                <a:solidFill>
                  <a:srgbClr val="AEB8C0"/>
                </a:solidFill>
                <a:prstDash val="solid"/>
                <a:round/>
              </a:ln>
              <a:effectLst/>
            </c:spPr>
          </c:marker>
          <c:xVal>
            <c:numRef>
              <c:f>Sheet1!$A$2:$A$2004</c:f>
              <c:numCache>
                <c:formatCode>General</c:formatCode>
                <c:ptCount val="2003"/>
                <c:pt idx="0">
                  <c:v>0</c:v>
                </c:pt>
                <c:pt idx="1">
                  <c:v>0.0005</c:v>
                </c:pt>
                <c:pt idx="2">
                  <c:v>0.001</c:v>
                </c:pt>
                <c:pt idx="3">
                  <c:v>0.0015</c:v>
                </c:pt>
                <c:pt idx="4">
                  <c:v>0.002</c:v>
                </c:pt>
                <c:pt idx="5">
                  <c:v>0.0025</c:v>
                </c:pt>
                <c:pt idx="6">
                  <c:v>0.003</c:v>
                </c:pt>
                <c:pt idx="7">
                  <c:v>0.0035</c:v>
                </c:pt>
                <c:pt idx="8">
                  <c:v>0.004</c:v>
                </c:pt>
                <c:pt idx="9">
                  <c:v>0.0045</c:v>
                </c:pt>
                <c:pt idx="10">
                  <c:v>0.005</c:v>
                </c:pt>
                <c:pt idx="11">
                  <c:v>0.0055</c:v>
                </c:pt>
                <c:pt idx="12">
                  <c:v>0.006</c:v>
                </c:pt>
                <c:pt idx="13">
                  <c:v>0.0065</c:v>
                </c:pt>
                <c:pt idx="14">
                  <c:v>0.007</c:v>
                </c:pt>
                <c:pt idx="15">
                  <c:v>0.0075</c:v>
                </c:pt>
                <c:pt idx="16">
                  <c:v>0.008</c:v>
                </c:pt>
                <c:pt idx="17">
                  <c:v>0.0085</c:v>
                </c:pt>
                <c:pt idx="18">
                  <c:v>0.009</c:v>
                </c:pt>
                <c:pt idx="19">
                  <c:v>0.0095</c:v>
                </c:pt>
                <c:pt idx="20">
                  <c:v>0.01</c:v>
                </c:pt>
                <c:pt idx="21">
                  <c:v>0.0105</c:v>
                </c:pt>
                <c:pt idx="22">
                  <c:v>0.011</c:v>
                </c:pt>
                <c:pt idx="23">
                  <c:v>0.0115</c:v>
                </c:pt>
                <c:pt idx="24">
                  <c:v>0.012</c:v>
                </c:pt>
                <c:pt idx="25">
                  <c:v>0.0125</c:v>
                </c:pt>
                <c:pt idx="26">
                  <c:v>0.013</c:v>
                </c:pt>
                <c:pt idx="27">
                  <c:v>0.0135</c:v>
                </c:pt>
                <c:pt idx="28">
                  <c:v>0.014</c:v>
                </c:pt>
                <c:pt idx="29">
                  <c:v>0.0145</c:v>
                </c:pt>
                <c:pt idx="30">
                  <c:v>0.015</c:v>
                </c:pt>
                <c:pt idx="31">
                  <c:v>0.0155</c:v>
                </c:pt>
                <c:pt idx="32">
                  <c:v>0.016</c:v>
                </c:pt>
                <c:pt idx="33">
                  <c:v>0.0165</c:v>
                </c:pt>
                <c:pt idx="34">
                  <c:v>0.017</c:v>
                </c:pt>
                <c:pt idx="35">
                  <c:v>0.0175</c:v>
                </c:pt>
                <c:pt idx="36">
                  <c:v>0.018</c:v>
                </c:pt>
                <c:pt idx="37">
                  <c:v>0.0185</c:v>
                </c:pt>
                <c:pt idx="38">
                  <c:v>0.019</c:v>
                </c:pt>
                <c:pt idx="39">
                  <c:v>0.0195</c:v>
                </c:pt>
                <c:pt idx="40">
                  <c:v>0.02</c:v>
                </c:pt>
                <c:pt idx="41">
                  <c:v>0.0205</c:v>
                </c:pt>
                <c:pt idx="42">
                  <c:v>0.021</c:v>
                </c:pt>
                <c:pt idx="43">
                  <c:v>0.0215</c:v>
                </c:pt>
                <c:pt idx="44">
                  <c:v>0.022</c:v>
                </c:pt>
                <c:pt idx="45">
                  <c:v>0.0225</c:v>
                </c:pt>
                <c:pt idx="46">
                  <c:v>0.023</c:v>
                </c:pt>
                <c:pt idx="47">
                  <c:v>0.0235</c:v>
                </c:pt>
                <c:pt idx="48">
                  <c:v>0.024</c:v>
                </c:pt>
                <c:pt idx="49">
                  <c:v>0.0245</c:v>
                </c:pt>
                <c:pt idx="50">
                  <c:v>0.025</c:v>
                </c:pt>
                <c:pt idx="51">
                  <c:v>0.0255</c:v>
                </c:pt>
                <c:pt idx="52">
                  <c:v>0.026</c:v>
                </c:pt>
                <c:pt idx="53">
                  <c:v>0.0265</c:v>
                </c:pt>
                <c:pt idx="54">
                  <c:v>0.027</c:v>
                </c:pt>
                <c:pt idx="55">
                  <c:v>0.0275</c:v>
                </c:pt>
                <c:pt idx="56">
                  <c:v>0.028</c:v>
                </c:pt>
                <c:pt idx="57">
                  <c:v>0.0285</c:v>
                </c:pt>
                <c:pt idx="58">
                  <c:v>0.029</c:v>
                </c:pt>
                <c:pt idx="59">
                  <c:v>0.0295</c:v>
                </c:pt>
                <c:pt idx="60">
                  <c:v>0.03</c:v>
                </c:pt>
                <c:pt idx="61">
                  <c:v>0.0305</c:v>
                </c:pt>
                <c:pt idx="62">
                  <c:v>0.031</c:v>
                </c:pt>
                <c:pt idx="63">
                  <c:v>0.0315</c:v>
                </c:pt>
                <c:pt idx="64">
                  <c:v>0.032</c:v>
                </c:pt>
                <c:pt idx="65">
                  <c:v>0.0325</c:v>
                </c:pt>
                <c:pt idx="66">
                  <c:v>0.033</c:v>
                </c:pt>
                <c:pt idx="67">
                  <c:v>0.0335</c:v>
                </c:pt>
                <c:pt idx="68">
                  <c:v>0.034</c:v>
                </c:pt>
                <c:pt idx="69">
                  <c:v>0.0345</c:v>
                </c:pt>
                <c:pt idx="70">
                  <c:v>0.035</c:v>
                </c:pt>
                <c:pt idx="71">
                  <c:v>0.0355</c:v>
                </c:pt>
                <c:pt idx="72">
                  <c:v>0.036</c:v>
                </c:pt>
                <c:pt idx="73">
                  <c:v>0.0365</c:v>
                </c:pt>
                <c:pt idx="74">
                  <c:v>0.037</c:v>
                </c:pt>
                <c:pt idx="75">
                  <c:v>0.0375</c:v>
                </c:pt>
                <c:pt idx="76">
                  <c:v>0.038</c:v>
                </c:pt>
                <c:pt idx="77">
                  <c:v>0.0385</c:v>
                </c:pt>
                <c:pt idx="78">
                  <c:v>0.039</c:v>
                </c:pt>
                <c:pt idx="79">
                  <c:v>0.0395</c:v>
                </c:pt>
                <c:pt idx="80">
                  <c:v>0.04</c:v>
                </c:pt>
                <c:pt idx="81">
                  <c:v>0.0405</c:v>
                </c:pt>
                <c:pt idx="82">
                  <c:v>0.041</c:v>
                </c:pt>
                <c:pt idx="83">
                  <c:v>0.0415</c:v>
                </c:pt>
                <c:pt idx="84">
                  <c:v>0.042</c:v>
                </c:pt>
                <c:pt idx="85">
                  <c:v>0.0425</c:v>
                </c:pt>
                <c:pt idx="86">
                  <c:v>0.043</c:v>
                </c:pt>
                <c:pt idx="87">
                  <c:v>0.0435</c:v>
                </c:pt>
                <c:pt idx="88">
                  <c:v>0.044</c:v>
                </c:pt>
                <c:pt idx="89">
                  <c:v>0.0445</c:v>
                </c:pt>
                <c:pt idx="90">
                  <c:v>0.045</c:v>
                </c:pt>
                <c:pt idx="91">
                  <c:v>0.0455</c:v>
                </c:pt>
                <c:pt idx="92">
                  <c:v>0.046</c:v>
                </c:pt>
                <c:pt idx="93">
                  <c:v>0.0465</c:v>
                </c:pt>
                <c:pt idx="94">
                  <c:v>0.047</c:v>
                </c:pt>
                <c:pt idx="95">
                  <c:v>0.0475</c:v>
                </c:pt>
                <c:pt idx="96">
                  <c:v>0.048</c:v>
                </c:pt>
                <c:pt idx="97">
                  <c:v>0.0485</c:v>
                </c:pt>
                <c:pt idx="98">
                  <c:v>0.049</c:v>
                </c:pt>
                <c:pt idx="99">
                  <c:v>0.0495</c:v>
                </c:pt>
                <c:pt idx="100">
                  <c:v>0.05</c:v>
                </c:pt>
                <c:pt idx="101">
                  <c:v>0.0505</c:v>
                </c:pt>
                <c:pt idx="102">
                  <c:v>0.051</c:v>
                </c:pt>
                <c:pt idx="103">
                  <c:v>0.0515</c:v>
                </c:pt>
                <c:pt idx="104">
                  <c:v>0.052</c:v>
                </c:pt>
                <c:pt idx="105">
                  <c:v>0.0525</c:v>
                </c:pt>
                <c:pt idx="106">
                  <c:v>0.053</c:v>
                </c:pt>
                <c:pt idx="107">
                  <c:v>0.0535</c:v>
                </c:pt>
                <c:pt idx="108">
                  <c:v>0.054</c:v>
                </c:pt>
                <c:pt idx="109">
                  <c:v>0.0545</c:v>
                </c:pt>
                <c:pt idx="110">
                  <c:v>0.055</c:v>
                </c:pt>
                <c:pt idx="111">
                  <c:v>0.0555</c:v>
                </c:pt>
                <c:pt idx="112">
                  <c:v>0.056</c:v>
                </c:pt>
                <c:pt idx="113">
                  <c:v>0.0565</c:v>
                </c:pt>
                <c:pt idx="114">
                  <c:v>0.057</c:v>
                </c:pt>
                <c:pt idx="115">
                  <c:v>0.0575</c:v>
                </c:pt>
                <c:pt idx="116">
                  <c:v>0.058</c:v>
                </c:pt>
                <c:pt idx="117">
                  <c:v>0.0585</c:v>
                </c:pt>
                <c:pt idx="118">
                  <c:v>0.059</c:v>
                </c:pt>
                <c:pt idx="119">
                  <c:v>0.0595</c:v>
                </c:pt>
                <c:pt idx="120">
                  <c:v>0.06</c:v>
                </c:pt>
                <c:pt idx="121">
                  <c:v>0.0605</c:v>
                </c:pt>
                <c:pt idx="122">
                  <c:v>0.061</c:v>
                </c:pt>
                <c:pt idx="123">
                  <c:v>0.0615</c:v>
                </c:pt>
                <c:pt idx="124">
                  <c:v>0.062</c:v>
                </c:pt>
                <c:pt idx="125">
                  <c:v>0.0625</c:v>
                </c:pt>
                <c:pt idx="126">
                  <c:v>0.063</c:v>
                </c:pt>
                <c:pt idx="127">
                  <c:v>0.0635</c:v>
                </c:pt>
                <c:pt idx="128">
                  <c:v>0.064</c:v>
                </c:pt>
                <c:pt idx="129">
                  <c:v>0.0645</c:v>
                </c:pt>
                <c:pt idx="130">
                  <c:v>0.065</c:v>
                </c:pt>
                <c:pt idx="131">
                  <c:v>0.0655</c:v>
                </c:pt>
                <c:pt idx="132">
                  <c:v>0.066</c:v>
                </c:pt>
                <c:pt idx="133">
                  <c:v>0.0665</c:v>
                </c:pt>
                <c:pt idx="134">
                  <c:v>0.067</c:v>
                </c:pt>
                <c:pt idx="135">
                  <c:v>0.0675</c:v>
                </c:pt>
                <c:pt idx="136">
                  <c:v>0.068</c:v>
                </c:pt>
                <c:pt idx="137">
                  <c:v>0.0685</c:v>
                </c:pt>
                <c:pt idx="138">
                  <c:v>0.069</c:v>
                </c:pt>
                <c:pt idx="139">
                  <c:v>0.0695</c:v>
                </c:pt>
                <c:pt idx="140">
                  <c:v>0.07</c:v>
                </c:pt>
                <c:pt idx="141">
                  <c:v>0.0705</c:v>
                </c:pt>
                <c:pt idx="142">
                  <c:v>0.071</c:v>
                </c:pt>
                <c:pt idx="143">
                  <c:v>0.0715</c:v>
                </c:pt>
                <c:pt idx="144">
                  <c:v>0.072</c:v>
                </c:pt>
                <c:pt idx="145">
                  <c:v>0.0725</c:v>
                </c:pt>
                <c:pt idx="146">
                  <c:v>0.073</c:v>
                </c:pt>
                <c:pt idx="147">
                  <c:v>0.0735</c:v>
                </c:pt>
                <c:pt idx="148">
                  <c:v>0.074</c:v>
                </c:pt>
                <c:pt idx="149">
                  <c:v>0.0745</c:v>
                </c:pt>
                <c:pt idx="150">
                  <c:v>0.075</c:v>
                </c:pt>
                <c:pt idx="151">
                  <c:v>0.0755</c:v>
                </c:pt>
                <c:pt idx="152">
                  <c:v>0.076</c:v>
                </c:pt>
                <c:pt idx="153">
                  <c:v>0.0765</c:v>
                </c:pt>
                <c:pt idx="154">
                  <c:v>0.077</c:v>
                </c:pt>
                <c:pt idx="155">
                  <c:v>0.0775</c:v>
                </c:pt>
                <c:pt idx="156">
                  <c:v>0.078</c:v>
                </c:pt>
                <c:pt idx="157">
                  <c:v>0.0785</c:v>
                </c:pt>
                <c:pt idx="158">
                  <c:v>0.079</c:v>
                </c:pt>
                <c:pt idx="159">
                  <c:v>0.0795</c:v>
                </c:pt>
                <c:pt idx="160">
                  <c:v>0.08</c:v>
                </c:pt>
                <c:pt idx="161">
                  <c:v>0.0805</c:v>
                </c:pt>
                <c:pt idx="162">
                  <c:v>0.081</c:v>
                </c:pt>
                <c:pt idx="163">
                  <c:v>0.0815</c:v>
                </c:pt>
                <c:pt idx="164">
                  <c:v>0.082</c:v>
                </c:pt>
                <c:pt idx="165">
                  <c:v>0.0825</c:v>
                </c:pt>
                <c:pt idx="166">
                  <c:v>0.083</c:v>
                </c:pt>
                <c:pt idx="167">
                  <c:v>0.0835</c:v>
                </c:pt>
                <c:pt idx="168">
                  <c:v>0.084</c:v>
                </c:pt>
                <c:pt idx="169">
                  <c:v>0.0845</c:v>
                </c:pt>
                <c:pt idx="170">
                  <c:v>0.085</c:v>
                </c:pt>
                <c:pt idx="171">
                  <c:v>0.0855</c:v>
                </c:pt>
                <c:pt idx="172">
                  <c:v>0.086</c:v>
                </c:pt>
                <c:pt idx="173">
                  <c:v>0.0865</c:v>
                </c:pt>
                <c:pt idx="174">
                  <c:v>0.087</c:v>
                </c:pt>
                <c:pt idx="175">
                  <c:v>0.0875</c:v>
                </c:pt>
                <c:pt idx="176">
                  <c:v>0.088</c:v>
                </c:pt>
                <c:pt idx="177">
                  <c:v>0.0885</c:v>
                </c:pt>
                <c:pt idx="178">
                  <c:v>0.089</c:v>
                </c:pt>
                <c:pt idx="179">
                  <c:v>0.0895</c:v>
                </c:pt>
                <c:pt idx="180">
                  <c:v>0.09</c:v>
                </c:pt>
                <c:pt idx="181">
                  <c:v>0.0905</c:v>
                </c:pt>
                <c:pt idx="182">
                  <c:v>0.091</c:v>
                </c:pt>
                <c:pt idx="183">
                  <c:v>0.0915</c:v>
                </c:pt>
                <c:pt idx="184">
                  <c:v>0.092</c:v>
                </c:pt>
                <c:pt idx="185">
                  <c:v>0.0925</c:v>
                </c:pt>
                <c:pt idx="186">
                  <c:v>0.093</c:v>
                </c:pt>
                <c:pt idx="187">
                  <c:v>0.0935</c:v>
                </c:pt>
                <c:pt idx="188">
                  <c:v>0.094</c:v>
                </c:pt>
                <c:pt idx="189">
                  <c:v>0.0945</c:v>
                </c:pt>
                <c:pt idx="190">
                  <c:v>0.095</c:v>
                </c:pt>
                <c:pt idx="191">
                  <c:v>0.0955</c:v>
                </c:pt>
                <c:pt idx="192">
                  <c:v>0.096</c:v>
                </c:pt>
                <c:pt idx="193">
                  <c:v>0.0965</c:v>
                </c:pt>
                <c:pt idx="194">
                  <c:v>0.097</c:v>
                </c:pt>
                <c:pt idx="195">
                  <c:v>0.0975</c:v>
                </c:pt>
                <c:pt idx="196">
                  <c:v>0.098</c:v>
                </c:pt>
                <c:pt idx="197">
                  <c:v>0.0985</c:v>
                </c:pt>
                <c:pt idx="198">
                  <c:v>0.099</c:v>
                </c:pt>
                <c:pt idx="199">
                  <c:v>0.0995</c:v>
                </c:pt>
                <c:pt idx="200">
                  <c:v>0.1</c:v>
                </c:pt>
                <c:pt idx="201">
                  <c:v>0.1005</c:v>
                </c:pt>
                <c:pt idx="202">
                  <c:v>0.101</c:v>
                </c:pt>
                <c:pt idx="203">
                  <c:v>0.1015</c:v>
                </c:pt>
                <c:pt idx="204">
                  <c:v>0.102</c:v>
                </c:pt>
                <c:pt idx="205">
                  <c:v>0.1025</c:v>
                </c:pt>
                <c:pt idx="206">
                  <c:v>0.103</c:v>
                </c:pt>
                <c:pt idx="207">
                  <c:v>0.1035</c:v>
                </c:pt>
                <c:pt idx="208">
                  <c:v>0.104</c:v>
                </c:pt>
                <c:pt idx="209">
                  <c:v>0.1045</c:v>
                </c:pt>
                <c:pt idx="210">
                  <c:v>0.105</c:v>
                </c:pt>
                <c:pt idx="211">
                  <c:v>0.1055</c:v>
                </c:pt>
                <c:pt idx="212">
                  <c:v>0.106</c:v>
                </c:pt>
                <c:pt idx="213">
                  <c:v>0.1065</c:v>
                </c:pt>
                <c:pt idx="214">
                  <c:v>0.107</c:v>
                </c:pt>
                <c:pt idx="215">
                  <c:v>0.1075</c:v>
                </c:pt>
                <c:pt idx="216">
                  <c:v>0.108</c:v>
                </c:pt>
                <c:pt idx="217">
                  <c:v>0.1085</c:v>
                </c:pt>
                <c:pt idx="218">
                  <c:v>0.109</c:v>
                </c:pt>
                <c:pt idx="219">
                  <c:v>0.1095</c:v>
                </c:pt>
                <c:pt idx="220">
                  <c:v>0.11</c:v>
                </c:pt>
                <c:pt idx="221">
                  <c:v>0.1105</c:v>
                </c:pt>
                <c:pt idx="222">
                  <c:v>0.111</c:v>
                </c:pt>
                <c:pt idx="223">
                  <c:v>0.1115</c:v>
                </c:pt>
                <c:pt idx="224">
                  <c:v>0.112</c:v>
                </c:pt>
                <c:pt idx="225">
                  <c:v>0.1125</c:v>
                </c:pt>
                <c:pt idx="226">
                  <c:v>0.113</c:v>
                </c:pt>
                <c:pt idx="227">
                  <c:v>0.1135</c:v>
                </c:pt>
                <c:pt idx="228">
                  <c:v>0.114</c:v>
                </c:pt>
                <c:pt idx="229">
                  <c:v>0.1145</c:v>
                </c:pt>
                <c:pt idx="230">
                  <c:v>0.115</c:v>
                </c:pt>
                <c:pt idx="231">
                  <c:v>0.1155</c:v>
                </c:pt>
                <c:pt idx="232">
                  <c:v>0.116</c:v>
                </c:pt>
                <c:pt idx="233">
                  <c:v>0.1165</c:v>
                </c:pt>
                <c:pt idx="234">
                  <c:v>0.117</c:v>
                </c:pt>
                <c:pt idx="235">
                  <c:v>0.1175</c:v>
                </c:pt>
                <c:pt idx="236">
                  <c:v>0.118</c:v>
                </c:pt>
                <c:pt idx="237">
                  <c:v>0.1185</c:v>
                </c:pt>
                <c:pt idx="238">
                  <c:v>0.119</c:v>
                </c:pt>
                <c:pt idx="239">
                  <c:v>0.1195</c:v>
                </c:pt>
                <c:pt idx="240">
                  <c:v>0.12</c:v>
                </c:pt>
                <c:pt idx="241">
                  <c:v>0.1205</c:v>
                </c:pt>
                <c:pt idx="242">
                  <c:v>0.121</c:v>
                </c:pt>
                <c:pt idx="243">
                  <c:v>0.1215</c:v>
                </c:pt>
                <c:pt idx="244">
                  <c:v>0.122</c:v>
                </c:pt>
                <c:pt idx="245">
                  <c:v>0.1225</c:v>
                </c:pt>
                <c:pt idx="246">
                  <c:v>0.123</c:v>
                </c:pt>
                <c:pt idx="247">
                  <c:v>0.1235</c:v>
                </c:pt>
                <c:pt idx="248">
                  <c:v>0.124</c:v>
                </c:pt>
                <c:pt idx="249">
                  <c:v>0.1245</c:v>
                </c:pt>
                <c:pt idx="250">
                  <c:v>0.125</c:v>
                </c:pt>
                <c:pt idx="251">
                  <c:v>0.1255</c:v>
                </c:pt>
                <c:pt idx="252">
                  <c:v>0.126</c:v>
                </c:pt>
                <c:pt idx="253">
                  <c:v>0.1265</c:v>
                </c:pt>
                <c:pt idx="254">
                  <c:v>0.127</c:v>
                </c:pt>
                <c:pt idx="255">
                  <c:v>0.1275</c:v>
                </c:pt>
                <c:pt idx="256">
                  <c:v>0.128</c:v>
                </c:pt>
                <c:pt idx="257">
                  <c:v>0.1285</c:v>
                </c:pt>
                <c:pt idx="258">
                  <c:v>0.129</c:v>
                </c:pt>
                <c:pt idx="259">
                  <c:v>0.1295</c:v>
                </c:pt>
                <c:pt idx="260">
                  <c:v>0.13</c:v>
                </c:pt>
                <c:pt idx="261">
                  <c:v>0.1305</c:v>
                </c:pt>
                <c:pt idx="262">
                  <c:v>0.131</c:v>
                </c:pt>
                <c:pt idx="263">
                  <c:v>0.1315</c:v>
                </c:pt>
                <c:pt idx="264">
                  <c:v>0.132</c:v>
                </c:pt>
                <c:pt idx="265">
                  <c:v>0.1325</c:v>
                </c:pt>
                <c:pt idx="266">
                  <c:v>0.133</c:v>
                </c:pt>
                <c:pt idx="267">
                  <c:v>0.1335</c:v>
                </c:pt>
                <c:pt idx="268">
                  <c:v>0.134</c:v>
                </c:pt>
                <c:pt idx="269">
                  <c:v>0.1345</c:v>
                </c:pt>
                <c:pt idx="270">
                  <c:v>0.135</c:v>
                </c:pt>
                <c:pt idx="271">
                  <c:v>0.1355</c:v>
                </c:pt>
                <c:pt idx="272">
                  <c:v>0.136</c:v>
                </c:pt>
                <c:pt idx="273">
                  <c:v>0.1365</c:v>
                </c:pt>
                <c:pt idx="274">
                  <c:v>0.137</c:v>
                </c:pt>
                <c:pt idx="275">
                  <c:v>0.1375</c:v>
                </c:pt>
                <c:pt idx="276">
                  <c:v>0.138</c:v>
                </c:pt>
                <c:pt idx="277">
                  <c:v>0.1385</c:v>
                </c:pt>
                <c:pt idx="278">
                  <c:v>0.139</c:v>
                </c:pt>
                <c:pt idx="279">
                  <c:v>0.1395</c:v>
                </c:pt>
                <c:pt idx="280">
                  <c:v>0.14</c:v>
                </c:pt>
                <c:pt idx="281">
                  <c:v>0.1405</c:v>
                </c:pt>
                <c:pt idx="282">
                  <c:v>0.141</c:v>
                </c:pt>
                <c:pt idx="283">
                  <c:v>0.1415</c:v>
                </c:pt>
                <c:pt idx="284">
                  <c:v>0.142</c:v>
                </c:pt>
                <c:pt idx="285">
                  <c:v>0.1425</c:v>
                </c:pt>
                <c:pt idx="286">
                  <c:v>0.143</c:v>
                </c:pt>
                <c:pt idx="287">
                  <c:v>0.1435</c:v>
                </c:pt>
                <c:pt idx="288">
                  <c:v>0.144</c:v>
                </c:pt>
                <c:pt idx="289">
                  <c:v>0.1445</c:v>
                </c:pt>
                <c:pt idx="290">
                  <c:v>0.145</c:v>
                </c:pt>
                <c:pt idx="291">
                  <c:v>0.1455</c:v>
                </c:pt>
                <c:pt idx="292">
                  <c:v>0.146</c:v>
                </c:pt>
                <c:pt idx="293">
                  <c:v>0.1465</c:v>
                </c:pt>
                <c:pt idx="294">
                  <c:v>0.147</c:v>
                </c:pt>
                <c:pt idx="295">
                  <c:v>0.1475</c:v>
                </c:pt>
                <c:pt idx="296">
                  <c:v>0.148</c:v>
                </c:pt>
                <c:pt idx="297">
                  <c:v>0.1485</c:v>
                </c:pt>
                <c:pt idx="298">
                  <c:v>0.149</c:v>
                </c:pt>
                <c:pt idx="299">
                  <c:v>0.1495</c:v>
                </c:pt>
                <c:pt idx="300">
                  <c:v>0.15</c:v>
                </c:pt>
                <c:pt idx="301">
                  <c:v>0.1505</c:v>
                </c:pt>
                <c:pt idx="302">
                  <c:v>0.151</c:v>
                </c:pt>
                <c:pt idx="303">
                  <c:v>0.1515</c:v>
                </c:pt>
                <c:pt idx="304">
                  <c:v>0.152</c:v>
                </c:pt>
                <c:pt idx="305">
                  <c:v>0.1525</c:v>
                </c:pt>
                <c:pt idx="306">
                  <c:v>0.153</c:v>
                </c:pt>
                <c:pt idx="307">
                  <c:v>0.1535</c:v>
                </c:pt>
                <c:pt idx="308">
                  <c:v>0.154</c:v>
                </c:pt>
                <c:pt idx="309">
                  <c:v>0.1545</c:v>
                </c:pt>
                <c:pt idx="310">
                  <c:v>0.155</c:v>
                </c:pt>
                <c:pt idx="311">
                  <c:v>0.1555</c:v>
                </c:pt>
                <c:pt idx="312">
                  <c:v>0.156</c:v>
                </c:pt>
                <c:pt idx="313">
                  <c:v>0.1565</c:v>
                </c:pt>
                <c:pt idx="314">
                  <c:v>0.157</c:v>
                </c:pt>
                <c:pt idx="315">
                  <c:v>0.1575</c:v>
                </c:pt>
                <c:pt idx="316">
                  <c:v>0.158</c:v>
                </c:pt>
                <c:pt idx="317">
                  <c:v>0.1585</c:v>
                </c:pt>
                <c:pt idx="318">
                  <c:v>0.159</c:v>
                </c:pt>
                <c:pt idx="319">
                  <c:v>0.1595</c:v>
                </c:pt>
                <c:pt idx="320">
                  <c:v>0.16</c:v>
                </c:pt>
                <c:pt idx="321">
                  <c:v>0.1605</c:v>
                </c:pt>
                <c:pt idx="322">
                  <c:v>0.161</c:v>
                </c:pt>
                <c:pt idx="323">
                  <c:v>0.1615</c:v>
                </c:pt>
                <c:pt idx="324">
                  <c:v>0.162</c:v>
                </c:pt>
                <c:pt idx="325">
                  <c:v>0.1625</c:v>
                </c:pt>
                <c:pt idx="326">
                  <c:v>0.163</c:v>
                </c:pt>
                <c:pt idx="327">
                  <c:v>0.1635</c:v>
                </c:pt>
                <c:pt idx="328">
                  <c:v>0.164</c:v>
                </c:pt>
                <c:pt idx="329">
                  <c:v>0.1645</c:v>
                </c:pt>
                <c:pt idx="330">
                  <c:v>0.165</c:v>
                </c:pt>
                <c:pt idx="331">
                  <c:v>0.1655</c:v>
                </c:pt>
                <c:pt idx="332">
                  <c:v>0.166</c:v>
                </c:pt>
                <c:pt idx="333">
                  <c:v>0.1665</c:v>
                </c:pt>
                <c:pt idx="334">
                  <c:v>0.167</c:v>
                </c:pt>
                <c:pt idx="335">
                  <c:v>0.1675</c:v>
                </c:pt>
                <c:pt idx="336">
                  <c:v>0.168</c:v>
                </c:pt>
                <c:pt idx="337">
                  <c:v>0.1685</c:v>
                </c:pt>
                <c:pt idx="338">
                  <c:v>0.169</c:v>
                </c:pt>
                <c:pt idx="339">
                  <c:v>0.1695</c:v>
                </c:pt>
                <c:pt idx="340">
                  <c:v>0.17</c:v>
                </c:pt>
                <c:pt idx="341">
                  <c:v>0.1705</c:v>
                </c:pt>
                <c:pt idx="342">
                  <c:v>0.171</c:v>
                </c:pt>
                <c:pt idx="343">
                  <c:v>0.1715</c:v>
                </c:pt>
                <c:pt idx="344">
                  <c:v>0.172</c:v>
                </c:pt>
                <c:pt idx="345">
                  <c:v>0.1725</c:v>
                </c:pt>
                <c:pt idx="346">
                  <c:v>0.173</c:v>
                </c:pt>
                <c:pt idx="347">
                  <c:v>0.1735</c:v>
                </c:pt>
                <c:pt idx="348">
                  <c:v>0.174</c:v>
                </c:pt>
                <c:pt idx="349">
                  <c:v>0.1745</c:v>
                </c:pt>
                <c:pt idx="350">
                  <c:v>0.175</c:v>
                </c:pt>
                <c:pt idx="351">
                  <c:v>0.1755</c:v>
                </c:pt>
                <c:pt idx="352">
                  <c:v>0.176</c:v>
                </c:pt>
                <c:pt idx="353">
                  <c:v>0.1765</c:v>
                </c:pt>
                <c:pt idx="354">
                  <c:v>0.177</c:v>
                </c:pt>
                <c:pt idx="355">
                  <c:v>0.1775</c:v>
                </c:pt>
                <c:pt idx="356">
                  <c:v>0.178</c:v>
                </c:pt>
                <c:pt idx="357">
                  <c:v>0.1785</c:v>
                </c:pt>
                <c:pt idx="358">
                  <c:v>0.179</c:v>
                </c:pt>
                <c:pt idx="359">
                  <c:v>0.1795</c:v>
                </c:pt>
                <c:pt idx="360">
                  <c:v>0.18</c:v>
                </c:pt>
                <c:pt idx="361">
                  <c:v>0.1805</c:v>
                </c:pt>
                <c:pt idx="362">
                  <c:v>0.181</c:v>
                </c:pt>
                <c:pt idx="363">
                  <c:v>0.1815</c:v>
                </c:pt>
                <c:pt idx="364">
                  <c:v>0.182</c:v>
                </c:pt>
                <c:pt idx="365">
                  <c:v>0.1825</c:v>
                </c:pt>
                <c:pt idx="366">
                  <c:v>0.183</c:v>
                </c:pt>
                <c:pt idx="367">
                  <c:v>0.1835</c:v>
                </c:pt>
                <c:pt idx="368">
                  <c:v>0.184</c:v>
                </c:pt>
                <c:pt idx="369">
                  <c:v>0.1845</c:v>
                </c:pt>
                <c:pt idx="370">
                  <c:v>0.185</c:v>
                </c:pt>
                <c:pt idx="371">
                  <c:v>0.1855</c:v>
                </c:pt>
                <c:pt idx="372">
                  <c:v>0.186</c:v>
                </c:pt>
                <c:pt idx="373">
                  <c:v>0.1865</c:v>
                </c:pt>
                <c:pt idx="374">
                  <c:v>0.187</c:v>
                </c:pt>
                <c:pt idx="375">
                  <c:v>0.1875</c:v>
                </c:pt>
                <c:pt idx="376">
                  <c:v>0.188</c:v>
                </c:pt>
                <c:pt idx="377">
                  <c:v>0.1885</c:v>
                </c:pt>
                <c:pt idx="378">
                  <c:v>0.189</c:v>
                </c:pt>
                <c:pt idx="379">
                  <c:v>0.1895</c:v>
                </c:pt>
                <c:pt idx="380">
                  <c:v>0.19</c:v>
                </c:pt>
                <c:pt idx="381">
                  <c:v>0.1905</c:v>
                </c:pt>
                <c:pt idx="382">
                  <c:v>0.191</c:v>
                </c:pt>
                <c:pt idx="383">
                  <c:v>0.1915</c:v>
                </c:pt>
                <c:pt idx="384">
                  <c:v>0.192</c:v>
                </c:pt>
                <c:pt idx="385">
                  <c:v>0.1925</c:v>
                </c:pt>
                <c:pt idx="386">
                  <c:v>0.193</c:v>
                </c:pt>
                <c:pt idx="387">
                  <c:v>0.1935</c:v>
                </c:pt>
                <c:pt idx="388">
                  <c:v>0.194</c:v>
                </c:pt>
                <c:pt idx="389">
                  <c:v>0.1945</c:v>
                </c:pt>
                <c:pt idx="390">
                  <c:v>0.195</c:v>
                </c:pt>
                <c:pt idx="391">
                  <c:v>0.1955</c:v>
                </c:pt>
                <c:pt idx="392">
                  <c:v>0.196</c:v>
                </c:pt>
                <c:pt idx="393">
                  <c:v>0.1965</c:v>
                </c:pt>
                <c:pt idx="394">
                  <c:v>0.197</c:v>
                </c:pt>
                <c:pt idx="395">
                  <c:v>0.1975</c:v>
                </c:pt>
                <c:pt idx="396">
                  <c:v>0.198</c:v>
                </c:pt>
                <c:pt idx="397">
                  <c:v>0.1985</c:v>
                </c:pt>
                <c:pt idx="398">
                  <c:v>0.199</c:v>
                </c:pt>
                <c:pt idx="399">
                  <c:v>0.1995</c:v>
                </c:pt>
                <c:pt idx="400">
                  <c:v>0.2</c:v>
                </c:pt>
                <c:pt idx="401">
                  <c:v>0.2005</c:v>
                </c:pt>
                <c:pt idx="402">
                  <c:v>0.201</c:v>
                </c:pt>
                <c:pt idx="403">
                  <c:v>0.2015</c:v>
                </c:pt>
                <c:pt idx="404">
                  <c:v>0.202</c:v>
                </c:pt>
                <c:pt idx="405">
                  <c:v>0.2025</c:v>
                </c:pt>
                <c:pt idx="406">
                  <c:v>0.203</c:v>
                </c:pt>
                <c:pt idx="407">
                  <c:v>0.2035</c:v>
                </c:pt>
                <c:pt idx="408">
                  <c:v>0.204</c:v>
                </c:pt>
                <c:pt idx="409">
                  <c:v>0.2045</c:v>
                </c:pt>
                <c:pt idx="410">
                  <c:v>0.205</c:v>
                </c:pt>
                <c:pt idx="411">
                  <c:v>0.2055</c:v>
                </c:pt>
                <c:pt idx="412">
                  <c:v>0.206</c:v>
                </c:pt>
                <c:pt idx="413">
                  <c:v>0.2065</c:v>
                </c:pt>
                <c:pt idx="414">
                  <c:v>0.207</c:v>
                </c:pt>
                <c:pt idx="415">
                  <c:v>0.2075</c:v>
                </c:pt>
                <c:pt idx="416">
                  <c:v>0.208</c:v>
                </c:pt>
                <c:pt idx="417">
                  <c:v>0.2085</c:v>
                </c:pt>
                <c:pt idx="418">
                  <c:v>0.209</c:v>
                </c:pt>
                <c:pt idx="419">
                  <c:v>0.2095</c:v>
                </c:pt>
                <c:pt idx="420">
                  <c:v>0.21</c:v>
                </c:pt>
                <c:pt idx="421">
                  <c:v>0.2105</c:v>
                </c:pt>
                <c:pt idx="422">
                  <c:v>0.211</c:v>
                </c:pt>
                <c:pt idx="423">
                  <c:v>0.2115</c:v>
                </c:pt>
                <c:pt idx="424">
                  <c:v>0.212</c:v>
                </c:pt>
                <c:pt idx="425">
                  <c:v>0.2125</c:v>
                </c:pt>
                <c:pt idx="426">
                  <c:v>0.213</c:v>
                </c:pt>
                <c:pt idx="427">
                  <c:v>0.2135</c:v>
                </c:pt>
                <c:pt idx="428">
                  <c:v>0.214</c:v>
                </c:pt>
                <c:pt idx="429">
                  <c:v>0.2145</c:v>
                </c:pt>
                <c:pt idx="430">
                  <c:v>0.215</c:v>
                </c:pt>
                <c:pt idx="431">
                  <c:v>0.2155</c:v>
                </c:pt>
                <c:pt idx="432">
                  <c:v>0.216</c:v>
                </c:pt>
                <c:pt idx="433">
                  <c:v>0.2165</c:v>
                </c:pt>
                <c:pt idx="434">
                  <c:v>0.217</c:v>
                </c:pt>
                <c:pt idx="435">
                  <c:v>0.2175</c:v>
                </c:pt>
                <c:pt idx="436">
                  <c:v>0.218</c:v>
                </c:pt>
                <c:pt idx="437">
                  <c:v>0.2185</c:v>
                </c:pt>
                <c:pt idx="438">
                  <c:v>0.219</c:v>
                </c:pt>
                <c:pt idx="439">
                  <c:v>0.2195</c:v>
                </c:pt>
                <c:pt idx="440">
                  <c:v>0.22</c:v>
                </c:pt>
                <c:pt idx="441">
                  <c:v>0.2205</c:v>
                </c:pt>
                <c:pt idx="442">
                  <c:v>0.221</c:v>
                </c:pt>
                <c:pt idx="443">
                  <c:v>0.2215</c:v>
                </c:pt>
                <c:pt idx="444">
                  <c:v>0.222</c:v>
                </c:pt>
                <c:pt idx="445">
                  <c:v>0.2225</c:v>
                </c:pt>
                <c:pt idx="446">
                  <c:v>0.223</c:v>
                </c:pt>
                <c:pt idx="447">
                  <c:v>0.2235</c:v>
                </c:pt>
                <c:pt idx="448">
                  <c:v>0.224</c:v>
                </c:pt>
                <c:pt idx="449">
                  <c:v>0.2245</c:v>
                </c:pt>
                <c:pt idx="450">
                  <c:v>0.225</c:v>
                </c:pt>
                <c:pt idx="451">
                  <c:v>0.2255</c:v>
                </c:pt>
                <c:pt idx="452">
                  <c:v>0.226</c:v>
                </c:pt>
                <c:pt idx="453">
                  <c:v>0.2265</c:v>
                </c:pt>
                <c:pt idx="454">
                  <c:v>0.227</c:v>
                </c:pt>
                <c:pt idx="455">
                  <c:v>0.2275</c:v>
                </c:pt>
                <c:pt idx="456">
                  <c:v>0.228</c:v>
                </c:pt>
                <c:pt idx="457">
                  <c:v>0.2285</c:v>
                </c:pt>
                <c:pt idx="458">
                  <c:v>0.229</c:v>
                </c:pt>
                <c:pt idx="459">
                  <c:v>0.2295</c:v>
                </c:pt>
                <c:pt idx="460">
                  <c:v>0.23</c:v>
                </c:pt>
                <c:pt idx="461">
                  <c:v>0.2305</c:v>
                </c:pt>
                <c:pt idx="462">
                  <c:v>0.231</c:v>
                </c:pt>
                <c:pt idx="463">
                  <c:v>0.2315</c:v>
                </c:pt>
                <c:pt idx="464">
                  <c:v>0.232</c:v>
                </c:pt>
                <c:pt idx="465">
                  <c:v>0.2325</c:v>
                </c:pt>
                <c:pt idx="466">
                  <c:v>0.233</c:v>
                </c:pt>
                <c:pt idx="467">
                  <c:v>0.2335</c:v>
                </c:pt>
                <c:pt idx="468">
                  <c:v>0.234</c:v>
                </c:pt>
                <c:pt idx="469">
                  <c:v>0.2345</c:v>
                </c:pt>
                <c:pt idx="470">
                  <c:v>0.235</c:v>
                </c:pt>
                <c:pt idx="471">
                  <c:v>0.2355</c:v>
                </c:pt>
                <c:pt idx="472">
                  <c:v>0.236</c:v>
                </c:pt>
                <c:pt idx="473">
                  <c:v>0.2365</c:v>
                </c:pt>
                <c:pt idx="474">
                  <c:v>0.237</c:v>
                </c:pt>
                <c:pt idx="475">
                  <c:v>0.2375</c:v>
                </c:pt>
                <c:pt idx="476">
                  <c:v>0.238</c:v>
                </c:pt>
                <c:pt idx="477">
                  <c:v>0.2385</c:v>
                </c:pt>
                <c:pt idx="478">
                  <c:v>0.239</c:v>
                </c:pt>
                <c:pt idx="479">
                  <c:v>0.2395</c:v>
                </c:pt>
                <c:pt idx="480">
                  <c:v>0.24</c:v>
                </c:pt>
                <c:pt idx="481">
                  <c:v>0.2405</c:v>
                </c:pt>
                <c:pt idx="482">
                  <c:v>0.241</c:v>
                </c:pt>
                <c:pt idx="483">
                  <c:v>0.2415</c:v>
                </c:pt>
                <c:pt idx="484">
                  <c:v>0.242</c:v>
                </c:pt>
                <c:pt idx="485">
                  <c:v>0.2425</c:v>
                </c:pt>
                <c:pt idx="486">
                  <c:v>0.243</c:v>
                </c:pt>
                <c:pt idx="487">
                  <c:v>0.2435</c:v>
                </c:pt>
                <c:pt idx="488">
                  <c:v>0.244</c:v>
                </c:pt>
                <c:pt idx="489">
                  <c:v>0.2445</c:v>
                </c:pt>
                <c:pt idx="490">
                  <c:v>0.245</c:v>
                </c:pt>
                <c:pt idx="491">
                  <c:v>0.2455</c:v>
                </c:pt>
                <c:pt idx="492">
                  <c:v>0.246</c:v>
                </c:pt>
                <c:pt idx="493">
                  <c:v>0.2465</c:v>
                </c:pt>
                <c:pt idx="494">
                  <c:v>0.247</c:v>
                </c:pt>
                <c:pt idx="495">
                  <c:v>0.2475</c:v>
                </c:pt>
                <c:pt idx="496">
                  <c:v>0.248</c:v>
                </c:pt>
                <c:pt idx="497">
                  <c:v>0.2485</c:v>
                </c:pt>
                <c:pt idx="498">
                  <c:v>0.249</c:v>
                </c:pt>
                <c:pt idx="499">
                  <c:v>0.2495</c:v>
                </c:pt>
                <c:pt idx="500">
                  <c:v>0.25</c:v>
                </c:pt>
                <c:pt idx="501">
                  <c:v>0.2505</c:v>
                </c:pt>
                <c:pt idx="502">
                  <c:v>0.251</c:v>
                </c:pt>
                <c:pt idx="503">
                  <c:v>0.2515</c:v>
                </c:pt>
                <c:pt idx="504">
                  <c:v>0.252</c:v>
                </c:pt>
                <c:pt idx="505">
                  <c:v>0.2525</c:v>
                </c:pt>
                <c:pt idx="506">
                  <c:v>0.253</c:v>
                </c:pt>
                <c:pt idx="507">
                  <c:v>0.2535</c:v>
                </c:pt>
                <c:pt idx="508">
                  <c:v>0.254</c:v>
                </c:pt>
                <c:pt idx="509">
                  <c:v>0.2545</c:v>
                </c:pt>
                <c:pt idx="510">
                  <c:v>0.255</c:v>
                </c:pt>
                <c:pt idx="511">
                  <c:v>0.2555</c:v>
                </c:pt>
                <c:pt idx="512">
                  <c:v>0.256</c:v>
                </c:pt>
                <c:pt idx="513">
                  <c:v>0.2565</c:v>
                </c:pt>
                <c:pt idx="514">
                  <c:v>0.257</c:v>
                </c:pt>
                <c:pt idx="515">
                  <c:v>0.2575</c:v>
                </c:pt>
                <c:pt idx="516">
                  <c:v>0.258</c:v>
                </c:pt>
                <c:pt idx="517">
                  <c:v>0.2585</c:v>
                </c:pt>
                <c:pt idx="518">
                  <c:v>0.259</c:v>
                </c:pt>
                <c:pt idx="519">
                  <c:v>0.2595</c:v>
                </c:pt>
                <c:pt idx="520">
                  <c:v>0.26</c:v>
                </c:pt>
                <c:pt idx="521">
                  <c:v>0.2605</c:v>
                </c:pt>
                <c:pt idx="522">
                  <c:v>0.261</c:v>
                </c:pt>
                <c:pt idx="523">
                  <c:v>0.2615</c:v>
                </c:pt>
                <c:pt idx="524">
                  <c:v>0.262</c:v>
                </c:pt>
                <c:pt idx="525">
                  <c:v>0.2625</c:v>
                </c:pt>
                <c:pt idx="526">
                  <c:v>0.263</c:v>
                </c:pt>
                <c:pt idx="527">
                  <c:v>0.2635</c:v>
                </c:pt>
                <c:pt idx="528">
                  <c:v>0.264</c:v>
                </c:pt>
                <c:pt idx="529">
                  <c:v>0.2645</c:v>
                </c:pt>
                <c:pt idx="530">
                  <c:v>0.265</c:v>
                </c:pt>
                <c:pt idx="531">
                  <c:v>0.2655</c:v>
                </c:pt>
                <c:pt idx="532">
                  <c:v>0.266</c:v>
                </c:pt>
                <c:pt idx="533">
                  <c:v>0.2665</c:v>
                </c:pt>
                <c:pt idx="534">
                  <c:v>0.267</c:v>
                </c:pt>
                <c:pt idx="535">
                  <c:v>0.2675</c:v>
                </c:pt>
                <c:pt idx="536">
                  <c:v>0.268</c:v>
                </c:pt>
                <c:pt idx="537">
                  <c:v>0.2685</c:v>
                </c:pt>
                <c:pt idx="538">
                  <c:v>0.269</c:v>
                </c:pt>
                <c:pt idx="539">
                  <c:v>0.2695</c:v>
                </c:pt>
                <c:pt idx="540">
                  <c:v>0.27</c:v>
                </c:pt>
                <c:pt idx="541">
                  <c:v>0.2705</c:v>
                </c:pt>
                <c:pt idx="542">
                  <c:v>0.271</c:v>
                </c:pt>
                <c:pt idx="543">
                  <c:v>0.2715</c:v>
                </c:pt>
                <c:pt idx="544">
                  <c:v>0.272</c:v>
                </c:pt>
                <c:pt idx="545">
                  <c:v>0.2725</c:v>
                </c:pt>
                <c:pt idx="546">
                  <c:v>0.273</c:v>
                </c:pt>
                <c:pt idx="547">
                  <c:v>0.2735</c:v>
                </c:pt>
                <c:pt idx="548">
                  <c:v>0.274</c:v>
                </c:pt>
                <c:pt idx="549">
                  <c:v>0.2745</c:v>
                </c:pt>
                <c:pt idx="550">
                  <c:v>0.275</c:v>
                </c:pt>
                <c:pt idx="551">
                  <c:v>0.2755</c:v>
                </c:pt>
                <c:pt idx="552">
                  <c:v>0.276</c:v>
                </c:pt>
                <c:pt idx="553">
                  <c:v>0.2765</c:v>
                </c:pt>
                <c:pt idx="554">
                  <c:v>0.277</c:v>
                </c:pt>
                <c:pt idx="555">
                  <c:v>0.2775</c:v>
                </c:pt>
                <c:pt idx="556">
                  <c:v>0.278</c:v>
                </c:pt>
                <c:pt idx="557">
                  <c:v>0.2785</c:v>
                </c:pt>
                <c:pt idx="558">
                  <c:v>0.279</c:v>
                </c:pt>
                <c:pt idx="559">
                  <c:v>0.2795</c:v>
                </c:pt>
                <c:pt idx="560">
                  <c:v>0.28</c:v>
                </c:pt>
                <c:pt idx="561">
                  <c:v>0.2805</c:v>
                </c:pt>
                <c:pt idx="562">
                  <c:v>0.281</c:v>
                </c:pt>
                <c:pt idx="563">
                  <c:v>0.2815</c:v>
                </c:pt>
                <c:pt idx="564">
                  <c:v>0.282</c:v>
                </c:pt>
                <c:pt idx="565">
                  <c:v>0.2825</c:v>
                </c:pt>
                <c:pt idx="566">
                  <c:v>0.283</c:v>
                </c:pt>
                <c:pt idx="567">
                  <c:v>0.2835</c:v>
                </c:pt>
                <c:pt idx="568">
                  <c:v>0.284</c:v>
                </c:pt>
                <c:pt idx="569">
                  <c:v>0.2845</c:v>
                </c:pt>
                <c:pt idx="570">
                  <c:v>0.285</c:v>
                </c:pt>
                <c:pt idx="571">
                  <c:v>0.2855</c:v>
                </c:pt>
                <c:pt idx="572">
                  <c:v>0.286</c:v>
                </c:pt>
                <c:pt idx="573">
                  <c:v>0.2865</c:v>
                </c:pt>
                <c:pt idx="574">
                  <c:v>0.287</c:v>
                </c:pt>
                <c:pt idx="575">
                  <c:v>0.2875</c:v>
                </c:pt>
                <c:pt idx="576">
                  <c:v>0.288</c:v>
                </c:pt>
                <c:pt idx="577">
                  <c:v>0.2885</c:v>
                </c:pt>
                <c:pt idx="578">
                  <c:v>0.289</c:v>
                </c:pt>
                <c:pt idx="579">
                  <c:v>0.2895</c:v>
                </c:pt>
                <c:pt idx="580">
                  <c:v>0.29</c:v>
                </c:pt>
                <c:pt idx="581">
                  <c:v>0.2905</c:v>
                </c:pt>
                <c:pt idx="582">
                  <c:v>0.291</c:v>
                </c:pt>
                <c:pt idx="583">
                  <c:v>0.2915</c:v>
                </c:pt>
                <c:pt idx="584">
                  <c:v>0.292</c:v>
                </c:pt>
                <c:pt idx="585">
                  <c:v>0.2925</c:v>
                </c:pt>
                <c:pt idx="586">
                  <c:v>0.293</c:v>
                </c:pt>
                <c:pt idx="587">
                  <c:v>0.2935</c:v>
                </c:pt>
                <c:pt idx="588">
                  <c:v>0.294</c:v>
                </c:pt>
                <c:pt idx="589">
                  <c:v>0.2945</c:v>
                </c:pt>
                <c:pt idx="590">
                  <c:v>0.295</c:v>
                </c:pt>
                <c:pt idx="591">
                  <c:v>0.2955</c:v>
                </c:pt>
                <c:pt idx="592">
                  <c:v>0.296</c:v>
                </c:pt>
                <c:pt idx="593">
                  <c:v>0.2965</c:v>
                </c:pt>
                <c:pt idx="594">
                  <c:v>0.297</c:v>
                </c:pt>
                <c:pt idx="595">
                  <c:v>0.2975</c:v>
                </c:pt>
                <c:pt idx="596">
                  <c:v>0.298</c:v>
                </c:pt>
                <c:pt idx="597">
                  <c:v>0.2985</c:v>
                </c:pt>
                <c:pt idx="598">
                  <c:v>0.299</c:v>
                </c:pt>
                <c:pt idx="599">
                  <c:v>0.2995</c:v>
                </c:pt>
                <c:pt idx="600">
                  <c:v>0.3</c:v>
                </c:pt>
                <c:pt idx="601">
                  <c:v>0.3005</c:v>
                </c:pt>
                <c:pt idx="602">
                  <c:v>0.301</c:v>
                </c:pt>
                <c:pt idx="603">
                  <c:v>0.3015</c:v>
                </c:pt>
                <c:pt idx="604">
                  <c:v>0.302</c:v>
                </c:pt>
                <c:pt idx="605">
                  <c:v>0.3025</c:v>
                </c:pt>
                <c:pt idx="606">
                  <c:v>0.303</c:v>
                </c:pt>
                <c:pt idx="607">
                  <c:v>0.3035</c:v>
                </c:pt>
                <c:pt idx="608">
                  <c:v>0.304</c:v>
                </c:pt>
                <c:pt idx="609">
                  <c:v>0.3045</c:v>
                </c:pt>
                <c:pt idx="610">
                  <c:v>0.305</c:v>
                </c:pt>
                <c:pt idx="611">
                  <c:v>0.3055</c:v>
                </c:pt>
                <c:pt idx="612">
                  <c:v>0.306</c:v>
                </c:pt>
                <c:pt idx="613">
                  <c:v>0.3065</c:v>
                </c:pt>
                <c:pt idx="614">
                  <c:v>0.307</c:v>
                </c:pt>
                <c:pt idx="615">
                  <c:v>0.3075</c:v>
                </c:pt>
                <c:pt idx="616">
                  <c:v>0.308</c:v>
                </c:pt>
                <c:pt idx="617">
                  <c:v>0.3085</c:v>
                </c:pt>
                <c:pt idx="618">
                  <c:v>0.309</c:v>
                </c:pt>
                <c:pt idx="619">
                  <c:v>0.3095</c:v>
                </c:pt>
                <c:pt idx="620">
                  <c:v>0.31</c:v>
                </c:pt>
                <c:pt idx="621">
                  <c:v>0.3105</c:v>
                </c:pt>
                <c:pt idx="622">
                  <c:v>0.311</c:v>
                </c:pt>
                <c:pt idx="623">
                  <c:v>0.3115</c:v>
                </c:pt>
                <c:pt idx="624">
                  <c:v>0.312</c:v>
                </c:pt>
                <c:pt idx="625">
                  <c:v>0.3125</c:v>
                </c:pt>
                <c:pt idx="626">
                  <c:v>0.313</c:v>
                </c:pt>
                <c:pt idx="627">
                  <c:v>0.3135</c:v>
                </c:pt>
                <c:pt idx="628">
                  <c:v>0.314</c:v>
                </c:pt>
                <c:pt idx="629">
                  <c:v>0.3145</c:v>
                </c:pt>
                <c:pt idx="630">
                  <c:v>0.315</c:v>
                </c:pt>
                <c:pt idx="631">
                  <c:v>0.3155</c:v>
                </c:pt>
                <c:pt idx="632">
                  <c:v>0.316</c:v>
                </c:pt>
                <c:pt idx="633">
                  <c:v>0.3165</c:v>
                </c:pt>
                <c:pt idx="634">
                  <c:v>0.317</c:v>
                </c:pt>
                <c:pt idx="635">
                  <c:v>0.3175</c:v>
                </c:pt>
                <c:pt idx="636">
                  <c:v>0.318</c:v>
                </c:pt>
                <c:pt idx="637">
                  <c:v>0.3185</c:v>
                </c:pt>
                <c:pt idx="638">
                  <c:v>0.319</c:v>
                </c:pt>
                <c:pt idx="639">
                  <c:v>0.3195</c:v>
                </c:pt>
                <c:pt idx="640">
                  <c:v>0.32</c:v>
                </c:pt>
                <c:pt idx="641">
                  <c:v>0.3205</c:v>
                </c:pt>
                <c:pt idx="642">
                  <c:v>0.321</c:v>
                </c:pt>
                <c:pt idx="643">
                  <c:v>0.3215</c:v>
                </c:pt>
                <c:pt idx="644">
                  <c:v>0.322</c:v>
                </c:pt>
                <c:pt idx="645">
                  <c:v>0.3225</c:v>
                </c:pt>
                <c:pt idx="646">
                  <c:v>0.323</c:v>
                </c:pt>
                <c:pt idx="647">
                  <c:v>0.3235</c:v>
                </c:pt>
                <c:pt idx="648">
                  <c:v>0.324</c:v>
                </c:pt>
                <c:pt idx="649">
                  <c:v>0.3245</c:v>
                </c:pt>
                <c:pt idx="650">
                  <c:v>0.325</c:v>
                </c:pt>
                <c:pt idx="651">
                  <c:v>0.3255</c:v>
                </c:pt>
                <c:pt idx="652">
                  <c:v>0.326</c:v>
                </c:pt>
                <c:pt idx="653">
                  <c:v>0.3265</c:v>
                </c:pt>
                <c:pt idx="654">
                  <c:v>0.327</c:v>
                </c:pt>
                <c:pt idx="655">
                  <c:v>0.3275</c:v>
                </c:pt>
                <c:pt idx="656">
                  <c:v>0.328</c:v>
                </c:pt>
                <c:pt idx="657">
                  <c:v>0.3285</c:v>
                </c:pt>
                <c:pt idx="658">
                  <c:v>0.329</c:v>
                </c:pt>
                <c:pt idx="659">
                  <c:v>0.3295</c:v>
                </c:pt>
                <c:pt idx="660">
                  <c:v>0.33</c:v>
                </c:pt>
                <c:pt idx="661">
                  <c:v>0.3305</c:v>
                </c:pt>
                <c:pt idx="662">
                  <c:v>0.331</c:v>
                </c:pt>
                <c:pt idx="663">
                  <c:v>0.3315</c:v>
                </c:pt>
                <c:pt idx="664">
                  <c:v>0.332</c:v>
                </c:pt>
                <c:pt idx="665">
                  <c:v>0.3325</c:v>
                </c:pt>
                <c:pt idx="666">
                  <c:v>0.333</c:v>
                </c:pt>
                <c:pt idx="667">
                  <c:v>0.3335</c:v>
                </c:pt>
                <c:pt idx="668">
                  <c:v>0.334</c:v>
                </c:pt>
                <c:pt idx="669">
                  <c:v>0.3345</c:v>
                </c:pt>
                <c:pt idx="670">
                  <c:v>0.335</c:v>
                </c:pt>
                <c:pt idx="671">
                  <c:v>0.3355</c:v>
                </c:pt>
                <c:pt idx="672">
                  <c:v>0.336</c:v>
                </c:pt>
                <c:pt idx="673">
                  <c:v>0.3365</c:v>
                </c:pt>
                <c:pt idx="674">
                  <c:v>0.337</c:v>
                </c:pt>
                <c:pt idx="675">
                  <c:v>0.3375</c:v>
                </c:pt>
                <c:pt idx="676">
                  <c:v>0.338</c:v>
                </c:pt>
                <c:pt idx="677">
                  <c:v>0.3385</c:v>
                </c:pt>
                <c:pt idx="678">
                  <c:v>0.339</c:v>
                </c:pt>
                <c:pt idx="679">
                  <c:v>0.3395</c:v>
                </c:pt>
                <c:pt idx="680">
                  <c:v>0.34</c:v>
                </c:pt>
                <c:pt idx="681">
                  <c:v>0.3405</c:v>
                </c:pt>
                <c:pt idx="682">
                  <c:v>0.341</c:v>
                </c:pt>
                <c:pt idx="683">
                  <c:v>0.3415</c:v>
                </c:pt>
                <c:pt idx="684">
                  <c:v>0.342</c:v>
                </c:pt>
                <c:pt idx="685">
                  <c:v>0.3425</c:v>
                </c:pt>
                <c:pt idx="686">
                  <c:v>0.343</c:v>
                </c:pt>
                <c:pt idx="687">
                  <c:v>0.3435</c:v>
                </c:pt>
                <c:pt idx="688">
                  <c:v>0.344</c:v>
                </c:pt>
                <c:pt idx="689">
                  <c:v>0.3445</c:v>
                </c:pt>
                <c:pt idx="690">
                  <c:v>0.345</c:v>
                </c:pt>
                <c:pt idx="691">
                  <c:v>0.3455</c:v>
                </c:pt>
                <c:pt idx="692">
                  <c:v>0.346</c:v>
                </c:pt>
                <c:pt idx="693">
                  <c:v>0.3465</c:v>
                </c:pt>
                <c:pt idx="694">
                  <c:v>0.347</c:v>
                </c:pt>
                <c:pt idx="695">
                  <c:v>0.3475</c:v>
                </c:pt>
                <c:pt idx="696">
                  <c:v>0.348</c:v>
                </c:pt>
                <c:pt idx="697">
                  <c:v>0.3485</c:v>
                </c:pt>
                <c:pt idx="698">
                  <c:v>0.349</c:v>
                </c:pt>
                <c:pt idx="699">
                  <c:v>0.3495</c:v>
                </c:pt>
                <c:pt idx="700">
                  <c:v>0.35</c:v>
                </c:pt>
                <c:pt idx="701">
                  <c:v>0.3505</c:v>
                </c:pt>
                <c:pt idx="702">
                  <c:v>0.351</c:v>
                </c:pt>
                <c:pt idx="703">
                  <c:v>0.3515</c:v>
                </c:pt>
                <c:pt idx="704">
                  <c:v>0.352</c:v>
                </c:pt>
                <c:pt idx="705">
                  <c:v>0.3525</c:v>
                </c:pt>
                <c:pt idx="706">
                  <c:v>0.353</c:v>
                </c:pt>
                <c:pt idx="707">
                  <c:v>0.3535</c:v>
                </c:pt>
                <c:pt idx="708">
                  <c:v>0.354</c:v>
                </c:pt>
                <c:pt idx="709">
                  <c:v>0.3545</c:v>
                </c:pt>
                <c:pt idx="710">
                  <c:v>0.355</c:v>
                </c:pt>
                <c:pt idx="711">
                  <c:v>0.3555</c:v>
                </c:pt>
                <c:pt idx="712">
                  <c:v>0.356</c:v>
                </c:pt>
                <c:pt idx="713">
                  <c:v>0.3565</c:v>
                </c:pt>
                <c:pt idx="714">
                  <c:v>0.357</c:v>
                </c:pt>
                <c:pt idx="715">
                  <c:v>0.3575</c:v>
                </c:pt>
                <c:pt idx="716">
                  <c:v>0.358</c:v>
                </c:pt>
                <c:pt idx="717">
                  <c:v>0.3585</c:v>
                </c:pt>
                <c:pt idx="718">
                  <c:v>0.359</c:v>
                </c:pt>
                <c:pt idx="719">
                  <c:v>0.3595</c:v>
                </c:pt>
                <c:pt idx="720">
                  <c:v>0.36</c:v>
                </c:pt>
                <c:pt idx="721">
                  <c:v>0.3605</c:v>
                </c:pt>
                <c:pt idx="722">
                  <c:v>0.361</c:v>
                </c:pt>
                <c:pt idx="723">
                  <c:v>0.3615</c:v>
                </c:pt>
                <c:pt idx="724">
                  <c:v>0.362</c:v>
                </c:pt>
                <c:pt idx="725">
                  <c:v>0.3625</c:v>
                </c:pt>
                <c:pt idx="726">
                  <c:v>0.363</c:v>
                </c:pt>
                <c:pt idx="727">
                  <c:v>0.3635</c:v>
                </c:pt>
                <c:pt idx="728">
                  <c:v>0.364</c:v>
                </c:pt>
                <c:pt idx="729">
                  <c:v>0.3645</c:v>
                </c:pt>
                <c:pt idx="730">
                  <c:v>0.365</c:v>
                </c:pt>
                <c:pt idx="731">
                  <c:v>0.3655</c:v>
                </c:pt>
                <c:pt idx="732">
                  <c:v>0.366</c:v>
                </c:pt>
                <c:pt idx="733">
                  <c:v>0.3665</c:v>
                </c:pt>
                <c:pt idx="734">
                  <c:v>0.367</c:v>
                </c:pt>
                <c:pt idx="735">
                  <c:v>0.3675</c:v>
                </c:pt>
                <c:pt idx="736">
                  <c:v>0.368</c:v>
                </c:pt>
                <c:pt idx="737">
                  <c:v>0.3685</c:v>
                </c:pt>
                <c:pt idx="738">
                  <c:v>0.369</c:v>
                </c:pt>
                <c:pt idx="739">
                  <c:v>0.3695</c:v>
                </c:pt>
                <c:pt idx="740">
                  <c:v>0.37</c:v>
                </c:pt>
                <c:pt idx="741">
                  <c:v>0.3705</c:v>
                </c:pt>
                <c:pt idx="742">
                  <c:v>0.371</c:v>
                </c:pt>
                <c:pt idx="743">
                  <c:v>0.3715</c:v>
                </c:pt>
                <c:pt idx="744">
                  <c:v>0.372</c:v>
                </c:pt>
                <c:pt idx="745">
                  <c:v>0.3725</c:v>
                </c:pt>
                <c:pt idx="746">
                  <c:v>0.373</c:v>
                </c:pt>
                <c:pt idx="747">
                  <c:v>0.3735</c:v>
                </c:pt>
                <c:pt idx="748">
                  <c:v>0.374</c:v>
                </c:pt>
                <c:pt idx="749">
                  <c:v>0.3745</c:v>
                </c:pt>
                <c:pt idx="750">
                  <c:v>0.375</c:v>
                </c:pt>
                <c:pt idx="751">
                  <c:v>0.3755</c:v>
                </c:pt>
                <c:pt idx="752">
                  <c:v>0.376</c:v>
                </c:pt>
                <c:pt idx="753">
                  <c:v>0.3765</c:v>
                </c:pt>
                <c:pt idx="754">
                  <c:v>0.377</c:v>
                </c:pt>
                <c:pt idx="755">
                  <c:v>0.3775</c:v>
                </c:pt>
                <c:pt idx="756">
                  <c:v>0.378</c:v>
                </c:pt>
                <c:pt idx="757">
                  <c:v>0.3785</c:v>
                </c:pt>
                <c:pt idx="758">
                  <c:v>0.379</c:v>
                </c:pt>
                <c:pt idx="759">
                  <c:v>0.3795</c:v>
                </c:pt>
                <c:pt idx="760">
                  <c:v>0.38</c:v>
                </c:pt>
                <c:pt idx="761">
                  <c:v>0.3805</c:v>
                </c:pt>
                <c:pt idx="762">
                  <c:v>0.381</c:v>
                </c:pt>
                <c:pt idx="763">
                  <c:v>0.3815</c:v>
                </c:pt>
                <c:pt idx="764">
                  <c:v>0.382</c:v>
                </c:pt>
                <c:pt idx="765">
                  <c:v>0.3825</c:v>
                </c:pt>
                <c:pt idx="766">
                  <c:v>0.383</c:v>
                </c:pt>
                <c:pt idx="767">
                  <c:v>0.3835</c:v>
                </c:pt>
                <c:pt idx="768">
                  <c:v>0.384</c:v>
                </c:pt>
                <c:pt idx="769">
                  <c:v>0.3845</c:v>
                </c:pt>
                <c:pt idx="770">
                  <c:v>0.385</c:v>
                </c:pt>
                <c:pt idx="771">
                  <c:v>0.3855</c:v>
                </c:pt>
                <c:pt idx="772">
                  <c:v>0.386</c:v>
                </c:pt>
                <c:pt idx="773">
                  <c:v>0.3865</c:v>
                </c:pt>
                <c:pt idx="774">
                  <c:v>0.387</c:v>
                </c:pt>
                <c:pt idx="775">
                  <c:v>0.3875</c:v>
                </c:pt>
                <c:pt idx="776">
                  <c:v>0.388</c:v>
                </c:pt>
                <c:pt idx="777">
                  <c:v>0.3885</c:v>
                </c:pt>
                <c:pt idx="778">
                  <c:v>0.389</c:v>
                </c:pt>
                <c:pt idx="779">
                  <c:v>0.3895</c:v>
                </c:pt>
                <c:pt idx="780">
                  <c:v>0.39</c:v>
                </c:pt>
                <c:pt idx="781">
                  <c:v>0.3905</c:v>
                </c:pt>
                <c:pt idx="782">
                  <c:v>0.391</c:v>
                </c:pt>
                <c:pt idx="783">
                  <c:v>0.3915</c:v>
                </c:pt>
                <c:pt idx="784">
                  <c:v>0.392</c:v>
                </c:pt>
                <c:pt idx="785">
                  <c:v>0.3925</c:v>
                </c:pt>
                <c:pt idx="786">
                  <c:v>0.393</c:v>
                </c:pt>
                <c:pt idx="787">
                  <c:v>0.3935</c:v>
                </c:pt>
                <c:pt idx="788">
                  <c:v>0.394</c:v>
                </c:pt>
                <c:pt idx="789">
                  <c:v>0.3945</c:v>
                </c:pt>
                <c:pt idx="790">
                  <c:v>0.395</c:v>
                </c:pt>
                <c:pt idx="791">
                  <c:v>0.3955</c:v>
                </c:pt>
                <c:pt idx="792">
                  <c:v>0.396</c:v>
                </c:pt>
                <c:pt idx="793">
                  <c:v>0.3965</c:v>
                </c:pt>
                <c:pt idx="794">
                  <c:v>0.397</c:v>
                </c:pt>
                <c:pt idx="795">
                  <c:v>0.3975</c:v>
                </c:pt>
                <c:pt idx="796">
                  <c:v>0.398</c:v>
                </c:pt>
                <c:pt idx="797">
                  <c:v>0.3985</c:v>
                </c:pt>
                <c:pt idx="798">
                  <c:v>0.399</c:v>
                </c:pt>
                <c:pt idx="799">
                  <c:v>0.3995</c:v>
                </c:pt>
                <c:pt idx="800">
                  <c:v>0.4</c:v>
                </c:pt>
                <c:pt idx="801">
                  <c:v>0.4005</c:v>
                </c:pt>
                <c:pt idx="802">
                  <c:v>0.401</c:v>
                </c:pt>
                <c:pt idx="803">
                  <c:v>0.4015</c:v>
                </c:pt>
                <c:pt idx="804">
                  <c:v>0.402</c:v>
                </c:pt>
                <c:pt idx="805">
                  <c:v>0.4025</c:v>
                </c:pt>
                <c:pt idx="806">
                  <c:v>0.403</c:v>
                </c:pt>
                <c:pt idx="807">
                  <c:v>0.4035</c:v>
                </c:pt>
                <c:pt idx="808">
                  <c:v>0.404</c:v>
                </c:pt>
                <c:pt idx="809">
                  <c:v>0.4045</c:v>
                </c:pt>
                <c:pt idx="810">
                  <c:v>0.405</c:v>
                </c:pt>
                <c:pt idx="811">
                  <c:v>0.4055</c:v>
                </c:pt>
                <c:pt idx="812">
                  <c:v>0.406</c:v>
                </c:pt>
                <c:pt idx="813">
                  <c:v>0.4065</c:v>
                </c:pt>
                <c:pt idx="814">
                  <c:v>0.407</c:v>
                </c:pt>
                <c:pt idx="815">
                  <c:v>0.4075</c:v>
                </c:pt>
                <c:pt idx="816">
                  <c:v>0.408</c:v>
                </c:pt>
                <c:pt idx="817">
                  <c:v>0.4085</c:v>
                </c:pt>
                <c:pt idx="818">
                  <c:v>0.409</c:v>
                </c:pt>
                <c:pt idx="819">
                  <c:v>0.4095</c:v>
                </c:pt>
                <c:pt idx="820">
                  <c:v>0.41</c:v>
                </c:pt>
                <c:pt idx="821">
                  <c:v>0.4105</c:v>
                </c:pt>
                <c:pt idx="822">
                  <c:v>0.411</c:v>
                </c:pt>
                <c:pt idx="823">
                  <c:v>0.4115</c:v>
                </c:pt>
                <c:pt idx="824">
                  <c:v>0.412</c:v>
                </c:pt>
                <c:pt idx="825">
                  <c:v>0.4125</c:v>
                </c:pt>
                <c:pt idx="826">
                  <c:v>0.413</c:v>
                </c:pt>
                <c:pt idx="827">
                  <c:v>0.4135</c:v>
                </c:pt>
                <c:pt idx="828">
                  <c:v>0.414</c:v>
                </c:pt>
                <c:pt idx="829">
                  <c:v>0.4145</c:v>
                </c:pt>
                <c:pt idx="830">
                  <c:v>0.415</c:v>
                </c:pt>
                <c:pt idx="831">
                  <c:v>0.4155</c:v>
                </c:pt>
                <c:pt idx="832">
                  <c:v>0.416</c:v>
                </c:pt>
                <c:pt idx="833">
                  <c:v>0.4165</c:v>
                </c:pt>
                <c:pt idx="834">
                  <c:v>0.417</c:v>
                </c:pt>
                <c:pt idx="835">
                  <c:v>0.4175</c:v>
                </c:pt>
                <c:pt idx="836">
                  <c:v>0.418</c:v>
                </c:pt>
                <c:pt idx="837">
                  <c:v>0.4185</c:v>
                </c:pt>
                <c:pt idx="838">
                  <c:v>0.419</c:v>
                </c:pt>
                <c:pt idx="839">
                  <c:v>0.4195</c:v>
                </c:pt>
                <c:pt idx="840">
                  <c:v>0.42</c:v>
                </c:pt>
                <c:pt idx="841">
                  <c:v>0.4205</c:v>
                </c:pt>
                <c:pt idx="842">
                  <c:v>0.421</c:v>
                </c:pt>
                <c:pt idx="843">
                  <c:v>0.4215</c:v>
                </c:pt>
                <c:pt idx="844">
                  <c:v>0.422</c:v>
                </c:pt>
                <c:pt idx="845">
                  <c:v>0.4225</c:v>
                </c:pt>
                <c:pt idx="846">
                  <c:v>0.423</c:v>
                </c:pt>
                <c:pt idx="847">
                  <c:v>0.4235</c:v>
                </c:pt>
                <c:pt idx="848">
                  <c:v>0.424</c:v>
                </c:pt>
                <c:pt idx="849">
                  <c:v>0.4245</c:v>
                </c:pt>
                <c:pt idx="850">
                  <c:v>0.425</c:v>
                </c:pt>
                <c:pt idx="851">
                  <c:v>0.4255</c:v>
                </c:pt>
                <c:pt idx="852">
                  <c:v>0.426</c:v>
                </c:pt>
                <c:pt idx="853">
                  <c:v>0.4265</c:v>
                </c:pt>
                <c:pt idx="854">
                  <c:v>0.427</c:v>
                </c:pt>
                <c:pt idx="855">
                  <c:v>0.4275</c:v>
                </c:pt>
                <c:pt idx="856">
                  <c:v>0.428</c:v>
                </c:pt>
                <c:pt idx="857">
                  <c:v>0.4285</c:v>
                </c:pt>
                <c:pt idx="858">
                  <c:v>0.429</c:v>
                </c:pt>
                <c:pt idx="859">
                  <c:v>0.4295</c:v>
                </c:pt>
                <c:pt idx="860">
                  <c:v>0.43</c:v>
                </c:pt>
                <c:pt idx="861">
                  <c:v>0.4305</c:v>
                </c:pt>
                <c:pt idx="862">
                  <c:v>0.431</c:v>
                </c:pt>
                <c:pt idx="863">
                  <c:v>0.4315</c:v>
                </c:pt>
                <c:pt idx="864">
                  <c:v>0.432</c:v>
                </c:pt>
                <c:pt idx="865">
                  <c:v>0.4325</c:v>
                </c:pt>
                <c:pt idx="866">
                  <c:v>0.433</c:v>
                </c:pt>
                <c:pt idx="867">
                  <c:v>0.4335</c:v>
                </c:pt>
                <c:pt idx="868">
                  <c:v>0.434</c:v>
                </c:pt>
                <c:pt idx="869">
                  <c:v>0.4345</c:v>
                </c:pt>
                <c:pt idx="870">
                  <c:v>0.435</c:v>
                </c:pt>
                <c:pt idx="871">
                  <c:v>0.4355</c:v>
                </c:pt>
                <c:pt idx="872">
                  <c:v>0.436</c:v>
                </c:pt>
                <c:pt idx="873">
                  <c:v>0.4365</c:v>
                </c:pt>
                <c:pt idx="874">
                  <c:v>0.437</c:v>
                </c:pt>
                <c:pt idx="875">
                  <c:v>0.4375</c:v>
                </c:pt>
                <c:pt idx="876">
                  <c:v>0.438</c:v>
                </c:pt>
                <c:pt idx="877">
                  <c:v>0.4385</c:v>
                </c:pt>
                <c:pt idx="878">
                  <c:v>0.439</c:v>
                </c:pt>
                <c:pt idx="879">
                  <c:v>0.4395</c:v>
                </c:pt>
                <c:pt idx="880">
                  <c:v>0.44</c:v>
                </c:pt>
                <c:pt idx="881">
                  <c:v>0.4405</c:v>
                </c:pt>
                <c:pt idx="882">
                  <c:v>0.441</c:v>
                </c:pt>
                <c:pt idx="883">
                  <c:v>0.4415</c:v>
                </c:pt>
                <c:pt idx="884">
                  <c:v>0.442</c:v>
                </c:pt>
                <c:pt idx="885">
                  <c:v>0.4425</c:v>
                </c:pt>
                <c:pt idx="886">
                  <c:v>0.443</c:v>
                </c:pt>
                <c:pt idx="887">
                  <c:v>0.4435</c:v>
                </c:pt>
                <c:pt idx="888">
                  <c:v>0.444</c:v>
                </c:pt>
                <c:pt idx="889">
                  <c:v>0.4445</c:v>
                </c:pt>
                <c:pt idx="890">
                  <c:v>0.445</c:v>
                </c:pt>
                <c:pt idx="891">
                  <c:v>0.4455</c:v>
                </c:pt>
                <c:pt idx="892">
                  <c:v>0.446</c:v>
                </c:pt>
                <c:pt idx="893">
                  <c:v>0.4465</c:v>
                </c:pt>
                <c:pt idx="894">
                  <c:v>0.447</c:v>
                </c:pt>
                <c:pt idx="895">
                  <c:v>0.4475</c:v>
                </c:pt>
                <c:pt idx="896">
                  <c:v>0.448</c:v>
                </c:pt>
                <c:pt idx="897">
                  <c:v>0.4485</c:v>
                </c:pt>
                <c:pt idx="898">
                  <c:v>0.449</c:v>
                </c:pt>
                <c:pt idx="899">
                  <c:v>0.4495</c:v>
                </c:pt>
                <c:pt idx="900">
                  <c:v>0.45</c:v>
                </c:pt>
                <c:pt idx="901">
                  <c:v>0.4505</c:v>
                </c:pt>
                <c:pt idx="902">
                  <c:v>0.451</c:v>
                </c:pt>
                <c:pt idx="903">
                  <c:v>0.4515</c:v>
                </c:pt>
                <c:pt idx="904">
                  <c:v>0.452</c:v>
                </c:pt>
                <c:pt idx="905">
                  <c:v>0.4525</c:v>
                </c:pt>
                <c:pt idx="906">
                  <c:v>0.453</c:v>
                </c:pt>
                <c:pt idx="907">
                  <c:v>0.4535</c:v>
                </c:pt>
                <c:pt idx="908">
                  <c:v>0.454</c:v>
                </c:pt>
                <c:pt idx="909">
                  <c:v>0.4545</c:v>
                </c:pt>
                <c:pt idx="910">
                  <c:v>0.455</c:v>
                </c:pt>
                <c:pt idx="911">
                  <c:v>0.4555</c:v>
                </c:pt>
                <c:pt idx="912">
                  <c:v>0.456</c:v>
                </c:pt>
                <c:pt idx="913">
                  <c:v>0.4565</c:v>
                </c:pt>
                <c:pt idx="914">
                  <c:v>0.457</c:v>
                </c:pt>
                <c:pt idx="915">
                  <c:v>0.4575</c:v>
                </c:pt>
                <c:pt idx="916">
                  <c:v>0.458</c:v>
                </c:pt>
                <c:pt idx="917">
                  <c:v>0.4585</c:v>
                </c:pt>
                <c:pt idx="918">
                  <c:v>0.459</c:v>
                </c:pt>
                <c:pt idx="919">
                  <c:v>0.4595</c:v>
                </c:pt>
                <c:pt idx="920">
                  <c:v>0.46</c:v>
                </c:pt>
                <c:pt idx="921">
                  <c:v>0.4605</c:v>
                </c:pt>
                <c:pt idx="922">
                  <c:v>0.461</c:v>
                </c:pt>
                <c:pt idx="923">
                  <c:v>0.4615</c:v>
                </c:pt>
                <c:pt idx="924">
                  <c:v>0.462</c:v>
                </c:pt>
                <c:pt idx="925">
                  <c:v>0.4625</c:v>
                </c:pt>
                <c:pt idx="926">
                  <c:v>0.463</c:v>
                </c:pt>
                <c:pt idx="927">
                  <c:v>0.4635</c:v>
                </c:pt>
                <c:pt idx="928">
                  <c:v>0.464</c:v>
                </c:pt>
                <c:pt idx="929">
                  <c:v>0.4645</c:v>
                </c:pt>
                <c:pt idx="930">
                  <c:v>0.465</c:v>
                </c:pt>
                <c:pt idx="931">
                  <c:v>0.4655</c:v>
                </c:pt>
                <c:pt idx="932">
                  <c:v>0.466</c:v>
                </c:pt>
                <c:pt idx="933">
                  <c:v>0.4665</c:v>
                </c:pt>
                <c:pt idx="934">
                  <c:v>0.467</c:v>
                </c:pt>
                <c:pt idx="935">
                  <c:v>0.4675</c:v>
                </c:pt>
                <c:pt idx="936">
                  <c:v>0.468</c:v>
                </c:pt>
                <c:pt idx="937">
                  <c:v>0.4685</c:v>
                </c:pt>
                <c:pt idx="938">
                  <c:v>0.469</c:v>
                </c:pt>
                <c:pt idx="939">
                  <c:v>0.4695</c:v>
                </c:pt>
                <c:pt idx="940">
                  <c:v>0.47</c:v>
                </c:pt>
                <c:pt idx="941">
                  <c:v>0.4705</c:v>
                </c:pt>
                <c:pt idx="942">
                  <c:v>0.471</c:v>
                </c:pt>
                <c:pt idx="943">
                  <c:v>0.4715</c:v>
                </c:pt>
                <c:pt idx="944">
                  <c:v>0.472</c:v>
                </c:pt>
                <c:pt idx="945">
                  <c:v>0.4725</c:v>
                </c:pt>
                <c:pt idx="946">
                  <c:v>0.473</c:v>
                </c:pt>
                <c:pt idx="947">
                  <c:v>0.4735</c:v>
                </c:pt>
                <c:pt idx="948">
                  <c:v>0.474</c:v>
                </c:pt>
                <c:pt idx="949">
                  <c:v>0.4745</c:v>
                </c:pt>
                <c:pt idx="950">
                  <c:v>0.475</c:v>
                </c:pt>
                <c:pt idx="951">
                  <c:v>0.4755</c:v>
                </c:pt>
                <c:pt idx="952">
                  <c:v>0.476</c:v>
                </c:pt>
                <c:pt idx="953">
                  <c:v>0.4765</c:v>
                </c:pt>
                <c:pt idx="954">
                  <c:v>0.477</c:v>
                </c:pt>
                <c:pt idx="955">
                  <c:v>0.4775</c:v>
                </c:pt>
                <c:pt idx="956">
                  <c:v>0.478</c:v>
                </c:pt>
                <c:pt idx="957">
                  <c:v>0.4785</c:v>
                </c:pt>
                <c:pt idx="958">
                  <c:v>0.479</c:v>
                </c:pt>
                <c:pt idx="959">
                  <c:v>0.4795</c:v>
                </c:pt>
                <c:pt idx="960">
                  <c:v>0.48</c:v>
                </c:pt>
                <c:pt idx="961">
                  <c:v>0.4805</c:v>
                </c:pt>
                <c:pt idx="962">
                  <c:v>0.481</c:v>
                </c:pt>
                <c:pt idx="963">
                  <c:v>0.4815</c:v>
                </c:pt>
                <c:pt idx="964">
                  <c:v>0.482</c:v>
                </c:pt>
                <c:pt idx="965">
                  <c:v>0.4825</c:v>
                </c:pt>
                <c:pt idx="966">
                  <c:v>0.483</c:v>
                </c:pt>
                <c:pt idx="967">
                  <c:v>0.4835</c:v>
                </c:pt>
                <c:pt idx="968">
                  <c:v>0.484</c:v>
                </c:pt>
                <c:pt idx="969">
                  <c:v>0.4845</c:v>
                </c:pt>
                <c:pt idx="970">
                  <c:v>0.485</c:v>
                </c:pt>
                <c:pt idx="971">
                  <c:v>0.4855</c:v>
                </c:pt>
                <c:pt idx="972">
                  <c:v>0.486</c:v>
                </c:pt>
                <c:pt idx="973">
                  <c:v>0.4865</c:v>
                </c:pt>
                <c:pt idx="974">
                  <c:v>0.487</c:v>
                </c:pt>
                <c:pt idx="975">
                  <c:v>0.4875</c:v>
                </c:pt>
                <c:pt idx="976">
                  <c:v>0.488</c:v>
                </c:pt>
                <c:pt idx="977">
                  <c:v>0.4885</c:v>
                </c:pt>
                <c:pt idx="978">
                  <c:v>0.489</c:v>
                </c:pt>
                <c:pt idx="979">
                  <c:v>0.4895</c:v>
                </c:pt>
                <c:pt idx="980">
                  <c:v>0.49</c:v>
                </c:pt>
                <c:pt idx="981">
                  <c:v>0.4905</c:v>
                </c:pt>
                <c:pt idx="982">
                  <c:v>0.491</c:v>
                </c:pt>
                <c:pt idx="983">
                  <c:v>0.4915</c:v>
                </c:pt>
                <c:pt idx="984">
                  <c:v>0.492</c:v>
                </c:pt>
                <c:pt idx="985">
                  <c:v>0.4925</c:v>
                </c:pt>
                <c:pt idx="986">
                  <c:v>0.493</c:v>
                </c:pt>
                <c:pt idx="987">
                  <c:v>0.4935</c:v>
                </c:pt>
                <c:pt idx="988">
                  <c:v>0.494</c:v>
                </c:pt>
                <c:pt idx="989">
                  <c:v>0.4945</c:v>
                </c:pt>
                <c:pt idx="990">
                  <c:v>0.495</c:v>
                </c:pt>
                <c:pt idx="991">
                  <c:v>0.4955</c:v>
                </c:pt>
                <c:pt idx="992">
                  <c:v>0.496</c:v>
                </c:pt>
                <c:pt idx="993">
                  <c:v>0.4965</c:v>
                </c:pt>
                <c:pt idx="994">
                  <c:v>0.497</c:v>
                </c:pt>
                <c:pt idx="995">
                  <c:v>0.4975</c:v>
                </c:pt>
                <c:pt idx="996">
                  <c:v>0.498</c:v>
                </c:pt>
                <c:pt idx="997">
                  <c:v>0.4985</c:v>
                </c:pt>
                <c:pt idx="998">
                  <c:v>0.499</c:v>
                </c:pt>
                <c:pt idx="999">
                  <c:v>0.4995</c:v>
                </c:pt>
                <c:pt idx="1000">
                  <c:v>0.5</c:v>
                </c:pt>
                <c:pt idx="1001">
                  <c:v>0.5005</c:v>
                </c:pt>
                <c:pt idx="1002">
                  <c:v>0.501</c:v>
                </c:pt>
                <c:pt idx="1003">
                  <c:v>0.5015</c:v>
                </c:pt>
                <c:pt idx="1004">
                  <c:v>0.502</c:v>
                </c:pt>
                <c:pt idx="1005">
                  <c:v>0.5025</c:v>
                </c:pt>
                <c:pt idx="1006">
                  <c:v>0.503</c:v>
                </c:pt>
                <c:pt idx="1007">
                  <c:v>0.5035</c:v>
                </c:pt>
                <c:pt idx="1008">
                  <c:v>0.504</c:v>
                </c:pt>
                <c:pt idx="1009">
                  <c:v>0.5045</c:v>
                </c:pt>
                <c:pt idx="1010">
                  <c:v>0.505</c:v>
                </c:pt>
                <c:pt idx="1011">
                  <c:v>0.5055</c:v>
                </c:pt>
                <c:pt idx="1012">
                  <c:v>0.506</c:v>
                </c:pt>
                <c:pt idx="1013">
                  <c:v>0.5065</c:v>
                </c:pt>
                <c:pt idx="1014">
                  <c:v>0.507</c:v>
                </c:pt>
                <c:pt idx="1015">
                  <c:v>0.5075</c:v>
                </c:pt>
                <c:pt idx="1016">
                  <c:v>0.508</c:v>
                </c:pt>
                <c:pt idx="1017">
                  <c:v>0.5085</c:v>
                </c:pt>
                <c:pt idx="1018">
                  <c:v>0.509</c:v>
                </c:pt>
                <c:pt idx="1019">
                  <c:v>0.5095</c:v>
                </c:pt>
                <c:pt idx="1020">
                  <c:v>0.51</c:v>
                </c:pt>
                <c:pt idx="1021">
                  <c:v>0.5105</c:v>
                </c:pt>
                <c:pt idx="1022">
                  <c:v>0.511</c:v>
                </c:pt>
                <c:pt idx="1023">
                  <c:v>0.5115</c:v>
                </c:pt>
                <c:pt idx="1024">
                  <c:v>0.512</c:v>
                </c:pt>
                <c:pt idx="1025">
                  <c:v>0.5125</c:v>
                </c:pt>
                <c:pt idx="1026">
                  <c:v>0.513</c:v>
                </c:pt>
                <c:pt idx="1027">
                  <c:v>0.5135</c:v>
                </c:pt>
                <c:pt idx="1028">
                  <c:v>0.514</c:v>
                </c:pt>
                <c:pt idx="1029">
                  <c:v>0.5145</c:v>
                </c:pt>
                <c:pt idx="1030">
                  <c:v>0.515</c:v>
                </c:pt>
                <c:pt idx="1031">
                  <c:v>0.5155</c:v>
                </c:pt>
                <c:pt idx="1032">
                  <c:v>0.516</c:v>
                </c:pt>
                <c:pt idx="1033">
                  <c:v>0.5165</c:v>
                </c:pt>
                <c:pt idx="1034">
                  <c:v>0.517</c:v>
                </c:pt>
                <c:pt idx="1035">
                  <c:v>0.5175</c:v>
                </c:pt>
                <c:pt idx="1036">
                  <c:v>0.518</c:v>
                </c:pt>
                <c:pt idx="1037">
                  <c:v>0.5185</c:v>
                </c:pt>
                <c:pt idx="1038">
                  <c:v>0.519</c:v>
                </c:pt>
                <c:pt idx="1039">
                  <c:v>0.5195</c:v>
                </c:pt>
                <c:pt idx="1040">
                  <c:v>0.52</c:v>
                </c:pt>
                <c:pt idx="1041">
                  <c:v>0.5205</c:v>
                </c:pt>
                <c:pt idx="1042">
                  <c:v>0.521</c:v>
                </c:pt>
                <c:pt idx="1043">
                  <c:v>0.5215</c:v>
                </c:pt>
                <c:pt idx="1044">
                  <c:v>0.522</c:v>
                </c:pt>
                <c:pt idx="1045">
                  <c:v>0.5225</c:v>
                </c:pt>
                <c:pt idx="1046">
                  <c:v>0.523</c:v>
                </c:pt>
                <c:pt idx="1047">
                  <c:v>0.5235</c:v>
                </c:pt>
                <c:pt idx="1048">
                  <c:v>0.524</c:v>
                </c:pt>
                <c:pt idx="1049">
                  <c:v>0.5245</c:v>
                </c:pt>
                <c:pt idx="1050">
                  <c:v>0.525</c:v>
                </c:pt>
                <c:pt idx="1051">
                  <c:v>0.5255</c:v>
                </c:pt>
                <c:pt idx="1052">
                  <c:v>0.526</c:v>
                </c:pt>
                <c:pt idx="1053">
                  <c:v>0.5265</c:v>
                </c:pt>
                <c:pt idx="1054">
                  <c:v>0.527</c:v>
                </c:pt>
                <c:pt idx="1055">
                  <c:v>0.5275</c:v>
                </c:pt>
                <c:pt idx="1056">
                  <c:v>0.528</c:v>
                </c:pt>
                <c:pt idx="1057">
                  <c:v>0.5285</c:v>
                </c:pt>
                <c:pt idx="1058">
                  <c:v>0.529</c:v>
                </c:pt>
                <c:pt idx="1059">
                  <c:v>0.5295</c:v>
                </c:pt>
                <c:pt idx="1060">
                  <c:v>0.53</c:v>
                </c:pt>
                <c:pt idx="1061">
                  <c:v>0.5305</c:v>
                </c:pt>
                <c:pt idx="1062">
                  <c:v>0.531</c:v>
                </c:pt>
                <c:pt idx="1063">
                  <c:v>0.5315</c:v>
                </c:pt>
                <c:pt idx="1064">
                  <c:v>0.532</c:v>
                </c:pt>
                <c:pt idx="1065">
                  <c:v>0.5325</c:v>
                </c:pt>
                <c:pt idx="1066">
                  <c:v>0.533</c:v>
                </c:pt>
                <c:pt idx="1067">
                  <c:v>0.5335</c:v>
                </c:pt>
                <c:pt idx="1068">
                  <c:v>0.534</c:v>
                </c:pt>
                <c:pt idx="1069">
                  <c:v>0.5345</c:v>
                </c:pt>
                <c:pt idx="1070">
                  <c:v>0.535</c:v>
                </c:pt>
                <c:pt idx="1071">
                  <c:v>0.5355</c:v>
                </c:pt>
                <c:pt idx="1072">
                  <c:v>0.536</c:v>
                </c:pt>
                <c:pt idx="1073">
                  <c:v>0.5365</c:v>
                </c:pt>
                <c:pt idx="1074">
                  <c:v>0.537</c:v>
                </c:pt>
                <c:pt idx="1075">
                  <c:v>0.5375</c:v>
                </c:pt>
                <c:pt idx="1076">
                  <c:v>0.538</c:v>
                </c:pt>
                <c:pt idx="1077">
                  <c:v>0.5385</c:v>
                </c:pt>
                <c:pt idx="1078">
                  <c:v>0.539</c:v>
                </c:pt>
                <c:pt idx="1079">
                  <c:v>0.5395</c:v>
                </c:pt>
                <c:pt idx="1080">
                  <c:v>0.54</c:v>
                </c:pt>
                <c:pt idx="1081">
                  <c:v>0.5405</c:v>
                </c:pt>
                <c:pt idx="1082">
                  <c:v>0.541</c:v>
                </c:pt>
                <c:pt idx="1083">
                  <c:v>0.5415</c:v>
                </c:pt>
                <c:pt idx="1084">
                  <c:v>0.542</c:v>
                </c:pt>
                <c:pt idx="1085">
                  <c:v>0.5425</c:v>
                </c:pt>
                <c:pt idx="1086">
                  <c:v>0.543</c:v>
                </c:pt>
                <c:pt idx="1087">
                  <c:v>0.5435</c:v>
                </c:pt>
                <c:pt idx="1088">
                  <c:v>0.544</c:v>
                </c:pt>
                <c:pt idx="1089">
                  <c:v>0.5445</c:v>
                </c:pt>
                <c:pt idx="1090">
                  <c:v>0.545</c:v>
                </c:pt>
                <c:pt idx="1091">
                  <c:v>0.5455</c:v>
                </c:pt>
                <c:pt idx="1092">
                  <c:v>0.546</c:v>
                </c:pt>
                <c:pt idx="1093">
                  <c:v>0.5465</c:v>
                </c:pt>
                <c:pt idx="1094">
                  <c:v>0.547</c:v>
                </c:pt>
                <c:pt idx="1095">
                  <c:v>0.5475</c:v>
                </c:pt>
                <c:pt idx="1096">
                  <c:v>0.548</c:v>
                </c:pt>
                <c:pt idx="1097">
                  <c:v>0.5485</c:v>
                </c:pt>
                <c:pt idx="1098">
                  <c:v>0.549</c:v>
                </c:pt>
                <c:pt idx="1099">
                  <c:v>0.5495</c:v>
                </c:pt>
                <c:pt idx="1100">
                  <c:v>0.55</c:v>
                </c:pt>
                <c:pt idx="1101">
                  <c:v>0.5505</c:v>
                </c:pt>
                <c:pt idx="1102">
                  <c:v>0.551</c:v>
                </c:pt>
                <c:pt idx="1103">
                  <c:v>0.5515</c:v>
                </c:pt>
                <c:pt idx="1104">
                  <c:v>0.552</c:v>
                </c:pt>
                <c:pt idx="1105">
                  <c:v>0.5525</c:v>
                </c:pt>
                <c:pt idx="1106">
                  <c:v>0.553</c:v>
                </c:pt>
                <c:pt idx="1107">
                  <c:v>0.5535</c:v>
                </c:pt>
                <c:pt idx="1108">
                  <c:v>0.554</c:v>
                </c:pt>
                <c:pt idx="1109">
                  <c:v>0.5545</c:v>
                </c:pt>
                <c:pt idx="1110">
                  <c:v>0.555</c:v>
                </c:pt>
                <c:pt idx="1111">
                  <c:v>0.5555</c:v>
                </c:pt>
                <c:pt idx="1112">
                  <c:v>0.556</c:v>
                </c:pt>
                <c:pt idx="1113">
                  <c:v>0.5565</c:v>
                </c:pt>
                <c:pt idx="1114">
                  <c:v>0.557</c:v>
                </c:pt>
                <c:pt idx="1115">
                  <c:v>0.5575</c:v>
                </c:pt>
                <c:pt idx="1116">
                  <c:v>0.558</c:v>
                </c:pt>
                <c:pt idx="1117">
                  <c:v>0.5585</c:v>
                </c:pt>
                <c:pt idx="1118">
                  <c:v>0.559</c:v>
                </c:pt>
                <c:pt idx="1119">
                  <c:v>0.5595</c:v>
                </c:pt>
                <c:pt idx="1120">
                  <c:v>0.56</c:v>
                </c:pt>
                <c:pt idx="1121">
                  <c:v>0.5605</c:v>
                </c:pt>
                <c:pt idx="1122">
                  <c:v>0.561</c:v>
                </c:pt>
                <c:pt idx="1123">
                  <c:v>0.5615</c:v>
                </c:pt>
                <c:pt idx="1124">
                  <c:v>0.562</c:v>
                </c:pt>
                <c:pt idx="1125">
                  <c:v>0.5625</c:v>
                </c:pt>
                <c:pt idx="1126">
                  <c:v>0.563</c:v>
                </c:pt>
                <c:pt idx="1127">
                  <c:v>0.5635</c:v>
                </c:pt>
                <c:pt idx="1128">
                  <c:v>0.564</c:v>
                </c:pt>
                <c:pt idx="1129">
                  <c:v>0.5645</c:v>
                </c:pt>
                <c:pt idx="1130">
                  <c:v>0.565</c:v>
                </c:pt>
                <c:pt idx="1131">
                  <c:v>0.5655</c:v>
                </c:pt>
                <c:pt idx="1132">
                  <c:v>0.566</c:v>
                </c:pt>
                <c:pt idx="1133">
                  <c:v>0.5665</c:v>
                </c:pt>
                <c:pt idx="1134">
                  <c:v>0.567</c:v>
                </c:pt>
                <c:pt idx="1135">
                  <c:v>0.5675</c:v>
                </c:pt>
                <c:pt idx="1136">
                  <c:v>0.568</c:v>
                </c:pt>
                <c:pt idx="1137">
                  <c:v>0.5685</c:v>
                </c:pt>
                <c:pt idx="1138">
                  <c:v>0.569</c:v>
                </c:pt>
                <c:pt idx="1139">
                  <c:v>0.5695</c:v>
                </c:pt>
                <c:pt idx="1140">
                  <c:v>0.57</c:v>
                </c:pt>
                <c:pt idx="1141">
                  <c:v>0.5705</c:v>
                </c:pt>
                <c:pt idx="1142">
                  <c:v>0.571</c:v>
                </c:pt>
                <c:pt idx="1143">
                  <c:v>0.5715</c:v>
                </c:pt>
                <c:pt idx="1144">
                  <c:v>0.572</c:v>
                </c:pt>
                <c:pt idx="1145">
                  <c:v>0.5725</c:v>
                </c:pt>
                <c:pt idx="1146">
                  <c:v>0.573</c:v>
                </c:pt>
                <c:pt idx="1147">
                  <c:v>0.5735</c:v>
                </c:pt>
                <c:pt idx="1148">
                  <c:v>0.574</c:v>
                </c:pt>
                <c:pt idx="1149">
                  <c:v>0.5745</c:v>
                </c:pt>
                <c:pt idx="1150">
                  <c:v>0.575</c:v>
                </c:pt>
                <c:pt idx="1151">
                  <c:v>0.5755</c:v>
                </c:pt>
                <c:pt idx="1152">
                  <c:v>0.576</c:v>
                </c:pt>
                <c:pt idx="1153">
                  <c:v>0.5765</c:v>
                </c:pt>
                <c:pt idx="1154">
                  <c:v>0.577</c:v>
                </c:pt>
                <c:pt idx="1155">
                  <c:v>0.5775</c:v>
                </c:pt>
                <c:pt idx="1156">
                  <c:v>0.578</c:v>
                </c:pt>
                <c:pt idx="1157">
                  <c:v>0.5785</c:v>
                </c:pt>
                <c:pt idx="1158">
                  <c:v>0.579</c:v>
                </c:pt>
                <c:pt idx="1159">
                  <c:v>0.5795</c:v>
                </c:pt>
                <c:pt idx="1160">
                  <c:v>0.58</c:v>
                </c:pt>
                <c:pt idx="1161">
                  <c:v>0.5805</c:v>
                </c:pt>
                <c:pt idx="1162">
                  <c:v>0.581</c:v>
                </c:pt>
                <c:pt idx="1163">
                  <c:v>0.5815</c:v>
                </c:pt>
                <c:pt idx="1164">
                  <c:v>0.582</c:v>
                </c:pt>
                <c:pt idx="1165">
                  <c:v>0.5825</c:v>
                </c:pt>
                <c:pt idx="1166">
                  <c:v>0.583</c:v>
                </c:pt>
                <c:pt idx="1167">
                  <c:v>0.5835</c:v>
                </c:pt>
                <c:pt idx="1168">
                  <c:v>0.584</c:v>
                </c:pt>
                <c:pt idx="1169">
                  <c:v>0.5845</c:v>
                </c:pt>
                <c:pt idx="1170">
                  <c:v>0.585</c:v>
                </c:pt>
                <c:pt idx="1171">
                  <c:v>0.5855</c:v>
                </c:pt>
                <c:pt idx="1172">
                  <c:v>0.586</c:v>
                </c:pt>
                <c:pt idx="1173">
                  <c:v>0.5865</c:v>
                </c:pt>
                <c:pt idx="1174">
                  <c:v>0.587</c:v>
                </c:pt>
                <c:pt idx="1175">
                  <c:v>0.5875</c:v>
                </c:pt>
                <c:pt idx="1176">
                  <c:v>0.588</c:v>
                </c:pt>
                <c:pt idx="1177">
                  <c:v>0.5885</c:v>
                </c:pt>
                <c:pt idx="1178">
                  <c:v>0.589</c:v>
                </c:pt>
                <c:pt idx="1179">
                  <c:v>0.5895</c:v>
                </c:pt>
                <c:pt idx="1180">
                  <c:v>0.59</c:v>
                </c:pt>
                <c:pt idx="1181">
                  <c:v>0.5905</c:v>
                </c:pt>
                <c:pt idx="1182">
                  <c:v>0.591</c:v>
                </c:pt>
                <c:pt idx="1183">
                  <c:v>0.5915</c:v>
                </c:pt>
                <c:pt idx="1184">
                  <c:v>0.592</c:v>
                </c:pt>
                <c:pt idx="1185">
                  <c:v>0.5925</c:v>
                </c:pt>
                <c:pt idx="1186">
                  <c:v>0.593</c:v>
                </c:pt>
                <c:pt idx="1187">
                  <c:v>0.5935</c:v>
                </c:pt>
                <c:pt idx="1188">
                  <c:v>0.594</c:v>
                </c:pt>
                <c:pt idx="1189">
                  <c:v>0.5945</c:v>
                </c:pt>
                <c:pt idx="1190">
                  <c:v>0.595</c:v>
                </c:pt>
                <c:pt idx="1191">
                  <c:v>0.5955</c:v>
                </c:pt>
                <c:pt idx="1192">
                  <c:v>0.596</c:v>
                </c:pt>
                <c:pt idx="1193">
                  <c:v>0.5965</c:v>
                </c:pt>
                <c:pt idx="1194">
                  <c:v>0.597</c:v>
                </c:pt>
                <c:pt idx="1195">
                  <c:v>0.5975</c:v>
                </c:pt>
                <c:pt idx="1196">
                  <c:v>0.598</c:v>
                </c:pt>
                <c:pt idx="1197">
                  <c:v>0.5985</c:v>
                </c:pt>
                <c:pt idx="1198">
                  <c:v>0.599</c:v>
                </c:pt>
                <c:pt idx="1199">
                  <c:v>0.5995</c:v>
                </c:pt>
                <c:pt idx="1200">
                  <c:v>0.6</c:v>
                </c:pt>
                <c:pt idx="1201">
                  <c:v>0.6005</c:v>
                </c:pt>
                <c:pt idx="1202">
                  <c:v>0.601</c:v>
                </c:pt>
                <c:pt idx="1203">
                  <c:v>0.6015</c:v>
                </c:pt>
                <c:pt idx="1204">
                  <c:v>0.602</c:v>
                </c:pt>
                <c:pt idx="1205">
                  <c:v>0.6025</c:v>
                </c:pt>
                <c:pt idx="1206">
                  <c:v>0.603</c:v>
                </c:pt>
                <c:pt idx="1207">
                  <c:v>0.6035</c:v>
                </c:pt>
                <c:pt idx="1208">
                  <c:v>0.604</c:v>
                </c:pt>
                <c:pt idx="1209">
                  <c:v>0.6045</c:v>
                </c:pt>
                <c:pt idx="1210">
                  <c:v>0.605</c:v>
                </c:pt>
                <c:pt idx="1211">
                  <c:v>0.6055</c:v>
                </c:pt>
                <c:pt idx="1212">
                  <c:v>0.606</c:v>
                </c:pt>
                <c:pt idx="1213">
                  <c:v>0.6065</c:v>
                </c:pt>
                <c:pt idx="1214">
                  <c:v>0.607</c:v>
                </c:pt>
                <c:pt idx="1215">
                  <c:v>0.6075</c:v>
                </c:pt>
                <c:pt idx="1216">
                  <c:v>0.608</c:v>
                </c:pt>
                <c:pt idx="1217">
                  <c:v>0.6085</c:v>
                </c:pt>
                <c:pt idx="1218">
                  <c:v>0.609</c:v>
                </c:pt>
                <c:pt idx="1219">
                  <c:v>0.6095</c:v>
                </c:pt>
                <c:pt idx="1220">
                  <c:v>0.61</c:v>
                </c:pt>
                <c:pt idx="1221">
                  <c:v>0.6105</c:v>
                </c:pt>
                <c:pt idx="1222">
                  <c:v>0.611</c:v>
                </c:pt>
                <c:pt idx="1223">
                  <c:v>0.6115</c:v>
                </c:pt>
                <c:pt idx="1224">
                  <c:v>0.612</c:v>
                </c:pt>
                <c:pt idx="1225">
                  <c:v>0.6125</c:v>
                </c:pt>
                <c:pt idx="1226">
                  <c:v>0.613</c:v>
                </c:pt>
                <c:pt idx="1227">
                  <c:v>0.6135</c:v>
                </c:pt>
                <c:pt idx="1228">
                  <c:v>0.614</c:v>
                </c:pt>
                <c:pt idx="1229">
                  <c:v>0.6145</c:v>
                </c:pt>
                <c:pt idx="1230">
                  <c:v>0.615</c:v>
                </c:pt>
                <c:pt idx="1231">
                  <c:v>0.6155</c:v>
                </c:pt>
                <c:pt idx="1232">
                  <c:v>0.616</c:v>
                </c:pt>
                <c:pt idx="1233">
                  <c:v>0.6165</c:v>
                </c:pt>
                <c:pt idx="1234">
                  <c:v>0.617</c:v>
                </c:pt>
                <c:pt idx="1235">
                  <c:v>0.6175</c:v>
                </c:pt>
                <c:pt idx="1236">
                  <c:v>0.618</c:v>
                </c:pt>
                <c:pt idx="1237">
                  <c:v>0.6185</c:v>
                </c:pt>
                <c:pt idx="1238">
                  <c:v>0.619</c:v>
                </c:pt>
                <c:pt idx="1239">
                  <c:v>0.6195</c:v>
                </c:pt>
                <c:pt idx="1240">
                  <c:v>0.62</c:v>
                </c:pt>
                <c:pt idx="1241">
                  <c:v>0.6205</c:v>
                </c:pt>
                <c:pt idx="1242">
                  <c:v>0.621</c:v>
                </c:pt>
                <c:pt idx="1243">
                  <c:v>0.6215</c:v>
                </c:pt>
                <c:pt idx="1244">
                  <c:v>0.622</c:v>
                </c:pt>
                <c:pt idx="1245">
                  <c:v>0.6225</c:v>
                </c:pt>
                <c:pt idx="1246">
                  <c:v>0.623</c:v>
                </c:pt>
                <c:pt idx="1247">
                  <c:v>0.6235</c:v>
                </c:pt>
                <c:pt idx="1248">
                  <c:v>0.624</c:v>
                </c:pt>
                <c:pt idx="1249">
                  <c:v>0.6245</c:v>
                </c:pt>
                <c:pt idx="1250">
                  <c:v>0.625</c:v>
                </c:pt>
                <c:pt idx="1251">
                  <c:v>0.6255</c:v>
                </c:pt>
                <c:pt idx="1252">
                  <c:v>0.626</c:v>
                </c:pt>
                <c:pt idx="1253">
                  <c:v>0.6265</c:v>
                </c:pt>
                <c:pt idx="1254">
                  <c:v>0.627</c:v>
                </c:pt>
                <c:pt idx="1255">
                  <c:v>0.6275</c:v>
                </c:pt>
                <c:pt idx="1256">
                  <c:v>0.628</c:v>
                </c:pt>
                <c:pt idx="1257">
                  <c:v>0.6285</c:v>
                </c:pt>
                <c:pt idx="1258">
                  <c:v>0.629</c:v>
                </c:pt>
                <c:pt idx="1259">
                  <c:v>0.6295</c:v>
                </c:pt>
                <c:pt idx="1260">
                  <c:v>0.63</c:v>
                </c:pt>
                <c:pt idx="1261">
                  <c:v>0.6305</c:v>
                </c:pt>
                <c:pt idx="1262">
                  <c:v>0.631</c:v>
                </c:pt>
                <c:pt idx="1263">
                  <c:v>0.6315</c:v>
                </c:pt>
                <c:pt idx="1264">
                  <c:v>0.632</c:v>
                </c:pt>
                <c:pt idx="1265">
                  <c:v>0.6325</c:v>
                </c:pt>
                <c:pt idx="1266">
                  <c:v>0.633</c:v>
                </c:pt>
                <c:pt idx="1267">
                  <c:v>0.6335</c:v>
                </c:pt>
                <c:pt idx="1268">
                  <c:v>0.634</c:v>
                </c:pt>
                <c:pt idx="1269">
                  <c:v>0.6345</c:v>
                </c:pt>
                <c:pt idx="1270">
                  <c:v>0.635</c:v>
                </c:pt>
                <c:pt idx="1271">
                  <c:v>0.6355</c:v>
                </c:pt>
                <c:pt idx="1272">
                  <c:v>0.636</c:v>
                </c:pt>
                <c:pt idx="1273">
                  <c:v>0.6365</c:v>
                </c:pt>
                <c:pt idx="1274">
                  <c:v>0.637</c:v>
                </c:pt>
                <c:pt idx="1275">
                  <c:v>0.6375</c:v>
                </c:pt>
                <c:pt idx="1276">
                  <c:v>0.638</c:v>
                </c:pt>
                <c:pt idx="1277">
                  <c:v>0.6385</c:v>
                </c:pt>
                <c:pt idx="1278">
                  <c:v>0.639</c:v>
                </c:pt>
                <c:pt idx="1279">
                  <c:v>0.6395</c:v>
                </c:pt>
                <c:pt idx="1280">
                  <c:v>0.64</c:v>
                </c:pt>
                <c:pt idx="1281">
                  <c:v>0.6405</c:v>
                </c:pt>
                <c:pt idx="1282">
                  <c:v>0.641</c:v>
                </c:pt>
                <c:pt idx="1283">
                  <c:v>0.6415</c:v>
                </c:pt>
                <c:pt idx="1284">
                  <c:v>0.642</c:v>
                </c:pt>
                <c:pt idx="1285">
                  <c:v>0.6425</c:v>
                </c:pt>
                <c:pt idx="1286">
                  <c:v>0.643</c:v>
                </c:pt>
                <c:pt idx="1287">
                  <c:v>0.6435</c:v>
                </c:pt>
                <c:pt idx="1288">
                  <c:v>0.644</c:v>
                </c:pt>
                <c:pt idx="1289">
                  <c:v>0.6445</c:v>
                </c:pt>
                <c:pt idx="1290">
                  <c:v>0.645</c:v>
                </c:pt>
                <c:pt idx="1291">
                  <c:v>0.6455</c:v>
                </c:pt>
                <c:pt idx="1292">
                  <c:v>0.646</c:v>
                </c:pt>
                <c:pt idx="1293">
                  <c:v>0.6465</c:v>
                </c:pt>
                <c:pt idx="1294">
                  <c:v>0.647</c:v>
                </c:pt>
                <c:pt idx="1295">
                  <c:v>0.6475</c:v>
                </c:pt>
                <c:pt idx="1296">
                  <c:v>0.648</c:v>
                </c:pt>
                <c:pt idx="1297">
                  <c:v>0.6485</c:v>
                </c:pt>
                <c:pt idx="1298">
                  <c:v>0.649</c:v>
                </c:pt>
                <c:pt idx="1299">
                  <c:v>0.6495</c:v>
                </c:pt>
                <c:pt idx="1300">
                  <c:v>0.65</c:v>
                </c:pt>
                <c:pt idx="1301">
                  <c:v>0.6505</c:v>
                </c:pt>
                <c:pt idx="1302">
                  <c:v>0.651</c:v>
                </c:pt>
                <c:pt idx="1303">
                  <c:v>0.6515</c:v>
                </c:pt>
                <c:pt idx="1304">
                  <c:v>0.652</c:v>
                </c:pt>
                <c:pt idx="1305">
                  <c:v>0.6525</c:v>
                </c:pt>
                <c:pt idx="1306">
                  <c:v>0.653</c:v>
                </c:pt>
                <c:pt idx="1307">
                  <c:v>0.6535</c:v>
                </c:pt>
                <c:pt idx="1308">
                  <c:v>0.654</c:v>
                </c:pt>
                <c:pt idx="1309">
                  <c:v>0.6545</c:v>
                </c:pt>
                <c:pt idx="1310">
                  <c:v>0.655</c:v>
                </c:pt>
                <c:pt idx="1311">
                  <c:v>0.6555</c:v>
                </c:pt>
                <c:pt idx="1312">
                  <c:v>0.656</c:v>
                </c:pt>
                <c:pt idx="1313">
                  <c:v>0.6565</c:v>
                </c:pt>
                <c:pt idx="1314">
                  <c:v>0.657</c:v>
                </c:pt>
                <c:pt idx="1315">
                  <c:v>0.6575</c:v>
                </c:pt>
                <c:pt idx="1316">
                  <c:v>0.658</c:v>
                </c:pt>
                <c:pt idx="1317">
                  <c:v>0.6585</c:v>
                </c:pt>
                <c:pt idx="1318">
                  <c:v>0.659</c:v>
                </c:pt>
                <c:pt idx="1319">
                  <c:v>0.6595</c:v>
                </c:pt>
                <c:pt idx="1320">
                  <c:v>0.66</c:v>
                </c:pt>
                <c:pt idx="1321">
                  <c:v>0.6605</c:v>
                </c:pt>
                <c:pt idx="1322">
                  <c:v>0.661</c:v>
                </c:pt>
                <c:pt idx="1323">
                  <c:v>0.6615</c:v>
                </c:pt>
                <c:pt idx="1324">
                  <c:v>0.662</c:v>
                </c:pt>
                <c:pt idx="1325">
                  <c:v>0.6625</c:v>
                </c:pt>
                <c:pt idx="1326">
                  <c:v>0.663</c:v>
                </c:pt>
                <c:pt idx="1327">
                  <c:v>0.6635</c:v>
                </c:pt>
                <c:pt idx="1328">
                  <c:v>0.664</c:v>
                </c:pt>
                <c:pt idx="1329">
                  <c:v>0.6645</c:v>
                </c:pt>
                <c:pt idx="1330">
                  <c:v>0.665</c:v>
                </c:pt>
                <c:pt idx="1331">
                  <c:v>0.6655</c:v>
                </c:pt>
                <c:pt idx="1332">
                  <c:v>0.666</c:v>
                </c:pt>
                <c:pt idx="1333">
                  <c:v>0.6665</c:v>
                </c:pt>
                <c:pt idx="1334">
                  <c:v>0.667</c:v>
                </c:pt>
                <c:pt idx="1335">
                  <c:v>0.6675</c:v>
                </c:pt>
                <c:pt idx="1336">
                  <c:v>0.668</c:v>
                </c:pt>
                <c:pt idx="1337">
                  <c:v>0.6685</c:v>
                </c:pt>
                <c:pt idx="1338">
                  <c:v>0.669</c:v>
                </c:pt>
                <c:pt idx="1339">
                  <c:v>0.6695</c:v>
                </c:pt>
                <c:pt idx="1340">
                  <c:v>0.67</c:v>
                </c:pt>
                <c:pt idx="1341">
                  <c:v>0.6705</c:v>
                </c:pt>
                <c:pt idx="1342">
                  <c:v>0.671</c:v>
                </c:pt>
                <c:pt idx="1343">
                  <c:v>0.6715</c:v>
                </c:pt>
                <c:pt idx="1344">
                  <c:v>0.672</c:v>
                </c:pt>
                <c:pt idx="1345">
                  <c:v>0.6725</c:v>
                </c:pt>
                <c:pt idx="1346">
                  <c:v>0.673</c:v>
                </c:pt>
                <c:pt idx="1347">
                  <c:v>0.6735</c:v>
                </c:pt>
                <c:pt idx="1348">
                  <c:v>0.674</c:v>
                </c:pt>
                <c:pt idx="1349">
                  <c:v>0.6745</c:v>
                </c:pt>
                <c:pt idx="1350">
                  <c:v>0.675</c:v>
                </c:pt>
                <c:pt idx="1351">
                  <c:v>0.6755</c:v>
                </c:pt>
                <c:pt idx="1352">
                  <c:v>0.676</c:v>
                </c:pt>
                <c:pt idx="1353">
                  <c:v>0.6765</c:v>
                </c:pt>
                <c:pt idx="1354">
                  <c:v>0.677</c:v>
                </c:pt>
                <c:pt idx="1355">
                  <c:v>0.6775</c:v>
                </c:pt>
                <c:pt idx="1356">
                  <c:v>0.678</c:v>
                </c:pt>
                <c:pt idx="1357">
                  <c:v>0.6785</c:v>
                </c:pt>
                <c:pt idx="1358">
                  <c:v>0.679</c:v>
                </c:pt>
                <c:pt idx="1359">
                  <c:v>0.6795</c:v>
                </c:pt>
                <c:pt idx="1360">
                  <c:v>0.68</c:v>
                </c:pt>
                <c:pt idx="1361">
                  <c:v>0.6805</c:v>
                </c:pt>
                <c:pt idx="1362">
                  <c:v>0.681</c:v>
                </c:pt>
                <c:pt idx="1363">
                  <c:v>0.6815</c:v>
                </c:pt>
                <c:pt idx="1364">
                  <c:v>0.682</c:v>
                </c:pt>
                <c:pt idx="1365">
                  <c:v>0.6825</c:v>
                </c:pt>
                <c:pt idx="1366">
                  <c:v>0.683</c:v>
                </c:pt>
                <c:pt idx="1367">
                  <c:v>0.6835</c:v>
                </c:pt>
                <c:pt idx="1368">
                  <c:v>0.684</c:v>
                </c:pt>
                <c:pt idx="1369">
                  <c:v>0.6845</c:v>
                </c:pt>
                <c:pt idx="1370">
                  <c:v>0.685</c:v>
                </c:pt>
                <c:pt idx="1371">
                  <c:v>0.6855</c:v>
                </c:pt>
                <c:pt idx="1372">
                  <c:v>0.686</c:v>
                </c:pt>
                <c:pt idx="1373">
                  <c:v>0.6865</c:v>
                </c:pt>
                <c:pt idx="1374">
                  <c:v>0.687</c:v>
                </c:pt>
                <c:pt idx="1375">
                  <c:v>0.6875</c:v>
                </c:pt>
                <c:pt idx="1376">
                  <c:v>0.688</c:v>
                </c:pt>
                <c:pt idx="1377">
                  <c:v>0.6885</c:v>
                </c:pt>
                <c:pt idx="1378">
                  <c:v>0.689</c:v>
                </c:pt>
                <c:pt idx="1379">
                  <c:v>0.6895</c:v>
                </c:pt>
                <c:pt idx="1380">
                  <c:v>0.69</c:v>
                </c:pt>
                <c:pt idx="1381">
                  <c:v>0.6905</c:v>
                </c:pt>
                <c:pt idx="1382">
                  <c:v>0.691</c:v>
                </c:pt>
                <c:pt idx="1383">
                  <c:v>0.6915</c:v>
                </c:pt>
                <c:pt idx="1384">
                  <c:v>0.692</c:v>
                </c:pt>
                <c:pt idx="1385">
                  <c:v>0.6925</c:v>
                </c:pt>
                <c:pt idx="1386">
                  <c:v>0.693</c:v>
                </c:pt>
                <c:pt idx="1387">
                  <c:v>0.6935</c:v>
                </c:pt>
                <c:pt idx="1388">
                  <c:v>0.694</c:v>
                </c:pt>
                <c:pt idx="1389">
                  <c:v>0.6945</c:v>
                </c:pt>
                <c:pt idx="1390">
                  <c:v>0.695</c:v>
                </c:pt>
                <c:pt idx="1391">
                  <c:v>0.6955</c:v>
                </c:pt>
                <c:pt idx="1392">
                  <c:v>0.696</c:v>
                </c:pt>
                <c:pt idx="1393">
                  <c:v>0.6965</c:v>
                </c:pt>
                <c:pt idx="1394">
                  <c:v>0.697</c:v>
                </c:pt>
                <c:pt idx="1395">
                  <c:v>0.6975</c:v>
                </c:pt>
                <c:pt idx="1396">
                  <c:v>0.698</c:v>
                </c:pt>
                <c:pt idx="1397">
                  <c:v>0.6985</c:v>
                </c:pt>
                <c:pt idx="1398">
                  <c:v>0.699</c:v>
                </c:pt>
                <c:pt idx="1399">
                  <c:v>0.6995</c:v>
                </c:pt>
                <c:pt idx="1400">
                  <c:v>0.7</c:v>
                </c:pt>
                <c:pt idx="1401">
                  <c:v>0.7005</c:v>
                </c:pt>
                <c:pt idx="1402">
                  <c:v>0.701</c:v>
                </c:pt>
                <c:pt idx="1403">
                  <c:v>0.7015</c:v>
                </c:pt>
                <c:pt idx="1404">
                  <c:v>0.702</c:v>
                </c:pt>
                <c:pt idx="1405">
                  <c:v>0.7025</c:v>
                </c:pt>
                <c:pt idx="1406">
                  <c:v>0.703</c:v>
                </c:pt>
                <c:pt idx="1407">
                  <c:v>0.7035</c:v>
                </c:pt>
                <c:pt idx="1408">
                  <c:v>0.704</c:v>
                </c:pt>
                <c:pt idx="1409">
                  <c:v>0.7045</c:v>
                </c:pt>
                <c:pt idx="1410">
                  <c:v>0.705</c:v>
                </c:pt>
                <c:pt idx="1411">
                  <c:v>0.7055</c:v>
                </c:pt>
                <c:pt idx="1412">
                  <c:v>0.706</c:v>
                </c:pt>
                <c:pt idx="1413">
                  <c:v>0.7065</c:v>
                </c:pt>
                <c:pt idx="1414">
                  <c:v>0.707</c:v>
                </c:pt>
                <c:pt idx="1415">
                  <c:v>0.7075</c:v>
                </c:pt>
                <c:pt idx="1416">
                  <c:v>0.708</c:v>
                </c:pt>
                <c:pt idx="1417">
                  <c:v>0.7085</c:v>
                </c:pt>
                <c:pt idx="1418">
                  <c:v>0.709</c:v>
                </c:pt>
                <c:pt idx="1419">
                  <c:v>0.7095</c:v>
                </c:pt>
                <c:pt idx="1420">
                  <c:v>0.71</c:v>
                </c:pt>
                <c:pt idx="1421">
                  <c:v>0.7105</c:v>
                </c:pt>
                <c:pt idx="1422">
                  <c:v>0.711</c:v>
                </c:pt>
                <c:pt idx="1423">
                  <c:v>0.7115</c:v>
                </c:pt>
                <c:pt idx="1424">
                  <c:v>0.712</c:v>
                </c:pt>
                <c:pt idx="1425">
                  <c:v>0.7125</c:v>
                </c:pt>
                <c:pt idx="1426">
                  <c:v>0.713</c:v>
                </c:pt>
                <c:pt idx="1427">
                  <c:v>0.7135</c:v>
                </c:pt>
                <c:pt idx="1428">
                  <c:v>0.714</c:v>
                </c:pt>
                <c:pt idx="1429">
                  <c:v>0.7145</c:v>
                </c:pt>
                <c:pt idx="1430">
                  <c:v>0.715</c:v>
                </c:pt>
                <c:pt idx="1431">
                  <c:v>0.7155</c:v>
                </c:pt>
                <c:pt idx="1432">
                  <c:v>0.716</c:v>
                </c:pt>
                <c:pt idx="1433">
                  <c:v>0.7165</c:v>
                </c:pt>
                <c:pt idx="1434">
                  <c:v>0.717</c:v>
                </c:pt>
                <c:pt idx="1435">
                  <c:v>0.7175</c:v>
                </c:pt>
                <c:pt idx="1436">
                  <c:v>0.718</c:v>
                </c:pt>
                <c:pt idx="1437">
                  <c:v>0.7185</c:v>
                </c:pt>
                <c:pt idx="1438">
                  <c:v>0.719</c:v>
                </c:pt>
                <c:pt idx="1439">
                  <c:v>0.7195</c:v>
                </c:pt>
                <c:pt idx="1440">
                  <c:v>0.72</c:v>
                </c:pt>
                <c:pt idx="1441">
                  <c:v>0.7205</c:v>
                </c:pt>
                <c:pt idx="1442">
                  <c:v>0.721</c:v>
                </c:pt>
                <c:pt idx="1443">
                  <c:v>0.7215</c:v>
                </c:pt>
                <c:pt idx="1444">
                  <c:v>0.722</c:v>
                </c:pt>
                <c:pt idx="1445">
                  <c:v>0.7225</c:v>
                </c:pt>
                <c:pt idx="1446">
                  <c:v>0.723</c:v>
                </c:pt>
                <c:pt idx="1447">
                  <c:v>0.7235</c:v>
                </c:pt>
                <c:pt idx="1448">
                  <c:v>0.724</c:v>
                </c:pt>
                <c:pt idx="1449">
                  <c:v>0.7245</c:v>
                </c:pt>
                <c:pt idx="1450">
                  <c:v>0.725</c:v>
                </c:pt>
                <c:pt idx="1451">
                  <c:v>0.7255</c:v>
                </c:pt>
                <c:pt idx="1452">
                  <c:v>0.726</c:v>
                </c:pt>
                <c:pt idx="1453">
                  <c:v>0.7265</c:v>
                </c:pt>
                <c:pt idx="1454">
                  <c:v>0.727</c:v>
                </c:pt>
                <c:pt idx="1455">
                  <c:v>0.7275</c:v>
                </c:pt>
                <c:pt idx="1456">
                  <c:v>0.728</c:v>
                </c:pt>
                <c:pt idx="1457">
                  <c:v>0.7285</c:v>
                </c:pt>
                <c:pt idx="1458">
                  <c:v>0.729</c:v>
                </c:pt>
                <c:pt idx="1459">
                  <c:v>0.7295</c:v>
                </c:pt>
                <c:pt idx="1460">
                  <c:v>0.73</c:v>
                </c:pt>
                <c:pt idx="1461">
                  <c:v>0.7305</c:v>
                </c:pt>
                <c:pt idx="1462">
                  <c:v>0.731</c:v>
                </c:pt>
                <c:pt idx="1463">
                  <c:v>0.7315</c:v>
                </c:pt>
                <c:pt idx="1464">
                  <c:v>0.732</c:v>
                </c:pt>
                <c:pt idx="1465">
                  <c:v>0.7325</c:v>
                </c:pt>
                <c:pt idx="1466">
                  <c:v>0.733</c:v>
                </c:pt>
                <c:pt idx="1467">
                  <c:v>0.7335</c:v>
                </c:pt>
                <c:pt idx="1468">
                  <c:v>0.734</c:v>
                </c:pt>
                <c:pt idx="1469">
                  <c:v>0.7345</c:v>
                </c:pt>
                <c:pt idx="1470">
                  <c:v>0.735</c:v>
                </c:pt>
                <c:pt idx="1471">
                  <c:v>0.7355</c:v>
                </c:pt>
                <c:pt idx="1472">
                  <c:v>0.736</c:v>
                </c:pt>
                <c:pt idx="1473">
                  <c:v>0.7365</c:v>
                </c:pt>
                <c:pt idx="1474">
                  <c:v>0.737</c:v>
                </c:pt>
                <c:pt idx="1475">
                  <c:v>0.7375</c:v>
                </c:pt>
                <c:pt idx="1476">
                  <c:v>0.738</c:v>
                </c:pt>
                <c:pt idx="1477">
                  <c:v>0.7385</c:v>
                </c:pt>
                <c:pt idx="1478">
                  <c:v>0.739</c:v>
                </c:pt>
                <c:pt idx="1479">
                  <c:v>0.7395</c:v>
                </c:pt>
                <c:pt idx="1480">
                  <c:v>0.74</c:v>
                </c:pt>
                <c:pt idx="1481">
                  <c:v>0.7405</c:v>
                </c:pt>
                <c:pt idx="1482">
                  <c:v>0.741</c:v>
                </c:pt>
                <c:pt idx="1483">
                  <c:v>0.7415</c:v>
                </c:pt>
                <c:pt idx="1484">
                  <c:v>0.742</c:v>
                </c:pt>
                <c:pt idx="1485">
                  <c:v>0.7425</c:v>
                </c:pt>
                <c:pt idx="1486">
                  <c:v>0.743</c:v>
                </c:pt>
                <c:pt idx="1487">
                  <c:v>0.7435</c:v>
                </c:pt>
                <c:pt idx="1488">
                  <c:v>0.744</c:v>
                </c:pt>
                <c:pt idx="1489">
                  <c:v>0.7445</c:v>
                </c:pt>
                <c:pt idx="1490">
                  <c:v>0.745</c:v>
                </c:pt>
                <c:pt idx="1491">
                  <c:v>0.7455</c:v>
                </c:pt>
                <c:pt idx="1492">
                  <c:v>0.746</c:v>
                </c:pt>
                <c:pt idx="1493">
                  <c:v>0.7465</c:v>
                </c:pt>
                <c:pt idx="1494">
                  <c:v>0.747</c:v>
                </c:pt>
                <c:pt idx="1495">
                  <c:v>0.7475</c:v>
                </c:pt>
                <c:pt idx="1496">
                  <c:v>0.748</c:v>
                </c:pt>
                <c:pt idx="1497">
                  <c:v>0.7485</c:v>
                </c:pt>
                <c:pt idx="1498">
                  <c:v>0.749</c:v>
                </c:pt>
                <c:pt idx="1499">
                  <c:v>0.7495</c:v>
                </c:pt>
                <c:pt idx="1500">
                  <c:v>0.75</c:v>
                </c:pt>
                <c:pt idx="1501">
                  <c:v>0.7505</c:v>
                </c:pt>
                <c:pt idx="1502">
                  <c:v>0.751</c:v>
                </c:pt>
                <c:pt idx="1503">
                  <c:v>0.7515</c:v>
                </c:pt>
                <c:pt idx="1504">
                  <c:v>0.752</c:v>
                </c:pt>
                <c:pt idx="1505">
                  <c:v>0.7525</c:v>
                </c:pt>
                <c:pt idx="1506">
                  <c:v>0.753</c:v>
                </c:pt>
                <c:pt idx="1507">
                  <c:v>0.7535</c:v>
                </c:pt>
                <c:pt idx="1508">
                  <c:v>0.754</c:v>
                </c:pt>
                <c:pt idx="1509">
                  <c:v>0.7545</c:v>
                </c:pt>
                <c:pt idx="1510">
                  <c:v>0.755</c:v>
                </c:pt>
                <c:pt idx="1511">
                  <c:v>0.7555</c:v>
                </c:pt>
                <c:pt idx="1512">
                  <c:v>0.756</c:v>
                </c:pt>
                <c:pt idx="1513">
                  <c:v>0.7565</c:v>
                </c:pt>
                <c:pt idx="1514">
                  <c:v>0.757</c:v>
                </c:pt>
                <c:pt idx="1515">
                  <c:v>0.7575</c:v>
                </c:pt>
                <c:pt idx="1516">
                  <c:v>0.758</c:v>
                </c:pt>
                <c:pt idx="1517">
                  <c:v>0.7585</c:v>
                </c:pt>
                <c:pt idx="1518">
                  <c:v>0.759</c:v>
                </c:pt>
                <c:pt idx="1519">
                  <c:v>0.7595</c:v>
                </c:pt>
                <c:pt idx="1520">
                  <c:v>0.76</c:v>
                </c:pt>
                <c:pt idx="1521">
                  <c:v>0.7605</c:v>
                </c:pt>
                <c:pt idx="1522">
                  <c:v>0.761</c:v>
                </c:pt>
                <c:pt idx="1523">
                  <c:v>0.7615</c:v>
                </c:pt>
                <c:pt idx="1524">
                  <c:v>0.762</c:v>
                </c:pt>
                <c:pt idx="1525">
                  <c:v>0.7625</c:v>
                </c:pt>
                <c:pt idx="1526">
                  <c:v>0.763</c:v>
                </c:pt>
                <c:pt idx="1527">
                  <c:v>0.7635</c:v>
                </c:pt>
                <c:pt idx="1528">
                  <c:v>0.764</c:v>
                </c:pt>
                <c:pt idx="1529">
                  <c:v>0.7645</c:v>
                </c:pt>
                <c:pt idx="1530">
                  <c:v>0.765</c:v>
                </c:pt>
                <c:pt idx="1531">
                  <c:v>0.7655</c:v>
                </c:pt>
                <c:pt idx="1532">
                  <c:v>0.766</c:v>
                </c:pt>
                <c:pt idx="1533">
                  <c:v>0.7665</c:v>
                </c:pt>
                <c:pt idx="1534">
                  <c:v>0.767</c:v>
                </c:pt>
                <c:pt idx="1535">
                  <c:v>0.7675</c:v>
                </c:pt>
                <c:pt idx="1536">
                  <c:v>0.768</c:v>
                </c:pt>
                <c:pt idx="1537">
                  <c:v>0.7685</c:v>
                </c:pt>
                <c:pt idx="1538">
                  <c:v>0.769</c:v>
                </c:pt>
                <c:pt idx="1539">
                  <c:v>0.7695</c:v>
                </c:pt>
                <c:pt idx="1540">
                  <c:v>0.77</c:v>
                </c:pt>
                <c:pt idx="1541">
                  <c:v>0.7705</c:v>
                </c:pt>
                <c:pt idx="1542">
                  <c:v>0.771</c:v>
                </c:pt>
                <c:pt idx="1543">
                  <c:v>0.7715</c:v>
                </c:pt>
                <c:pt idx="1544">
                  <c:v>0.772</c:v>
                </c:pt>
                <c:pt idx="1545">
                  <c:v>0.7725</c:v>
                </c:pt>
                <c:pt idx="1546">
                  <c:v>0.773</c:v>
                </c:pt>
                <c:pt idx="1547">
                  <c:v>0.7735</c:v>
                </c:pt>
                <c:pt idx="1548">
                  <c:v>0.774</c:v>
                </c:pt>
                <c:pt idx="1549">
                  <c:v>0.7745</c:v>
                </c:pt>
                <c:pt idx="1550">
                  <c:v>0.775</c:v>
                </c:pt>
                <c:pt idx="1551">
                  <c:v>0.7755</c:v>
                </c:pt>
                <c:pt idx="1552">
                  <c:v>0.776</c:v>
                </c:pt>
                <c:pt idx="1553">
                  <c:v>0.7765</c:v>
                </c:pt>
                <c:pt idx="1554">
                  <c:v>0.777</c:v>
                </c:pt>
                <c:pt idx="1555">
                  <c:v>0.7775</c:v>
                </c:pt>
                <c:pt idx="1556">
                  <c:v>0.778</c:v>
                </c:pt>
                <c:pt idx="1557">
                  <c:v>0.7785</c:v>
                </c:pt>
                <c:pt idx="1558">
                  <c:v>0.779</c:v>
                </c:pt>
                <c:pt idx="1559">
                  <c:v>0.7795</c:v>
                </c:pt>
                <c:pt idx="1560">
                  <c:v>0.78</c:v>
                </c:pt>
                <c:pt idx="1561">
                  <c:v>0.7805</c:v>
                </c:pt>
                <c:pt idx="1562">
                  <c:v>0.781</c:v>
                </c:pt>
                <c:pt idx="1563">
                  <c:v>0.7815</c:v>
                </c:pt>
                <c:pt idx="1564">
                  <c:v>0.782</c:v>
                </c:pt>
                <c:pt idx="1565">
                  <c:v>0.7825</c:v>
                </c:pt>
                <c:pt idx="1566">
                  <c:v>0.783</c:v>
                </c:pt>
                <c:pt idx="1567">
                  <c:v>0.7835</c:v>
                </c:pt>
                <c:pt idx="1568">
                  <c:v>0.784</c:v>
                </c:pt>
                <c:pt idx="1569">
                  <c:v>0.7845</c:v>
                </c:pt>
                <c:pt idx="1570">
                  <c:v>0.785</c:v>
                </c:pt>
                <c:pt idx="1571">
                  <c:v>0.7855</c:v>
                </c:pt>
                <c:pt idx="1572">
                  <c:v>0.786</c:v>
                </c:pt>
                <c:pt idx="1573">
                  <c:v>0.7865</c:v>
                </c:pt>
                <c:pt idx="1574">
                  <c:v>0.787</c:v>
                </c:pt>
                <c:pt idx="1575">
                  <c:v>0.7875</c:v>
                </c:pt>
                <c:pt idx="1576">
                  <c:v>0.788</c:v>
                </c:pt>
                <c:pt idx="1577">
                  <c:v>0.7885</c:v>
                </c:pt>
                <c:pt idx="1578">
                  <c:v>0.789</c:v>
                </c:pt>
                <c:pt idx="1579">
                  <c:v>0.7895</c:v>
                </c:pt>
                <c:pt idx="1580">
                  <c:v>0.79</c:v>
                </c:pt>
                <c:pt idx="1581">
                  <c:v>0.7905</c:v>
                </c:pt>
                <c:pt idx="1582">
                  <c:v>0.791</c:v>
                </c:pt>
                <c:pt idx="1583">
                  <c:v>0.7915</c:v>
                </c:pt>
                <c:pt idx="1584">
                  <c:v>0.792</c:v>
                </c:pt>
                <c:pt idx="1585">
                  <c:v>0.7925</c:v>
                </c:pt>
                <c:pt idx="1586">
                  <c:v>0.793</c:v>
                </c:pt>
                <c:pt idx="1587">
                  <c:v>0.7935</c:v>
                </c:pt>
                <c:pt idx="1588">
                  <c:v>0.794</c:v>
                </c:pt>
                <c:pt idx="1589">
                  <c:v>0.7945</c:v>
                </c:pt>
                <c:pt idx="1590">
                  <c:v>0.795</c:v>
                </c:pt>
                <c:pt idx="1591">
                  <c:v>0.7955</c:v>
                </c:pt>
                <c:pt idx="1592">
                  <c:v>0.796</c:v>
                </c:pt>
                <c:pt idx="1593">
                  <c:v>0.7965</c:v>
                </c:pt>
                <c:pt idx="1594">
                  <c:v>0.797</c:v>
                </c:pt>
                <c:pt idx="1595">
                  <c:v>0.7975</c:v>
                </c:pt>
                <c:pt idx="1596">
                  <c:v>0.798</c:v>
                </c:pt>
                <c:pt idx="1597">
                  <c:v>0.7985</c:v>
                </c:pt>
                <c:pt idx="1598">
                  <c:v>0.799</c:v>
                </c:pt>
                <c:pt idx="1599">
                  <c:v>0.7995</c:v>
                </c:pt>
                <c:pt idx="1600">
                  <c:v>0.8</c:v>
                </c:pt>
                <c:pt idx="1601">
                  <c:v>0.8005</c:v>
                </c:pt>
                <c:pt idx="1602">
                  <c:v>0.801</c:v>
                </c:pt>
                <c:pt idx="1603">
                  <c:v>0.8015</c:v>
                </c:pt>
                <c:pt idx="1604">
                  <c:v>0.802</c:v>
                </c:pt>
                <c:pt idx="1605">
                  <c:v>0.8025</c:v>
                </c:pt>
                <c:pt idx="1606">
                  <c:v>0.803</c:v>
                </c:pt>
                <c:pt idx="1607">
                  <c:v>0.8035</c:v>
                </c:pt>
                <c:pt idx="1608">
                  <c:v>0.804</c:v>
                </c:pt>
                <c:pt idx="1609">
                  <c:v>0.8045</c:v>
                </c:pt>
                <c:pt idx="1610">
                  <c:v>0.805</c:v>
                </c:pt>
                <c:pt idx="1611">
                  <c:v>0.8055</c:v>
                </c:pt>
                <c:pt idx="1612">
                  <c:v>0.806</c:v>
                </c:pt>
                <c:pt idx="1613">
                  <c:v>0.8065</c:v>
                </c:pt>
                <c:pt idx="1614">
                  <c:v>0.807</c:v>
                </c:pt>
                <c:pt idx="1615">
                  <c:v>0.8075</c:v>
                </c:pt>
                <c:pt idx="1616">
                  <c:v>0.808</c:v>
                </c:pt>
                <c:pt idx="1617">
                  <c:v>0.8085</c:v>
                </c:pt>
                <c:pt idx="1618">
                  <c:v>0.809</c:v>
                </c:pt>
                <c:pt idx="1619">
                  <c:v>0.8095</c:v>
                </c:pt>
                <c:pt idx="1620">
                  <c:v>0.81</c:v>
                </c:pt>
                <c:pt idx="1621">
                  <c:v>0.8105</c:v>
                </c:pt>
                <c:pt idx="1622">
                  <c:v>0.811</c:v>
                </c:pt>
                <c:pt idx="1623">
                  <c:v>0.8115</c:v>
                </c:pt>
                <c:pt idx="1624">
                  <c:v>0.812</c:v>
                </c:pt>
                <c:pt idx="1625">
                  <c:v>0.8125</c:v>
                </c:pt>
                <c:pt idx="1626">
                  <c:v>0.813</c:v>
                </c:pt>
                <c:pt idx="1627">
                  <c:v>0.8135</c:v>
                </c:pt>
                <c:pt idx="1628">
                  <c:v>0.814</c:v>
                </c:pt>
                <c:pt idx="1629">
                  <c:v>0.8145</c:v>
                </c:pt>
                <c:pt idx="1630">
                  <c:v>0.815</c:v>
                </c:pt>
                <c:pt idx="1631">
                  <c:v>0.8155</c:v>
                </c:pt>
                <c:pt idx="1632">
                  <c:v>0.816</c:v>
                </c:pt>
                <c:pt idx="1633">
                  <c:v>0.8165</c:v>
                </c:pt>
                <c:pt idx="1634">
                  <c:v>0.817</c:v>
                </c:pt>
                <c:pt idx="1635">
                  <c:v>0.8175</c:v>
                </c:pt>
                <c:pt idx="1636">
                  <c:v>0.818</c:v>
                </c:pt>
                <c:pt idx="1637">
                  <c:v>0.8185</c:v>
                </c:pt>
                <c:pt idx="1638">
                  <c:v>0.819</c:v>
                </c:pt>
                <c:pt idx="1639">
                  <c:v>0.8195</c:v>
                </c:pt>
                <c:pt idx="1640">
                  <c:v>0.82</c:v>
                </c:pt>
                <c:pt idx="1641">
                  <c:v>0.8205</c:v>
                </c:pt>
                <c:pt idx="1642">
                  <c:v>0.821</c:v>
                </c:pt>
                <c:pt idx="1643">
                  <c:v>0.8215</c:v>
                </c:pt>
                <c:pt idx="1644">
                  <c:v>0.822</c:v>
                </c:pt>
                <c:pt idx="1645">
                  <c:v>0.8225</c:v>
                </c:pt>
                <c:pt idx="1646">
                  <c:v>0.823</c:v>
                </c:pt>
                <c:pt idx="1647">
                  <c:v>0.8235</c:v>
                </c:pt>
                <c:pt idx="1648">
                  <c:v>0.824</c:v>
                </c:pt>
                <c:pt idx="1649">
                  <c:v>0.8245</c:v>
                </c:pt>
                <c:pt idx="1650">
                  <c:v>0.825</c:v>
                </c:pt>
                <c:pt idx="1651">
                  <c:v>0.8255</c:v>
                </c:pt>
                <c:pt idx="1652">
                  <c:v>0.826</c:v>
                </c:pt>
                <c:pt idx="1653">
                  <c:v>0.8265</c:v>
                </c:pt>
                <c:pt idx="1654">
                  <c:v>0.827</c:v>
                </c:pt>
                <c:pt idx="1655">
                  <c:v>0.8275</c:v>
                </c:pt>
                <c:pt idx="1656">
                  <c:v>0.828</c:v>
                </c:pt>
                <c:pt idx="1657">
                  <c:v>0.8285</c:v>
                </c:pt>
                <c:pt idx="1658">
                  <c:v>0.829</c:v>
                </c:pt>
                <c:pt idx="1659">
                  <c:v>0.8295</c:v>
                </c:pt>
                <c:pt idx="1660">
                  <c:v>0.83</c:v>
                </c:pt>
                <c:pt idx="1661">
                  <c:v>0.8305</c:v>
                </c:pt>
                <c:pt idx="1662">
                  <c:v>0.831</c:v>
                </c:pt>
                <c:pt idx="1663">
                  <c:v>0.8315</c:v>
                </c:pt>
                <c:pt idx="1664">
                  <c:v>0.832</c:v>
                </c:pt>
                <c:pt idx="1665">
                  <c:v>0.8325</c:v>
                </c:pt>
                <c:pt idx="1666">
                  <c:v>0.833</c:v>
                </c:pt>
                <c:pt idx="1667">
                  <c:v>0.8335</c:v>
                </c:pt>
                <c:pt idx="1668">
                  <c:v>0.834</c:v>
                </c:pt>
                <c:pt idx="1669">
                  <c:v>0.8345</c:v>
                </c:pt>
                <c:pt idx="1670">
                  <c:v>0.835</c:v>
                </c:pt>
                <c:pt idx="1671">
                  <c:v>0.8355</c:v>
                </c:pt>
                <c:pt idx="1672">
                  <c:v>0.836</c:v>
                </c:pt>
                <c:pt idx="1673">
                  <c:v>0.8365</c:v>
                </c:pt>
                <c:pt idx="1674">
                  <c:v>0.837</c:v>
                </c:pt>
                <c:pt idx="1675">
                  <c:v>0.8375</c:v>
                </c:pt>
                <c:pt idx="1676">
                  <c:v>0.838</c:v>
                </c:pt>
                <c:pt idx="1677">
                  <c:v>0.8385</c:v>
                </c:pt>
                <c:pt idx="1678">
                  <c:v>0.839</c:v>
                </c:pt>
                <c:pt idx="1679">
                  <c:v>0.8395</c:v>
                </c:pt>
                <c:pt idx="1680">
                  <c:v>0.84</c:v>
                </c:pt>
                <c:pt idx="1681">
                  <c:v>0.8405</c:v>
                </c:pt>
                <c:pt idx="1682">
                  <c:v>0.841</c:v>
                </c:pt>
                <c:pt idx="1683">
                  <c:v>0.8415</c:v>
                </c:pt>
                <c:pt idx="1684">
                  <c:v>0.842</c:v>
                </c:pt>
                <c:pt idx="1685">
                  <c:v>0.8425</c:v>
                </c:pt>
                <c:pt idx="1686">
                  <c:v>0.843</c:v>
                </c:pt>
                <c:pt idx="1687">
                  <c:v>0.8435</c:v>
                </c:pt>
                <c:pt idx="1688">
                  <c:v>0.844</c:v>
                </c:pt>
                <c:pt idx="1689">
                  <c:v>0.8445</c:v>
                </c:pt>
                <c:pt idx="1690">
                  <c:v>0.845</c:v>
                </c:pt>
                <c:pt idx="1691">
                  <c:v>0.8455</c:v>
                </c:pt>
                <c:pt idx="1692">
                  <c:v>0.846</c:v>
                </c:pt>
                <c:pt idx="1693">
                  <c:v>0.8465</c:v>
                </c:pt>
                <c:pt idx="1694">
                  <c:v>0.847</c:v>
                </c:pt>
                <c:pt idx="1695">
                  <c:v>0.8475</c:v>
                </c:pt>
                <c:pt idx="1696">
                  <c:v>0.848</c:v>
                </c:pt>
                <c:pt idx="1697">
                  <c:v>0.8485</c:v>
                </c:pt>
                <c:pt idx="1698">
                  <c:v>0.849</c:v>
                </c:pt>
                <c:pt idx="1699">
                  <c:v>0.8495</c:v>
                </c:pt>
                <c:pt idx="1700">
                  <c:v>0.85</c:v>
                </c:pt>
                <c:pt idx="1701">
                  <c:v>0.8505</c:v>
                </c:pt>
                <c:pt idx="1702">
                  <c:v>0.851</c:v>
                </c:pt>
                <c:pt idx="1703">
                  <c:v>0.8515</c:v>
                </c:pt>
                <c:pt idx="1704">
                  <c:v>0.852</c:v>
                </c:pt>
                <c:pt idx="1705">
                  <c:v>0.8525</c:v>
                </c:pt>
                <c:pt idx="1706">
                  <c:v>0.853</c:v>
                </c:pt>
                <c:pt idx="1707">
                  <c:v>0.8535</c:v>
                </c:pt>
                <c:pt idx="1708">
                  <c:v>0.854</c:v>
                </c:pt>
                <c:pt idx="1709">
                  <c:v>0.8545</c:v>
                </c:pt>
                <c:pt idx="1710">
                  <c:v>0.855</c:v>
                </c:pt>
                <c:pt idx="1711">
                  <c:v>0.8555</c:v>
                </c:pt>
                <c:pt idx="1712">
                  <c:v>0.856</c:v>
                </c:pt>
                <c:pt idx="1713">
                  <c:v>0.8565</c:v>
                </c:pt>
                <c:pt idx="1714">
                  <c:v>0.857</c:v>
                </c:pt>
                <c:pt idx="1715">
                  <c:v>0.8575</c:v>
                </c:pt>
                <c:pt idx="1716">
                  <c:v>0.858</c:v>
                </c:pt>
                <c:pt idx="1717">
                  <c:v>0.8585</c:v>
                </c:pt>
                <c:pt idx="1718">
                  <c:v>0.859</c:v>
                </c:pt>
                <c:pt idx="1719">
                  <c:v>0.8595</c:v>
                </c:pt>
                <c:pt idx="1720">
                  <c:v>0.86</c:v>
                </c:pt>
                <c:pt idx="1721">
                  <c:v>0.8605</c:v>
                </c:pt>
                <c:pt idx="1722">
                  <c:v>0.861</c:v>
                </c:pt>
                <c:pt idx="1723">
                  <c:v>0.8615</c:v>
                </c:pt>
                <c:pt idx="1724">
                  <c:v>0.862</c:v>
                </c:pt>
                <c:pt idx="1725">
                  <c:v>0.8625</c:v>
                </c:pt>
                <c:pt idx="1726">
                  <c:v>0.863</c:v>
                </c:pt>
                <c:pt idx="1727">
                  <c:v>0.8635</c:v>
                </c:pt>
                <c:pt idx="1728">
                  <c:v>0.864</c:v>
                </c:pt>
                <c:pt idx="1729">
                  <c:v>0.8645</c:v>
                </c:pt>
                <c:pt idx="1730">
                  <c:v>0.865</c:v>
                </c:pt>
                <c:pt idx="1731">
                  <c:v>0.8655</c:v>
                </c:pt>
                <c:pt idx="1732">
                  <c:v>0.866</c:v>
                </c:pt>
                <c:pt idx="1733">
                  <c:v>0.8665</c:v>
                </c:pt>
                <c:pt idx="1734">
                  <c:v>0.867</c:v>
                </c:pt>
                <c:pt idx="1735">
                  <c:v>0.8675</c:v>
                </c:pt>
                <c:pt idx="1736">
                  <c:v>0.868</c:v>
                </c:pt>
                <c:pt idx="1737">
                  <c:v>0.8685</c:v>
                </c:pt>
                <c:pt idx="1738">
                  <c:v>0.869</c:v>
                </c:pt>
                <c:pt idx="1739">
                  <c:v>0.8695</c:v>
                </c:pt>
                <c:pt idx="1740">
                  <c:v>0.87</c:v>
                </c:pt>
                <c:pt idx="1741">
                  <c:v>0.8705</c:v>
                </c:pt>
                <c:pt idx="1742">
                  <c:v>0.871</c:v>
                </c:pt>
                <c:pt idx="1743">
                  <c:v>0.8715</c:v>
                </c:pt>
                <c:pt idx="1744">
                  <c:v>0.872</c:v>
                </c:pt>
                <c:pt idx="1745">
                  <c:v>0.8725</c:v>
                </c:pt>
                <c:pt idx="1746">
                  <c:v>0.873</c:v>
                </c:pt>
                <c:pt idx="1747">
                  <c:v>0.8735</c:v>
                </c:pt>
                <c:pt idx="1748">
                  <c:v>0.874</c:v>
                </c:pt>
                <c:pt idx="1749">
                  <c:v>0.8745</c:v>
                </c:pt>
                <c:pt idx="1750">
                  <c:v>0.875</c:v>
                </c:pt>
                <c:pt idx="1751">
                  <c:v>0.8755</c:v>
                </c:pt>
                <c:pt idx="1752">
                  <c:v>0.876</c:v>
                </c:pt>
                <c:pt idx="1753">
                  <c:v>0.8765</c:v>
                </c:pt>
                <c:pt idx="1754">
                  <c:v>0.877</c:v>
                </c:pt>
                <c:pt idx="1755">
                  <c:v>0.8775</c:v>
                </c:pt>
                <c:pt idx="1756">
                  <c:v>0.878</c:v>
                </c:pt>
                <c:pt idx="1757">
                  <c:v>0.8785</c:v>
                </c:pt>
                <c:pt idx="1758">
                  <c:v>0.879</c:v>
                </c:pt>
                <c:pt idx="1759">
                  <c:v>0.8795</c:v>
                </c:pt>
                <c:pt idx="1760">
                  <c:v>0.88</c:v>
                </c:pt>
                <c:pt idx="1761">
                  <c:v>0.8805</c:v>
                </c:pt>
                <c:pt idx="1762">
                  <c:v>0.881</c:v>
                </c:pt>
                <c:pt idx="1763">
                  <c:v>0.8815</c:v>
                </c:pt>
                <c:pt idx="1764">
                  <c:v>0.882</c:v>
                </c:pt>
                <c:pt idx="1765">
                  <c:v>0.8825</c:v>
                </c:pt>
                <c:pt idx="1766">
                  <c:v>0.883</c:v>
                </c:pt>
                <c:pt idx="1767">
                  <c:v>0.8835</c:v>
                </c:pt>
                <c:pt idx="1768">
                  <c:v>0.884</c:v>
                </c:pt>
                <c:pt idx="1769">
                  <c:v>0.8845</c:v>
                </c:pt>
                <c:pt idx="1770">
                  <c:v>0.885</c:v>
                </c:pt>
                <c:pt idx="1771">
                  <c:v>0.8855</c:v>
                </c:pt>
                <c:pt idx="1772">
                  <c:v>0.886</c:v>
                </c:pt>
                <c:pt idx="1773">
                  <c:v>0.8865</c:v>
                </c:pt>
                <c:pt idx="1774">
                  <c:v>0.887</c:v>
                </c:pt>
                <c:pt idx="1775">
                  <c:v>0.8875</c:v>
                </c:pt>
                <c:pt idx="1776">
                  <c:v>0.888</c:v>
                </c:pt>
                <c:pt idx="1777">
                  <c:v>0.8885</c:v>
                </c:pt>
                <c:pt idx="1778">
                  <c:v>0.889</c:v>
                </c:pt>
                <c:pt idx="1779">
                  <c:v>0.8895</c:v>
                </c:pt>
                <c:pt idx="1780">
                  <c:v>0.89</c:v>
                </c:pt>
                <c:pt idx="1781">
                  <c:v>0.8905</c:v>
                </c:pt>
                <c:pt idx="1782">
                  <c:v>0.891</c:v>
                </c:pt>
                <c:pt idx="1783">
                  <c:v>0.8915</c:v>
                </c:pt>
                <c:pt idx="1784">
                  <c:v>0.892</c:v>
                </c:pt>
                <c:pt idx="1785">
                  <c:v>0.8925</c:v>
                </c:pt>
                <c:pt idx="1786">
                  <c:v>0.893</c:v>
                </c:pt>
                <c:pt idx="1787">
                  <c:v>0.8935</c:v>
                </c:pt>
                <c:pt idx="1788">
                  <c:v>0.894</c:v>
                </c:pt>
                <c:pt idx="1789">
                  <c:v>0.8945</c:v>
                </c:pt>
                <c:pt idx="1790">
                  <c:v>0.895</c:v>
                </c:pt>
                <c:pt idx="1791">
                  <c:v>0.8955</c:v>
                </c:pt>
                <c:pt idx="1792">
                  <c:v>0.896</c:v>
                </c:pt>
                <c:pt idx="1793">
                  <c:v>0.8965</c:v>
                </c:pt>
                <c:pt idx="1794">
                  <c:v>0.897</c:v>
                </c:pt>
                <c:pt idx="1795">
                  <c:v>0.8975</c:v>
                </c:pt>
                <c:pt idx="1796">
                  <c:v>0.898</c:v>
                </c:pt>
                <c:pt idx="1797">
                  <c:v>0.8985</c:v>
                </c:pt>
                <c:pt idx="1798">
                  <c:v>0.899</c:v>
                </c:pt>
                <c:pt idx="1799">
                  <c:v>0.8995</c:v>
                </c:pt>
                <c:pt idx="1800">
                  <c:v>0.9</c:v>
                </c:pt>
                <c:pt idx="1801">
                  <c:v>0.9005</c:v>
                </c:pt>
                <c:pt idx="1802">
                  <c:v>0.901</c:v>
                </c:pt>
                <c:pt idx="1803">
                  <c:v>0.9015</c:v>
                </c:pt>
                <c:pt idx="1804">
                  <c:v>0.902</c:v>
                </c:pt>
                <c:pt idx="1805">
                  <c:v>0.9025</c:v>
                </c:pt>
                <c:pt idx="1806">
                  <c:v>0.903</c:v>
                </c:pt>
                <c:pt idx="1807">
                  <c:v>0.9035</c:v>
                </c:pt>
                <c:pt idx="1808">
                  <c:v>0.904</c:v>
                </c:pt>
                <c:pt idx="1809">
                  <c:v>0.9045</c:v>
                </c:pt>
                <c:pt idx="1810">
                  <c:v>0.905</c:v>
                </c:pt>
                <c:pt idx="1811">
                  <c:v>0.9055</c:v>
                </c:pt>
                <c:pt idx="1812">
                  <c:v>0.906</c:v>
                </c:pt>
                <c:pt idx="1813">
                  <c:v>0.9065</c:v>
                </c:pt>
                <c:pt idx="1814">
                  <c:v>0.907</c:v>
                </c:pt>
                <c:pt idx="1815">
                  <c:v>0.9075</c:v>
                </c:pt>
                <c:pt idx="1816">
                  <c:v>0.908</c:v>
                </c:pt>
                <c:pt idx="1817">
                  <c:v>0.9085</c:v>
                </c:pt>
                <c:pt idx="1818">
                  <c:v>0.909</c:v>
                </c:pt>
                <c:pt idx="1819">
                  <c:v>0.9095</c:v>
                </c:pt>
                <c:pt idx="1820">
                  <c:v>0.91</c:v>
                </c:pt>
                <c:pt idx="1821">
                  <c:v>0.9105</c:v>
                </c:pt>
                <c:pt idx="1822">
                  <c:v>0.911</c:v>
                </c:pt>
                <c:pt idx="1823">
                  <c:v>0.9115</c:v>
                </c:pt>
                <c:pt idx="1824">
                  <c:v>0.912</c:v>
                </c:pt>
                <c:pt idx="1825">
                  <c:v>0.9125</c:v>
                </c:pt>
                <c:pt idx="1826">
                  <c:v>0.913</c:v>
                </c:pt>
                <c:pt idx="1827">
                  <c:v>0.9135</c:v>
                </c:pt>
                <c:pt idx="1828">
                  <c:v>0.914</c:v>
                </c:pt>
                <c:pt idx="1829">
                  <c:v>0.9145</c:v>
                </c:pt>
                <c:pt idx="1830">
                  <c:v>0.915</c:v>
                </c:pt>
                <c:pt idx="1831">
                  <c:v>0.9155</c:v>
                </c:pt>
                <c:pt idx="1832">
                  <c:v>0.916</c:v>
                </c:pt>
                <c:pt idx="1833">
                  <c:v>0.9165</c:v>
                </c:pt>
                <c:pt idx="1834">
                  <c:v>0.917</c:v>
                </c:pt>
                <c:pt idx="1835">
                  <c:v>0.9175</c:v>
                </c:pt>
                <c:pt idx="1836">
                  <c:v>0.918</c:v>
                </c:pt>
                <c:pt idx="1837">
                  <c:v>0.9185</c:v>
                </c:pt>
                <c:pt idx="1838">
                  <c:v>0.919</c:v>
                </c:pt>
                <c:pt idx="1839">
                  <c:v>0.9195</c:v>
                </c:pt>
                <c:pt idx="1840">
                  <c:v>0.92</c:v>
                </c:pt>
                <c:pt idx="1841">
                  <c:v>0.9205</c:v>
                </c:pt>
                <c:pt idx="1842">
                  <c:v>0.921</c:v>
                </c:pt>
                <c:pt idx="1843">
                  <c:v>0.9215</c:v>
                </c:pt>
                <c:pt idx="1844">
                  <c:v>0.922</c:v>
                </c:pt>
                <c:pt idx="1845">
                  <c:v>0.9225</c:v>
                </c:pt>
                <c:pt idx="1846">
                  <c:v>0.923</c:v>
                </c:pt>
                <c:pt idx="1847">
                  <c:v>0.9235</c:v>
                </c:pt>
                <c:pt idx="1848">
                  <c:v>0.924</c:v>
                </c:pt>
                <c:pt idx="1849">
                  <c:v>0.9245</c:v>
                </c:pt>
                <c:pt idx="1850">
                  <c:v>0.925</c:v>
                </c:pt>
                <c:pt idx="1851">
                  <c:v>0.9255</c:v>
                </c:pt>
                <c:pt idx="1852">
                  <c:v>0.926</c:v>
                </c:pt>
                <c:pt idx="1853">
                  <c:v>0.9265</c:v>
                </c:pt>
                <c:pt idx="1854">
                  <c:v>0.927</c:v>
                </c:pt>
                <c:pt idx="1855">
                  <c:v>0.9275</c:v>
                </c:pt>
                <c:pt idx="1856">
                  <c:v>0.928</c:v>
                </c:pt>
                <c:pt idx="1857">
                  <c:v>0.9285</c:v>
                </c:pt>
                <c:pt idx="1858">
                  <c:v>0.929</c:v>
                </c:pt>
                <c:pt idx="1859">
                  <c:v>0.9295</c:v>
                </c:pt>
                <c:pt idx="1860">
                  <c:v>0.93</c:v>
                </c:pt>
                <c:pt idx="1861">
                  <c:v>0.9305</c:v>
                </c:pt>
                <c:pt idx="1862">
                  <c:v>0.931</c:v>
                </c:pt>
                <c:pt idx="1863">
                  <c:v>0.9315</c:v>
                </c:pt>
                <c:pt idx="1864">
                  <c:v>0.932</c:v>
                </c:pt>
                <c:pt idx="1865">
                  <c:v>0.9325</c:v>
                </c:pt>
                <c:pt idx="1866">
                  <c:v>0.933</c:v>
                </c:pt>
                <c:pt idx="1867">
                  <c:v>0.9335</c:v>
                </c:pt>
                <c:pt idx="1868">
                  <c:v>0.934</c:v>
                </c:pt>
                <c:pt idx="1869">
                  <c:v>0.9345</c:v>
                </c:pt>
                <c:pt idx="1870">
                  <c:v>0.935</c:v>
                </c:pt>
                <c:pt idx="1871">
                  <c:v>0.9355</c:v>
                </c:pt>
                <c:pt idx="1872">
                  <c:v>0.936</c:v>
                </c:pt>
                <c:pt idx="1873">
                  <c:v>0.9365</c:v>
                </c:pt>
                <c:pt idx="1874">
                  <c:v>0.937</c:v>
                </c:pt>
                <c:pt idx="1875">
                  <c:v>0.9375</c:v>
                </c:pt>
                <c:pt idx="1876">
                  <c:v>0.938</c:v>
                </c:pt>
                <c:pt idx="1877">
                  <c:v>0.9385</c:v>
                </c:pt>
                <c:pt idx="1878">
                  <c:v>0.939</c:v>
                </c:pt>
                <c:pt idx="1879">
                  <c:v>0.9395</c:v>
                </c:pt>
                <c:pt idx="1880">
                  <c:v>0.94</c:v>
                </c:pt>
                <c:pt idx="1881">
                  <c:v>0.9405</c:v>
                </c:pt>
                <c:pt idx="1882">
                  <c:v>0.941</c:v>
                </c:pt>
                <c:pt idx="1883">
                  <c:v>0.9415</c:v>
                </c:pt>
                <c:pt idx="1884">
                  <c:v>0.942</c:v>
                </c:pt>
                <c:pt idx="1885">
                  <c:v>0.9425</c:v>
                </c:pt>
                <c:pt idx="1886">
                  <c:v>0.943</c:v>
                </c:pt>
                <c:pt idx="1887">
                  <c:v>0.9435</c:v>
                </c:pt>
                <c:pt idx="1888">
                  <c:v>0.944</c:v>
                </c:pt>
                <c:pt idx="1889">
                  <c:v>0.9445</c:v>
                </c:pt>
                <c:pt idx="1890">
                  <c:v>0.945</c:v>
                </c:pt>
                <c:pt idx="1891">
                  <c:v>0.9455</c:v>
                </c:pt>
                <c:pt idx="1892">
                  <c:v>0.946</c:v>
                </c:pt>
                <c:pt idx="1893">
                  <c:v>0.9465</c:v>
                </c:pt>
                <c:pt idx="1894">
                  <c:v>0.947</c:v>
                </c:pt>
                <c:pt idx="1895">
                  <c:v>0.9475</c:v>
                </c:pt>
                <c:pt idx="1896">
                  <c:v>0.948</c:v>
                </c:pt>
                <c:pt idx="1897">
                  <c:v>0.9485</c:v>
                </c:pt>
                <c:pt idx="1898">
                  <c:v>0.949</c:v>
                </c:pt>
                <c:pt idx="1899">
                  <c:v>0.9495</c:v>
                </c:pt>
                <c:pt idx="1900">
                  <c:v>0.95</c:v>
                </c:pt>
                <c:pt idx="1901">
                  <c:v>0.9505</c:v>
                </c:pt>
                <c:pt idx="1902">
                  <c:v>0.951</c:v>
                </c:pt>
                <c:pt idx="1903">
                  <c:v>0.9515</c:v>
                </c:pt>
                <c:pt idx="1904">
                  <c:v>0.952</c:v>
                </c:pt>
                <c:pt idx="1905">
                  <c:v>0.9525</c:v>
                </c:pt>
                <c:pt idx="1906">
                  <c:v>0.953</c:v>
                </c:pt>
                <c:pt idx="1907">
                  <c:v>0.9535</c:v>
                </c:pt>
                <c:pt idx="1908">
                  <c:v>0.954</c:v>
                </c:pt>
                <c:pt idx="1909">
                  <c:v>0.9545</c:v>
                </c:pt>
                <c:pt idx="1910">
                  <c:v>0.955</c:v>
                </c:pt>
                <c:pt idx="1911">
                  <c:v>0.9555</c:v>
                </c:pt>
                <c:pt idx="1912">
                  <c:v>0.956</c:v>
                </c:pt>
                <c:pt idx="1913">
                  <c:v>0.9565</c:v>
                </c:pt>
                <c:pt idx="1914">
                  <c:v>0.957</c:v>
                </c:pt>
                <c:pt idx="1915">
                  <c:v>0.9575</c:v>
                </c:pt>
                <c:pt idx="1916">
                  <c:v>0.958</c:v>
                </c:pt>
                <c:pt idx="1917">
                  <c:v>0.9585</c:v>
                </c:pt>
                <c:pt idx="1918">
                  <c:v>0.959</c:v>
                </c:pt>
                <c:pt idx="1919">
                  <c:v>0.9595</c:v>
                </c:pt>
                <c:pt idx="1920">
                  <c:v>0.96</c:v>
                </c:pt>
                <c:pt idx="1921">
                  <c:v>0.9605</c:v>
                </c:pt>
                <c:pt idx="1922">
                  <c:v>0.961</c:v>
                </c:pt>
                <c:pt idx="1923">
                  <c:v>0.9615</c:v>
                </c:pt>
                <c:pt idx="1924">
                  <c:v>0.962</c:v>
                </c:pt>
                <c:pt idx="1925">
                  <c:v>0.9625</c:v>
                </c:pt>
                <c:pt idx="1926">
                  <c:v>0.963</c:v>
                </c:pt>
                <c:pt idx="1927">
                  <c:v>0.9635</c:v>
                </c:pt>
                <c:pt idx="1928">
                  <c:v>0.964</c:v>
                </c:pt>
                <c:pt idx="1929">
                  <c:v>0.9645</c:v>
                </c:pt>
                <c:pt idx="1930">
                  <c:v>0.965</c:v>
                </c:pt>
                <c:pt idx="1931">
                  <c:v>0.9655</c:v>
                </c:pt>
                <c:pt idx="1932">
                  <c:v>0.966</c:v>
                </c:pt>
                <c:pt idx="1933">
                  <c:v>0.9665</c:v>
                </c:pt>
                <c:pt idx="1934">
                  <c:v>0.967</c:v>
                </c:pt>
                <c:pt idx="1935">
                  <c:v>0.9675</c:v>
                </c:pt>
                <c:pt idx="1936">
                  <c:v>0.968</c:v>
                </c:pt>
                <c:pt idx="1937">
                  <c:v>0.9685</c:v>
                </c:pt>
                <c:pt idx="1938">
                  <c:v>0.969</c:v>
                </c:pt>
                <c:pt idx="1939">
                  <c:v>0.9695</c:v>
                </c:pt>
                <c:pt idx="1940">
                  <c:v>0.97</c:v>
                </c:pt>
                <c:pt idx="1941">
                  <c:v>0.9705</c:v>
                </c:pt>
                <c:pt idx="1942">
                  <c:v>0.971</c:v>
                </c:pt>
                <c:pt idx="1943">
                  <c:v>0.9715</c:v>
                </c:pt>
                <c:pt idx="1944">
                  <c:v>0.972</c:v>
                </c:pt>
                <c:pt idx="1945">
                  <c:v>0.9725</c:v>
                </c:pt>
                <c:pt idx="1946">
                  <c:v>0.973</c:v>
                </c:pt>
                <c:pt idx="1947">
                  <c:v>0.9735</c:v>
                </c:pt>
                <c:pt idx="1948">
                  <c:v>0.974</c:v>
                </c:pt>
                <c:pt idx="1949">
                  <c:v>0.9745</c:v>
                </c:pt>
                <c:pt idx="1950">
                  <c:v>0.975</c:v>
                </c:pt>
                <c:pt idx="1951">
                  <c:v>0.9755</c:v>
                </c:pt>
                <c:pt idx="1952">
                  <c:v>0.976</c:v>
                </c:pt>
                <c:pt idx="1953">
                  <c:v>0.9765</c:v>
                </c:pt>
                <c:pt idx="1954">
                  <c:v>0.977</c:v>
                </c:pt>
                <c:pt idx="1955">
                  <c:v>0.9775</c:v>
                </c:pt>
                <c:pt idx="1956">
                  <c:v>0.978</c:v>
                </c:pt>
                <c:pt idx="1957">
                  <c:v>0.9785</c:v>
                </c:pt>
                <c:pt idx="1958">
                  <c:v>0.979</c:v>
                </c:pt>
                <c:pt idx="1959">
                  <c:v>0.9795</c:v>
                </c:pt>
                <c:pt idx="1960">
                  <c:v>0.98</c:v>
                </c:pt>
                <c:pt idx="1961">
                  <c:v>0.9805</c:v>
                </c:pt>
                <c:pt idx="1962">
                  <c:v>0.981</c:v>
                </c:pt>
                <c:pt idx="1963">
                  <c:v>0.9815</c:v>
                </c:pt>
                <c:pt idx="1964">
                  <c:v>0.982</c:v>
                </c:pt>
                <c:pt idx="1965">
                  <c:v>0.9825</c:v>
                </c:pt>
                <c:pt idx="1966">
                  <c:v>0.983</c:v>
                </c:pt>
                <c:pt idx="1967">
                  <c:v>0.9835</c:v>
                </c:pt>
                <c:pt idx="1968">
                  <c:v>0.984</c:v>
                </c:pt>
                <c:pt idx="1969">
                  <c:v>0.9845</c:v>
                </c:pt>
                <c:pt idx="1970">
                  <c:v>0.985</c:v>
                </c:pt>
                <c:pt idx="1971">
                  <c:v>0.9855</c:v>
                </c:pt>
                <c:pt idx="1972">
                  <c:v>0.986</c:v>
                </c:pt>
                <c:pt idx="1973">
                  <c:v>0.9865</c:v>
                </c:pt>
                <c:pt idx="1974">
                  <c:v>0.987</c:v>
                </c:pt>
                <c:pt idx="1975">
                  <c:v>0.9875</c:v>
                </c:pt>
                <c:pt idx="1976">
                  <c:v>0.988</c:v>
                </c:pt>
                <c:pt idx="1977">
                  <c:v>0.9885</c:v>
                </c:pt>
                <c:pt idx="1978">
                  <c:v>0.989</c:v>
                </c:pt>
                <c:pt idx="1979">
                  <c:v>0.9895</c:v>
                </c:pt>
                <c:pt idx="1980">
                  <c:v>0.99</c:v>
                </c:pt>
                <c:pt idx="1981">
                  <c:v>0.9905</c:v>
                </c:pt>
                <c:pt idx="1982">
                  <c:v>0.991</c:v>
                </c:pt>
                <c:pt idx="1983">
                  <c:v>0.9915</c:v>
                </c:pt>
                <c:pt idx="1984">
                  <c:v>0.992</c:v>
                </c:pt>
                <c:pt idx="1985">
                  <c:v>0.9925</c:v>
                </c:pt>
                <c:pt idx="1986">
                  <c:v>0.993</c:v>
                </c:pt>
                <c:pt idx="1987">
                  <c:v>0.9935</c:v>
                </c:pt>
                <c:pt idx="1988">
                  <c:v>0.994</c:v>
                </c:pt>
                <c:pt idx="1989">
                  <c:v>0.9945</c:v>
                </c:pt>
                <c:pt idx="1990">
                  <c:v>0.995</c:v>
                </c:pt>
                <c:pt idx="1991">
                  <c:v>0.9955</c:v>
                </c:pt>
                <c:pt idx="1992">
                  <c:v>0.996</c:v>
                </c:pt>
                <c:pt idx="1993">
                  <c:v>0.9965</c:v>
                </c:pt>
                <c:pt idx="1994">
                  <c:v>0.997</c:v>
                </c:pt>
                <c:pt idx="1995">
                  <c:v>0.9975</c:v>
                </c:pt>
                <c:pt idx="1996">
                  <c:v>0.998</c:v>
                </c:pt>
                <c:pt idx="1997">
                  <c:v>0.9985</c:v>
                </c:pt>
                <c:pt idx="1998">
                  <c:v>0.999</c:v>
                </c:pt>
                <c:pt idx="1999">
                  <c:v>0.9995</c:v>
                </c:pt>
                <c:pt idx="2000">
                  <c:v>1</c:v>
                </c:pt>
                <c:pt idx="2001">
                  <c:v>0.39325</c:v>
                </c:pt>
                <c:pt idx="2002">
                  <c:v>0.39325</c:v>
                </c:pt>
              </c:numCache>
            </c:numRef>
          </c:xVal>
          <c:yVal>
            <c:numRef>
              <c:f>Sheet1!$B$2:$B$2004</c:f>
              <c:numCache>
                <c:formatCode>General</c:formatCode>
                <c:ptCount val="2003"/>
                <c:pt idx="0">
                  <c:v>80</c:v>
                </c:pt>
                <c:pt idx="1">
                  <c:v>79.833</c:v>
                </c:pt>
                <c:pt idx="2">
                  <c:v>79.333</c:v>
                </c:pt>
                <c:pt idx="3">
                  <c:v>78.504</c:v>
                </c:pt>
                <c:pt idx="4">
                  <c:v>77.349</c:v>
                </c:pt>
                <c:pt idx="5">
                  <c:v>75.876</c:v>
                </c:pt>
                <c:pt idx="6">
                  <c:v>74.092</c:v>
                </c:pt>
                <c:pt idx="7">
                  <c:v>72.004</c:v>
                </c:pt>
                <c:pt idx="8">
                  <c:v>69.623</c:v>
                </c:pt>
                <c:pt idx="9">
                  <c:v>66.959</c:v>
                </c:pt>
                <c:pt idx="10">
                  <c:v>64.026</c:v>
                </c:pt>
                <c:pt idx="11">
                  <c:v>60.835</c:v>
                </c:pt>
                <c:pt idx="12">
                  <c:v>57.402</c:v>
                </c:pt>
                <c:pt idx="13">
                  <c:v>53.741</c:v>
                </c:pt>
                <c:pt idx="14">
                  <c:v>49.869</c:v>
                </c:pt>
                <c:pt idx="15">
                  <c:v>45.802</c:v>
                </c:pt>
                <c:pt idx="16">
                  <c:v>41.559</c:v>
                </c:pt>
                <c:pt idx="17">
                  <c:v>37.156</c:v>
                </c:pt>
                <c:pt idx="18">
                  <c:v>32.615</c:v>
                </c:pt>
                <c:pt idx="19">
                  <c:v>27.953</c:v>
                </c:pt>
                <c:pt idx="20">
                  <c:v>23.19</c:v>
                </c:pt>
                <c:pt idx="21">
                  <c:v>18.348</c:v>
                </c:pt>
                <c:pt idx="22">
                  <c:v>13.447</c:v>
                </c:pt>
                <c:pt idx="23">
                  <c:v>8.506</c:v>
                </c:pt>
                <c:pt idx="24">
                  <c:v>3.547</c:v>
                </c:pt>
                <c:pt idx="25">
                  <c:v>-1.408</c:v>
                </c:pt>
                <c:pt idx="26">
                  <c:v>-6.341</c:v>
                </c:pt>
                <c:pt idx="27">
                  <c:v>-11.229</c:v>
                </c:pt>
                <c:pt idx="28">
                  <c:v>-16.054</c:v>
                </c:pt>
                <c:pt idx="29">
                  <c:v>-20.794</c:v>
                </c:pt>
                <c:pt idx="30">
                  <c:v>-25.431</c:v>
                </c:pt>
                <c:pt idx="31">
                  <c:v>-29.945</c:v>
                </c:pt>
                <c:pt idx="32">
                  <c:v>-34.318</c:v>
                </c:pt>
                <c:pt idx="33">
                  <c:v>-38.533</c:v>
                </c:pt>
                <c:pt idx="34">
                  <c:v>-42.571</c:v>
                </c:pt>
                <c:pt idx="35">
                  <c:v>-46.418</c:v>
                </c:pt>
                <c:pt idx="36">
                  <c:v>-50.057</c:v>
                </c:pt>
                <c:pt idx="37">
                  <c:v>-53.474</c:v>
                </c:pt>
                <c:pt idx="38">
                  <c:v>-56.656</c:v>
                </c:pt>
                <c:pt idx="39">
                  <c:v>-59.591</c:v>
                </c:pt>
                <c:pt idx="40">
                  <c:v>-62.265</c:v>
                </c:pt>
                <c:pt idx="41">
                  <c:v>-64.671</c:v>
                </c:pt>
                <c:pt idx="42">
                  <c:v>-66.798</c:v>
                </c:pt>
                <c:pt idx="43">
                  <c:v>-68.639</c:v>
                </c:pt>
                <c:pt idx="44">
                  <c:v>-70.186</c:v>
                </c:pt>
                <c:pt idx="45">
                  <c:v>-71.435</c:v>
                </c:pt>
                <c:pt idx="46">
                  <c:v>-72.381</c:v>
                </c:pt>
                <c:pt idx="47">
                  <c:v>-73.022</c:v>
                </c:pt>
                <c:pt idx="48">
                  <c:v>-73.355</c:v>
                </c:pt>
                <c:pt idx="49">
                  <c:v>-73.381</c:v>
                </c:pt>
                <c:pt idx="50">
                  <c:v>-73.101</c:v>
                </c:pt>
                <c:pt idx="51">
                  <c:v>-72.516</c:v>
                </c:pt>
                <c:pt idx="52">
                  <c:v>-71.631</c:v>
                </c:pt>
                <c:pt idx="53">
                  <c:v>-70.449</c:v>
                </c:pt>
                <c:pt idx="54">
                  <c:v>-68.978</c:v>
                </c:pt>
                <c:pt idx="55">
                  <c:v>-67.224</c:v>
                </c:pt>
                <c:pt idx="56">
                  <c:v>-65.195</c:v>
                </c:pt>
                <c:pt idx="57">
                  <c:v>-62.901</c:v>
                </c:pt>
                <c:pt idx="58">
                  <c:v>-60.353</c:v>
                </c:pt>
                <c:pt idx="59">
                  <c:v>-57.562</c:v>
                </c:pt>
                <c:pt idx="60">
                  <c:v>-54.54</c:v>
                </c:pt>
                <c:pt idx="61">
                  <c:v>-51.301</c:v>
                </c:pt>
                <c:pt idx="62">
                  <c:v>-47.86</c:v>
                </c:pt>
                <c:pt idx="63">
                  <c:v>-44.23</c:v>
                </c:pt>
                <c:pt idx="64">
                  <c:v>-40.429</c:v>
                </c:pt>
                <c:pt idx="65">
                  <c:v>-36.473</c:v>
                </c:pt>
                <c:pt idx="66">
                  <c:v>-32.378</c:v>
                </c:pt>
                <c:pt idx="67">
                  <c:v>-28.162</c:v>
                </c:pt>
                <c:pt idx="68">
                  <c:v>-23.844</c:v>
                </c:pt>
                <c:pt idx="69">
                  <c:v>-19.442</c:v>
                </c:pt>
                <c:pt idx="70">
                  <c:v>-14.974</c:v>
                </c:pt>
                <c:pt idx="71">
                  <c:v>-10.459</c:v>
                </c:pt>
                <c:pt idx="72">
                  <c:v>-5.916</c:v>
                </c:pt>
                <c:pt idx="73">
                  <c:v>-1.365</c:v>
                </c:pt>
                <c:pt idx="74">
                  <c:v>3.176</c:v>
                </c:pt>
                <c:pt idx="75">
                  <c:v>7.688</c:v>
                </c:pt>
                <c:pt idx="76">
                  <c:v>12.151</c:v>
                </c:pt>
                <c:pt idx="77">
                  <c:v>16.548</c:v>
                </c:pt>
                <c:pt idx="78">
                  <c:v>20.861</c:v>
                </c:pt>
                <c:pt idx="79">
                  <c:v>25.071</c:v>
                </c:pt>
                <c:pt idx="80">
                  <c:v>29.161</c:v>
                </c:pt>
                <c:pt idx="81">
                  <c:v>33.115</c:v>
                </c:pt>
                <c:pt idx="82">
                  <c:v>36.917</c:v>
                </c:pt>
                <c:pt idx="83">
                  <c:v>40.552</c:v>
                </c:pt>
                <c:pt idx="84">
                  <c:v>44.004</c:v>
                </c:pt>
                <c:pt idx="85">
                  <c:v>47.26</c:v>
                </c:pt>
                <c:pt idx="86">
                  <c:v>50.308</c:v>
                </c:pt>
                <c:pt idx="87">
                  <c:v>53.134</c:v>
                </c:pt>
                <c:pt idx="88">
                  <c:v>55.729</c:v>
                </c:pt>
                <c:pt idx="89">
                  <c:v>58.082</c:v>
                </c:pt>
                <c:pt idx="90">
                  <c:v>60.184</c:v>
                </c:pt>
                <c:pt idx="91">
                  <c:v>62.028</c:v>
                </c:pt>
                <c:pt idx="92">
                  <c:v>63.606</c:v>
                </c:pt>
                <c:pt idx="93">
                  <c:v>64.912</c:v>
                </c:pt>
                <c:pt idx="94">
                  <c:v>65.943</c:v>
                </c:pt>
                <c:pt idx="95">
                  <c:v>66.695</c:v>
                </c:pt>
                <c:pt idx="96">
                  <c:v>67.166</c:v>
                </c:pt>
                <c:pt idx="97">
                  <c:v>67.355</c:v>
                </c:pt>
                <c:pt idx="98">
                  <c:v>67.262</c:v>
                </c:pt>
                <c:pt idx="99">
                  <c:v>66.888</c:v>
                </c:pt>
                <c:pt idx="100">
                  <c:v>66.237</c:v>
                </c:pt>
                <c:pt idx="101">
                  <c:v>65.311</c:v>
                </c:pt>
                <c:pt idx="102">
                  <c:v>64.115</c:v>
                </c:pt>
                <c:pt idx="103">
                  <c:v>62.657</c:v>
                </c:pt>
                <c:pt idx="104">
                  <c:v>60.941</c:v>
                </c:pt>
                <c:pt idx="105">
                  <c:v>58.978</c:v>
                </c:pt>
                <c:pt idx="106">
                  <c:v>56.775</c:v>
                </c:pt>
                <c:pt idx="107">
                  <c:v>54.342</c:v>
                </c:pt>
                <c:pt idx="108">
                  <c:v>51.692</c:v>
                </c:pt>
                <c:pt idx="109">
                  <c:v>48.835</c:v>
                </c:pt>
                <c:pt idx="110">
                  <c:v>45.784</c:v>
                </c:pt>
                <c:pt idx="111">
                  <c:v>42.553</c:v>
                </c:pt>
                <c:pt idx="112">
                  <c:v>39.155</c:v>
                </c:pt>
                <c:pt idx="113">
                  <c:v>35.606</c:v>
                </c:pt>
                <c:pt idx="114">
                  <c:v>31.921</c:v>
                </c:pt>
                <c:pt idx="115">
                  <c:v>28.116</c:v>
                </c:pt>
                <c:pt idx="116">
                  <c:v>24.206</c:v>
                </c:pt>
                <c:pt idx="117">
                  <c:v>20.21</c:v>
                </c:pt>
                <c:pt idx="118">
                  <c:v>16.143</c:v>
                </c:pt>
                <c:pt idx="119">
                  <c:v>12.023</c:v>
                </c:pt>
                <c:pt idx="120">
                  <c:v>7.867</c:v>
                </c:pt>
                <c:pt idx="121">
                  <c:v>3.694</c:v>
                </c:pt>
                <c:pt idx="122">
                  <c:v>-0.481</c:v>
                </c:pt>
                <c:pt idx="123">
                  <c:v>-4.638</c:v>
                </c:pt>
                <c:pt idx="124">
                  <c:v>-8.762</c:v>
                </c:pt>
                <c:pt idx="125">
                  <c:v>-12.834</c:v>
                </c:pt>
                <c:pt idx="126">
                  <c:v>-16.839</c:v>
                </c:pt>
                <c:pt idx="127">
                  <c:v>-20.759</c:v>
                </c:pt>
                <c:pt idx="128">
                  <c:v>-24.578</c:v>
                </c:pt>
                <c:pt idx="129">
                  <c:v>-28.281</c:v>
                </c:pt>
                <c:pt idx="130">
                  <c:v>-31.854</c:v>
                </c:pt>
                <c:pt idx="131">
                  <c:v>-35.28</c:v>
                </c:pt>
                <c:pt idx="132">
                  <c:v>-38.547</c:v>
                </c:pt>
                <c:pt idx="133">
                  <c:v>-41.642</c:v>
                </c:pt>
                <c:pt idx="134">
                  <c:v>-44.552</c:v>
                </c:pt>
                <c:pt idx="135">
                  <c:v>-47.265</c:v>
                </c:pt>
                <c:pt idx="136">
                  <c:v>-49.772</c:v>
                </c:pt>
                <c:pt idx="137">
                  <c:v>-52.061</c:v>
                </c:pt>
                <c:pt idx="138">
                  <c:v>-54.126</c:v>
                </c:pt>
                <c:pt idx="139">
                  <c:v>-55.957</c:v>
                </c:pt>
                <c:pt idx="140">
                  <c:v>-57.548</c:v>
                </c:pt>
                <c:pt idx="141">
                  <c:v>-58.893</c:v>
                </c:pt>
                <c:pt idx="142">
                  <c:v>-59.987</c:v>
                </c:pt>
                <c:pt idx="143">
                  <c:v>-60.827</c:v>
                </c:pt>
                <c:pt idx="144">
                  <c:v>-61.41</c:v>
                </c:pt>
                <c:pt idx="145">
                  <c:v>-61.735</c:v>
                </c:pt>
                <c:pt idx="146">
                  <c:v>-61.801</c:v>
                </c:pt>
                <c:pt idx="147">
                  <c:v>-61.608</c:v>
                </c:pt>
                <c:pt idx="148">
                  <c:v>-61.159</c:v>
                </c:pt>
                <c:pt idx="149">
                  <c:v>-60.456</c:v>
                </c:pt>
                <c:pt idx="150">
                  <c:v>-59.503</c:v>
                </c:pt>
                <c:pt idx="151">
                  <c:v>-58.305</c:v>
                </c:pt>
                <c:pt idx="152">
                  <c:v>-56.868</c:v>
                </c:pt>
                <c:pt idx="153">
                  <c:v>-55.198</c:v>
                </c:pt>
                <c:pt idx="154">
                  <c:v>-53.304</c:v>
                </c:pt>
                <c:pt idx="155">
                  <c:v>-51.194</c:v>
                </c:pt>
                <c:pt idx="156">
                  <c:v>-48.878</c:v>
                </c:pt>
                <c:pt idx="157">
                  <c:v>-46.366</c:v>
                </c:pt>
                <c:pt idx="158">
                  <c:v>-43.669</c:v>
                </c:pt>
                <c:pt idx="159">
                  <c:v>-40.799</c:v>
                </c:pt>
                <c:pt idx="160">
                  <c:v>-37.769</c:v>
                </c:pt>
                <c:pt idx="161">
                  <c:v>-34.592</c:v>
                </c:pt>
                <c:pt idx="162">
                  <c:v>-31.282</c:v>
                </c:pt>
                <c:pt idx="163">
                  <c:v>-27.853</c:v>
                </c:pt>
                <c:pt idx="164">
                  <c:v>-24.32</c:v>
                </c:pt>
                <c:pt idx="165">
                  <c:v>-20.697</c:v>
                </c:pt>
                <c:pt idx="166">
                  <c:v>-17.001</c:v>
                </c:pt>
                <c:pt idx="167">
                  <c:v>-13.247</c:v>
                </c:pt>
                <c:pt idx="168">
                  <c:v>-9.451</c:v>
                </c:pt>
                <c:pt idx="169">
                  <c:v>-5.629</c:v>
                </c:pt>
                <c:pt idx="170">
                  <c:v>-1.797</c:v>
                </c:pt>
                <c:pt idx="171">
                  <c:v>2.029</c:v>
                </c:pt>
                <c:pt idx="172">
                  <c:v>5.833</c:v>
                </c:pt>
                <c:pt idx="173">
                  <c:v>9.599</c:v>
                </c:pt>
                <c:pt idx="174">
                  <c:v>13.312</c:v>
                </c:pt>
                <c:pt idx="175">
                  <c:v>16.956</c:v>
                </c:pt>
                <c:pt idx="176">
                  <c:v>20.516</c:v>
                </c:pt>
                <c:pt idx="177">
                  <c:v>23.978</c:v>
                </c:pt>
                <c:pt idx="178">
                  <c:v>27.328</c:v>
                </c:pt>
                <c:pt idx="179">
                  <c:v>30.552</c:v>
                </c:pt>
                <c:pt idx="180">
                  <c:v>33.637</c:v>
                </c:pt>
                <c:pt idx="181">
                  <c:v>36.57</c:v>
                </c:pt>
                <c:pt idx="182">
                  <c:v>39.341</c:v>
                </c:pt>
                <c:pt idx="183">
                  <c:v>41.937</c:v>
                </c:pt>
                <c:pt idx="184">
                  <c:v>44.349</c:v>
                </c:pt>
                <c:pt idx="185">
                  <c:v>46.568</c:v>
                </c:pt>
                <c:pt idx="186">
                  <c:v>48.584</c:v>
                </c:pt>
                <c:pt idx="187">
                  <c:v>50.39</c:v>
                </c:pt>
                <c:pt idx="188">
                  <c:v>51.979</c:v>
                </c:pt>
                <c:pt idx="189">
                  <c:v>53.346</c:v>
                </c:pt>
                <c:pt idx="190">
                  <c:v>54.485</c:v>
                </c:pt>
                <c:pt idx="191">
                  <c:v>55.393</c:v>
                </c:pt>
                <c:pt idx="192">
                  <c:v>56.066</c:v>
                </c:pt>
                <c:pt idx="193">
                  <c:v>56.503</c:v>
                </c:pt>
                <c:pt idx="194">
                  <c:v>56.702</c:v>
                </c:pt>
                <c:pt idx="195">
                  <c:v>56.664</c:v>
                </c:pt>
                <c:pt idx="196">
                  <c:v>56.389</c:v>
                </c:pt>
                <c:pt idx="197">
                  <c:v>55.88</c:v>
                </c:pt>
                <c:pt idx="198">
                  <c:v>55.139</c:v>
                </c:pt>
                <c:pt idx="199">
                  <c:v>54.17</c:v>
                </c:pt>
                <c:pt idx="200">
                  <c:v>52.979</c:v>
                </c:pt>
                <c:pt idx="201">
                  <c:v>51.571</c:v>
                </c:pt>
                <c:pt idx="202">
                  <c:v>49.953</c:v>
                </c:pt>
                <c:pt idx="203">
                  <c:v>48.131</c:v>
                </c:pt>
                <c:pt idx="204">
                  <c:v>46.115</c:v>
                </c:pt>
                <c:pt idx="205">
                  <c:v>43.914</c:v>
                </c:pt>
                <c:pt idx="206">
                  <c:v>41.537</c:v>
                </c:pt>
                <c:pt idx="207">
                  <c:v>38.995</c:v>
                </c:pt>
                <c:pt idx="208">
                  <c:v>36.299</c:v>
                </c:pt>
                <c:pt idx="209">
                  <c:v>33.462</c:v>
                </c:pt>
                <c:pt idx="210">
                  <c:v>30.494</c:v>
                </c:pt>
                <c:pt idx="211">
                  <c:v>27.41</c:v>
                </c:pt>
                <c:pt idx="212">
                  <c:v>24.222</c:v>
                </c:pt>
                <c:pt idx="213">
                  <c:v>20.944</c:v>
                </c:pt>
                <c:pt idx="214">
                  <c:v>17.59</c:v>
                </c:pt>
                <c:pt idx="215">
                  <c:v>14.175</c:v>
                </c:pt>
                <c:pt idx="216">
                  <c:v>10.713</c:v>
                </c:pt>
                <c:pt idx="217">
                  <c:v>7.218</c:v>
                </c:pt>
                <c:pt idx="218">
                  <c:v>3.705</c:v>
                </c:pt>
                <c:pt idx="219">
                  <c:v>0.189</c:v>
                </c:pt>
                <c:pt idx="220">
                  <c:v>-3.315</c:v>
                </c:pt>
                <c:pt idx="221">
                  <c:v>-6.793</c:v>
                </c:pt>
                <c:pt idx="222">
                  <c:v>-10.23</c:v>
                </c:pt>
                <c:pt idx="223">
                  <c:v>-13.612</c:v>
                </c:pt>
                <c:pt idx="224">
                  <c:v>-16.926</c:v>
                </c:pt>
                <c:pt idx="225">
                  <c:v>-20.157</c:v>
                </c:pt>
                <c:pt idx="226">
                  <c:v>-23.292</c:v>
                </c:pt>
                <c:pt idx="227">
                  <c:v>-26.32</c:v>
                </c:pt>
                <c:pt idx="228">
                  <c:v>-29.226</c:v>
                </c:pt>
                <c:pt idx="229">
                  <c:v>-32.001</c:v>
                </c:pt>
                <c:pt idx="230">
                  <c:v>-34.632</c:v>
                </c:pt>
                <c:pt idx="231">
                  <c:v>-37.109</c:v>
                </c:pt>
                <c:pt idx="232">
                  <c:v>-39.422</c:v>
                </c:pt>
                <c:pt idx="233">
                  <c:v>-41.563</c:v>
                </c:pt>
                <c:pt idx="234">
                  <c:v>-43.522</c:v>
                </c:pt>
                <c:pt idx="235">
                  <c:v>-45.293</c:v>
                </c:pt>
                <c:pt idx="236">
                  <c:v>-46.868</c:v>
                </c:pt>
                <c:pt idx="237">
                  <c:v>-48.242</c:v>
                </c:pt>
                <c:pt idx="238">
                  <c:v>-49.41</c:v>
                </c:pt>
                <c:pt idx="239">
                  <c:v>-50.368</c:v>
                </c:pt>
                <c:pt idx="240">
                  <c:v>-51.111</c:v>
                </c:pt>
                <c:pt idx="241">
                  <c:v>-51.639</c:v>
                </c:pt>
                <c:pt idx="242">
                  <c:v>-51.949</c:v>
                </c:pt>
                <c:pt idx="243">
                  <c:v>-52.041</c:v>
                </c:pt>
                <c:pt idx="244">
                  <c:v>-51.916</c:v>
                </c:pt>
                <c:pt idx="245">
                  <c:v>-51.574</c:v>
                </c:pt>
                <c:pt idx="246">
                  <c:v>-51.018</c:v>
                </c:pt>
                <c:pt idx="247">
                  <c:v>-50.251</c:v>
                </c:pt>
                <c:pt idx="248">
                  <c:v>-49.277</c:v>
                </c:pt>
                <c:pt idx="249">
                  <c:v>-48.101</c:v>
                </c:pt>
                <c:pt idx="250">
                  <c:v>-46.728</c:v>
                </c:pt>
                <c:pt idx="251">
                  <c:v>-45.164</c:v>
                </c:pt>
                <c:pt idx="252">
                  <c:v>-43.418</c:v>
                </c:pt>
                <c:pt idx="253">
                  <c:v>-41.497</c:v>
                </c:pt>
                <c:pt idx="254">
                  <c:v>-39.409</c:v>
                </c:pt>
                <c:pt idx="255">
                  <c:v>-37.163</c:v>
                </c:pt>
                <c:pt idx="256">
                  <c:v>-34.771</c:v>
                </c:pt>
                <c:pt idx="257">
                  <c:v>-32.242</c:v>
                </c:pt>
                <c:pt idx="258">
                  <c:v>-29.587</c:v>
                </c:pt>
                <c:pt idx="259">
                  <c:v>-26.818</c:v>
                </c:pt>
                <c:pt idx="260">
                  <c:v>-23.947</c:v>
                </c:pt>
                <c:pt idx="261">
                  <c:v>-20.986</c:v>
                </c:pt>
                <c:pt idx="262">
                  <c:v>-17.948</c:v>
                </c:pt>
                <c:pt idx="263">
                  <c:v>-14.845</c:v>
                </c:pt>
                <c:pt idx="264">
                  <c:v>-11.692</c:v>
                </c:pt>
                <c:pt idx="265">
                  <c:v>-8.501</c:v>
                </c:pt>
                <c:pt idx="266">
                  <c:v>-5.285</c:v>
                </c:pt>
                <c:pt idx="267">
                  <c:v>-2.059</c:v>
                </c:pt>
                <c:pt idx="268">
                  <c:v>1.164</c:v>
                </c:pt>
                <c:pt idx="269">
                  <c:v>4.371</c:v>
                </c:pt>
                <c:pt idx="270">
                  <c:v>7.548</c:v>
                </c:pt>
                <c:pt idx="271">
                  <c:v>10.683</c:v>
                </c:pt>
                <c:pt idx="272">
                  <c:v>13.762</c:v>
                </c:pt>
                <c:pt idx="273">
                  <c:v>16.772</c:v>
                </c:pt>
                <c:pt idx="274">
                  <c:v>19.702</c:v>
                </c:pt>
                <c:pt idx="275">
                  <c:v>22.54</c:v>
                </c:pt>
                <c:pt idx="276">
                  <c:v>25.273</c:v>
                </c:pt>
                <c:pt idx="277">
                  <c:v>27.891</c:v>
                </c:pt>
                <c:pt idx="278">
                  <c:v>30.383</c:v>
                </c:pt>
                <c:pt idx="279">
                  <c:v>32.74</c:v>
                </c:pt>
                <c:pt idx="280">
                  <c:v>34.951</c:v>
                </c:pt>
                <c:pt idx="281">
                  <c:v>37.009</c:v>
                </c:pt>
                <c:pt idx="282">
                  <c:v>38.905</c:v>
                </c:pt>
                <c:pt idx="283">
                  <c:v>40.632</c:v>
                </c:pt>
                <c:pt idx="284">
                  <c:v>42.183</c:v>
                </c:pt>
                <c:pt idx="285">
                  <c:v>43.553</c:v>
                </c:pt>
                <c:pt idx="286">
                  <c:v>44.736</c:v>
                </c:pt>
                <c:pt idx="287">
                  <c:v>45.727</c:v>
                </c:pt>
                <c:pt idx="288">
                  <c:v>46.525</c:v>
                </c:pt>
                <c:pt idx="289">
                  <c:v>47.125</c:v>
                </c:pt>
                <c:pt idx="290">
                  <c:v>47.526</c:v>
                </c:pt>
                <c:pt idx="291">
                  <c:v>47.728</c:v>
                </c:pt>
                <c:pt idx="292">
                  <c:v>47.73</c:v>
                </c:pt>
                <c:pt idx="293">
                  <c:v>47.532</c:v>
                </c:pt>
                <c:pt idx="294">
                  <c:v>47.136</c:v>
                </c:pt>
                <c:pt idx="295">
                  <c:v>46.545</c:v>
                </c:pt>
                <c:pt idx="296">
                  <c:v>45.762</c:v>
                </c:pt>
                <c:pt idx="297">
                  <c:v>44.791</c:v>
                </c:pt>
                <c:pt idx="298">
                  <c:v>43.636</c:v>
                </c:pt>
                <c:pt idx="299">
                  <c:v>42.302</c:v>
                </c:pt>
                <c:pt idx="300">
                  <c:v>40.797</c:v>
                </c:pt>
                <c:pt idx="301">
                  <c:v>39.127</c:v>
                </c:pt>
                <c:pt idx="302">
                  <c:v>37.299</c:v>
                </c:pt>
                <c:pt idx="303">
                  <c:v>35.322</c:v>
                </c:pt>
                <c:pt idx="304">
                  <c:v>33.205</c:v>
                </c:pt>
                <c:pt idx="305">
                  <c:v>30.956</c:v>
                </c:pt>
                <c:pt idx="306">
                  <c:v>28.587</c:v>
                </c:pt>
                <c:pt idx="307">
                  <c:v>26.106</c:v>
                </c:pt>
                <c:pt idx="308">
                  <c:v>23.524</c:v>
                </c:pt>
                <c:pt idx="309">
                  <c:v>20.854</c:v>
                </c:pt>
                <c:pt idx="310">
                  <c:v>18.106</c:v>
                </c:pt>
                <c:pt idx="311">
                  <c:v>15.293</c:v>
                </c:pt>
                <c:pt idx="312">
                  <c:v>12.425</c:v>
                </c:pt>
                <c:pt idx="313">
                  <c:v>9.515</c:v>
                </c:pt>
                <c:pt idx="314">
                  <c:v>6.577</c:v>
                </c:pt>
                <c:pt idx="315">
                  <c:v>3.621</c:v>
                </c:pt>
                <c:pt idx="316">
                  <c:v>0.66</c:v>
                </c:pt>
                <c:pt idx="317">
                  <c:v>-2.293</c:v>
                </c:pt>
                <c:pt idx="318">
                  <c:v>-5.226</c:v>
                </c:pt>
                <c:pt idx="319">
                  <c:v>-8.127</c:v>
                </c:pt>
                <c:pt idx="320">
                  <c:v>-10.983</c:v>
                </c:pt>
                <c:pt idx="321">
                  <c:v>-13.784</c:v>
                </c:pt>
                <c:pt idx="322">
                  <c:v>-16.517</c:v>
                </c:pt>
                <c:pt idx="323">
                  <c:v>-19.171</c:v>
                </c:pt>
                <c:pt idx="324">
                  <c:v>-21.736</c:v>
                </c:pt>
                <c:pt idx="325">
                  <c:v>-24.202</c:v>
                </c:pt>
                <c:pt idx="326">
                  <c:v>-26.557</c:v>
                </c:pt>
                <c:pt idx="327">
                  <c:v>-28.793</c:v>
                </c:pt>
                <c:pt idx="328">
                  <c:v>-30.902</c:v>
                </c:pt>
                <c:pt idx="329">
                  <c:v>-32.873</c:v>
                </c:pt>
                <c:pt idx="330">
                  <c:v>-34.701</c:v>
                </c:pt>
                <c:pt idx="331">
                  <c:v>-36.377</c:v>
                </c:pt>
                <c:pt idx="332">
                  <c:v>-37.895</c:v>
                </c:pt>
                <c:pt idx="333">
                  <c:v>-39.25</c:v>
                </c:pt>
                <c:pt idx="334">
                  <c:v>-40.436</c:v>
                </c:pt>
                <c:pt idx="335">
                  <c:v>-41.449</c:v>
                </c:pt>
                <c:pt idx="336">
                  <c:v>-42.285</c:v>
                </c:pt>
                <c:pt idx="337">
                  <c:v>-42.942</c:v>
                </c:pt>
                <c:pt idx="338">
                  <c:v>-43.417</c:v>
                </c:pt>
                <c:pt idx="339">
                  <c:v>-43.709</c:v>
                </c:pt>
                <c:pt idx="340">
                  <c:v>-43.818</c:v>
                </c:pt>
                <c:pt idx="341">
                  <c:v>-43.743</c:v>
                </c:pt>
                <c:pt idx="342">
                  <c:v>-43.486</c:v>
                </c:pt>
                <c:pt idx="343">
                  <c:v>-43.049</c:v>
                </c:pt>
                <c:pt idx="344">
                  <c:v>-42.433</c:v>
                </c:pt>
                <c:pt idx="345">
                  <c:v>-41.642</c:v>
                </c:pt>
                <c:pt idx="346">
                  <c:v>-40.68</c:v>
                </c:pt>
                <c:pt idx="347">
                  <c:v>-39.551</c:v>
                </c:pt>
                <c:pt idx="348">
                  <c:v>-38.262</c:v>
                </c:pt>
                <c:pt idx="349">
                  <c:v>-36.817</c:v>
                </c:pt>
                <c:pt idx="350">
                  <c:v>-35.223</c:v>
                </c:pt>
                <c:pt idx="351">
                  <c:v>-33.489</c:v>
                </c:pt>
                <c:pt idx="352">
                  <c:v>-31.62</c:v>
                </c:pt>
                <c:pt idx="353">
                  <c:v>-29.626</c:v>
                </c:pt>
                <c:pt idx="354">
                  <c:v>-27.515</c:v>
                </c:pt>
                <c:pt idx="355">
                  <c:v>-25.297</c:v>
                </c:pt>
                <c:pt idx="356">
                  <c:v>-22.981</c:v>
                </c:pt>
                <c:pt idx="357">
                  <c:v>-20.578</c:v>
                </c:pt>
                <c:pt idx="358">
                  <c:v>-18.096</c:v>
                </c:pt>
                <c:pt idx="359">
                  <c:v>-15.549</c:v>
                </c:pt>
                <c:pt idx="360">
                  <c:v>-12.945</c:v>
                </c:pt>
                <c:pt idx="361">
                  <c:v>-10.296</c:v>
                </c:pt>
                <c:pt idx="362">
                  <c:v>-7.614</c:v>
                </c:pt>
                <c:pt idx="363">
                  <c:v>-4.909</c:v>
                </c:pt>
                <c:pt idx="364">
                  <c:v>-2.194</c:v>
                </c:pt>
                <c:pt idx="365">
                  <c:v>0.521</c:v>
                </c:pt>
                <c:pt idx="366">
                  <c:v>3.225</c:v>
                </c:pt>
                <c:pt idx="367">
                  <c:v>5.905</c:v>
                </c:pt>
                <c:pt idx="368">
                  <c:v>8.551</c:v>
                </c:pt>
                <c:pt idx="369">
                  <c:v>11.152</c:v>
                </c:pt>
                <c:pt idx="370">
                  <c:v>13.698</c:v>
                </c:pt>
                <c:pt idx="371">
                  <c:v>16.177</c:v>
                </c:pt>
                <c:pt idx="372">
                  <c:v>18.58</c:v>
                </c:pt>
                <c:pt idx="373">
                  <c:v>20.897</c:v>
                </c:pt>
                <c:pt idx="374">
                  <c:v>23.118</c:v>
                </c:pt>
                <c:pt idx="375">
                  <c:v>25.235</c:v>
                </c:pt>
                <c:pt idx="376">
                  <c:v>27.239</c:v>
                </c:pt>
                <c:pt idx="377">
                  <c:v>29.122</c:v>
                </c:pt>
                <c:pt idx="378">
                  <c:v>30.878</c:v>
                </c:pt>
                <c:pt idx="379">
                  <c:v>32.497</c:v>
                </c:pt>
                <c:pt idx="380">
                  <c:v>33.976</c:v>
                </c:pt>
                <c:pt idx="381">
                  <c:v>35.307</c:v>
                </c:pt>
                <c:pt idx="382">
                  <c:v>36.487</c:v>
                </c:pt>
                <c:pt idx="383">
                  <c:v>37.509</c:v>
                </c:pt>
                <c:pt idx="384">
                  <c:v>38.372</c:v>
                </c:pt>
                <c:pt idx="385">
                  <c:v>39.071</c:v>
                </c:pt>
                <c:pt idx="386">
                  <c:v>39.605</c:v>
                </c:pt>
                <c:pt idx="387">
                  <c:v>39.971</c:v>
                </c:pt>
                <c:pt idx="388">
                  <c:v>40.17</c:v>
                </c:pt>
                <c:pt idx="389">
                  <c:v>40.199</c:v>
                </c:pt>
                <c:pt idx="390">
                  <c:v>40.061</c:v>
                </c:pt>
                <c:pt idx="391">
                  <c:v>39.756</c:v>
                </c:pt>
                <c:pt idx="392">
                  <c:v>39.286</c:v>
                </c:pt>
                <c:pt idx="393">
                  <c:v>38.654</c:v>
                </c:pt>
                <c:pt idx="394">
                  <c:v>37.863</c:v>
                </c:pt>
                <c:pt idx="395">
                  <c:v>36.916</c:v>
                </c:pt>
                <c:pt idx="396">
                  <c:v>35.818</c:v>
                </c:pt>
                <c:pt idx="397">
                  <c:v>34.575</c:v>
                </c:pt>
                <c:pt idx="398">
                  <c:v>33.192</c:v>
                </c:pt>
                <c:pt idx="399">
                  <c:v>31.675</c:v>
                </c:pt>
                <c:pt idx="400">
                  <c:v>30.031</c:v>
                </c:pt>
                <c:pt idx="401">
                  <c:v>28.268</c:v>
                </c:pt>
                <c:pt idx="402">
                  <c:v>26.393</c:v>
                </c:pt>
                <c:pt idx="403">
                  <c:v>24.414</c:v>
                </c:pt>
                <c:pt idx="404">
                  <c:v>22.34</c:v>
                </c:pt>
                <c:pt idx="405">
                  <c:v>20.181</c:v>
                </c:pt>
                <c:pt idx="406">
                  <c:v>17.944</c:v>
                </c:pt>
                <c:pt idx="407">
                  <c:v>15.641</c:v>
                </c:pt>
                <c:pt idx="408">
                  <c:v>13.281</c:v>
                </c:pt>
                <c:pt idx="409">
                  <c:v>10.873</c:v>
                </c:pt>
                <c:pt idx="410">
                  <c:v>8.428</c:v>
                </c:pt>
                <c:pt idx="411">
                  <c:v>5.957</c:v>
                </c:pt>
                <c:pt idx="412">
                  <c:v>3.47</c:v>
                </c:pt>
                <c:pt idx="413">
                  <c:v>0.977</c:v>
                </c:pt>
                <c:pt idx="414">
                  <c:v>-1.511</c:v>
                </c:pt>
                <c:pt idx="415">
                  <c:v>-3.984</c:v>
                </c:pt>
                <c:pt idx="416">
                  <c:v>-6.432</c:v>
                </c:pt>
                <c:pt idx="417">
                  <c:v>-8.844</c:v>
                </c:pt>
                <c:pt idx="418">
                  <c:v>-11.21</c:v>
                </c:pt>
                <c:pt idx="419">
                  <c:v>-13.522</c:v>
                </c:pt>
                <c:pt idx="420">
                  <c:v>-15.769</c:v>
                </c:pt>
                <c:pt idx="421">
                  <c:v>-17.942</c:v>
                </c:pt>
                <c:pt idx="422">
                  <c:v>-20.033</c:v>
                </c:pt>
                <c:pt idx="423">
                  <c:v>-22.032</c:v>
                </c:pt>
                <c:pt idx="424">
                  <c:v>-23.933</c:v>
                </c:pt>
                <c:pt idx="425">
                  <c:v>-25.726</c:v>
                </c:pt>
                <c:pt idx="426">
                  <c:v>-27.406</c:v>
                </c:pt>
                <c:pt idx="427">
                  <c:v>-28.966</c:v>
                </c:pt>
                <c:pt idx="428">
                  <c:v>-30.399</c:v>
                </c:pt>
                <c:pt idx="429">
                  <c:v>-31.7</c:v>
                </c:pt>
                <c:pt idx="430">
                  <c:v>-32.865</c:v>
                </c:pt>
                <c:pt idx="431">
                  <c:v>-33.888</c:v>
                </c:pt>
                <c:pt idx="432">
                  <c:v>-34.765</c:v>
                </c:pt>
                <c:pt idx="433">
                  <c:v>-35.495</c:v>
                </c:pt>
                <c:pt idx="434">
                  <c:v>-36.074</c:v>
                </c:pt>
                <c:pt idx="435">
                  <c:v>-36.5</c:v>
                </c:pt>
                <c:pt idx="436">
                  <c:v>-36.772</c:v>
                </c:pt>
                <c:pt idx="437">
                  <c:v>-36.89</c:v>
                </c:pt>
                <c:pt idx="438">
                  <c:v>-36.853</c:v>
                </c:pt>
                <c:pt idx="439">
                  <c:v>-36.662</c:v>
                </c:pt>
                <c:pt idx="440">
                  <c:v>-36.319</c:v>
                </c:pt>
                <c:pt idx="441">
                  <c:v>-35.826</c:v>
                </c:pt>
                <c:pt idx="442">
                  <c:v>-35.185</c:v>
                </c:pt>
                <c:pt idx="443">
                  <c:v>-34.399</c:v>
                </c:pt>
                <c:pt idx="444">
                  <c:v>-33.472</c:v>
                </c:pt>
                <c:pt idx="445">
                  <c:v>-32.409</c:v>
                </c:pt>
                <c:pt idx="446">
                  <c:v>-31.214</c:v>
                </c:pt>
                <c:pt idx="447">
                  <c:v>-29.893</c:v>
                </c:pt>
                <c:pt idx="448">
                  <c:v>-28.452</c:v>
                </c:pt>
                <c:pt idx="449">
                  <c:v>-26.897</c:v>
                </c:pt>
                <c:pt idx="450">
                  <c:v>-25.236</c:v>
                </c:pt>
                <c:pt idx="451">
                  <c:v>-23.475</c:v>
                </c:pt>
                <c:pt idx="452">
                  <c:v>-21.622</c:v>
                </c:pt>
                <c:pt idx="453">
                  <c:v>-19.685</c:v>
                </c:pt>
                <c:pt idx="454">
                  <c:v>-17.673</c:v>
                </c:pt>
                <c:pt idx="455">
                  <c:v>-15.595</c:v>
                </c:pt>
                <c:pt idx="456">
                  <c:v>-13.458</c:v>
                </c:pt>
                <c:pt idx="457">
                  <c:v>-11.273</c:v>
                </c:pt>
                <c:pt idx="458">
                  <c:v>-9.049</c:v>
                </c:pt>
                <c:pt idx="459">
                  <c:v>-6.794</c:v>
                </c:pt>
                <c:pt idx="460">
                  <c:v>-4.52</c:v>
                </c:pt>
                <c:pt idx="461">
                  <c:v>-2.234</c:v>
                </c:pt>
                <c:pt idx="462">
                  <c:v>0.053</c:v>
                </c:pt>
                <c:pt idx="463">
                  <c:v>2.331</c:v>
                </c:pt>
                <c:pt idx="464">
                  <c:v>4.592</c:v>
                </c:pt>
                <c:pt idx="465">
                  <c:v>6.826</c:v>
                </c:pt>
                <c:pt idx="466">
                  <c:v>9.023</c:v>
                </c:pt>
                <c:pt idx="467">
                  <c:v>11.174</c:v>
                </c:pt>
                <c:pt idx="468">
                  <c:v>13.272</c:v>
                </c:pt>
                <c:pt idx="469">
                  <c:v>15.307</c:v>
                </c:pt>
                <c:pt idx="470">
                  <c:v>17.27</c:v>
                </c:pt>
                <c:pt idx="471">
                  <c:v>19.155</c:v>
                </c:pt>
                <c:pt idx="472">
                  <c:v>20.952</c:v>
                </c:pt>
                <c:pt idx="473">
                  <c:v>22.656</c:v>
                </c:pt>
                <c:pt idx="474">
                  <c:v>24.26</c:v>
                </c:pt>
                <c:pt idx="475">
                  <c:v>25.756</c:v>
                </c:pt>
                <c:pt idx="476">
                  <c:v>27.14</c:v>
                </c:pt>
                <c:pt idx="477">
                  <c:v>28.405</c:v>
                </c:pt>
                <c:pt idx="478">
                  <c:v>29.548</c:v>
                </c:pt>
                <c:pt idx="479">
                  <c:v>30.563</c:v>
                </c:pt>
                <c:pt idx="480">
                  <c:v>31.446</c:v>
                </c:pt>
                <c:pt idx="481">
                  <c:v>32.195</c:v>
                </c:pt>
                <c:pt idx="482">
                  <c:v>32.808</c:v>
                </c:pt>
                <c:pt idx="483">
                  <c:v>33.281</c:v>
                </c:pt>
                <c:pt idx="484">
                  <c:v>33.613</c:v>
                </c:pt>
                <c:pt idx="485">
                  <c:v>33.804</c:v>
                </c:pt>
                <c:pt idx="486">
                  <c:v>33.853</c:v>
                </c:pt>
                <c:pt idx="487">
                  <c:v>33.761</c:v>
                </c:pt>
                <c:pt idx="488">
                  <c:v>33.527</c:v>
                </c:pt>
                <c:pt idx="489">
                  <c:v>33.155</c:v>
                </c:pt>
                <c:pt idx="490">
                  <c:v>32.646</c:v>
                </c:pt>
                <c:pt idx="491">
                  <c:v>32.002</c:v>
                </c:pt>
                <c:pt idx="492">
                  <c:v>31.227</c:v>
                </c:pt>
                <c:pt idx="493">
                  <c:v>30.324</c:v>
                </c:pt>
                <c:pt idx="494">
                  <c:v>29.297</c:v>
                </c:pt>
                <c:pt idx="495">
                  <c:v>28.152</c:v>
                </c:pt>
                <c:pt idx="496">
                  <c:v>26.894</c:v>
                </c:pt>
                <c:pt idx="497">
                  <c:v>25.527</c:v>
                </c:pt>
                <c:pt idx="498">
                  <c:v>24.059</c:v>
                </c:pt>
                <c:pt idx="499">
                  <c:v>22.496</c:v>
                </c:pt>
                <c:pt idx="500">
                  <c:v>20.844</c:v>
                </c:pt>
                <c:pt idx="501">
                  <c:v>19.111</c:v>
                </c:pt>
                <c:pt idx="502">
                  <c:v>17.304</c:v>
                </c:pt>
                <c:pt idx="503">
                  <c:v>15.432</c:v>
                </c:pt>
                <c:pt idx="504">
                  <c:v>13.501</c:v>
                </c:pt>
                <c:pt idx="505">
                  <c:v>11.521</c:v>
                </c:pt>
                <c:pt idx="506">
                  <c:v>9.5</c:v>
                </c:pt>
                <c:pt idx="507">
                  <c:v>7.447</c:v>
                </c:pt>
                <c:pt idx="508">
                  <c:v>5.369</c:v>
                </c:pt>
                <c:pt idx="509">
                  <c:v>3.277</c:v>
                </c:pt>
                <c:pt idx="510">
                  <c:v>1.178</c:v>
                </c:pt>
                <c:pt idx="511">
                  <c:v>-0.918</c:v>
                </c:pt>
                <c:pt idx="512">
                  <c:v>-3.003</c:v>
                </c:pt>
                <c:pt idx="513">
                  <c:v>-5.068</c:v>
                </c:pt>
                <c:pt idx="514">
                  <c:v>-7.105</c:v>
                </c:pt>
                <c:pt idx="515">
                  <c:v>-9.105</c:v>
                </c:pt>
                <c:pt idx="516">
                  <c:v>-11.06</c:v>
                </c:pt>
                <c:pt idx="517">
                  <c:v>-12.961</c:v>
                </c:pt>
                <c:pt idx="518">
                  <c:v>-14.802</c:v>
                </c:pt>
                <c:pt idx="519">
                  <c:v>-16.575</c:v>
                </c:pt>
                <c:pt idx="520">
                  <c:v>-18.272</c:v>
                </c:pt>
                <c:pt idx="521">
                  <c:v>-19.886</c:v>
                </c:pt>
                <c:pt idx="522">
                  <c:v>-21.412</c:v>
                </c:pt>
                <c:pt idx="523">
                  <c:v>-22.843</c:v>
                </c:pt>
                <c:pt idx="524">
                  <c:v>-24.174</c:v>
                </c:pt>
                <c:pt idx="525">
                  <c:v>-25.399</c:v>
                </c:pt>
                <c:pt idx="526">
                  <c:v>-26.514</c:v>
                </c:pt>
                <c:pt idx="527">
                  <c:v>-27.514</c:v>
                </c:pt>
                <c:pt idx="528">
                  <c:v>-28.396</c:v>
                </c:pt>
                <c:pt idx="529">
                  <c:v>-29.156</c:v>
                </c:pt>
                <c:pt idx="530">
                  <c:v>-29.791</c:v>
                </c:pt>
                <c:pt idx="531">
                  <c:v>-30.3</c:v>
                </c:pt>
                <c:pt idx="532">
                  <c:v>-30.681</c:v>
                </c:pt>
                <c:pt idx="533">
                  <c:v>-30.932</c:v>
                </c:pt>
                <c:pt idx="534">
                  <c:v>-31.053</c:v>
                </c:pt>
                <c:pt idx="535">
                  <c:v>-31.044</c:v>
                </c:pt>
                <c:pt idx="536">
                  <c:v>-30.905</c:v>
                </c:pt>
                <c:pt idx="537">
                  <c:v>-30.638</c:v>
                </c:pt>
                <c:pt idx="538">
                  <c:v>-30.244</c:v>
                </c:pt>
                <c:pt idx="539">
                  <c:v>-29.725</c:v>
                </c:pt>
                <c:pt idx="540">
                  <c:v>-29.084</c:v>
                </c:pt>
                <c:pt idx="541">
                  <c:v>-28.323</c:v>
                </c:pt>
                <c:pt idx="542">
                  <c:v>-27.447</c:v>
                </c:pt>
                <c:pt idx="543">
                  <c:v>-26.46</c:v>
                </c:pt>
                <c:pt idx="544">
                  <c:v>-25.365</c:v>
                </c:pt>
                <c:pt idx="545">
                  <c:v>-24.169</c:v>
                </c:pt>
                <c:pt idx="546">
                  <c:v>-22.875</c:v>
                </c:pt>
                <c:pt idx="547">
                  <c:v>-21.491</c:v>
                </c:pt>
                <c:pt idx="548">
                  <c:v>-20.022</c:v>
                </c:pt>
                <c:pt idx="549">
                  <c:v>-18.475</c:v>
                </c:pt>
                <c:pt idx="550">
                  <c:v>-16.855</c:v>
                </c:pt>
                <c:pt idx="551">
                  <c:v>-15.172</c:v>
                </c:pt>
                <c:pt idx="552">
                  <c:v>-13.43</c:v>
                </c:pt>
                <c:pt idx="553">
                  <c:v>-11.639</c:v>
                </c:pt>
                <c:pt idx="554">
                  <c:v>-9.806</c:v>
                </c:pt>
                <c:pt idx="555">
                  <c:v>-7.938</c:v>
                </c:pt>
                <c:pt idx="556">
                  <c:v>-6.043</c:v>
                </c:pt>
                <c:pt idx="557">
                  <c:v>-4.13</c:v>
                </c:pt>
                <c:pt idx="558">
                  <c:v>-2.207</c:v>
                </c:pt>
                <c:pt idx="559">
                  <c:v>-0.281</c:v>
                </c:pt>
                <c:pt idx="560">
                  <c:v>1.639</c:v>
                </c:pt>
                <c:pt idx="561">
                  <c:v>3.546</c:v>
                </c:pt>
                <c:pt idx="562">
                  <c:v>5.431</c:v>
                </c:pt>
                <c:pt idx="563">
                  <c:v>7.286</c:v>
                </c:pt>
                <c:pt idx="564">
                  <c:v>9.105</c:v>
                </c:pt>
                <c:pt idx="565">
                  <c:v>10.879</c:v>
                </c:pt>
                <c:pt idx="566">
                  <c:v>12.602</c:v>
                </c:pt>
                <c:pt idx="567">
                  <c:v>14.266</c:v>
                </c:pt>
                <c:pt idx="568">
                  <c:v>15.864</c:v>
                </c:pt>
                <c:pt idx="569">
                  <c:v>17.391</c:v>
                </c:pt>
                <c:pt idx="570">
                  <c:v>18.84</c:v>
                </c:pt>
                <c:pt idx="571">
                  <c:v>20.204</c:v>
                </c:pt>
                <c:pt idx="572">
                  <c:v>21.48</c:v>
                </c:pt>
                <c:pt idx="573">
                  <c:v>22.661</c:v>
                </c:pt>
                <c:pt idx="574">
                  <c:v>23.744</c:v>
                </c:pt>
                <c:pt idx="575">
                  <c:v>24.723</c:v>
                </c:pt>
                <c:pt idx="576">
                  <c:v>25.596</c:v>
                </c:pt>
                <c:pt idx="577">
                  <c:v>26.359</c:v>
                </c:pt>
                <c:pt idx="578">
                  <c:v>27.01</c:v>
                </c:pt>
                <c:pt idx="579">
                  <c:v>27.545</c:v>
                </c:pt>
                <c:pt idx="580">
                  <c:v>27.963</c:v>
                </c:pt>
                <c:pt idx="581">
                  <c:v>28.263</c:v>
                </c:pt>
                <c:pt idx="582">
                  <c:v>28.444</c:v>
                </c:pt>
                <c:pt idx="583">
                  <c:v>28.505</c:v>
                </c:pt>
                <c:pt idx="584">
                  <c:v>28.448</c:v>
                </c:pt>
                <c:pt idx="585">
                  <c:v>28.271</c:v>
                </c:pt>
                <c:pt idx="586">
                  <c:v>27.977</c:v>
                </c:pt>
                <c:pt idx="587">
                  <c:v>27.568</c:v>
                </c:pt>
                <c:pt idx="588">
                  <c:v>27.045</c:v>
                </c:pt>
                <c:pt idx="589">
                  <c:v>26.411</c:v>
                </c:pt>
                <c:pt idx="590">
                  <c:v>25.668</c:v>
                </c:pt>
                <c:pt idx="591">
                  <c:v>24.821</c:v>
                </c:pt>
                <c:pt idx="592">
                  <c:v>23.874</c:v>
                </c:pt>
                <c:pt idx="593">
                  <c:v>22.83</c:v>
                </c:pt>
                <c:pt idx="594">
                  <c:v>21.695</c:v>
                </c:pt>
                <c:pt idx="595">
                  <c:v>20.473</c:v>
                </c:pt>
                <c:pt idx="596">
                  <c:v>19.169</c:v>
                </c:pt>
                <c:pt idx="597">
                  <c:v>17.791</c:v>
                </c:pt>
                <c:pt idx="598">
                  <c:v>16.343</c:v>
                </c:pt>
                <c:pt idx="599">
                  <c:v>14.831</c:v>
                </c:pt>
                <c:pt idx="600">
                  <c:v>13.264</c:v>
                </c:pt>
                <c:pt idx="601">
                  <c:v>11.646</c:v>
                </c:pt>
                <c:pt idx="602">
                  <c:v>9.986</c:v>
                </c:pt>
                <c:pt idx="603">
                  <c:v>8.289</c:v>
                </c:pt>
                <c:pt idx="604">
                  <c:v>6.564</c:v>
                </c:pt>
                <c:pt idx="605">
                  <c:v>4.818</c:v>
                </c:pt>
                <c:pt idx="606">
                  <c:v>3.058</c:v>
                </c:pt>
                <c:pt idx="607">
                  <c:v>1.291</c:v>
                </c:pt>
                <c:pt idx="608">
                  <c:v>-0.475</c:v>
                </c:pt>
                <c:pt idx="609">
                  <c:v>-2.233</c:v>
                </c:pt>
                <c:pt idx="610">
                  <c:v>-3.975</c:v>
                </c:pt>
                <c:pt idx="611">
                  <c:v>-5.694</c:v>
                </c:pt>
                <c:pt idx="612">
                  <c:v>-7.384</c:v>
                </c:pt>
                <c:pt idx="613">
                  <c:v>-9.037</c:v>
                </c:pt>
                <c:pt idx="614">
                  <c:v>-10.646</c:v>
                </c:pt>
                <c:pt idx="615">
                  <c:v>-12.205</c:v>
                </c:pt>
                <c:pt idx="616">
                  <c:v>-13.707</c:v>
                </c:pt>
                <c:pt idx="617">
                  <c:v>-15.147</c:v>
                </c:pt>
                <c:pt idx="618">
                  <c:v>-16.519</c:v>
                </c:pt>
                <c:pt idx="619">
                  <c:v>-17.817</c:v>
                </c:pt>
                <c:pt idx="620">
                  <c:v>-19.036</c:v>
                </c:pt>
                <c:pt idx="621">
                  <c:v>-20.171</c:v>
                </c:pt>
                <c:pt idx="622">
                  <c:v>-21.218</c:v>
                </c:pt>
                <c:pt idx="623">
                  <c:v>-22.172</c:v>
                </c:pt>
                <c:pt idx="624">
                  <c:v>-23.031</c:v>
                </c:pt>
                <c:pt idx="625">
                  <c:v>-23.79</c:v>
                </c:pt>
                <c:pt idx="626">
                  <c:v>-24.448</c:v>
                </c:pt>
                <c:pt idx="627">
                  <c:v>-25.001</c:v>
                </c:pt>
                <c:pt idx="628">
                  <c:v>-25.447</c:v>
                </c:pt>
                <c:pt idx="629">
                  <c:v>-25.786</c:v>
                </c:pt>
                <c:pt idx="630">
                  <c:v>-26.016</c:v>
                </c:pt>
                <c:pt idx="631">
                  <c:v>-26.137</c:v>
                </c:pt>
                <c:pt idx="632">
                  <c:v>-26.148</c:v>
                </c:pt>
                <c:pt idx="633">
                  <c:v>-26.049</c:v>
                </c:pt>
                <c:pt idx="634">
                  <c:v>-25.843</c:v>
                </c:pt>
                <c:pt idx="635">
                  <c:v>-25.529</c:v>
                </c:pt>
                <c:pt idx="636">
                  <c:v>-25.109</c:v>
                </c:pt>
                <c:pt idx="637">
                  <c:v>-24.587</c:v>
                </c:pt>
                <c:pt idx="638">
                  <c:v>-23.963</c:v>
                </c:pt>
                <c:pt idx="639">
                  <c:v>-23.242</c:v>
                </c:pt>
                <c:pt idx="640">
                  <c:v>-22.426</c:v>
                </c:pt>
                <c:pt idx="641">
                  <c:v>-21.519</c:v>
                </c:pt>
                <c:pt idx="642">
                  <c:v>-20.526</c:v>
                </c:pt>
                <c:pt idx="643">
                  <c:v>-19.451</c:v>
                </c:pt>
                <c:pt idx="644">
                  <c:v>-18.298</c:v>
                </c:pt>
                <c:pt idx="645">
                  <c:v>-17.072</c:v>
                </c:pt>
                <c:pt idx="646">
                  <c:v>-15.78</c:v>
                </c:pt>
                <c:pt idx="647">
                  <c:v>-14.427</c:v>
                </c:pt>
                <c:pt idx="648">
                  <c:v>-13.018</c:v>
                </c:pt>
                <c:pt idx="649">
                  <c:v>-11.559</c:v>
                </c:pt>
                <c:pt idx="650">
                  <c:v>-10.058</c:v>
                </c:pt>
                <c:pt idx="651">
                  <c:v>-8.52</c:v>
                </c:pt>
                <c:pt idx="652">
                  <c:v>-6.951</c:v>
                </c:pt>
                <c:pt idx="653">
                  <c:v>-5.36</c:v>
                </c:pt>
                <c:pt idx="654">
                  <c:v>-3.751</c:v>
                </c:pt>
                <c:pt idx="655">
                  <c:v>-2.133</c:v>
                </c:pt>
                <c:pt idx="656">
                  <c:v>-0.511</c:v>
                </c:pt>
                <c:pt idx="657">
                  <c:v>1.107</c:v>
                </c:pt>
                <c:pt idx="658">
                  <c:v>2.715</c:v>
                </c:pt>
                <c:pt idx="659">
                  <c:v>4.306</c:v>
                </c:pt>
                <c:pt idx="660">
                  <c:v>5.873</c:v>
                </c:pt>
                <c:pt idx="661">
                  <c:v>7.41</c:v>
                </c:pt>
                <c:pt idx="662">
                  <c:v>8.911</c:v>
                </c:pt>
                <c:pt idx="663">
                  <c:v>10.369</c:v>
                </c:pt>
                <c:pt idx="664">
                  <c:v>11.778</c:v>
                </c:pt>
                <c:pt idx="665">
                  <c:v>13.134</c:v>
                </c:pt>
                <c:pt idx="666">
                  <c:v>14.43</c:v>
                </c:pt>
                <c:pt idx="667">
                  <c:v>15.661</c:v>
                </c:pt>
                <c:pt idx="668">
                  <c:v>16.822</c:v>
                </c:pt>
                <c:pt idx="669">
                  <c:v>17.91</c:v>
                </c:pt>
                <c:pt idx="670">
                  <c:v>18.918</c:v>
                </c:pt>
                <c:pt idx="671">
                  <c:v>19.844</c:v>
                </c:pt>
                <c:pt idx="672">
                  <c:v>20.684</c:v>
                </c:pt>
                <c:pt idx="673">
                  <c:v>21.434</c:v>
                </c:pt>
                <c:pt idx="674">
                  <c:v>22.092</c:v>
                </c:pt>
                <c:pt idx="675">
                  <c:v>22.656</c:v>
                </c:pt>
                <c:pt idx="676">
                  <c:v>23.123</c:v>
                </c:pt>
                <c:pt idx="677">
                  <c:v>23.492</c:v>
                </c:pt>
                <c:pt idx="678">
                  <c:v>23.761</c:v>
                </c:pt>
                <c:pt idx="679">
                  <c:v>23.931</c:v>
                </c:pt>
                <c:pt idx="680">
                  <c:v>23.999</c:v>
                </c:pt>
                <c:pt idx="681">
                  <c:v>23.968</c:v>
                </c:pt>
                <c:pt idx="682">
                  <c:v>23.836</c:v>
                </c:pt>
                <c:pt idx="683">
                  <c:v>23.605</c:v>
                </c:pt>
                <c:pt idx="684">
                  <c:v>23.277</c:v>
                </c:pt>
                <c:pt idx="685">
                  <c:v>22.853</c:v>
                </c:pt>
                <c:pt idx="686">
                  <c:v>22.334</c:v>
                </c:pt>
                <c:pt idx="687">
                  <c:v>21.724</c:v>
                </c:pt>
                <c:pt idx="688">
                  <c:v>21.026</c:v>
                </c:pt>
                <c:pt idx="689">
                  <c:v>20.242</c:v>
                </c:pt>
                <c:pt idx="690">
                  <c:v>19.377</c:v>
                </c:pt>
                <c:pt idx="691">
                  <c:v>18.434</c:v>
                </c:pt>
                <c:pt idx="692">
                  <c:v>17.417</c:v>
                </c:pt>
                <c:pt idx="693">
                  <c:v>16.331</c:v>
                </c:pt>
                <c:pt idx="694">
                  <c:v>15.18</c:v>
                </c:pt>
                <c:pt idx="695">
                  <c:v>13.97</c:v>
                </c:pt>
                <c:pt idx="696">
                  <c:v>12.707</c:v>
                </c:pt>
                <c:pt idx="697">
                  <c:v>11.394</c:v>
                </c:pt>
                <c:pt idx="698">
                  <c:v>10.039</c:v>
                </c:pt>
                <c:pt idx="699">
                  <c:v>8.647</c:v>
                </c:pt>
                <c:pt idx="700">
                  <c:v>7.223</c:v>
                </c:pt>
                <c:pt idx="701">
                  <c:v>5.774</c:v>
                </c:pt>
                <c:pt idx="702">
                  <c:v>4.306</c:v>
                </c:pt>
                <c:pt idx="703">
                  <c:v>2.826</c:v>
                </c:pt>
                <c:pt idx="704">
                  <c:v>1.339</c:v>
                </c:pt>
                <c:pt idx="705">
                  <c:v>-0.149</c:v>
                </c:pt>
                <c:pt idx="706">
                  <c:v>-1.63</c:v>
                </c:pt>
                <c:pt idx="707">
                  <c:v>-3.1</c:v>
                </c:pt>
                <c:pt idx="708">
                  <c:v>-4.551</c:v>
                </c:pt>
                <c:pt idx="709">
                  <c:v>-5.978</c:v>
                </c:pt>
                <c:pt idx="710">
                  <c:v>-7.376</c:v>
                </c:pt>
                <c:pt idx="711">
                  <c:v>-8.737</c:v>
                </c:pt>
                <c:pt idx="712">
                  <c:v>-10.057</c:v>
                </c:pt>
                <c:pt idx="713">
                  <c:v>-11.331</c:v>
                </c:pt>
                <c:pt idx="714">
                  <c:v>-12.553</c:v>
                </c:pt>
                <c:pt idx="715">
                  <c:v>-13.718</c:v>
                </c:pt>
                <c:pt idx="716">
                  <c:v>-14.821</c:v>
                </c:pt>
                <c:pt idx="717">
                  <c:v>-15.859</c:v>
                </c:pt>
                <c:pt idx="718">
                  <c:v>-16.827</c:v>
                </c:pt>
                <c:pt idx="719">
                  <c:v>-17.721</c:v>
                </c:pt>
                <c:pt idx="720">
                  <c:v>-18.538</c:v>
                </c:pt>
                <c:pt idx="721">
                  <c:v>-19.275</c:v>
                </c:pt>
                <c:pt idx="722">
                  <c:v>-19.929</c:v>
                </c:pt>
                <c:pt idx="723">
                  <c:v>-20.497</c:v>
                </c:pt>
                <c:pt idx="724">
                  <c:v>-20.978</c:v>
                </c:pt>
                <c:pt idx="725">
                  <c:v>-21.369</c:v>
                </c:pt>
                <c:pt idx="726">
                  <c:v>-21.67</c:v>
                </c:pt>
                <c:pt idx="727">
                  <c:v>-21.879</c:v>
                </c:pt>
                <c:pt idx="728">
                  <c:v>-21.996</c:v>
                </c:pt>
                <c:pt idx="729">
                  <c:v>-22.021</c:v>
                </c:pt>
                <c:pt idx="730">
                  <c:v>-21.954</c:v>
                </c:pt>
                <c:pt idx="731">
                  <c:v>-21.795</c:v>
                </c:pt>
                <c:pt idx="732">
                  <c:v>-21.546</c:v>
                </c:pt>
                <c:pt idx="733">
                  <c:v>-21.208</c:v>
                </c:pt>
                <c:pt idx="734">
                  <c:v>-20.782</c:v>
                </c:pt>
                <c:pt idx="735">
                  <c:v>-20.271</c:v>
                </c:pt>
                <c:pt idx="736">
                  <c:v>-19.678</c:v>
                </c:pt>
                <c:pt idx="737">
                  <c:v>-19.004</c:v>
                </c:pt>
                <c:pt idx="738">
                  <c:v>-18.253</c:v>
                </c:pt>
                <c:pt idx="739">
                  <c:v>-17.429</c:v>
                </c:pt>
                <c:pt idx="740">
                  <c:v>-16.535</c:v>
                </c:pt>
                <c:pt idx="741">
                  <c:v>-15.575</c:v>
                </c:pt>
                <c:pt idx="742">
                  <c:v>-14.553</c:v>
                </c:pt>
                <c:pt idx="743">
                  <c:v>-13.475</c:v>
                </c:pt>
                <c:pt idx="744">
                  <c:v>-12.343</c:v>
                </c:pt>
                <c:pt idx="745">
                  <c:v>-11.165</c:v>
                </c:pt>
                <c:pt idx="746">
                  <c:v>-9.943</c:v>
                </c:pt>
                <c:pt idx="747">
                  <c:v>-8.685</c:v>
                </c:pt>
                <c:pt idx="748">
                  <c:v>-7.395</c:v>
                </c:pt>
                <c:pt idx="749">
                  <c:v>-6.078</c:v>
                </c:pt>
                <c:pt idx="750">
                  <c:v>-4.741</c:v>
                </c:pt>
                <c:pt idx="751">
                  <c:v>-3.388</c:v>
                </c:pt>
                <c:pt idx="752">
                  <c:v>-2.027</c:v>
                </c:pt>
                <c:pt idx="753">
                  <c:v>-0.661</c:v>
                </c:pt>
                <c:pt idx="754">
                  <c:v>0.702</c:v>
                </c:pt>
                <c:pt idx="755">
                  <c:v>2.058</c:v>
                </c:pt>
                <c:pt idx="756">
                  <c:v>3.4</c:v>
                </c:pt>
                <c:pt idx="757">
                  <c:v>4.723</c:v>
                </c:pt>
                <c:pt idx="758">
                  <c:v>6.022</c:v>
                </c:pt>
                <c:pt idx="759">
                  <c:v>7.291</c:v>
                </c:pt>
                <c:pt idx="760">
                  <c:v>8.525</c:v>
                </c:pt>
                <c:pt idx="761">
                  <c:v>9.72</c:v>
                </c:pt>
                <c:pt idx="762">
                  <c:v>10.869</c:v>
                </c:pt>
                <c:pt idx="763">
                  <c:v>11.969</c:v>
                </c:pt>
                <c:pt idx="764">
                  <c:v>13.015</c:v>
                </c:pt>
                <c:pt idx="765">
                  <c:v>14.003</c:v>
                </c:pt>
                <c:pt idx="766">
                  <c:v>14.929</c:v>
                </c:pt>
                <c:pt idx="767">
                  <c:v>15.79</c:v>
                </c:pt>
                <c:pt idx="768">
                  <c:v>16.581</c:v>
                </c:pt>
                <c:pt idx="769">
                  <c:v>17.301</c:v>
                </c:pt>
                <c:pt idx="770">
                  <c:v>17.946</c:v>
                </c:pt>
                <c:pt idx="771">
                  <c:v>18.513</c:v>
                </c:pt>
                <c:pt idx="772">
                  <c:v>19.001</c:v>
                </c:pt>
                <c:pt idx="773">
                  <c:v>19.408</c:v>
                </c:pt>
                <c:pt idx="774">
                  <c:v>19.733</c:v>
                </c:pt>
                <c:pt idx="775">
                  <c:v>19.974</c:v>
                </c:pt>
                <c:pt idx="776">
                  <c:v>20.131</c:v>
                </c:pt>
                <c:pt idx="777">
                  <c:v>20.203</c:v>
                </c:pt>
                <c:pt idx="778">
                  <c:v>20.191</c:v>
                </c:pt>
                <c:pt idx="779">
                  <c:v>20.094</c:v>
                </c:pt>
                <c:pt idx="780">
                  <c:v>19.914</c:v>
                </c:pt>
                <c:pt idx="781">
                  <c:v>19.651</c:v>
                </c:pt>
                <c:pt idx="782">
                  <c:v>19.308</c:v>
                </c:pt>
                <c:pt idx="783">
                  <c:v>18.884</c:v>
                </c:pt>
                <c:pt idx="784">
                  <c:v>18.384</c:v>
                </c:pt>
                <c:pt idx="785">
                  <c:v>17.808</c:v>
                </c:pt>
                <c:pt idx="786">
                  <c:v>17.16</c:v>
                </c:pt>
                <c:pt idx="787">
                  <c:v>16.443</c:v>
                </c:pt>
                <c:pt idx="788">
                  <c:v>15.66</c:v>
                </c:pt>
                <c:pt idx="789">
                  <c:v>14.814</c:v>
                </c:pt>
                <c:pt idx="790">
                  <c:v>13.909</c:v>
                </c:pt>
                <c:pt idx="791">
                  <c:v>12.949</c:v>
                </c:pt>
                <c:pt idx="792">
                  <c:v>11.939</c:v>
                </c:pt>
                <c:pt idx="793">
                  <c:v>10.882</c:v>
                </c:pt>
                <c:pt idx="794">
                  <c:v>9.784</c:v>
                </c:pt>
                <c:pt idx="795">
                  <c:v>8.648</c:v>
                </c:pt>
                <c:pt idx="796">
                  <c:v>7.481</c:v>
                </c:pt>
                <c:pt idx="797">
                  <c:v>6.286</c:v>
                </c:pt>
                <c:pt idx="798">
                  <c:v>5.069</c:v>
                </c:pt>
                <c:pt idx="799">
                  <c:v>3.836</c:v>
                </c:pt>
                <c:pt idx="800">
                  <c:v>2.591</c:v>
                </c:pt>
                <c:pt idx="801">
                  <c:v>1.339</c:v>
                </c:pt>
                <c:pt idx="802">
                  <c:v>0.087</c:v>
                </c:pt>
                <c:pt idx="803">
                  <c:v>-1.162</c:v>
                </c:pt>
                <c:pt idx="804">
                  <c:v>-2.402</c:v>
                </c:pt>
                <c:pt idx="805">
                  <c:v>-3.627</c:v>
                </c:pt>
                <c:pt idx="806">
                  <c:v>-4.832</c:v>
                </c:pt>
                <c:pt idx="807">
                  <c:v>-6.013</c:v>
                </c:pt>
                <c:pt idx="808">
                  <c:v>-7.165</c:v>
                </c:pt>
                <c:pt idx="809">
                  <c:v>-8.283</c:v>
                </c:pt>
                <c:pt idx="810">
                  <c:v>-9.362</c:v>
                </c:pt>
                <c:pt idx="811">
                  <c:v>-10.398</c:v>
                </c:pt>
                <c:pt idx="812">
                  <c:v>-11.388</c:v>
                </c:pt>
                <c:pt idx="813">
                  <c:v>-12.326</c:v>
                </c:pt>
                <c:pt idx="814">
                  <c:v>-13.209</c:v>
                </c:pt>
                <c:pt idx="815">
                  <c:v>-14.035</c:v>
                </c:pt>
                <c:pt idx="816">
                  <c:v>-14.798</c:v>
                </c:pt>
                <c:pt idx="817">
                  <c:v>-15.497</c:v>
                </c:pt>
                <c:pt idx="818">
                  <c:v>-16.129</c:v>
                </c:pt>
                <c:pt idx="819">
                  <c:v>-16.692</c:v>
                </c:pt>
                <c:pt idx="820">
                  <c:v>-17.183</c:v>
                </c:pt>
                <c:pt idx="821">
                  <c:v>-17.6</c:v>
                </c:pt>
                <c:pt idx="822">
                  <c:v>-17.942</c:v>
                </c:pt>
                <c:pt idx="823">
                  <c:v>-18.208</c:v>
                </c:pt>
                <c:pt idx="824">
                  <c:v>-18.398</c:v>
                </c:pt>
                <c:pt idx="825">
                  <c:v>-18.509</c:v>
                </c:pt>
                <c:pt idx="826">
                  <c:v>-18.543</c:v>
                </c:pt>
                <c:pt idx="827">
                  <c:v>-18.5</c:v>
                </c:pt>
                <c:pt idx="828">
                  <c:v>-18.379</c:v>
                </c:pt>
                <c:pt idx="829">
                  <c:v>-18.182</c:v>
                </c:pt>
                <c:pt idx="830">
                  <c:v>-17.91</c:v>
                </c:pt>
                <c:pt idx="831">
                  <c:v>-17.564</c:v>
                </c:pt>
                <c:pt idx="832">
                  <c:v>-17.146</c:v>
                </c:pt>
                <c:pt idx="833">
                  <c:v>-16.658</c:v>
                </c:pt>
                <c:pt idx="834">
                  <c:v>-16.102</c:v>
                </c:pt>
                <c:pt idx="835">
                  <c:v>-15.481</c:v>
                </c:pt>
                <c:pt idx="836">
                  <c:v>-14.797</c:v>
                </c:pt>
                <c:pt idx="837">
                  <c:v>-14.054</c:v>
                </c:pt>
                <c:pt idx="838">
                  <c:v>-13.254</c:v>
                </c:pt>
                <c:pt idx="839">
                  <c:v>-12.403</c:v>
                </c:pt>
                <c:pt idx="840">
                  <c:v>-11.502</c:v>
                </c:pt>
                <c:pt idx="841">
                  <c:v>-10.557</c:v>
                </c:pt>
                <c:pt idx="842">
                  <c:v>-9.571</c:v>
                </c:pt>
                <c:pt idx="843">
                  <c:v>-8.548</c:v>
                </c:pt>
                <c:pt idx="844">
                  <c:v>-7.494</c:v>
                </c:pt>
                <c:pt idx="845">
                  <c:v>-6.412</c:v>
                </c:pt>
                <c:pt idx="846">
                  <c:v>-5.307</c:v>
                </c:pt>
                <c:pt idx="847">
                  <c:v>-4.183</c:v>
                </c:pt>
                <c:pt idx="848">
                  <c:v>-3.046</c:v>
                </c:pt>
                <c:pt idx="849">
                  <c:v>-1.901</c:v>
                </c:pt>
                <c:pt idx="850">
                  <c:v>-0.751</c:v>
                </c:pt>
                <c:pt idx="851">
                  <c:v>0.397</c:v>
                </c:pt>
                <c:pt idx="852">
                  <c:v>1.54</c:v>
                </c:pt>
                <c:pt idx="853">
                  <c:v>2.672</c:v>
                </c:pt>
                <c:pt idx="854">
                  <c:v>3.79</c:v>
                </c:pt>
                <c:pt idx="855">
                  <c:v>4.887</c:v>
                </c:pt>
                <c:pt idx="856">
                  <c:v>5.96</c:v>
                </c:pt>
                <c:pt idx="857">
                  <c:v>7.005</c:v>
                </c:pt>
                <c:pt idx="858">
                  <c:v>8.016</c:v>
                </c:pt>
                <c:pt idx="859">
                  <c:v>8.991</c:v>
                </c:pt>
                <c:pt idx="860">
                  <c:v>9.924</c:v>
                </c:pt>
                <c:pt idx="861">
                  <c:v>10.813</c:v>
                </c:pt>
                <c:pt idx="862">
                  <c:v>11.653</c:v>
                </c:pt>
                <c:pt idx="863">
                  <c:v>12.442</c:v>
                </c:pt>
                <c:pt idx="864">
                  <c:v>13.176</c:v>
                </c:pt>
                <c:pt idx="865">
                  <c:v>13.853</c:v>
                </c:pt>
                <c:pt idx="866">
                  <c:v>14.469</c:v>
                </c:pt>
                <c:pt idx="867">
                  <c:v>15.023</c:v>
                </c:pt>
                <c:pt idx="868">
                  <c:v>15.512</c:v>
                </c:pt>
                <c:pt idx="869">
                  <c:v>15.934</c:v>
                </c:pt>
                <c:pt idx="870">
                  <c:v>16.289</c:v>
                </c:pt>
                <c:pt idx="871">
                  <c:v>16.574</c:v>
                </c:pt>
                <c:pt idx="872">
                  <c:v>16.789</c:v>
                </c:pt>
                <c:pt idx="873">
                  <c:v>16.933</c:v>
                </c:pt>
                <c:pt idx="874">
                  <c:v>17.006</c:v>
                </c:pt>
                <c:pt idx="875">
                  <c:v>17.007</c:v>
                </c:pt>
                <c:pt idx="876">
                  <c:v>16.938</c:v>
                </c:pt>
                <c:pt idx="877">
                  <c:v>16.798</c:v>
                </c:pt>
                <c:pt idx="878">
                  <c:v>16.589</c:v>
                </c:pt>
                <c:pt idx="879">
                  <c:v>16.311</c:v>
                </c:pt>
                <c:pt idx="880">
                  <c:v>15.965</c:v>
                </c:pt>
                <c:pt idx="881">
                  <c:v>15.555</c:v>
                </c:pt>
                <c:pt idx="882">
                  <c:v>15.081</c:v>
                </c:pt>
                <c:pt idx="883">
                  <c:v>14.545</c:v>
                </c:pt>
                <c:pt idx="884">
                  <c:v>13.951</c:v>
                </c:pt>
                <c:pt idx="885">
                  <c:v>13.301</c:v>
                </c:pt>
                <c:pt idx="886">
                  <c:v>12.597</c:v>
                </c:pt>
                <c:pt idx="887">
                  <c:v>11.843</c:v>
                </c:pt>
                <c:pt idx="888">
                  <c:v>11.043</c:v>
                </c:pt>
                <c:pt idx="889">
                  <c:v>10.199</c:v>
                </c:pt>
                <c:pt idx="890">
                  <c:v>9.316</c:v>
                </c:pt>
                <c:pt idx="891">
                  <c:v>8.396</c:v>
                </c:pt>
                <c:pt idx="892">
                  <c:v>7.445</c:v>
                </c:pt>
                <c:pt idx="893">
                  <c:v>6.467</c:v>
                </c:pt>
                <c:pt idx="894">
                  <c:v>5.464</c:v>
                </c:pt>
                <c:pt idx="895">
                  <c:v>4.443</c:v>
                </c:pt>
                <c:pt idx="896">
                  <c:v>3.406</c:v>
                </c:pt>
                <c:pt idx="897">
                  <c:v>2.359</c:v>
                </c:pt>
                <c:pt idx="898">
                  <c:v>1.306</c:v>
                </c:pt>
                <c:pt idx="899">
                  <c:v>0.251</c:v>
                </c:pt>
                <c:pt idx="900">
                  <c:v>-0.801</c:v>
                </c:pt>
                <c:pt idx="901">
                  <c:v>-1.846</c:v>
                </c:pt>
                <c:pt idx="902">
                  <c:v>-2.88</c:v>
                </c:pt>
                <c:pt idx="903">
                  <c:v>-3.898</c:v>
                </c:pt>
                <c:pt idx="904">
                  <c:v>-4.896</c:v>
                </c:pt>
                <c:pt idx="905">
                  <c:v>-5.871</c:v>
                </c:pt>
                <c:pt idx="906">
                  <c:v>-6.817</c:v>
                </c:pt>
                <c:pt idx="907">
                  <c:v>-7.731</c:v>
                </c:pt>
                <c:pt idx="908">
                  <c:v>-8.61</c:v>
                </c:pt>
                <c:pt idx="909">
                  <c:v>-9.45</c:v>
                </c:pt>
                <c:pt idx="910">
                  <c:v>-10.248</c:v>
                </c:pt>
                <c:pt idx="911">
                  <c:v>-11</c:v>
                </c:pt>
                <c:pt idx="912">
                  <c:v>-11.703</c:v>
                </c:pt>
                <c:pt idx="913">
                  <c:v>-12.355</c:v>
                </c:pt>
                <c:pt idx="914">
                  <c:v>-12.953</c:v>
                </c:pt>
                <c:pt idx="915">
                  <c:v>-13.495</c:v>
                </c:pt>
                <c:pt idx="916">
                  <c:v>-13.978</c:v>
                </c:pt>
                <c:pt idx="917">
                  <c:v>-14.402</c:v>
                </c:pt>
                <c:pt idx="918">
                  <c:v>-14.764</c:v>
                </c:pt>
                <c:pt idx="919">
                  <c:v>-15.063</c:v>
                </c:pt>
                <c:pt idx="920">
                  <c:v>-15.298</c:v>
                </c:pt>
                <c:pt idx="921">
                  <c:v>-15.468</c:v>
                </c:pt>
                <c:pt idx="922">
                  <c:v>-15.573</c:v>
                </c:pt>
                <c:pt idx="923">
                  <c:v>-15.613</c:v>
                </c:pt>
                <c:pt idx="924">
                  <c:v>-15.587</c:v>
                </c:pt>
                <c:pt idx="925">
                  <c:v>-15.497</c:v>
                </c:pt>
                <c:pt idx="926">
                  <c:v>-15.342</c:v>
                </c:pt>
                <c:pt idx="927">
                  <c:v>-15.123</c:v>
                </c:pt>
                <c:pt idx="928">
                  <c:v>-14.842</c:v>
                </c:pt>
                <c:pt idx="929">
                  <c:v>-14.501</c:v>
                </c:pt>
                <c:pt idx="930">
                  <c:v>-14.099</c:v>
                </c:pt>
                <c:pt idx="931">
                  <c:v>-13.641</c:v>
                </c:pt>
                <c:pt idx="932">
                  <c:v>-13.127</c:v>
                </c:pt>
                <c:pt idx="933">
                  <c:v>-12.56</c:v>
                </c:pt>
                <c:pt idx="934">
                  <c:v>-11.942</c:v>
                </c:pt>
                <c:pt idx="935">
                  <c:v>-11.277</c:v>
                </c:pt>
                <c:pt idx="936">
                  <c:v>-10.567</c:v>
                </c:pt>
                <c:pt idx="937">
                  <c:v>-9.816</c:v>
                </c:pt>
                <c:pt idx="938">
                  <c:v>-9.026</c:v>
                </c:pt>
                <c:pt idx="939">
                  <c:v>-8.201</c:v>
                </c:pt>
                <c:pt idx="940">
                  <c:v>-7.345</c:v>
                </c:pt>
                <c:pt idx="941">
                  <c:v>-6.462</c:v>
                </c:pt>
                <c:pt idx="942">
                  <c:v>-5.554</c:v>
                </c:pt>
                <c:pt idx="943">
                  <c:v>-4.627</c:v>
                </c:pt>
                <c:pt idx="944">
                  <c:v>-3.683</c:v>
                </c:pt>
                <c:pt idx="945">
                  <c:v>-2.728</c:v>
                </c:pt>
                <c:pt idx="946">
                  <c:v>-1.764</c:v>
                </c:pt>
                <c:pt idx="947">
                  <c:v>-0.796</c:v>
                </c:pt>
                <c:pt idx="948">
                  <c:v>0.171</c:v>
                </c:pt>
                <c:pt idx="949">
                  <c:v>1.134</c:v>
                </c:pt>
                <c:pt idx="950">
                  <c:v>2.09</c:v>
                </c:pt>
                <c:pt idx="951">
                  <c:v>3.033</c:v>
                </c:pt>
                <c:pt idx="952">
                  <c:v>3.96</c:v>
                </c:pt>
                <c:pt idx="953">
                  <c:v>4.867</c:v>
                </c:pt>
                <c:pt idx="954">
                  <c:v>5.751</c:v>
                </c:pt>
                <c:pt idx="955">
                  <c:v>6.607</c:v>
                </c:pt>
                <c:pt idx="956">
                  <c:v>7.433</c:v>
                </c:pt>
                <c:pt idx="957">
                  <c:v>8.226</c:v>
                </c:pt>
                <c:pt idx="958">
                  <c:v>8.98</c:v>
                </c:pt>
                <c:pt idx="959">
                  <c:v>9.695</c:v>
                </c:pt>
                <c:pt idx="960">
                  <c:v>10.367</c:v>
                </c:pt>
                <c:pt idx="961">
                  <c:v>10.993</c:v>
                </c:pt>
                <c:pt idx="962">
                  <c:v>11.571</c:v>
                </c:pt>
                <c:pt idx="963">
                  <c:v>12.099</c:v>
                </c:pt>
                <c:pt idx="964">
                  <c:v>12.574</c:v>
                </c:pt>
                <c:pt idx="965">
                  <c:v>12.995</c:v>
                </c:pt>
                <c:pt idx="966">
                  <c:v>13.36</c:v>
                </c:pt>
                <c:pt idx="967">
                  <c:v>13.668</c:v>
                </c:pt>
                <c:pt idx="968">
                  <c:v>13.918</c:v>
                </c:pt>
                <c:pt idx="969">
                  <c:v>14.109</c:v>
                </c:pt>
                <c:pt idx="970">
                  <c:v>14.241</c:v>
                </c:pt>
                <c:pt idx="971">
                  <c:v>14.312</c:v>
                </c:pt>
                <c:pt idx="972">
                  <c:v>14.324</c:v>
                </c:pt>
                <c:pt idx="973">
                  <c:v>14.276</c:v>
                </c:pt>
                <c:pt idx="974">
                  <c:v>14.168</c:v>
                </c:pt>
                <c:pt idx="975">
                  <c:v>14.001</c:v>
                </c:pt>
                <c:pt idx="976">
                  <c:v>13.777</c:v>
                </c:pt>
                <c:pt idx="977">
                  <c:v>13.496</c:v>
                </c:pt>
                <c:pt idx="978">
                  <c:v>13.159</c:v>
                </c:pt>
                <c:pt idx="979">
                  <c:v>12.769</c:v>
                </c:pt>
                <c:pt idx="980">
                  <c:v>12.327</c:v>
                </c:pt>
                <c:pt idx="981">
                  <c:v>11.835</c:v>
                </c:pt>
                <c:pt idx="982">
                  <c:v>11.295</c:v>
                </c:pt>
                <c:pt idx="983">
                  <c:v>10.71</c:v>
                </c:pt>
                <c:pt idx="984">
                  <c:v>10.082</c:v>
                </c:pt>
                <c:pt idx="985">
                  <c:v>9.415</c:v>
                </c:pt>
                <c:pt idx="986">
                  <c:v>8.71</c:v>
                </c:pt>
                <c:pt idx="987">
                  <c:v>7.972</c:v>
                </c:pt>
                <c:pt idx="988">
                  <c:v>7.203</c:v>
                </c:pt>
                <c:pt idx="989">
                  <c:v>6.406</c:v>
                </c:pt>
                <c:pt idx="990">
                  <c:v>5.586</c:v>
                </c:pt>
                <c:pt idx="991">
                  <c:v>4.745</c:v>
                </c:pt>
                <c:pt idx="992">
                  <c:v>3.887</c:v>
                </c:pt>
                <c:pt idx="993">
                  <c:v>3.017</c:v>
                </c:pt>
                <c:pt idx="994">
                  <c:v>2.136</c:v>
                </c:pt>
                <c:pt idx="995">
                  <c:v>1.25</c:v>
                </c:pt>
                <c:pt idx="996">
                  <c:v>0.362</c:v>
                </c:pt>
                <c:pt idx="997">
                  <c:v>-0.525</c:v>
                </c:pt>
                <c:pt idx="998">
                  <c:v>-1.406</c:v>
                </c:pt>
                <c:pt idx="999">
                  <c:v>-2.278</c:v>
                </c:pt>
                <c:pt idx="1000">
                  <c:v>-3.138</c:v>
                </c:pt>
                <c:pt idx="1001">
                  <c:v>-3.982</c:v>
                </c:pt>
                <c:pt idx="1002">
                  <c:v>-4.806</c:v>
                </c:pt>
                <c:pt idx="1003">
                  <c:v>-5.607</c:v>
                </c:pt>
                <c:pt idx="1004">
                  <c:v>-6.381</c:v>
                </c:pt>
                <c:pt idx="1005">
                  <c:v>-7.127</c:v>
                </c:pt>
                <c:pt idx="1006">
                  <c:v>-7.84</c:v>
                </c:pt>
                <c:pt idx="1007">
                  <c:v>-8.518</c:v>
                </c:pt>
                <c:pt idx="1008">
                  <c:v>-9.157</c:v>
                </c:pt>
                <c:pt idx="1009">
                  <c:v>-9.757</c:v>
                </c:pt>
                <c:pt idx="1010">
                  <c:v>-10.313</c:v>
                </c:pt>
                <c:pt idx="1011">
                  <c:v>-10.824</c:v>
                </c:pt>
                <c:pt idx="1012">
                  <c:v>-11.289</c:v>
                </c:pt>
                <c:pt idx="1013">
                  <c:v>-11.704</c:v>
                </c:pt>
                <c:pt idx="1014">
                  <c:v>-12.07</c:v>
                </c:pt>
                <c:pt idx="1015">
                  <c:v>-12.383</c:v>
                </c:pt>
                <c:pt idx="1016">
                  <c:v>-12.644</c:v>
                </c:pt>
                <c:pt idx="1017">
                  <c:v>-12.851</c:v>
                </c:pt>
                <c:pt idx="1018">
                  <c:v>-13.004</c:v>
                </c:pt>
                <c:pt idx="1019">
                  <c:v>-13.101</c:v>
                </c:pt>
                <c:pt idx="1020">
                  <c:v>-13.144</c:v>
                </c:pt>
                <c:pt idx="1021">
                  <c:v>-13.132</c:v>
                </c:pt>
                <c:pt idx="1022">
                  <c:v>-13.065</c:v>
                </c:pt>
                <c:pt idx="1023">
                  <c:v>-12.943</c:v>
                </c:pt>
                <c:pt idx="1024">
                  <c:v>-12.768</c:v>
                </c:pt>
                <c:pt idx="1025">
                  <c:v>-12.541</c:v>
                </c:pt>
                <c:pt idx="1026">
                  <c:v>-12.262</c:v>
                </c:pt>
                <c:pt idx="1027">
                  <c:v>-11.932</c:v>
                </c:pt>
                <c:pt idx="1028">
                  <c:v>-11.554</c:v>
                </c:pt>
                <c:pt idx="1029">
                  <c:v>-11.129</c:v>
                </c:pt>
                <c:pt idx="1030">
                  <c:v>-10.659</c:v>
                </c:pt>
                <c:pt idx="1031">
                  <c:v>-10.146</c:v>
                </c:pt>
                <c:pt idx="1032">
                  <c:v>-9.593</c:v>
                </c:pt>
                <c:pt idx="1033">
                  <c:v>-9.001</c:v>
                </c:pt>
                <c:pt idx="1034">
                  <c:v>-8.374</c:v>
                </c:pt>
                <c:pt idx="1035">
                  <c:v>-7.715</c:v>
                </c:pt>
                <c:pt idx="1036">
                  <c:v>-7.025</c:v>
                </c:pt>
                <c:pt idx="1037">
                  <c:v>-6.308</c:v>
                </c:pt>
                <c:pt idx="1038">
                  <c:v>-5.568</c:v>
                </c:pt>
                <c:pt idx="1039">
                  <c:v>-4.807</c:v>
                </c:pt>
                <c:pt idx="1040">
                  <c:v>-4.029</c:v>
                </c:pt>
                <c:pt idx="1041">
                  <c:v>-3.236</c:v>
                </c:pt>
                <c:pt idx="1042">
                  <c:v>-2.433</c:v>
                </c:pt>
                <c:pt idx="1043">
                  <c:v>-1.623</c:v>
                </c:pt>
                <c:pt idx="1044">
                  <c:v>-0.808</c:v>
                </c:pt>
                <c:pt idx="1045">
                  <c:v>0.006</c:v>
                </c:pt>
                <c:pt idx="1046">
                  <c:v>0.818</c:v>
                </c:pt>
                <c:pt idx="1047">
                  <c:v>1.624</c:v>
                </c:pt>
                <c:pt idx="1048">
                  <c:v>2.42</c:v>
                </c:pt>
                <c:pt idx="1049">
                  <c:v>3.203</c:v>
                </c:pt>
                <c:pt idx="1050">
                  <c:v>3.97</c:v>
                </c:pt>
                <c:pt idx="1051">
                  <c:v>4.718</c:v>
                </c:pt>
                <c:pt idx="1052">
                  <c:v>5.443</c:v>
                </c:pt>
                <c:pt idx="1053">
                  <c:v>6.143</c:v>
                </c:pt>
                <c:pt idx="1054">
                  <c:v>6.815</c:v>
                </c:pt>
                <c:pt idx="1055">
                  <c:v>7.456</c:v>
                </c:pt>
                <c:pt idx="1056">
                  <c:v>8.064</c:v>
                </c:pt>
                <c:pt idx="1057">
                  <c:v>8.636</c:v>
                </c:pt>
                <c:pt idx="1058">
                  <c:v>9.17</c:v>
                </c:pt>
                <c:pt idx="1059">
                  <c:v>9.663</c:v>
                </c:pt>
                <c:pt idx="1060">
                  <c:v>10.115</c:v>
                </c:pt>
                <c:pt idx="1061">
                  <c:v>10.522</c:v>
                </c:pt>
                <c:pt idx="1062">
                  <c:v>10.885</c:v>
                </c:pt>
                <c:pt idx="1063">
                  <c:v>11.2</c:v>
                </c:pt>
                <c:pt idx="1064">
                  <c:v>11.468</c:v>
                </c:pt>
                <c:pt idx="1065">
                  <c:v>11.687</c:v>
                </c:pt>
                <c:pt idx="1066">
                  <c:v>11.856</c:v>
                </c:pt>
                <c:pt idx="1067">
                  <c:v>11.975</c:v>
                </c:pt>
                <c:pt idx="1068">
                  <c:v>12.044</c:v>
                </c:pt>
                <c:pt idx="1069">
                  <c:v>12.063</c:v>
                </c:pt>
                <c:pt idx="1070">
                  <c:v>12.03</c:v>
                </c:pt>
                <c:pt idx="1071">
                  <c:v>11.948</c:v>
                </c:pt>
                <c:pt idx="1072">
                  <c:v>11.816</c:v>
                </c:pt>
                <c:pt idx="1073">
                  <c:v>11.635</c:v>
                </c:pt>
                <c:pt idx="1074">
                  <c:v>11.407</c:v>
                </c:pt>
                <c:pt idx="1075">
                  <c:v>11.131</c:v>
                </c:pt>
                <c:pt idx="1076">
                  <c:v>10.81</c:v>
                </c:pt>
                <c:pt idx="1077">
                  <c:v>10.445</c:v>
                </c:pt>
                <c:pt idx="1078">
                  <c:v>10.038</c:v>
                </c:pt>
                <c:pt idx="1079">
                  <c:v>9.59</c:v>
                </c:pt>
                <c:pt idx="1080">
                  <c:v>9.104</c:v>
                </c:pt>
                <c:pt idx="1081">
                  <c:v>8.581</c:v>
                </c:pt>
                <c:pt idx="1082">
                  <c:v>8.024</c:v>
                </c:pt>
                <c:pt idx="1083">
                  <c:v>7.436</c:v>
                </c:pt>
                <c:pt idx="1084">
                  <c:v>6.819</c:v>
                </c:pt>
                <c:pt idx="1085">
                  <c:v>6.176</c:v>
                </c:pt>
                <c:pt idx="1086">
                  <c:v>5.509</c:v>
                </c:pt>
                <c:pt idx="1087">
                  <c:v>4.821</c:v>
                </c:pt>
                <c:pt idx="1088">
                  <c:v>4.116</c:v>
                </c:pt>
                <c:pt idx="1089">
                  <c:v>3.396</c:v>
                </c:pt>
                <c:pt idx="1090">
                  <c:v>2.665</c:v>
                </c:pt>
                <c:pt idx="1091">
                  <c:v>1.924</c:v>
                </c:pt>
                <c:pt idx="1092">
                  <c:v>1.179</c:v>
                </c:pt>
                <c:pt idx="1093">
                  <c:v>0.431</c:v>
                </c:pt>
                <c:pt idx="1094">
                  <c:v>-0.316</c:v>
                </c:pt>
                <c:pt idx="1095">
                  <c:v>-1.059</c:v>
                </c:pt>
                <c:pt idx="1096">
                  <c:v>-1.795</c:v>
                </c:pt>
                <c:pt idx="1097">
                  <c:v>-2.521</c:v>
                </c:pt>
                <c:pt idx="1098">
                  <c:v>-3.233</c:v>
                </c:pt>
                <c:pt idx="1099">
                  <c:v>-3.93</c:v>
                </c:pt>
                <c:pt idx="1100">
                  <c:v>-4.608</c:v>
                </c:pt>
                <c:pt idx="1101">
                  <c:v>-5.264</c:v>
                </c:pt>
                <c:pt idx="1102">
                  <c:v>-5.896</c:v>
                </c:pt>
                <c:pt idx="1103">
                  <c:v>-6.501</c:v>
                </c:pt>
                <c:pt idx="1104">
                  <c:v>-7.077</c:v>
                </c:pt>
                <c:pt idx="1105">
                  <c:v>-7.622</c:v>
                </c:pt>
                <c:pt idx="1106">
                  <c:v>-8.132</c:v>
                </c:pt>
                <c:pt idx="1107">
                  <c:v>-8.607</c:v>
                </c:pt>
                <c:pt idx="1108">
                  <c:v>-9.044</c:v>
                </c:pt>
                <c:pt idx="1109">
                  <c:v>-9.442</c:v>
                </c:pt>
                <c:pt idx="1110">
                  <c:v>-9.799</c:v>
                </c:pt>
                <c:pt idx="1111">
                  <c:v>-10.113</c:v>
                </c:pt>
                <c:pt idx="1112">
                  <c:v>-10.385</c:v>
                </c:pt>
                <c:pt idx="1113">
                  <c:v>-10.612</c:v>
                </c:pt>
                <c:pt idx="1114">
                  <c:v>-10.794</c:v>
                </c:pt>
                <c:pt idx="1115">
                  <c:v>-10.93</c:v>
                </c:pt>
                <c:pt idx="1116">
                  <c:v>-11.021</c:v>
                </c:pt>
                <c:pt idx="1117">
                  <c:v>-11.064</c:v>
                </c:pt>
                <c:pt idx="1118">
                  <c:v>-11.062</c:v>
                </c:pt>
                <c:pt idx="1119">
                  <c:v>-11.013</c:v>
                </c:pt>
                <c:pt idx="1120">
                  <c:v>-10.919</c:v>
                </c:pt>
                <c:pt idx="1121">
                  <c:v>-10.779</c:v>
                </c:pt>
                <c:pt idx="1122">
                  <c:v>-10.595</c:v>
                </c:pt>
                <c:pt idx="1123">
                  <c:v>-10.367</c:v>
                </c:pt>
                <c:pt idx="1124">
                  <c:v>-10.097</c:v>
                </c:pt>
                <c:pt idx="1125">
                  <c:v>-9.785</c:v>
                </c:pt>
                <c:pt idx="1126">
                  <c:v>-9.434</c:v>
                </c:pt>
                <c:pt idx="1127">
                  <c:v>-9.044</c:v>
                </c:pt>
                <c:pt idx="1128">
                  <c:v>-8.618</c:v>
                </c:pt>
                <c:pt idx="1129">
                  <c:v>-8.158</c:v>
                </c:pt>
                <c:pt idx="1130">
                  <c:v>-7.665</c:v>
                </c:pt>
                <c:pt idx="1131">
                  <c:v>-7.142</c:v>
                </c:pt>
                <c:pt idx="1132">
                  <c:v>-6.591</c:v>
                </c:pt>
                <c:pt idx="1133">
                  <c:v>-6.015</c:v>
                </c:pt>
                <c:pt idx="1134">
                  <c:v>-5.415</c:v>
                </c:pt>
                <c:pt idx="1135">
                  <c:v>-4.795</c:v>
                </c:pt>
                <c:pt idx="1136">
                  <c:v>-4.157</c:v>
                </c:pt>
                <c:pt idx="1137">
                  <c:v>-3.504</c:v>
                </c:pt>
                <c:pt idx="1138">
                  <c:v>-2.839</c:v>
                </c:pt>
                <c:pt idx="1139">
                  <c:v>-2.164</c:v>
                </c:pt>
                <c:pt idx="1140">
                  <c:v>-1.482</c:v>
                </c:pt>
                <c:pt idx="1141">
                  <c:v>-0.797</c:v>
                </c:pt>
                <c:pt idx="1142">
                  <c:v>-0.111</c:v>
                </c:pt>
                <c:pt idx="1143">
                  <c:v>0.574</c:v>
                </c:pt>
                <c:pt idx="1144">
                  <c:v>1.253</c:v>
                </c:pt>
                <c:pt idx="1145">
                  <c:v>1.925</c:v>
                </c:pt>
                <c:pt idx="1146">
                  <c:v>2.586</c:v>
                </c:pt>
                <c:pt idx="1147">
                  <c:v>3.235</c:v>
                </c:pt>
                <c:pt idx="1148">
                  <c:v>3.867</c:v>
                </c:pt>
                <c:pt idx="1149">
                  <c:v>4.481</c:v>
                </c:pt>
                <c:pt idx="1150">
                  <c:v>5.074</c:v>
                </c:pt>
                <c:pt idx="1151">
                  <c:v>5.644</c:v>
                </c:pt>
                <c:pt idx="1152">
                  <c:v>6.189</c:v>
                </c:pt>
                <c:pt idx="1153">
                  <c:v>6.705</c:v>
                </c:pt>
                <c:pt idx="1154">
                  <c:v>7.192</c:v>
                </c:pt>
                <c:pt idx="1155">
                  <c:v>7.647</c:v>
                </c:pt>
                <c:pt idx="1156">
                  <c:v>8.068</c:v>
                </c:pt>
                <c:pt idx="1157">
                  <c:v>8.455</c:v>
                </c:pt>
                <c:pt idx="1158">
                  <c:v>8.804</c:v>
                </c:pt>
                <c:pt idx="1159">
                  <c:v>9.116</c:v>
                </c:pt>
                <c:pt idx="1160">
                  <c:v>9.388</c:v>
                </c:pt>
                <c:pt idx="1161">
                  <c:v>9.621</c:v>
                </c:pt>
                <c:pt idx="1162">
                  <c:v>9.812</c:v>
                </c:pt>
                <c:pt idx="1163">
                  <c:v>9.962</c:v>
                </c:pt>
                <c:pt idx="1164">
                  <c:v>10.069</c:v>
                </c:pt>
                <c:pt idx="1165">
                  <c:v>10.134</c:v>
                </c:pt>
                <c:pt idx="1166">
                  <c:v>10.157</c:v>
                </c:pt>
                <c:pt idx="1167">
                  <c:v>10.137</c:v>
                </c:pt>
                <c:pt idx="1168">
                  <c:v>10.075</c:v>
                </c:pt>
                <c:pt idx="1169">
                  <c:v>9.971</c:v>
                </c:pt>
                <c:pt idx="1170">
                  <c:v>9.825</c:v>
                </c:pt>
                <c:pt idx="1171">
                  <c:v>9.64</c:v>
                </c:pt>
                <c:pt idx="1172">
                  <c:v>9.414</c:v>
                </c:pt>
                <c:pt idx="1173">
                  <c:v>9.15</c:v>
                </c:pt>
                <c:pt idx="1174">
                  <c:v>8.849</c:v>
                </c:pt>
                <c:pt idx="1175">
                  <c:v>8.512</c:v>
                </c:pt>
                <c:pt idx="1176">
                  <c:v>8.141</c:v>
                </c:pt>
                <c:pt idx="1177">
                  <c:v>7.737</c:v>
                </c:pt>
                <c:pt idx="1178">
                  <c:v>7.302</c:v>
                </c:pt>
                <c:pt idx="1179">
                  <c:v>6.838</c:v>
                </c:pt>
                <c:pt idx="1180">
                  <c:v>6.347</c:v>
                </c:pt>
                <c:pt idx="1181">
                  <c:v>5.831</c:v>
                </c:pt>
                <c:pt idx="1182">
                  <c:v>5.293</c:v>
                </c:pt>
                <c:pt idx="1183">
                  <c:v>4.735</c:v>
                </c:pt>
                <c:pt idx="1184">
                  <c:v>4.159</c:v>
                </c:pt>
                <c:pt idx="1185">
                  <c:v>3.567</c:v>
                </c:pt>
                <c:pt idx="1186">
                  <c:v>2.963</c:v>
                </c:pt>
                <c:pt idx="1187">
                  <c:v>2.348</c:v>
                </c:pt>
                <c:pt idx="1188">
                  <c:v>1.726</c:v>
                </c:pt>
                <c:pt idx="1189">
                  <c:v>1.099</c:v>
                </c:pt>
                <c:pt idx="1190">
                  <c:v>0.47</c:v>
                </c:pt>
                <c:pt idx="1191">
                  <c:v>-0.16</c:v>
                </c:pt>
                <c:pt idx="1192">
                  <c:v>-0.786</c:v>
                </c:pt>
                <c:pt idx="1193">
                  <c:v>-1.407</c:v>
                </c:pt>
                <c:pt idx="1194">
                  <c:v>-2.02</c:v>
                </c:pt>
                <c:pt idx="1195">
                  <c:v>-2.622</c:v>
                </c:pt>
                <c:pt idx="1196">
                  <c:v>-3.211</c:v>
                </c:pt>
                <c:pt idx="1197">
                  <c:v>-3.785</c:v>
                </c:pt>
                <c:pt idx="1198">
                  <c:v>-4.34</c:v>
                </c:pt>
                <c:pt idx="1199">
                  <c:v>-4.876</c:v>
                </c:pt>
                <c:pt idx="1200">
                  <c:v>-5.39</c:v>
                </c:pt>
                <c:pt idx="1201">
                  <c:v>-5.879</c:v>
                </c:pt>
                <c:pt idx="1202">
                  <c:v>-6.342</c:v>
                </c:pt>
                <c:pt idx="1203">
                  <c:v>-6.776</c:v>
                </c:pt>
                <c:pt idx="1204">
                  <c:v>-7.181</c:v>
                </c:pt>
                <c:pt idx="1205">
                  <c:v>-7.555</c:v>
                </c:pt>
                <c:pt idx="1206">
                  <c:v>-7.895</c:v>
                </c:pt>
                <c:pt idx="1207">
                  <c:v>-8.202</c:v>
                </c:pt>
                <c:pt idx="1208">
                  <c:v>-8.473</c:v>
                </c:pt>
                <c:pt idx="1209">
                  <c:v>-8.708</c:v>
                </c:pt>
                <c:pt idx="1210">
                  <c:v>-8.905</c:v>
                </c:pt>
                <c:pt idx="1211">
                  <c:v>-9.065</c:v>
                </c:pt>
                <c:pt idx="1212">
                  <c:v>-9.187</c:v>
                </c:pt>
                <c:pt idx="1213">
                  <c:v>-9.269</c:v>
                </c:pt>
                <c:pt idx="1214">
                  <c:v>-9.313</c:v>
                </c:pt>
                <c:pt idx="1215">
                  <c:v>-9.317</c:v>
                </c:pt>
                <c:pt idx="1216">
                  <c:v>-9.283</c:v>
                </c:pt>
                <c:pt idx="1217">
                  <c:v>-9.21</c:v>
                </c:pt>
                <c:pt idx="1218">
                  <c:v>-9.098</c:v>
                </c:pt>
                <c:pt idx="1219">
                  <c:v>-8.949</c:v>
                </c:pt>
                <c:pt idx="1220">
                  <c:v>-8.764</c:v>
                </c:pt>
                <c:pt idx="1221">
                  <c:v>-8.542</c:v>
                </c:pt>
                <c:pt idx="1222">
                  <c:v>-8.286</c:v>
                </c:pt>
                <c:pt idx="1223">
                  <c:v>-7.995</c:v>
                </c:pt>
                <c:pt idx="1224">
                  <c:v>-7.673</c:v>
                </c:pt>
                <c:pt idx="1225">
                  <c:v>-7.319</c:v>
                </c:pt>
                <c:pt idx="1226">
                  <c:v>-6.937</c:v>
                </c:pt>
                <c:pt idx="1227">
                  <c:v>-6.526</c:v>
                </c:pt>
                <c:pt idx="1228">
                  <c:v>-6.09</c:v>
                </c:pt>
                <c:pt idx="1229">
                  <c:v>-5.63</c:v>
                </c:pt>
                <c:pt idx="1230">
                  <c:v>-5.148</c:v>
                </c:pt>
                <c:pt idx="1231">
                  <c:v>-4.646</c:v>
                </c:pt>
                <c:pt idx="1232">
                  <c:v>-4.127</c:v>
                </c:pt>
                <c:pt idx="1233">
                  <c:v>-3.592</c:v>
                </c:pt>
                <c:pt idx="1234">
                  <c:v>-3.044</c:v>
                </c:pt>
                <c:pt idx="1235">
                  <c:v>-2.486</c:v>
                </c:pt>
                <c:pt idx="1236">
                  <c:v>-1.918</c:v>
                </c:pt>
                <c:pt idx="1237">
                  <c:v>-1.345</c:v>
                </c:pt>
                <c:pt idx="1238">
                  <c:v>-0.769</c:v>
                </c:pt>
                <c:pt idx="1239">
                  <c:v>-0.191</c:v>
                </c:pt>
                <c:pt idx="1240">
                  <c:v>0.386</c:v>
                </c:pt>
                <c:pt idx="1241">
                  <c:v>0.959</c:v>
                </c:pt>
                <c:pt idx="1242">
                  <c:v>1.526</c:v>
                </c:pt>
                <c:pt idx="1243">
                  <c:v>2.084</c:v>
                </c:pt>
                <c:pt idx="1244">
                  <c:v>2.632</c:v>
                </c:pt>
                <c:pt idx="1245">
                  <c:v>3.167</c:v>
                </c:pt>
                <c:pt idx="1246">
                  <c:v>3.687</c:v>
                </c:pt>
                <c:pt idx="1247">
                  <c:v>4.189</c:v>
                </c:pt>
                <c:pt idx="1248">
                  <c:v>4.673</c:v>
                </c:pt>
                <c:pt idx="1249">
                  <c:v>5.135</c:v>
                </c:pt>
                <c:pt idx="1250">
                  <c:v>5.574</c:v>
                </c:pt>
                <c:pt idx="1251">
                  <c:v>5.988</c:v>
                </c:pt>
                <c:pt idx="1252">
                  <c:v>6.376</c:v>
                </c:pt>
                <c:pt idx="1253">
                  <c:v>6.736</c:v>
                </c:pt>
                <c:pt idx="1254">
                  <c:v>7.066</c:v>
                </c:pt>
                <c:pt idx="1255">
                  <c:v>7.366</c:v>
                </c:pt>
                <c:pt idx="1256">
                  <c:v>7.633</c:v>
                </c:pt>
                <c:pt idx="1257">
                  <c:v>7.868</c:v>
                </c:pt>
                <c:pt idx="1258">
                  <c:v>8.07</c:v>
                </c:pt>
                <c:pt idx="1259">
                  <c:v>8.237</c:v>
                </c:pt>
                <c:pt idx="1260">
                  <c:v>8.369</c:v>
                </c:pt>
                <c:pt idx="1261">
                  <c:v>8.465</c:v>
                </c:pt>
                <c:pt idx="1262">
                  <c:v>8.526</c:v>
                </c:pt>
                <c:pt idx="1263">
                  <c:v>8.551</c:v>
                </c:pt>
                <c:pt idx="1264">
                  <c:v>8.541</c:v>
                </c:pt>
                <c:pt idx="1265">
                  <c:v>8.494</c:v>
                </c:pt>
                <c:pt idx="1266">
                  <c:v>8.413</c:v>
                </c:pt>
                <c:pt idx="1267">
                  <c:v>8.296</c:v>
                </c:pt>
                <c:pt idx="1268">
                  <c:v>8.145</c:v>
                </c:pt>
                <c:pt idx="1269">
                  <c:v>7.961</c:v>
                </c:pt>
                <c:pt idx="1270">
                  <c:v>7.744</c:v>
                </c:pt>
                <c:pt idx="1271">
                  <c:v>7.496</c:v>
                </c:pt>
                <c:pt idx="1272">
                  <c:v>7.217</c:v>
                </c:pt>
                <c:pt idx="1273">
                  <c:v>6.909</c:v>
                </c:pt>
                <c:pt idx="1274">
                  <c:v>6.574</c:v>
                </c:pt>
                <c:pt idx="1275">
                  <c:v>6.212</c:v>
                </c:pt>
                <c:pt idx="1276">
                  <c:v>5.825</c:v>
                </c:pt>
                <c:pt idx="1277">
                  <c:v>5.415</c:v>
                </c:pt>
                <c:pt idx="1278">
                  <c:v>4.985</c:v>
                </c:pt>
                <c:pt idx="1279">
                  <c:v>4.535</c:v>
                </c:pt>
                <c:pt idx="1280">
                  <c:v>4.067</c:v>
                </c:pt>
                <c:pt idx="1281">
                  <c:v>3.585</c:v>
                </c:pt>
                <c:pt idx="1282">
                  <c:v>3.089</c:v>
                </c:pt>
                <c:pt idx="1283">
                  <c:v>2.581</c:v>
                </c:pt>
                <c:pt idx="1284">
                  <c:v>2.065</c:v>
                </c:pt>
                <c:pt idx="1285">
                  <c:v>1.542</c:v>
                </c:pt>
                <c:pt idx="1286">
                  <c:v>1.015</c:v>
                </c:pt>
                <c:pt idx="1287">
                  <c:v>0.485</c:v>
                </c:pt>
                <c:pt idx="1288">
                  <c:v>-0.045</c:v>
                </c:pt>
                <c:pt idx="1289">
                  <c:v>-0.573</c:v>
                </c:pt>
                <c:pt idx="1290">
                  <c:v>-1.097</c:v>
                </c:pt>
                <c:pt idx="1291">
                  <c:v>-1.614</c:v>
                </c:pt>
                <c:pt idx="1292">
                  <c:v>-2.123</c:v>
                </c:pt>
                <c:pt idx="1293">
                  <c:v>-2.621</c:v>
                </c:pt>
                <c:pt idx="1294">
                  <c:v>-3.106</c:v>
                </c:pt>
                <c:pt idx="1295">
                  <c:v>-3.577</c:v>
                </c:pt>
                <c:pt idx="1296">
                  <c:v>-4.031</c:v>
                </c:pt>
                <c:pt idx="1297">
                  <c:v>-4.466</c:v>
                </c:pt>
                <c:pt idx="1298">
                  <c:v>-4.882</c:v>
                </c:pt>
                <c:pt idx="1299">
                  <c:v>-5.275</c:v>
                </c:pt>
                <c:pt idx="1300">
                  <c:v>-5.645</c:v>
                </c:pt>
                <c:pt idx="1301">
                  <c:v>-5.991</c:v>
                </c:pt>
                <c:pt idx="1302">
                  <c:v>-6.31</c:v>
                </c:pt>
                <c:pt idx="1303">
                  <c:v>-6.601</c:v>
                </c:pt>
                <c:pt idx="1304">
                  <c:v>-6.864</c:v>
                </c:pt>
                <c:pt idx="1305">
                  <c:v>-7.098</c:v>
                </c:pt>
                <c:pt idx="1306">
                  <c:v>-7.301</c:v>
                </c:pt>
                <c:pt idx="1307">
                  <c:v>-7.472</c:v>
                </c:pt>
                <c:pt idx="1308">
                  <c:v>-7.612</c:v>
                </c:pt>
                <c:pt idx="1309">
                  <c:v>-7.72</c:v>
                </c:pt>
                <c:pt idx="1310">
                  <c:v>-7.795</c:v>
                </c:pt>
                <c:pt idx="1311">
                  <c:v>-7.837</c:v>
                </c:pt>
                <c:pt idx="1312">
                  <c:v>-7.847</c:v>
                </c:pt>
                <c:pt idx="1313">
                  <c:v>-7.823</c:v>
                </c:pt>
                <c:pt idx="1314">
                  <c:v>-7.767</c:v>
                </c:pt>
                <c:pt idx="1315">
                  <c:v>-7.679</c:v>
                </c:pt>
                <c:pt idx="1316">
                  <c:v>-7.559</c:v>
                </c:pt>
                <c:pt idx="1317">
                  <c:v>-7.408</c:v>
                </c:pt>
                <c:pt idx="1318">
                  <c:v>-7.226</c:v>
                </c:pt>
                <c:pt idx="1319">
                  <c:v>-7.015</c:v>
                </c:pt>
                <c:pt idx="1320">
                  <c:v>-6.775</c:v>
                </c:pt>
                <c:pt idx="1321">
                  <c:v>-6.508</c:v>
                </c:pt>
                <c:pt idx="1322">
                  <c:v>-6.215</c:v>
                </c:pt>
                <c:pt idx="1323">
                  <c:v>-5.897</c:v>
                </c:pt>
                <c:pt idx="1324">
                  <c:v>-5.555</c:v>
                </c:pt>
                <c:pt idx="1325">
                  <c:v>-5.191</c:v>
                </c:pt>
                <c:pt idx="1326">
                  <c:v>-4.807</c:v>
                </c:pt>
                <c:pt idx="1327">
                  <c:v>-4.404</c:v>
                </c:pt>
                <c:pt idx="1328">
                  <c:v>-3.985</c:v>
                </c:pt>
                <c:pt idx="1329">
                  <c:v>-3.55</c:v>
                </c:pt>
                <c:pt idx="1330">
                  <c:v>-3.101</c:v>
                </c:pt>
                <c:pt idx="1331">
                  <c:v>-2.642</c:v>
                </c:pt>
                <c:pt idx="1332">
                  <c:v>-2.173</c:v>
                </c:pt>
                <c:pt idx="1333">
                  <c:v>-1.697</c:v>
                </c:pt>
                <c:pt idx="1334">
                  <c:v>-1.215</c:v>
                </c:pt>
                <c:pt idx="1335">
                  <c:v>-0.73</c:v>
                </c:pt>
                <c:pt idx="1336">
                  <c:v>-0.243</c:v>
                </c:pt>
                <c:pt idx="1337">
                  <c:v>0.243</c:v>
                </c:pt>
                <c:pt idx="1338">
                  <c:v>0.726</c:v>
                </c:pt>
                <c:pt idx="1339">
                  <c:v>1.204</c:v>
                </c:pt>
                <c:pt idx="1340">
                  <c:v>1.676</c:v>
                </c:pt>
                <c:pt idx="1341">
                  <c:v>2.139</c:v>
                </c:pt>
                <c:pt idx="1342">
                  <c:v>2.591</c:v>
                </c:pt>
                <c:pt idx="1343">
                  <c:v>3.031</c:v>
                </c:pt>
                <c:pt idx="1344">
                  <c:v>3.457</c:v>
                </c:pt>
                <c:pt idx="1345">
                  <c:v>3.867</c:v>
                </c:pt>
                <c:pt idx="1346">
                  <c:v>4.259</c:v>
                </c:pt>
                <c:pt idx="1347">
                  <c:v>4.632</c:v>
                </c:pt>
                <c:pt idx="1348">
                  <c:v>4.984</c:v>
                </c:pt>
                <c:pt idx="1349">
                  <c:v>5.315</c:v>
                </c:pt>
                <c:pt idx="1350">
                  <c:v>5.622</c:v>
                </c:pt>
                <c:pt idx="1351">
                  <c:v>5.904</c:v>
                </c:pt>
                <c:pt idx="1352">
                  <c:v>6.161</c:v>
                </c:pt>
                <c:pt idx="1353">
                  <c:v>6.391</c:v>
                </c:pt>
                <c:pt idx="1354">
                  <c:v>6.594</c:v>
                </c:pt>
                <c:pt idx="1355">
                  <c:v>6.768</c:v>
                </c:pt>
                <c:pt idx="1356">
                  <c:v>6.914</c:v>
                </c:pt>
                <c:pt idx="1357">
                  <c:v>7.03</c:v>
                </c:pt>
                <c:pt idx="1358">
                  <c:v>7.116</c:v>
                </c:pt>
                <c:pt idx="1359">
                  <c:v>7.172</c:v>
                </c:pt>
                <c:pt idx="1360">
                  <c:v>7.199</c:v>
                </c:pt>
                <c:pt idx="1361">
                  <c:v>7.195</c:v>
                </c:pt>
                <c:pt idx="1362">
                  <c:v>7.161</c:v>
                </c:pt>
                <c:pt idx="1363">
                  <c:v>7.097</c:v>
                </c:pt>
                <c:pt idx="1364">
                  <c:v>7.004</c:v>
                </c:pt>
                <c:pt idx="1365">
                  <c:v>6.882</c:v>
                </c:pt>
                <c:pt idx="1366">
                  <c:v>6.731</c:v>
                </c:pt>
                <c:pt idx="1367">
                  <c:v>6.553</c:v>
                </c:pt>
                <c:pt idx="1368">
                  <c:v>6.349</c:v>
                </c:pt>
                <c:pt idx="1369">
                  <c:v>6.118</c:v>
                </c:pt>
                <c:pt idx="1370">
                  <c:v>5.863</c:v>
                </c:pt>
                <c:pt idx="1371">
                  <c:v>5.584</c:v>
                </c:pt>
                <c:pt idx="1372">
                  <c:v>5.283</c:v>
                </c:pt>
                <c:pt idx="1373">
                  <c:v>4.961</c:v>
                </c:pt>
                <c:pt idx="1374">
                  <c:v>4.619</c:v>
                </c:pt>
                <c:pt idx="1375">
                  <c:v>4.26</c:v>
                </c:pt>
                <c:pt idx="1376">
                  <c:v>3.883</c:v>
                </c:pt>
                <c:pt idx="1377">
                  <c:v>3.492</c:v>
                </c:pt>
                <c:pt idx="1378">
                  <c:v>3.088</c:v>
                </c:pt>
                <c:pt idx="1379">
                  <c:v>2.672</c:v>
                </c:pt>
                <c:pt idx="1380">
                  <c:v>2.246</c:v>
                </c:pt>
                <c:pt idx="1381">
                  <c:v>1.813</c:v>
                </c:pt>
                <c:pt idx="1382">
                  <c:v>1.374</c:v>
                </c:pt>
                <c:pt idx="1383">
                  <c:v>0.93</c:v>
                </c:pt>
                <c:pt idx="1384">
                  <c:v>0.484</c:v>
                </c:pt>
                <c:pt idx="1385">
                  <c:v>0.038</c:v>
                </c:pt>
                <c:pt idx="1386">
                  <c:v>-0.407</c:v>
                </c:pt>
                <c:pt idx="1387">
                  <c:v>-0.849</c:v>
                </c:pt>
                <c:pt idx="1388">
                  <c:v>-1.286</c:v>
                </c:pt>
                <c:pt idx="1389">
                  <c:v>-1.715</c:v>
                </c:pt>
                <c:pt idx="1390">
                  <c:v>-2.136</c:v>
                </c:pt>
                <c:pt idx="1391">
                  <c:v>-2.547</c:v>
                </c:pt>
                <c:pt idx="1392">
                  <c:v>-2.945</c:v>
                </c:pt>
                <c:pt idx="1393">
                  <c:v>-3.33</c:v>
                </c:pt>
                <c:pt idx="1394">
                  <c:v>-3.7</c:v>
                </c:pt>
                <c:pt idx="1395">
                  <c:v>-4.052</c:v>
                </c:pt>
                <c:pt idx="1396">
                  <c:v>-4.387</c:v>
                </c:pt>
                <c:pt idx="1397">
                  <c:v>-4.702</c:v>
                </c:pt>
                <c:pt idx="1398">
                  <c:v>-4.996</c:v>
                </c:pt>
                <c:pt idx="1399">
                  <c:v>-5.269</c:v>
                </c:pt>
                <c:pt idx="1400">
                  <c:v>-5.518</c:v>
                </c:pt>
                <c:pt idx="1401">
                  <c:v>-5.744</c:v>
                </c:pt>
                <c:pt idx="1402">
                  <c:v>-5.945</c:v>
                </c:pt>
                <c:pt idx="1403">
                  <c:v>-6.12</c:v>
                </c:pt>
                <c:pt idx="1404">
                  <c:v>-6.269</c:v>
                </c:pt>
                <c:pt idx="1405">
                  <c:v>-6.391</c:v>
                </c:pt>
                <c:pt idx="1406">
                  <c:v>-6.487</c:v>
                </c:pt>
                <c:pt idx="1407">
                  <c:v>-6.555</c:v>
                </c:pt>
                <c:pt idx="1408">
                  <c:v>-6.595</c:v>
                </c:pt>
                <c:pt idx="1409">
                  <c:v>-6.607</c:v>
                </c:pt>
                <c:pt idx="1410">
                  <c:v>-6.592</c:v>
                </c:pt>
                <c:pt idx="1411">
                  <c:v>-6.55</c:v>
                </c:pt>
                <c:pt idx="1412">
                  <c:v>-6.48</c:v>
                </c:pt>
                <c:pt idx="1413">
                  <c:v>-6.383</c:v>
                </c:pt>
                <c:pt idx="1414">
                  <c:v>-6.26</c:v>
                </c:pt>
                <c:pt idx="1415">
                  <c:v>-6.112</c:v>
                </c:pt>
                <c:pt idx="1416">
                  <c:v>-5.938</c:v>
                </c:pt>
                <c:pt idx="1417">
                  <c:v>-5.741</c:v>
                </c:pt>
                <c:pt idx="1418">
                  <c:v>-5.519</c:v>
                </c:pt>
                <c:pt idx="1419">
                  <c:v>-5.276</c:v>
                </c:pt>
                <c:pt idx="1420">
                  <c:v>-5.012</c:v>
                </c:pt>
                <c:pt idx="1421">
                  <c:v>-4.727</c:v>
                </c:pt>
                <c:pt idx="1422">
                  <c:v>-4.424</c:v>
                </c:pt>
                <c:pt idx="1423">
                  <c:v>-4.103</c:v>
                </c:pt>
                <c:pt idx="1424">
                  <c:v>-3.767</c:v>
                </c:pt>
                <c:pt idx="1425">
                  <c:v>-3.416</c:v>
                </c:pt>
                <c:pt idx="1426">
                  <c:v>-3.052</c:v>
                </c:pt>
                <c:pt idx="1427">
                  <c:v>-2.676</c:v>
                </c:pt>
                <c:pt idx="1428">
                  <c:v>-2.291</c:v>
                </c:pt>
                <c:pt idx="1429">
                  <c:v>-1.897</c:v>
                </c:pt>
                <c:pt idx="1430">
                  <c:v>-1.497</c:v>
                </c:pt>
                <c:pt idx="1431">
                  <c:v>-1.092</c:v>
                </c:pt>
                <c:pt idx="1432">
                  <c:v>-0.683</c:v>
                </c:pt>
                <c:pt idx="1433">
                  <c:v>-0.274</c:v>
                </c:pt>
                <c:pt idx="1434">
                  <c:v>0.135</c:v>
                </c:pt>
                <c:pt idx="1435">
                  <c:v>0.543</c:v>
                </c:pt>
                <c:pt idx="1436">
                  <c:v>0.946</c:v>
                </c:pt>
                <c:pt idx="1437">
                  <c:v>1.344</c:v>
                </c:pt>
                <c:pt idx="1438">
                  <c:v>1.735</c:v>
                </c:pt>
                <c:pt idx="1439">
                  <c:v>2.118</c:v>
                </c:pt>
                <c:pt idx="1440">
                  <c:v>2.49</c:v>
                </c:pt>
                <c:pt idx="1441">
                  <c:v>2.851</c:v>
                </c:pt>
                <c:pt idx="1442">
                  <c:v>3.198</c:v>
                </c:pt>
                <c:pt idx="1443">
                  <c:v>3.531</c:v>
                </c:pt>
                <c:pt idx="1444">
                  <c:v>3.848</c:v>
                </c:pt>
                <c:pt idx="1445">
                  <c:v>4.148</c:v>
                </c:pt>
                <c:pt idx="1446">
                  <c:v>4.429</c:v>
                </c:pt>
                <c:pt idx="1447">
                  <c:v>4.691</c:v>
                </c:pt>
                <c:pt idx="1448">
                  <c:v>4.932</c:v>
                </c:pt>
                <c:pt idx="1449">
                  <c:v>5.152</c:v>
                </c:pt>
                <c:pt idx="1450">
                  <c:v>5.35</c:v>
                </c:pt>
                <c:pt idx="1451">
                  <c:v>5.525</c:v>
                </c:pt>
                <c:pt idx="1452">
                  <c:v>5.675</c:v>
                </c:pt>
                <c:pt idx="1453">
                  <c:v>5.802</c:v>
                </c:pt>
                <c:pt idx="1454">
                  <c:v>5.904</c:v>
                </c:pt>
                <c:pt idx="1455">
                  <c:v>5.981</c:v>
                </c:pt>
                <c:pt idx="1456">
                  <c:v>6.033</c:v>
                </c:pt>
                <c:pt idx="1457">
                  <c:v>6.059</c:v>
                </c:pt>
                <c:pt idx="1458">
                  <c:v>6.06</c:v>
                </c:pt>
                <c:pt idx="1459">
                  <c:v>6.036</c:v>
                </c:pt>
                <c:pt idx="1460">
                  <c:v>5.986</c:v>
                </c:pt>
                <c:pt idx="1461">
                  <c:v>5.912</c:v>
                </c:pt>
                <c:pt idx="1462">
                  <c:v>5.813</c:v>
                </c:pt>
                <c:pt idx="1463">
                  <c:v>5.691</c:v>
                </c:pt>
                <c:pt idx="1464">
                  <c:v>5.545</c:v>
                </c:pt>
                <c:pt idx="1465">
                  <c:v>5.376</c:v>
                </c:pt>
                <c:pt idx="1466">
                  <c:v>5.186</c:v>
                </c:pt>
                <c:pt idx="1467">
                  <c:v>4.974</c:v>
                </c:pt>
                <c:pt idx="1468">
                  <c:v>4.743</c:v>
                </c:pt>
                <c:pt idx="1469">
                  <c:v>4.492</c:v>
                </c:pt>
                <c:pt idx="1470">
                  <c:v>4.224</c:v>
                </c:pt>
                <c:pt idx="1471">
                  <c:v>3.939</c:v>
                </c:pt>
                <c:pt idx="1472">
                  <c:v>3.639</c:v>
                </c:pt>
                <c:pt idx="1473">
                  <c:v>3.324</c:v>
                </c:pt>
                <c:pt idx="1474">
                  <c:v>2.997</c:v>
                </c:pt>
                <c:pt idx="1475">
                  <c:v>2.658</c:v>
                </c:pt>
                <c:pt idx="1476">
                  <c:v>2.31</c:v>
                </c:pt>
                <c:pt idx="1477">
                  <c:v>1.953</c:v>
                </c:pt>
                <c:pt idx="1478">
                  <c:v>1.589</c:v>
                </c:pt>
                <c:pt idx="1479">
                  <c:v>1.219</c:v>
                </c:pt>
                <c:pt idx="1480">
                  <c:v>0.846</c:v>
                </c:pt>
                <c:pt idx="1481">
                  <c:v>0.471</c:v>
                </c:pt>
                <c:pt idx="1482">
                  <c:v>0.095</c:v>
                </c:pt>
                <c:pt idx="1483">
                  <c:v>-0.28</c:v>
                </c:pt>
                <c:pt idx="1484">
                  <c:v>-0.652</c:v>
                </c:pt>
                <c:pt idx="1485">
                  <c:v>-1.021</c:v>
                </c:pt>
                <c:pt idx="1486">
                  <c:v>-1.383</c:v>
                </c:pt>
                <c:pt idx="1487">
                  <c:v>-1.739</c:v>
                </c:pt>
                <c:pt idx="1488">
                  <c:v>-2.087</c:v>
                </c:pt>
                <c:pt idx="1489">
                  <c:v>-2.424</c:v>
                </c:pt>
                <c:pt idx="1490">
                  <c:v>-2.75</c:v>
                </c:pt>
                <c:pt idx="1491">
                  <c:v>-3.063</c:v>
                </c:pt>
                <c:pt idx="1492">
                  <c:v>-3.363</c:v>
                </c:pt>
                <c:pt idx="1493">
                  <c:v>-3.647</c:v>
                </c:pt>
                <c:pt idx="1494">
                  <c:v>-3.915</c:v>
                </c:pt>
                <c:pt idx="1495">
                  <c:v>-4.166</c:v>
                </c:pt>
                <c:pt idx="1496">
                  <c:v>-4.399</c:v>
                </c:pt>
                <c:pt idx="1497">
                  <c:v>-4.612</c:v>
                </c:pt>
                <c:pt idx="1498">
                  <c:v>-4.806</c:v>
                </c:pt>
                <c:pt idx="1499">
                  <c:v>-4.978</c:v>
                </c:pt>
                <c:pt idx="1500">
                  <c:v>-5.13</c:v>
                </c:pt>
                <c:pt idx="1501">
                  <c:v>-5.259</c:v>
                </c:pt>
                <c:pt idx="1502">
                  <c:v>-5.366</c:v>
                </c:pt>
                <c:pt idx="1503">
                  <c:v>-5.45</c:v>
                </c:pt>
                <c:pt idx="1504">
                  <c:v>-5.511</c:v>
                </c:pt>
                <c:pt idx="1505">
                  <c:v>-5.549</c:v>
                </c:pt>
                <c:pt idx="1506">
                  <c:v>-5.563</c:v>
                </c:pt>
                <c:pt idx="1507">
                  <c:v>-5.554</c:v>
                </c:pt>
                <c:pt idx="1508">
                  <c:v>-5.522</c:v>
                </c:pt>
                <c:pt idx="1509">
                  <c:v>-5.468</c:v>
                </c:pt>
                <c:pt idx="1510">
                  <c:v>-5.39</c:v>
                </c:pt>
                <c:pt idx="1511">
                  <c:v>-5.29</c:v>
                </c:pt>
                <c:pt idx="1512">
                  <c:v>-5.169</c:v>
                </c:pt>
                <c:pt idx="1513">
                  <c:v>-5.026</c:v>
                </c:pt>
                <c:pt idx="1514">
                  <c:v>-4.863</c:v>
                </c:pt>
                <c:pt idx="1515">
                  <c:v>-4.68</c:v>
                </c:pt>
                <c:pt idx="1516">
                  <c:v>-4.478</c:v>
                </c:pt>
                <c:pt idx="1517">
                  <c:v>-4.259</c:v>
                </c:pt>
                <c:pt idx="1518">
                  <c:v>-4.022</c:v>
                </c:pt>
                <c:pt idx="1519">
                  <c:v>-3.769</c:v>
                </c:pt>
                <c:pt idx="1520">
                  <c:v>-3.502</c:v>
                </c:pt>
                <c:pt idx="1521">
                  <c:v>-3.221</c:v>
                </c:pt>
                <c:pt idx="1522">
                  <c:v>-2.927</c:v>
                </c:pt>
                <c:pt idx="1523">
                  <c:v>-2.622</c:v>
                </c:pt>
                <c:pt idx="1524">
                  <c:v>-2.307</c:v>
                </c:pt>
                <c:pt idx="1525">
                  <c:v>-1.984</c:v>
                </c:pt>
                <c:pt idx="1526">
                  <c:v>-1.654</c:v>
                </c:pt>
                <c:pt idx="1527">
                  <c:v>-1.318</c:v>
                </c:pt>
                <c:pt idx="1528">
                  <c:v>-0.977</c:v>
                </c:pt>
                <c:pt idx="1529">
                  <c:v>-0.634</c:v>
                </c:pt>
                <c:pt idx="1530">
                  <c:v>-0.289</c:v>
                </c:pt>
                <c:pt idx="1531">
                  <c:v>0.056</c:v>
                </c:pt>
                <c:pt idx="1532">
                  <c:v>0.399</c:v>
                </c:pt>
                <c:pt idx="1533">
                  <c:v>0.739</c:v>
                </c:pt>
                <c:pt idx="1534">
                  <c:v>1.076</c:v>
                </c:pt>
                <c:pt idx="1535">
                  <c:v>1.406</c:v>
                </c:pt>
                <c:pt idx="1536">
                  <c:v>1.729</c:v>
                </c:pt>
                <c:pt idx="1537">
                  <c:v>2.044</c:v>
                </c:pt>
                <c:pt idx="1538">
                  <c:v>2.35</c:v>
                </c:pt>
                <c:pt idx="1539">
                  <c:v>2.644</c:v>
                </c:pt>
                <c:pt idx="1540">
                  <c:v>2.927</c:v>
                </c:pt>
                <c:pt idx="1541">
                  <c:v>3.196</c:v>
                </c:pt>
                <c:pt idx="1542">
                  <c:v>3.451</c:v>
                </c:pt>
                <c:pt idx="1543">
                  <c:v>3.69</c:v>
                </c:pt>
                <c:pt idx="1544">
                  <c:v>3.914</c:v>
                </c:pt>
                <c:pt idx="1545">
                  <c:v>4.12</c:v>
                </c:pt>
                <c:pt idx="1546">
                  <c:v>4.308</c:v>
                </c:pt>
                <c:pt idx="1547">
                  <c:v>4.478</c:v>
                </c:pt>
                <c:pt idx="1548">
                  <c:v>4.628</c:v>
                </c:pt>
                <c:pt idx="1549">
                  <c:v>4.759</c:v>
                </c:pt>
                <c:pt idx="1550">
                  <c:v>4.869</c:v>
                </c:pt>
                <c:pt idx="1551">
                  <c:v>4.958</c:v>
                </c:pt>
                <c:pt idx="1552">
                  <c:v>5.027</c:v>
                </c:pt>
                <c:pt idx="1553">
                  <c:v>5.074</c:v>
                </c:pt>
                <c:pt idx="1554">
                  <c:v>5.1</c:v>
                </c:pt>
                <c:pt idx="1555">
                  <c:v>5.104</c:v>
                </c:pt>
                <c:pt idx="1556">
                  <c:v>5.087</c:v>
                </c:pt>
                <c:pt idx="1557">
                  <c:v>5.049</c:v>
                </c:pt>
                <c:pt idx="1558">
                  <c:v>4.99</c:v>
                </c:pt>
                <c:pt idx="1559">
                  <c:v>4.91</c:v>
                </c:pt>
                <c:pt idx="1560">
                  <c:v>4.81</c:v>
                </c:pt>
                <c:pt idx="1561">
                  <c:v>4.691</c:v>
                </c:pt>
                <c:pt idx="1562">
                  <c:v>4.552</c:v>
                </c:pt>
                <c:pt idx="1563">
                  <c:v>4.395</c:v>
                </c:pt>
                <c:pt idx="1564">
                  <c:v>4.22</c:v>
                </c:pt>
                <c:pt idx="1565">
                  <c:v>4.028</c:v>
                </c:pt>
                <c:pt idx="1566">
                  <c:v>3.819</c:v>
                </c:pt>
                <c:pt idx="1567">
                  <c:v>3.596</c:v>
                </c:pt>
                <c:pt idx="1568">
                  <c:v>3.358</c:v>
                </c:pt>
                <c:pt idx="1569">
                  <c:v>3.107</c:v>
                </c:pt>
                <c:pt idx="1570">
                  <c:v>2.845</c:v>
                </c:pt>
                <c:pt idx="1571">
                  <c:v>2.571</c:v>
                </c:pt>
                <c:pt idx="1572">
                  <c:v>2.287</c:v>
                </c:pt>
                <c:pt idx="1573">
                  <c:v>1.995</c:v>
                </c:pt>
                <c:pt idx="1574">
                  <c:v>1.695</c:v>
                </c:pt>
                <c:pt idx="1575">
                  <c:v>1.39</c:v>
                </c:pt>
                <c:pt idx="1576">
                  <c:v>1.08</c:v>
                </c:pt>
                <c:pt idx="1577">
                  <c:v>0.766</c:v>
                </c:pt>
                <c:pt idx="1578">
                  <c:v>0.45</c:v>
                </c:pt>
                <c:pt idx="1579">
                  <c:v>0.134</c:v>
                </c:pt>
                <c:pt idx="1580">
                  <c:v>-0.182</c:v>
                </c:pt>
                <c:pt idx="1581">
                  <c:v>-0.496</c:v>
                </c:pt>
                <c:pt idx="1582">
                  <c:v>-0.807</c:v>
                </c:pt>
                <c:pt idx="1583">
                  <c:v>-1.114</c:v>
                </c:pt>
                <c:pt idx="1584">
                  <c:v>-1.414</c:v>
                </c:pt>
                <c:pt idx="1585">
                  <c:v>-1.708</c:v>
                </c:pt>
                <c:pt idx="1586">
                  <c:v>-1.993</c:v>
                </c:pt>
                <c:pt idx="1587">
                  <c:v>-2.27</c:v>
                </c:pt>
                <c:pt idx="1588">
                  <c:v>-2.535</c:v>
                </c:pt>
                <c:pt idx="1589">
                  <c:v>-2.79</c:v>
                </c:pt>
                <c:pt idx="1590">
                  <c:v>-3.031</c:v>
                </c:pt>
                <c:pt idx="1591">
                  <c:v>-3.26</c:v>
                </c:pt>
                <c:pt idx="1592">
                  <c:v>-3.473</c:v>
                </c:pt>
                <c:pt idx="1593">
                  <c:v>-3.672</c:v>
                </c:pt>
                <c:pt idx="1594">
                  <c:v>-3.854</c:v>
                </c:pt>
                <c:pt idx="1595">
                  <c:v>-4.02</c:v>
                </c:pt>
                <c:pt idx="1596">
                  <c:v>-4.168</c:v>
                </c:pt>
                <c:pt idx="1597">
                  <c:v>-4.299</c:v>
                </c:pt>
                <c:pt idx="1598">
                  <c:v>-4.411</c:v>
                </c:pt>
                <c:pt idx="1599">
                  <c:v>-4.504</c:v>
                </c:pt>
                <c:pt idx="1600">
                  <c:v>-4.578</c:v>
                </c:pt>
                <c:pt idx="1601">
                  <c:v>-4.633</c:v>
                </c:pt>
                <c:pt idx="1602">
                  <c:v>-4.668</c:v>
                </c:pt>
                <c:pt idx="1603">
                  <c:v>-4.683</c:v>
                </c:pt>
                <c:pt idx="1604">
                  <c:v>-4.679</c:v>
                </c:pt>
                <c:pt idx="1605">
                  <c:v>-4.656</c:v>
                </c:pt>
                <c:pt idx="1606">
                  <c:v>-4.613</c:v>
                </c:pt>
                <c:pt idx="1607">
                  <c:v>-4.551</c:v>
                </c:pt>
                <c:pt idx="1608">
                  <c:v>-4.47</c:v>
                </c:pt>
                <c:pt idx="1609">
                  <c:v>-4.371</c:v>
                </c:pt>
                <c:pt idx="1610">
                  <c:v>-4.254</c:v>
                </c:pt>
                <c:pt idx="1611">
                  <c:v>-4.119</c:v>
                </c:pt>
                <c:pt idx="1612">
                  <c:v>-3.968</c:v>
                </c:pt>
                <c:pt idx="1613">
                  <c:v>-3.801</c:v>
                </c:pt>
                <c:pt idx="1614">
                  <c:v>-3.618</c:v>
                </c:pt>
                <c:pt idx="1615">
                  <c:v>-3.421</c:v>
                </c:pt>
                <c:pt idx="1616">
                  <c:v>-3.211</c:v>
                </c:pt>
                <c:pt idx="1617">
                  <c:v>-2.987</c:v>
                </c:pt>
                <c:pt idx="1618">
                  <c:v>-2.752</c:v>
                </c:pt>
                <c:pt idx="1619">
                  <c:v>-2.507</c:v>
                </c:pt>
                <c:pt idx="1620">
                  <c:v>-2.252</c:v>
                </c:pt>
                <c:pt idx="1621">
                  <c:v>-1.988</c:v>
                </c:pt>
                <c:pt idx="1622">
                  <c:v>-1.717</c:v>
                </c:pt>
                <c:pt idx="1623">
                  <c:v>-1.44</c:v>
                </c:pt>
                <c:pt idx="1624">
                  <c:v>-1.158</c:v>
                </c:pt>
                <c:pt idx="1625">
                  <c:v>-0.871</c:v>
                </c:pt>
                <c:pt idx="1626">
                  <c:v>-0.583</c:v>
                </c:pt>
                <c:pt idx="1627">
                  <c:v>-0.293</c:v>
                </c:pt>
                <c:pt idx="1628">
                  <c:v>-0.002</c:v>
                </c:pt>
                <c:pt idx="1629">
                  <c:v>0.287</c:v>
                </c:pt>
                <c:pt idx="1630">
                  <c:v>0.574</c:v>
                </c:pt>
                <c:pt idx="1631">
                  <c:v>0.858</c:v>
                </c:pt>
                <c:pt idx="1632">
                  <c:v>1.137</c:v>
                </c:pt>
                <c:pt idx="1633">
                  <c:v>1.41</c:v>
                </c:pt>
                <c:pt idx="1634">
                  <c:v>1.677</c:v>
                </c:pt>
                <c:pt idx="1635">
                  <c:v>1.936</c:v>
                </c:pt>
                <c:pt idx="1636">
                  <c:v>2.185</c:v>
                </c:pt>
                <c:pt idx="1637">
                  <c:v>2.425</c:v>
                </c:pt>
                <c:pt idx="1638">
                  <c:v>2.653</c:v>
                </c:pt>
                <c:pt idx="1639">
                  <c:v>2.87</c:v>
                </c:pt>
                <c:pt idx="1640">
                  <c:v>3.074</c:v>
                </c:pt>
                <c:pt idx="1641">
                  <c:v>3.264</c:v>
                </c:pt>
                <c:pt idx="1642">
                  <c:v>3.441</c:v>
                </c:pt>
                <c:pt idx="1643">
                  <c:v>3.602</c:v>
                </c:pt>
                <c:pt idx="1644">
                  <c:v>3.747</c:v>
                </c:pt>
                <c:pt idx="1645">
                  <c:v>3.877</c:v>
                </c:pt>
                <c:pt idx="1646">
                  <c:v>3.989</c:v>
                </c:pt>
                <c:pt idx="1647">
                  <c:v>4.085</c:v>
                </c:pt>
                <c:pt idx="1648">
                  <c:v>4.163</c:v>
                </c:pt>
                <c:pt idx="1649">
                  <c:v>4.224</c:v>
                </c:pt>
                <c:pt idx="1650">
                  <c:v>4.267</c:v>
                </c:pt>
                <c:pt idx="1651">
                  <c:v>4.291</c:v>
                </c:pt>
                <c:pt idx="1652">
                  <c:v>4.298</c:v>
                </c:pt>
                <c:pt idx="1653">
                  <c:v>4.287</c:v>
                </c:pt>
                <c:pt idx="1654">
                  <c:v>4.258</c:v>
                </c:pt>
                <c:pt idx="1655">
                  <c:v>4.211</c:v>
                </c:pt>
                <c:pt idx="1656">
                  <c:v>4.147</c:v>
                </c:pt>
                <c:pt idx="1657">
                  <c:v>4.066</c:v>
                </c:pt>
                <c:pt idx="1658">
                  <c:v>3.968</c:v>
                </c:pt>
                <c:pt idx="1659">
                  <c:v>3.854</c:v>
                </c:pt>
                <c:pt idx="1660">
                  <c:v>3.724</c:v>
                </c:pt>
                <c:pt idx="1661">
                  <c:v>3.579</c:v>
                </c:pt>
                <c:pt idx="1662">
                  <c:v>3.42</c:v>
                </c:pt>
                <c:pt idx="1663">
                  <c:v>3.246</c:v>
                </c:pt>
                <c:pt idx="1664">
                  <c:v>3.06</c:v>
                </c:pt>
                <c:pt idx="1665">
                  <c:v>2.862</c:v>
                </c:pt>
                <c:pt idx="1666">
                  <c:v>2.653</c:v>
                </c:pt>
                <c:pt idx="1667">
                  <c:v>2.433</c:v>
                </c:pt>
                <c:pt idx="1668">
                  <c:v>2.204</c:v>
                </c:pt>
                <c:pt idx="1669">
                  <c:v>1.967</c:v>
                </c:pt>
                <c:pt idx="1670">
                  <c:v>1.722</c:v>
                </c:pt>
                <c:pt idx="1671">
                  <c:v>1.471</c:v>
                </c:pt>
                <c:pt idx="1672">
                  <c:v>1.214</c:v>
                </c:pt>
                <c:pt idx="1673">
                  <c:v>0.953</c:v>
                </c:pt>
                <c:pt idx="1674">
                  <c:v>0.69</c:v>
                </c:pt>
                <c:pt idx="1675">
                  <c:v>0.424</c:v>
                </c:pt>
                <c:pt idx="1676">
                  <c:v>0.158</c:v>
                </c:pt>
                <c:pt idx="1677">
                  <c:v>-0.108</c:v>
                </c:pt>
                <c:pt idx="1678">
                  <c:v>-0.373</c:v>
                </c:pt>
                <c:pt idx="1679">
                  <c:v>-0.636</c:v>
                </c:pt>
                <c:pt idx="1680">
                  <c:v>-0.894</c:v>
                </c:pt>
                <c:pt idx="1681">
                  <c:v>-1.148</c:v>
                </c:pt>
                <c:pt idx="1682">
                  <c:v>-1.397</c:v>
                </c:pt>
                <c:pt idx="1683">
                  <c:v>-1.638</c:v>
                </c:pt>
                <c:pt idx="1684">
                  <c:v>-1.872</c:v>
                </c:pt>
                <c:pt idx="1685">
                  <c:v>-2.098</c:v>
                </c:pt>
                <c:pt idx="1686">
                  <c:v>-2.313</c:v>
                </c:pt>
                <c:pt idx="1687">
                  <c:v>-2.519</c:v>
                </c:pt>
                <c:pt idx="1688">
                  <c:v>-2.713</c:v>
                </c:pt>
                <c:pt idx="1689">
                  <c:v>-2.895</c:v>
                </c:pt>
                <c:pt idx="1690">
                  <c:v>-3.064</c:v>
                </c:pt>
                <c:pt idx="1691">
                  <c:v>-3.22</c:v>
                </c:pt>
                <c:pt idx="1692">
                  <c:v>-3.362</c:v>
                </c:pt>
                <c:pt idx="1693">
                  <c:v>-3.49</c:v>
                </c:pt>
                <c:pt idx="1694">
                  <c:v>-3.602</c:v>
                </c:pt>
                <c:pt idx="1695">
                  <c:v>-3.699</c:v>
                </c:pt>
                <c:pt idx="1696">
                  <c:v>-3.78</c:v>
                </c:pt>
                <c:pt idx="1697">
                  <c:v>-3.845</c:v>
                </c:pt>
                <c:pt idx="1698">
                  <c:v>-3.894</c:v>
                </c:pt>
                <c:pt idx="1699">
                  <c:v>-3.926</c:v>
                </c:pt>
                <c:pt idx="1700">
                  <c:v>-3.942</c:v>
                </c:pt>
                <c:pt idx="1701">
                  <c:v>-3.942</c:v>
                </c:pt>
                <c:pt idx="1702">
                  <c:v>-3.925</c:v>
                </c:pt>
                <c:pt idx="1703">
                  <c:v>-3.891</c:v>
                </c:pt>
                <c:pt idx="1704">
                  <c:v>-3.842</c:v>
                </c:pt>
                <c:pt idx="1705">
                  <c:v>-3.776</c:v>
                </c:pt>
                <c:pt idx="1706">
                  <c:v>-3.695</c:v>
                </c:pt>
                <c:pt idx="1707">
                  <c:v>-3.599</c:v>
                </c:pt>
                <c:pt idx="1708">
                  <c:v>-3.488</c:v>
                </c:pt>
                <c:pt idx="1709">
                  <c:v>-3.363</c:v>
                </c:pt>
                <c:pt idx="1710">
                  <c:v>-3.225</c:v>
                </c:pt>
                <c:pt idx="1711">
                  <c:v>-3.073</c:v>
                </c:pt>
                <c:pt idx="1712">
                  <c:v>-2.909</c:v>
                </c:pt>
                <c:pt idx="1713">
                  <c:v>-2.734</c:v>
                </c:pt>
                <c:pt idx="1714">
                  <c:v>-2.548</c:v>
                </c:pt>
                <c:pt idx="1715">
                  <c:v>-2.352</c:v>
                </c:pt>
                <c:pt idx="1716">
                  <c:v>-2.146</c:v>
                </c:pt>
                <c:pt idx="1717">
                  <c:v>-1.933</c:v>
                </c:pt>
                <c:pt idx="1718">
                  <c:v>-1.712</c:v>
                </c:pt>
                <c:pt idx="1719">
                  <c:v>-1.485</c:v>
                </c:pt>
                <c:pt idx="1720">
                  <c:v>-1.252</c:v>
                </c:pt>
                <c:pt idx="1721">
                  <c:v>-1.015</c:v>
                </c:pt>
                <c:pt idx="1722">
                  <c:v>-0.775</c:v>
                </c:pt>
                <c:pt idx="1723">
                  <c:v>-0.532</c:v>
                </c:pt>
                <c:pt idx="1724">
                  <c:v>-0.288</c:v>
                </c:pt>
                <c:pt idx="1725">
                  <c:v>-0.043</c:v>
                </c:pt>
                <c:pt idx="1726">
                  <c:v>0.201</c:v>
                </c:pt>
                <c:pt idx="1727">
                  <c:v>0.443</c:v>
                </c:pt>
                <c:pt idx="1728">
                  <c:v>0.682</c:v>
                </c:pt>
                <c:pt idx="1729">
                  <c:v>0.918</c:v>
                </c:pt>
                <c:pt idx="1730">
                  <c:v>1.149</c:v>
                </c:pt>
                <c:pt idx="1731">
                  <c:v>1.375</c:v>
                </c:pt>
                <c:pt idx="1732">
                  <c:v>1.593</c:v>
                </c:pt>
                <c:pt idx="1733">
                  <c:v>1.805</c:v>
                </c:pt>
                <c:pt idx="1734">
                  <c:v>2.008</c:v>
                </c:pt>
                <c:pt idx="1735">
                  <c:v>2.202</c:v>
                </c:pt>
                <c:pt idx="1736">
                  <c:v>2.386</c:v>
                </c:pt>
                <c:pt idx="1737">
                  <c:v>2.56</c:v>
                </c:pt>
                <c:pt idx="1738">
                  <c:v>2.722</c:v>
                </c:pt>
                <c:pt idx="1739">
                  <c:v>2.873</c:v>
                </c:pt>
                <c:pt idx="1740">
                  <c:v>3.011</c:v>
                </c:pt>
                <c:pt idx="1741">
                  <c:v>3.135</c:v>
                </c:pt>
                <c:pt idx="1742">
                  <c:v>3.247</c:v>
                </c:pt>
                <c:pt idx="1743">
                  <c:v>3.344</c:v>
                </c:pt>
                <c:pt idx="1744">
                  <c:v>3.427</c:v>
                </c:pt>
                <c:pt idx="1745">
                  <c:v>3.495</c:v>
                </c:pt>
                <c:pt idx="1746">
                  <c:v>3.549</c:v>
                </c:pt>
                <c:pt idx="1747">
                  <c:v>3.587</c:v>
                </c:pt>
                <c:pt idx="1748">
                  <c:v>3.611</c:v>
                </c:pt>
                <c:pt idx="1749">
                  <c:v>3.619</c:v>
                </c:pt>
                <c:pt idx="1750">
                  <c:v>3.612</c:v>
                </c:pt>
                <c:pt idx="1751">
                  <c:v>3.59</c:v>
                </c:pt>
                <c:pt idx="1752">
                  <c:v>3.553</c:v>
                </c:pt>
                <c:pt idx="1753">
                  <c:v>3.502</c:v>
                </c:pt>
                <c:pt idx="1754">
                  <c:v>3.436</c:v>
                </c:pt>
                <c:pt idx="1755">
                  <c:v>3.356</c:v>
                </c:pt>
                <c:pt idx="1756">
                  <c:v>3.262</c:v>
                </c:pt>
                <c:pt idx="1757">
                  <c:v>3.155</c:v>
                </c:pt>
                <c:pt idx="1758">
                  <c:v>3.035</c:v>
                </c:pt>
                <c:pt idx="1759">
                  <c:v>2.903</c:v>
                </c:pt>
                <c:pt idx="1760">
                  <c:v>2.759</c:v>
                </c:pt>
                <c:pt idx="1761">
                  <c:v>2.604</c:v>
                </c:pt>
                <c:pt idx="1762">
                  <c:v>2.439</c:v>
                </c:pt>
                <c:pt idx="1763">
                  <c:v>2.264</c:v>
                </c:pt>
                <c:pt idx="1764">
                  <c:v>2.081</c:v>
                </c:pt>
                <c:pt idx="1765">
                  <c:v>1.889</c:v>
                </c:pt>
                <c:pt idx="1766">
                  <c:v>1.69</c:v>
                </c:pt>
                <c:pt idx="1767">
                  <c:v>1.485</c:v>
                </c:pt>
                <c:pt idx="1768">
                  <c:v>1.274</c:v>
                </c:pt>
                <c:pt idx="1769">
                  <c:v>1.059</c:v>
                </c:pt>
                <c:pt idx="1770">
                  <c:v>0.84</c:v>
                </c:pt>
                <c:pt idx="1771">
                  <c:v>0.618</c:v>
                </c:pt>
                <c:pt idx="1772">
                  <c:v>0.395</c:v>
                </c:pt>
                <c:pt idx="1773">
                  <c:v>0.171</c:v>
                </c:pt>
                <c:pt idx="1774">
                  <c:v>-0.053</c:v>
                </c:pt>
                <c:pt idx="1775">
                  <c:v>-0.277</c:v>
                </c:pt>
                <c:pt idx="1776">
                  <c:v>-0.498</c:v>
                </c:pt>
                <c:pt idx="1777">
                  <c:v>-0.716</c:v>
                </c:pt>
                <c:pt idx="1778">
                  <c:v>-0.931</c:v>
                </c:pt>
                <c:pt idx="1779">
                  <c:v>-1.141</c:v>
                </c:pt>
                <c:pt idx="1780">
                  <c:v>-1.345</c:v>
                </c:pt>
                <c:pt idx="1781">
                  <c:v>-1.544</c:v>
                </c:pt>
                <c:pt idx="1782">
                  <c:v>-1.735</c:v>
                </c:pt>
                <c:pt idx="1783">
                  <c:v>-1.918</c:v>
                </c:pt>
                <c:pt idx="1784">
                  <c:v>-2.092</c:v>
                </c:pt>
                <c:pt idx="1785">
                  <c:v>-2.257</c:v>
                </c:pt>
                <c:pt idx="1786">
                  <c:v>-2.412</c:v>
                </c:pt>
                <c:pt idx="1787">
                  <c:v>-2.557</c:v>
                </c:pt>
                <c:pt idx="1788">
                  <c:v>-2.69</c:v>
                </c:pt>
                <c:pt idx="1789">
                  <c:v>-2.812</c:v>
                </c:pt>
                <c:pt idx="1790">
                  <c:v>-2.921</c:v>
                </c:pt>
                <c:pt idx="1791">
                  <c:v>-3.018</c:v>
                </c:pt>
                <c:pt idx="1792">
                  <c:v>-3.102</c:v>
                </c:pt>
                <c:pt idx="1793">
                  <c:v>-3.172</c:v>
                </c:pt>
                <c:pt idx="1794">
                  <c:v>-3.229</c:v>
                </c:pt>
                <c:pt idx="1795">
                  <c:v>-3.273</c:v>
                </c:pt>
                <c:pt idx="1796">
                  <c:v>-3.302</c:v>
                </c:pt>
                <c:pt idx="1797">
                  <c:v>-3.318</c:v>
                </c:pt>
                <c:pt idx="1798">
                  <c:v>-3.32</c:v>
                </c:pt>
                <c:pt idx="1799">
                  <c:v>-3.308</c:v>
                </c:pt>
                <c:pt idx="1800">
                  <c:v>-3.282</c:v>
                </c:pt>
                <c:pt idx="1801">
                  <c:v>-3.243</c:v>
                </c:pt>
                <c:pt idx="1802">
                  <c:v>-3.19</c:v>
                </c:pt>
                <c:pt idx="1803">
                  <c:v>-3.124</c:v>
                </c:pt>
                <c:pt idx="1804">
                  <c:v>-3.045</c:v>
                </c:pt>
                <c:pt idx="1805">
                  <c:v>-2.954</c:v>
                </c:pt>
                <c:pt idx="1806">
                  <c:v>-2.851</c:v>
                </c:pt>
                <c:pt idx="1807">
                  <c:v>-2.736</c:v>
                </c:pt>
                <c:pt idx="1808">
                  <c:v>-2.61</c:v>
                </c:pt>
                <c:pt idx="1809">
                  <c:v>-2.474</c:v>
                </c:pt>
                <c:pt idx="1810">
                  <c:v>-2.328</c:v>
                </c:pt>
                <c:pt idx="1811">
                  <c:v>-2.172</c:v>
                </c:pt>
                <c:pt idx="1812">
                  <c:v>-2.009</c:v>
                </c:pt>
                <c:pt idx="1813">
                  <c:v>-1.837</c:v>
                </c:pt>
                <c:pt idx="1814">
                  <c:v>-1.658</c:v>
                </c:pt>
                <c:pt idx="1815">
                  <c:v>-1.473</c:v>
                </c:pt>
                <c:pt idx="1816">
                  <c:v>-1.283</c:v>
                </c:pt>
                <c:pt idx="1817">
                  <c:v>-1.088</c:v>
                </c:pt>
                <c:pt idx="1818">
                  <c:v>-0.889</c:v>
                </c:pt>
                <c:pt idx="1819">
                  <c:v>-0.687</c:v>
                </c:pt>
                <c:pt idx="1820">
                  <c:v>-0.482</c:v>
                </c:pt>
                <c:pt idx="1821">
                  <c:v>-0.277</c:v>
                </c:pt>
                <c:pt idx="1822">
                  <c:v>-0.071</c:v>
                </c:pt>
                <c:pt idx="1823">
                  <c:v>0.134</c:v>
                </c:pt>
                <c:pt idx="1824">
                  <c:v>0.338</c:v>
                </c:pt>
                <c:pt idx="1825">
                  <c:v>0.541</c:v>
                </c:pt>
                <c:pt idx="1826">
                  <c:v>0.74</c:v>
                </c:pt>
                <c:pt idx="1827">
                  <c:v>0.935</c:v>
                </c:pt>
                <c:pt idx="1828">
                  <c:v>1.126</c:v>
                </c:pt>
                <c:pt idx="1829">
                  <c:v>1.311</c:v>
                </c:pt>
                <c:pt idx="1830">
                  <c:v>1.49</c:v>
                </c:pt>
                <c:pt idx="1831">
                  <c:v>1.662</c:v>
                </c:pt>
                <c:pt idx="1832">
                  <c:v>1.827</c:v>
                </c:pt>
                <c:pt idx="1833">
                  <c:v>1.984</c:v>
                </c:pt>
                <c:pt idx="1834">
                  <c:v>2.131</c:v>
                </c:pt>
                <c:pt idx="1835">
                  <c:v>2.27</c:v>
                </c:pt>
                <c:pt idx="1836">
                  <c:v>2.398</c:v>
                </c:pt>
                <c:pt idx="1837">
                  <c:v>2.516</c:v>
                </c:pt>
                <c:pt idx="1838">
                  <c:v>2.623</c:v>
                </c:pt>
                <c:pt idx="1839">
                  <c:v>2.719</c:v>
                </c:pt>
                <c:pt idx="1840">
                  <c:v>2.802</c:v>
                </c:pt>
                <c:pt idx="1841">
                  <c:v>2.874</c:v>
                </c:pt>
                <c:pt idx="1842">
                  <c:v>2.934</c:v>
                </c:pt>
                <c:pt idx="1843">
                  <c:v>2.981</c:v>
                </c:pt>
                <c:pt idx="1844">
                  <c:v>3.016</c:v>
                </c:pt>
                <c:pt idx="1845">
                  <c:v>3.038</c:v>
                </c:pt>
                <c:pt idx="1846">
                  <c:v>3.047</c:v>
                </c:pt>
                <c:pt idx="1847">
                  <c:v>3.043</c:v>
                </c:pt>
                <c:pt idx="1848">
                  <c:v>3.027</c:v>
                </c:pt>
                <c:pt idx="1849">
                  <c:v>2.998</c:v>
                </c:pt>
                <c:pt idx="1850">
                  <c:v>2.957</c:v>
                </c:pt>
                <c:pt idx="1851">
                  <c:v>2.903</c:v>
                </c:pt>
                <c:pt idx="1852">
                  <c:v>2.838</c:v>
                </c:pt>
                <c:pt idx="1853">
                  <c:v>2.761</c:v>
                </c:pt>
                <c:pt idx="1854">
                  <c:v>2.672</c:v>
                </c:pt>
                <c:pt idx="1855">
                  <c:v>2.573</c:v>
                </c:pt>
                <c:pt idx="1856">
                  <c:v>2.464</c:v>
                </c:pt>
                <c:pt idx="1857">
                  <c:v>2.344</c:v>
                </c:pt>
                <c:pt idx="1858">
                  <c:v>2.215</c:v>
                </c:pt>
                <c:pt idx="1859">
                  <c:v>2.078</c:v>
                </c:pt>
                <c:pt idx="1860">
                  <c:v>1.932</c:v>
                </c:pt>
                <c:pt idx="1861">
                  <c:v>1.778</c:v>
                </c:pt>
                <c:pt idx="1862">
                  <c:v>1.618</c:v>
                </c:pt>
                <c:pt idx="1863">
                  <c:v>1.452</c:v>
                </c:pt>
                <c:pt idx="1864">
                  <c:v>1.28</c:v>
                </c:pt>
                <c:pt idx="1865">
                  <c:v>1.103</c:v>
                </c:pt>
                <c:pt idx="1866">
                  <c:v>0.923</c:v>
                </c:pt>
                <c:pt idx="1867">
                  <c:v>0.739</c:v>
                </c:pt>
                <c:pt idx="1868">
                  <c:v>0.552</c:v>
                </c:pt>
                <c:pt idx="1869">
                  <c:v>0.365</c:v>
                </c:pt>
                <c:pt idx="1870">
                  <c:v>0.176</c:v>
                </c:pt>
                <c:pt idx="1871">
                  <c:v>-0.013</c:v>
                </c:pt>
                <c:pt idx="1872">
                  <c:v>-0.201</c:v>
                </c:pt>
                <c:pt idx="1873">
                  <c:v>-0.388</c:v>
                </c:pt>
                <c:pt idx="1874">
                  <c:v>-0.572</c:v>
                </c:pt>
                <c:pt idx="1875">
                  <c:v>-0.754</c:v>
                </c:pt>
                <c:pt idx="1876">
                  <c:v>-0.931</c:v>
                </c:pt>
                <c:pt idx="1877">
                  <c:v>-1.104</c:v>
                </c:pt>
                <c:pt idx="1878">
                  <c:v>-1.272</c:v>
                </c:pt>
                <c:pt idx="1879">
                  <c:v>-1.434</c:v>
                </c:pt>
                <c:pt idx="1880">
                  <c:v>-1.589</c:v>
                </c:pt>
                <c:pt idx="1881">
                  <c:v>-1.737</c:v>
                </c:pt>
                <c:pt idx="1882">
                  <c:v>-1.878</c:v>
                </c:pt>
                <c:pt idx="1883">
                  <c:v>-2.01</c:v>
                </c:pt>
                <c:pt idx="1884">
                  <c:v>-2.133</c:v>
                </c:pt>
                <c:pt idx="1885">
                  <c:v>-2.247</c:v>
                </c:pt>
                <c:pt idx="1886">
                  <c:v>-2.351</c:v>
                </c:pt>
                <c:pt idx="1887">
                  <c:v>-2.445</c:v>
                </c:pt>
                <c:pt idx="1888">
                  <c:v>-2.528</c:v>
                </c:pt>
                <c:pt idx="1889">
                  <c:v>-2.6</c:v>
                </c:pt>
                <c:pt idx="1890">
                  <c:v>-2.662</c:v>
                </c:pt>
                <c:pt idx="1891">
                  <c:v>-2.712</c:v>
                </c:pt>
                <c:pt idx="1892">
                  <c:v>-2.75</c:v>
                </c:pt>
                <c:pt idx="1893">
                  <c:v>-2.777</c:v>
                </c:pt>
                <c:pt idx="1894">
                  <c:v>-2.792</c:v>
                </c:pt>
                <c:pt idx="1895">
                  <c:v>-2.796</c:v>
                </c:pt>
                <c:pt idx="1896">
                  <c:v>-2.788</c:v>
                </c:pt>
                <c:pt idx="1897">
                  <c:v>-2.768</c:v>
                </c:pt>
                <c:pt idx="1898">
                  <c:v>-2.737</c:v>
                </c:pt>
                <c:pt idx="1899">
                  <c:v>-2.694</c:v>
                </c:pt>
                <c:pt idx="1900">
                  <c:v>-2.64</c:v>
                </c:pt>
                <c:pt idx="1901">
                  <c:v>-2.576</c:v>
                </c:pt>
                <c:pt idx="1902">
                  <c:v>-2.501</c:v>
                </c:pt>
                <c:pt idx="1903">
                  <c:v>-2.416</c:v>
                </c:pt>
                <c:pt idx="1904">
                  <c:v>-2.321</c:v>
                </c:pt>
                <c:pt idx="1905">
                  <c:v>-2.216</c:v>
                </c:pt>
                <c:pt idx="1906">
                  <c:v>-2.103</c:v>
                </c:pt>
                <c:pt idx="1907">
                  <c:v>-1.981</c:v>
                </c:pt>
                <c:pt idx="1908">
                  <c:v>-1.852</c:v>
                </c:pt>
                <c:pt idx="1909">
                  <c:v>-1.715</c:v>
                </c:pt>
                <c:pt idx="1910">
                  <c:v>-1.572</c:v>
                </c:pt>
                <c:pt idx="1911">
                  <c:v>-1.422</c:v>
                </c:pt>
                <c:pt idx="1912">
                  <c:v>-1.267</c:v>
                </c:pt>
                <c:pt idx="1913">
                  <c:v>-1.108</c:v>
                </c:pt>
                <c:pt idx="1914">
                  <c:v>-0.944</c:v>
                </c:pt>
                <c:pt idx="1915">
                  <c:v>-0.777</c:v>
                </c:pt>
                <c:pt idx="1916">
                  <c:v>-0.607</c:v>
                </c:pt>
                <c:pt idx="1917">
                  <c:v>-0.435</c:v>
                </c:pt>
                <c:pt idx="1918">
                  <c:v>-0.263</c:v>
                </c:pt>
                <c:pt idx="1919">
                  <c:v>-0.089</c:v>
                </c:pt>
                <c:pt idx="1920">
                  <c:v>0.084</c:v>
                </c:pt>
                <c:pt idx="1921">
                  <c:v>0.256</c:v>
                </c:pt>
                <c:pt idx="1922">
                  <c:v>0.426</c:v>
                </c:pt>
                <c:pt idx="1923">
                  <c:v>0.595</c:v>
                </c:pt>
                <c:pt idx="1924">
                  <c:v>0.76</c:v>
                </c:pt>
                <c:pt idx="1925">
                  <c:v>0.921</c:v>
                </c:pt>
                <c:pt idx="1926">
                  <c:v>1.078</c:v>
                </c:pt>
                <c:pt idx="1927">
                  <c:v>1.229</c:v>
                </c:pt>
                <c:pt idx="1928">
                  <c:v>1.376</c:v>
                </c:pt>
                <c:pt idx="1929">
                  <c:v>1.515</c:v>
                </c:pt>
                <c:pt idx="1930">
                  <c:v>1.648</c:v>
                </c:pt>
                <c:pt idx="1931">
                  <c:v>1.774</c:v>
                </c:pt>
                <c:pt idx="1932">
                  <c:v>1.892</c:v>
                </c:pt>
                <c:pt idx="1933">
                  <c:v>2.001</c:v>
                </c:pt>
                <c:pt idx="1934">
                  <c:v>2.102</c:v>
                </c:pt>
                <c:pt idx="1935">
                  <c:v>2.194</c:v>
                </c:pt>
                <c:pt idx="1936">
                  <c:v>2.276</c:v>
                </c:pt>
                <c:pt idx="1937">
                  <c:v>2.348</c:v>
                </c:pt>
                <c:pt idx="1938">
                  <c:v>2.411</c:v>
                </c:pt>
                <c:pt idx="1939">
                  <c:v>2.463</c:v>
                </c:pt>
                <c:pt idx="1940">
                  <c:v>2.504</c:v>
                </c:pt>
                <c:pt idx="1941">
                  <c:v>2.535</c:v>
                </c:pt>
                <c:pt idx="1942">
                  <c:v>2.555</c:v>
                </c:pt>
                <c:pt idx="1943">
                  <c:v>2.565</c:v>
                </c:pt>
                <c:pt idx="1944">
                  <c:v>2.564</c:v>
                </c:pt>
                <c:pt idx="1945">
                  <c:v>2.552</c:v>
                </c:pt>
                <c:pt idx="1946">
                  <c:v>2.529</c:v>
                </c:pt>
                <c:pt idx="1947">
                  <c:v>2.496</c:v>
                </c:pt>
                <c:pt idx="1948">
                  <c:v>2.453</c:v>
                </c:pt>
                <c:pt idx="1949">
                  <c:v>2.399</c:v>
                </c:pt>
                <c:pt idx="1950">
                  <c:v>2.336</c:v>
                </c:pt>
                <c:pt idx="1951">
                  <c:v>2.263</c:v>
                </c:pt>
                <c:pt idx="1952">
                  <c:v>2.181</c:v>
                </c:pt>
                <c:pt idx="1953">
                  <c:v>2.091</c:v>
                </c:pt>
                <c:pt idx="1954">
                  <c:v>1.991</c:v>
                </c:pt>
                <c:pt idx="1955">
                  <c:v>1.884</c:v>
                </c:pt>
                <c:pt idx="1956">
                  <c:v>1.769</c:v>
                </c:pt>
                <c:pt idx="1957">
                  <c:v>1.648</c:v>
                </c:pt>
                <c:pt idx="1958">
                  <c:v>1.52</c:v>
                </c:pt>
                <c:pt idx="1959">
                  <c:v>1.386</c:v>
                </c:pt>
                <c:pt idx="1960">
                  <c:v>1.246</c:v>
                </c:pt>
                <c:pt idx="1961">
                  <c:v>1.102</c:v>
                </c:pt>
                <c:pt idx="1962">
                  <c:v>0.954</c:v>
                </c:pt>
                <c:pt idx="1963">
                  <c:v>0.803</c:v>
                </c:pt>
                <c:pt idx="1964">
                  <c:v>0.648</c:v>
                </c:pt>
                <c:pt idx="1965">
                  <c:v>0.492</c:v>
                </c:pt>
                <c:pt idx="1966">
                  <c:v>0.334</c:v>
                </c:pt>
                <c:pt idx="1967">
                  <c:v>0.175</c:v>
                </c:pt>
                <c:pt idx="1968">
                  <c:v>0.016</c:v>
                </c:pt>
                <c:pt idx="1969">
                  <c:v>-0.143</c:v>
                </c:pt>
                <c:pt idx="1970">
                  <c:v>-0.3</c:v>
                </c:pt>
                <c:pt idx="1971">
                  <c:v>-0.456</c:v>
                </c:pt>
                <c:pt idx="1972">
                  <c:v>-0.609</c:v>
                </c:pt>
                <c:pt idx="1973">
                  <c:v>-0.759</c:v>
                </c:pt>
                <c:pt idx="1974">
                  <c:v>-0.905</c:v>
                </c:pt>
                <c:pt idx="1975">
                  <c:v>-1.047</c:v>
                </c:pt>
                <c:pt idx="1976">
                  <c:v>-1.185</c:v>
                </c:pt>
                <c:pt idx="1977">
                  <c:v>-1.316</c:v>
                </c:pt>
                <c:pt idx="1978">
                  <c:v>-1.442</c:v>
                </c:pt>
                <c:pt idx="1979">
                  <c:v>-1.561</c:v>
                </c:pt>
                <c:pt idx="1980">
                  <c:v>-1.674</c:v>
                </c:pt>
                <c:pt idx="1981">
                  <c:v>-1.779</c:v>
                </c:pt>
                <c:pt idx="1982">
                  <c:v>-1.876</c:v>
                </c:pt>
                <c:pt idx="1983">
                  <c:v>-1.965</c:v>
                </c:pt>
                <c:pt idx="1984">
                  <c:v>-2.045</c:v>
                </c:pt>
                <c:pt idx="1985">
                  <c:v>-2.117</c:v>
                </c:pt>
                <c:pt idx="1986">
                  <c:v>-2.18</c:v>
                </c:pt>
                <c:pt idx="1987">
                  <c:v>-2.233</c:v>
                </c:pt>
                <c:pt idx="1988">
                  <c:v>-2.277</c:v>
                </c:pt>
                <c:pt idx="1989">
                  <c:v>-2.311</c:v>
                </c:pt>
                <c:pt idx="1990">
                  <c:v>-2.335</c:v>
                </c:pt>
                <c:pt idx="1991">
                  <c:v>-2.35</c:v>
                </c:pt>
                <c:pt idx="1992">
                  <c:v>-2.354</c:v>
                </c:pt>
                <c:pt idx="1993">
                  <c:v>-2.349</c:v>
                </c:pt>
                <c:pt idx="1994">
                  <c:v>-2.334</c:v>
                </c:pt>
                <c:pt idx="1995">
                  <c:v>-2.309</c:v>
                </c:pt>
                <c:pt idx="1996">
                  <c:v>-2.275</c:v>
                </c:pt>
                <c:pt idx="1997">
                  <c:v>-2.231</c:v>
                </c:pt>
                <c:pt idx="1998">
                  <c:v>-2.179</c:v>
                </c:pt>
                <c:pt idx="1999">
                  <c:v>-2.117</c:v>
                </c:pt>
                <c:pt idx="2000">
                  <c:v>-2.047</c:v>
                </c:pt>
                <c:pt idx="2001">
                  <c:v/>
                </c:pt>
                <c:pt idx="2002">
                  <c:v/>
                </c:pt>
              </c:numCache>
            </c:numRef>
          </c:yVal>
          <c:smooth val="0"/>
        </c:ser>
        <c:ser>
          <c:idx val="1"/>
          <c:order val="1"/>
          <c:tx>
            <c:strRef>
              <c:f>Sheet1!$C$1</c:f>
              <c:strCache>
                <c:ptCount val="1"/>
                <c:pt idx="0">
                  <c:v>Z4_20K</c:v>
                </c:pt>
              </c:strCache>
            </c:strRef>
          </c:tx>
          <c:spPr>
            <a:solidFill>
              <a:srgbClr val="E8743B"/>
            </a:solidFill>
            <a:ln w="19050" cap="flat">
              <a:solidFill>
                <a:srgbClr val="E8743B"/>
              </a:solidFill>
              <a:prstDash val="solid"/>
              <a:round/>
            </a:ln>
            <a:effectLst/>
          </c:spPr>
          <c:marker>
            <c:symbol val="none"/>
            <c:size val="6"/>
            <c:spPr>
              <a:solidFill>
                <a:srgbClr val="E8743B"/>
              </a:solidFill>
              <a:ln w="9525" cap="flat">
                <a:solidFill>
                  <a:srgbClr val="E8743B"/>
                </a:solidFill>
                <a:prstDash val="solid"/>
                <a:round/>
              </a:ln>
              <a:effectLst/>
            </c:spPr>
          </c:marker>
          <c:xVal>
            <c:numRef>
              <c:f>Sheet1!$A$2:$A$2004</c:f>
              <c:numCache>
                <c:formatCode>General</c:formatCode>
                <c:ptCount val="2003"/>
                <c:pt idx="0">
                  <c:v>0</c:v>
                </c:pt>
                <c:pt idx="1">
                  <c:v>0.0005</c:v>
                </c:pt>
                <c:pt idx="2">
                  <c:v>0.001</c:v>
                </c:pt>
                <c:pt idx="3">
                  <c:v>0.0015</c:v>
                </c:pt>
                <c:pt idx="4">
                  <c:v>0.002</c:v>
                </c:pt>
                <c:pt idx="5">
                  <c:v>0.0025</c:v>
                </c:pt>
                <c:pt idx="6">
                  <c:v>0.003</c:v>
                </c:pt>
                <c:pt idx="7">
                  <c:v>0.0035</c:v>
                </c:pt>
                <c:pt idx="8">
                  <c:v>0.004</c:v>
                </c:pt>
                <c:pt idx="9">
                  <c:v>0.0045</c:v>
                </c:pt>
                <c:pt idx="10">
                  <c:v>0.005</c:v>
                </c:pt>
                <c:pt idx="11">
                  <c:v>0.0055</c:v>
                </c:pt>
                <c:pt idx="12">
                  <c:v>0.006</c:v>
                </c:pt>
                <c:pt idx="13">
                  <c:v>0.0065</c:v>
                </c:pt>
                <c:pt idx="14">
                  <c:v>0.007</c:v>
                </c:pt>
                <c:pt idx="15">
                  <c:v>0.0075</c:v>
                </c:pt>
                <c:pt idx="16">
                  <c:v>0.008</c:v>
                </c:pt>
                <c:pt idx="17">
                  <c:v>0.0085</c:v>
                </c:pt>
                <c:pt idx="18">
                  <c:v>0.009</c:v>
                </c:pt>
                <c:pt idx="19">
                  <c:v>0.0095</c:v>
                </c:pt>
                <c:pt idx="20">
                  <c:v>0.01</c:v>
                </c:pt>
                <c:pt idx="21">
                  <c:v>0.0105</c:v>
                </c:pt>
                <c:pt idx="22">
                  <c:v>0.011</c:v>
                </c:pt>
                <c:pt idx="23">
                  <c:v>0.0115</c:v>
                </c:pt>
                <c:pt idx="24">
                  <c:v>0.012</c:v>
                </c:pt>
                <c:pt idx="25">
                  <c:v>0.0125</c:v>
                </c:pt>
                <c:pt idx="26">
                  <c:v>0.013</c:v>
                </c:pt>
                <c:pt idx="27">
                  <c:v>0.0135</c:v>
                </c:pt>
                <c:pt idx="28">
                  <c:v>0.014</c:v>
                </c:pt>
                <c:pt idx="29">
                  <c:v>0.0145</c:v>
                </c:pt>
                <c:pt idx="30">
                  <c:v>0.015</c:v>
                </c:pt>
                <c:pt idx="31">
                  <c:v>0.0155</c:v>
                </c:pt>
                <c:pt idx="32">
                  <c:v>0.016</c:v>
                </c:pt>
                <c:pt idx="33">
                  <c:v>0.0165</c:v>
                </c:pt>
                <c:pt idx="34">
                  <c:v>0.017</c:v>
                </c:pt>
                <c:pt idx="35">
                  <c:v>0.0175</c:v>
                </c:pt>
                <c:pt idx="36">
                  <c:v>0.018</c:v>
                </c:pt>
                <c:pt idx="37">
                  <c:v>0.0185</c:v>
                </c:pt>
                <c:pt idx="38">
                  <c:v>0.019</c:v>
                </c:pt>
                <c:pt idx="39">
                  <c:v>0.0195</c:v>
                </c:pt>
                <c:pt idx="40">
                  <c:v>0.02</c:v>
                </c:pt>
                <c:pt idx="41">
                  <c:v>0.0205</c:v>
                </c:pt>
                <c:pt idx="42">
                  <c:v>0.021</c:v>
                </c:pt>
                <c:pt idx="43">
                  <c:v>0.0215</c:v>
                </c:pt>
                <c:pt idx="44">
                  <c:v>0.022</c:v>
                </c:pt>
                <c:pt idx="45">
                  <c:v>0.0225</c:v>
                </c:pt>
                <c:pt idx="46">
                  <c:v>0.023</c:v>
                </c:pt>
                <c:pt idx="47">
                  <c:v>0.0235</c:v>
                </c:pt>
                <c:pt idx="48">
                  <c:v>0.024</c:v>
                </c:pt>
                <c:pt idx="49">
                  <c:v>0.0245</c:v>
                </c:pt>
                <c:pt idx="50">
                  <c:v>0.025</c:v>
                </c:pt>
                <c:pt idx="51">
                  <c:v>0.0255</c:v>
                </c:pt>
                <c:pt idx="52">
                  <c:v>0.026</c:v>
                </c:pt>
                <c:pt idx="53">
                  <c:v>0.0265</c:v>
                </c:pt>
                <c:pt idx="54">
                  <c:v>0.027</c:v>
                </c:pt>
                <c:pt idx="55">
                  <c:v>0.0275</c:v>
                </c:pt>
                <c:pt idx="56">
                  <c:v>0.028</c:v>
                </c:pt>
                <c:pt idx="57">
                  <c:v>0.0285</c:v>
                </c:pt>
                <c:pt idx="58">
                  <c:v>0.029</c:v>
                </c:pt>
                <c:pt idx="59">
                  <c:v>0.0295</c:v>
                </c:pt>
                <c:pt idx="60">
                  <c:v>0.03</c:v>
                </c:pt>
                <c:pt idx="61">
                  <c:v>0.0305</c:v>
                </c:pt>
                <c:pt idx="62">
                  <c:v>0.031</c:v>
                </c:pt>
                <c:pt idx="63">
                  <c:v>0.0315</c:v>
                </c:pt>
                <c:pt idx="64">
                  <c:v>0.032</c:v>
                </c:pt>
                <c:pt idx="65">
                  <c:v>0.0325</c:v>
                </c:pt>
                <c:pt idx="66">
                  <c:v>0.033</c:v>
                </c:pt>
                <c:pt idx="67">
                  <c:v>0.0335</c:v>
                </c:pt>
                <c:pt idx="68">
                  <c:v>0.034</c:v>
                </c:pt>
                <c:pt idx="69">
                  <c:v>0.0345</c:v>
                </c:pt>
                <c:pt idx="70">
                  <c:v>0.035</c:v>
                </c:pt>
                <c:pt idx="71">
                  <c:v>0.0355</c:v>
                </c:pt>
                <c:pt idx="72">
                  <c:v>0.036</c:v>
                </c:pt>
                <c:pt idx="73">
                  <c:v>0.0365</c:v>
                </c:pt>
                <c:pt idx="74">
                  <c:v>0.037</c:v>
                </c:pt>
                <c:pt idx="75">
                  <c:v>0.0375</c:v>
                </c:pt>
                <c:pt idx="76">
                  <c:v>0.038</c:v>
                </c:pt>
                <c:pt idx="77">
                  <c:v>0.0385</c:v>
                </c:pt>
                <c:pt idx="78">
                  <c:v>0.039</c:v>
                </c:pt>
                <c:pt idx="79">
                  <c:v>0.0395</c:v>
                </c:pt>
                <c:pt idx="80">
                  <c:v>0.04</c:v>
                </c:pt>
                <c:pt idx="81">
                  <c:v>0.0405</c:v>
                </c:pt>
                <c:pt idx="82">
                  <c:v>0.041</c:v>
                </c:pt>
                <c:pt idx="83">
                  <c:v>0.0415</c:v>
                </c:pt>
                <c:pt idx="84">
                  <c:v>0.042</c:v>
                </c:pt>
                <c:pt idx="85">
                  <c:v>0.0425</c:v>
                </c:pt>
                <c:pt idx="86">
                  <c:v>0.043</c:v>
                </c:pt>
                <c:pt idx="87">
                  <c:v>0.0435</c:v>
                </c:pt>
                <c:pt idx="88">
                  <c:v>0.044</c:v>
                </c:pt>
                <c:pt idx="89">
                  <c:v>0.0445</c:v>
                </c:pt>
                <c:pt idx="90">
                  <c:v>0.045</c:v>
                </c:pt>
                <c:pt idx="91">
                  <c:v>0.0455</c:v>
                </c:pt>
                <c:pt idx="92">
                  <c:v>0.046</c:v>
                </c:pt>
                <c:pt idx="93">
                  <c:v>0.0465</c:v>
                </c:pt>
                <c:pt idx="94">
                  <c:v>0.047</c:v>
                </c:pt>
                <c:pt idx="95">
                  <c:v>0.0475</c:v>
                </c:pt>
                <c:pt idx="96">
                  <c:v>0.048</c:v>
                </c:pt>
                <c:pt idx="97">
                  <c:v>0.0485</c:v>
                </c:pt>
                <c:pt idx="98">
                  <c:v>0.049</c:v>
                </c:pt>
                <c:pt idx="99">
                  <c:v>0.0495</c:v>
                </c:pt>
                <c:pt idx="100">
                  <c:v>0.05</c:v>
                </c:pt>
                <c:pt idx="101">
                  <c:v>0.0505</c:v>
                </c:pt>
                <c:pt idx="102">
                  <c:v>0.051</c:v>
                </c:pt>
                <c:pt idx="103">
                  <c:v>0.0515</c:v>
                </c:pt>
                <c:pt idx="104">
                  <c:v>0.052</c:v>
                </c:pt>
                <c:pt idx="105">
                  <c:v>0.0525</c:v>
                </c:pt>
                <c:pt idx="106">
                  <c:v>0.053</c:v>
                </c:pt>
                <c:pt idx="107">
                  <c:v>0.0535</c:v>
                </c:pt>
                <c:pt idx="108">
                  <c:v>0.054</c:v>
                </c:pt>
                <c:pt idx="109">
                  <c:v>0.0545</c:v>
                </c:pt>
                <c:pt idx="110">
                  <c:v>0.055</c:v>
                </c:pt>
                <c:pt idx="111">
                  <c:v>0.0555</c:v>
                </c:pt>
                <c:pt idx="112">
                  <c:v>0.056</c:v>
                </c:pt>
                <c:pt idx="113">
                  <c:v>0.0565</c:v>
                </c:pt>
                <c:pt idx="114">
                  <c:v>0.057</c:v>
                </c:pt>
                <c:pt idx="115">
                  <c:v>0.0575</c:v>
                </c:pt>
                <c:pt idx="116">
                  <c:v>0.058</c:v>
                </c:pt>
                <c:pt idx="117">
                  <c:v>0.0585</c:v>
                </c:pt>
                <c:pt idx="118">
                  <c:v>0.059</c:v>
                </c:pt>
                <c:pt idx="119">
                  <c:v>0.0595</c:v>
                </c:pt>
                <c:pt idx="120">
                  <c:v>0.06</c:v>
                </c:pt>
                <c:pt idx="121">
                  <c:v>0.0605</c:v>
                </c:pt>
                <c:pt idx="122">
                  <c:v>0.061</c:v>
                </c:pt>
                <c:pt idx="123">
                  <c:v>0.0615</c:v>
                </c:pt>
                <c:pt idx="124">
                  <c:v>0.062</c:v>
                </c:pt>
                <c:pt idx="125">
                  <c:v>0.0625</c:v>
                </c:pt>
                <c:pt idx="126">
                  <c:v>0.063</c:v>
                </c:pt>
                <c:pt idx="127">
                  <c:v>0.0635</c:v>
                </c:pt>
                <c:pt idx="128">
                  <c:v>0.064</c:v>
                </c:pt>
                <c:pt idx="129">
                  <c:v>0.0645</c:v>
                </c:pt>
                <c:pt idx="130">
                  <c:v>0.065</c:v>
                </c:pt>
                <c:pt idx="131">
                  <c:v>0.0655</c:v>
                </c:pt>
                <c:pt idx="132">
                  <c:v>0.066</c:v>
                </c:pt>
                <c:pt idx="133">
                  <c:v>0.0665</c:v>
                </c:pt>
                <c:pt idx="134">
                  <c:v>0.067</c:v>
                </c:pt>
                <c:pt idx="135">
                  <c:v>0.0675</c:v>
                </c:pt>
                <c:pt idx="136">
                  <c:v>0.068</c:v>
                </c:pt>
                <c:pt idx="137">
                  <c:v>0.0685</c:v>
                </c:pt>
                <c:pt idx="138">
                  <c:v>0.069</c:v>
                </c:pt>
                <c:pt idx="139">
                  <c:v>0.0695</c:v>
                </c:pt>
                <c:pt idx="140">
                  <c:v>0.07</c:v>
                </c:pt>
                <c:pt idx="141">
                  <c:v>0.0705</c:v>
                </c:pt>
                <c:pt idx="142">
                  <c:v>0.071</c:v>
                </c:pt>
                <c:pt idx="143">
                  <c:v>0.0715</c:v>
                </c:pt>
                <c:pt idx="144">
                  <c:v>0.072</c:v>
                </c:pt>
                <c:pt idx="145">
                  <c:v>0.0725</c:v>
                </c:pt>
                <c:pt idx="146">
                  <c:v>0.073</c:v>
                </c:pt>
                <c:pt idx="147">
                  <c:v>0.0735</c:v>
                </c:pt>
                <c:pt idx="148">
                  <c:v>0.074</c:v>
                </c:pt>
                <c:pt idx="149">
                  <c:v>0.0745</c:v>
                </c:pt>
                <c:pt idx="150">
                  <c:v>0.075</c:v>
                </c:pt>
                <c:pt idx="151">
                  <c:v>0.0755</c:v>
                </c:pt>
                <c:pt idx="152">
                  <c:v>0.076</c:v>
                </c:pt>
                <c:pt idx="153">
                  <c:v>0.0765</c:v>
                </c:pt>
                <c:pt idx="154">
                  <c:v>0.077</c:v>
                </c:pt>
                <c:pt idx="155">
                  <c:v>0.0775</c:v>
                </c:pt>
                <c:pt idx="156">
                  <c:v>0.078</c:v>
                </c:pt>
                <c:pt idx="157">
                  <c:v>0.0785</c:v>
                </c:pt>
                <c:pt idx="158">
                  <c:v>0.079</c:v>
                </c:pt>
                <c:pt idx="159">
                  <c:v>0.0795</c:v>
                </c:pt>
                <c:pt idx="160">
                  <c:v>0.08</c:v>
                </c:pt>
                <c:pt idx="161">
                  <c:v>0.0805</c:v>
                </c:pt>
                <c:pt idx="162">
                  <c:v>0.081</c:v>
                </c:pt>
                <c:pt idx="163">
                  <c:v>0.0815</c:v>
                </c:pt>
                <c:pt idx="164">
                  <c:v>0.082</c:v>
                </c:pt>
                <c:pt idx="165">
                  <c:v>0.0825</c:v>
                </c:pt>
                <c:pt idx="166">
                  <c:v>0.083</c:v>
                </c:pt>
                <c:pt idx="167">
                  <c:v>0.0835</c:v>
                </c:pt>
                <c:pt idx="168">
                  <c:v>0.084</c:v>
                </c:pt>
                <c:pt idx="169">
                  <c:v>0.0845</c:v>
                </c:pt>
                <c:pt idx="170">
                  <c:v>0.085</c:v>
                </c:pt>
                <c:pt idx="171">
                  <c:v>0.0855</c:v>
                </c:pt>
                <c:pt idx="172">
                  <c:v>0.086</c:v>
                </c:pt>
                <c:pt idx="173">
                  <c:v>0.0865</c:v>
                </c:pt>
                <c:pt idx="174">
                  <c:v>0.087</c:v>
                </c:pt>
                <c:pt idx="175">
                  <c:v>0.0875</c:v>
                </c:pt>
                <c:pt idx="176">
                  <c:v>0.088</c:v>
                </c:pt>
                <c:pt idx="177">
                  <c:v>0.0885</c:v>
                </c:pt>
                <c:pt idx="178">
                  <c:v>0.089</c:v>
                </c:pt>
                <c:pt idx="179">
                  <c:v>0.0895</c:v>
                </c:pt>
                <c:pt idx="180">
                  <c:v>0.09</c:v>
                </c:pt>
                <c:pt idx="181">
                  <c:v>0.0905</c:v>
                </c:pt>
                <c:pt idx="182">
                  <c:v>0.091</c:v>
                </c:pt>
                <c:pt idx="183">
                  <c:v>0.0915</c:v>
                </c:pt>
                <c:pt idx="184">
                  <c:v>0.092</c:v>
                </c:pt>
                <c:pt idx="185">
                  <c:v>0.0925</c:v>
                </c:pt>
                <c:pt idx="186">
                  <c:v>0.093</c:v>
                </c:pt>
                <c:pt idx="187">
                  <c:v>0.0935</c:v>
                </c:pt>
                <c:pt idx="188">
                  <c:v>0.094</c:v>
                </c:pt>
                <c:pt idx="189">
                  <c:v>0.0945</c:v>
                </c:pt>
                <c:pt idx="190">
                  <c:v>0.095</c:v>
                </c:pt>
                <c:pt idx="191">
                  <c:v>0.0955</c:v>
                </c:pt>
                <c:pt idx="192">
                  <c:v>0.096</c:v>
                </c:pt>
                <c:pt idx="193">
                  <c:v>0.0965</c:v>
                </c:pt>
                <c:pt idx="194">
                  <c:v>0.097</c:v>
                </c:pt>
                <c:pt idx="195">
                  <c:v>0.0975</c:v>
                </c:pt>
                <c:pt idx="196">
                  <c:v>0.098</c:v>
                </c:pt>
                <c:pt idx="197">
                  <c:v>0.0985</c:v>
                </c:pt>
                <c:pt idx="198">
                  <c:v>0.099</c:v>
                </c:pt>
                <c:pt idx="199">
                  <c:v>0.0995</c:v>
                </c:pt>
                <c:pt idx="200">
                  <c:v>0.1</c:v>
                </c:pt>
                <c:pt idx="201">
                  <c:v>0.1005</c:v>
                </c:pt>
                <c:pt idx="202">
                  <c:v>0.101</c:v>
                </c:pt>
                <c:pt idx="203">
                  <c:v>0.1015</c:v>
                </c:pt>
                <c:pt idx="204">
                  <c:v>0.102</c:v>
                </c:pt>
                <c:pt idx="205">
                  <c:v>0.1025</c:v>
                </c:pt>
                <c:pt idx="206">
                  <c:v>0.103</c:v>
                </c:pt>
                <c:pt idx="207">
                  <c:v>0.1035</c:v>
                </c:pt>
                <c:pt idx="208">
                  <c:v>0.104</c:v>
                </c:pt>
                <c:pt idx="209">
                  <c:v>0.1045</c:v>
                </c:pt>
                <c:pt idx="210">
                  <c:v>0.105</c:v>
                </c:pt>
                <c:pt idx="211">
                  <c:v>0.1055</c:v>
                </c:pt>
                <c:pt idx="212">
                  <c:v>0.106</c:v>
                </c:pt>
                <c:pt idx="213">
                  <c:v>0.1065</c:v>
                </c:pt>
                <c:pt idx="214">
                  <c:v>0.107</c:v>
                </c:pt>
                <c:pt idx="215">
                  <c:v>0.1075</c:v>
                </c:pt>
                <c:pt idx="216">
                  <c:v>0.108</c:v>
                </c:pt>
                <c:pt idx="217">
                  <c:v>0.1085</c:v>
                </c:pt>
                <c:pt idx="218">
                  <c:v>0.109</c:v>
                </c:pt>
                <c:pt idx="219">
                  <c:v>0.1095</c:v>
                </c:pt>
                <c:pt idx="220">
                  <c:v>0.11</c:v>
                </c:pt>
                <c:pt idx="221">
                  <c:v>0.1105</c:v>
                </c:pt>
                <c:pt idx="222">
                  <c:v>0.111</c:v>
                </c:pt>
                <c:pt idx="223">
                  <c:v>0.1115</c:v>
                </c:pt>
                <c:pt idx="224">
                  <c:v>0.112</c:v>
                </c:pt>
                <c:pt idx="225">
                  <c:v>0.1125</c:v>
                </c:pt>
                <c:pt idx="226">
                  <c:v>0.113</c:v>
                </c:pt>
                <c:pt idx="227">
                  <c:v>0.1135</c:v>
                </c:pt>
                <c:pt idx="228">
                  <c:v>0.114</c:v>
                </c:pt>
                <c:pt idx="229">
                  <c:v>0.1145</c:v>
                </c:pt>
                <c:pt idx="230">
                  <c:v>0.115</c:v>
                </c:pt>
                <c:pt idx="231">
                  <c:v>0.1155</c:v>
                </c:pt>
                <c:pt idx="232">
                  <c:v>0.116</c:v>
                </c:pt>
                <c:pt idx="233">
                  <c:v>0.1165</c:v>
                </c:pt>
                <c:pt idx="234">
                  <c:v>0.117</c:v>
                </c:pt>
                <c:pt idx="235">
                  <c:v>0.1175</c:v>
                </c:pt>
                <c:pt idx="236">
                  <c:v>0.118</c:v>
                </c:pt>
                <c:pt idx="237">
                  <c:v>0.1185</c:v>
                </c:pt>
                <c:pt idx="238">
                  <c:v>0.119</c:v>
                </c:pt>
                <c:pt idx="239">
                  <c:v>0.1195</c:v>
                </c:pt>
                <c:pt idx="240">
                  <c:v>0.12</c:v>
                </c:pt>
                <c:pt idx="241">
                  <c:v>0.1205</c:v>
                </c:pt>
                <c:pt idx="242">
                  <c:v>0.121</c:v>
                </c:pt>
                <c:pt idx="243">
                  <c:v>0.1215</c:v>
                </c:pt>
                <c:pt idx="244">
                  <c:v>0.122</c:v>
                </c:pt>
                <c:pt idx="245">
                  <c:v>0.1225</c:v>
                </c:pt>
                <c:pt idx="246">
                  <c:v>0.123</c:v>
                </c:pt>
                <c:pt idx="247">
                  <c:v>0.1235</c:v>
                </c:pt>
                <c:pt idx="248">
                  <c:v>0.124</c:v>
                </c:pt>
                <c:pt idx="249">
                  <c:v>0.1245</c:v>
                </c:pt>
                <c:pt idx="250">
                  <c:v>0.125</c:v>
                </c:pt>
                <c:pt idx="251">
                  <c:v>0.1255</c:v>
                </c:pt>
                <c:pt idx="252">
                  <c:v>0.126</c:v>
                </c:pt>
                <c:pt idx="253">
                  <c:v>0.1265</c:v>
                </c:pt>
                <c:pt idx="254">
                  <c:v>0.127</c:v>
                </c:pt>
                <c:pt idx="255">
                  <c:v>0.1275</c:v>
                </c:pt>
                <c:pt idx="256">
                  <c:v>0.128</c:v>
                </c:pt>
                <c:pt idx="257">
                  <c:v>0.1285</c:v>
                </c:pt>
                <c:pt idx="258">
                  <c:v>0.129</c:v>
                </c:pt>
                <c:pt idx="259">
                  <c:v>0.1295</c:v>
                </c:pt>
                <c:pt idx="260">
                  <c:v>0.13</c:v>
                </c:pt>
                <c:pt idx="261">
                  <c:v>0.1305</c:v>
                </c:pt>
                <c:pt idx="262">
                  <c:v>0.131</c:v>
                </c:pt>
                <c:pt idx="263">
                  <c:v>0.1315</c:v>
                </c:pt>
                <c:pt idx="264">
                  <c:v>0.132</c:v>
                </c:pt>
                <c:pt idx="265">
                  <c:v>0.1325</c:v>
                </c:pt>
                <c:pt idx="266">
                  <c:v>0.133</c:v>
                </c:pt>
                <c:pt idx="267">
                  <c:v>0.1335</c:v>
                </c:pt>
                <c:pt idx="268">
                  <c:v>0.134</c:v>
                </c:pt>
                <c:pt idx="269">
                  <c:v>0.1345</c:v>
                </c:pt>
                <c:pt idx="270">
                  <c:v>0.135</c:v>
                </c:pt>
                <c:pt idx="271">
                  <c:v>0.1355</c:v>
                </c:pt>
                <c:pt idx="272">
                  <c:v>0.136</c:v>
                </c:pt>
                <c:pt idx="273">
                  <c:v>0.1365</c:v>
                </c:pt>
                <c:pt idx="274">
                  <c:v>0.137</c:v>
                </c:pt>
                <c:pt idx="275">
                  <c:v>0.1375</c:v>
                </c:pt>
                <c:pt idx="276">
                  <c:v>0.138</c:v>
                </c:pt>
                <c:pt idx="277">
                  <c:v>0.1385</c:v>
                </c:pt>
                <c:pt idx="278">
                  <c:v>0.139</c:v>
                </c:pt>
                <c:pt idx="279">
                  <c:v>0.1395</c:v>
                </c:pt>
                <c:pt idx="280">
                  <c:v>0.14</c:v>
                </c:pt>
                <c:pt idx="281">
                  <c:v>0.1405</c:v>
                </c:pt>
                <c:pt idx="282">
                  <c:v>0.141</c:v>
                </c:pt>
                <c:pt idx="283">
                  <c:v>0.1415</c:v>
                </c:pt>
                <c:pt idx="284">
                  <c:v>0.142</c:v>
                </c:pt>
                <c:pt idx="285">
                  <c:v>0.1425</c:v>
                </c:pt>
                <c:pt idx="286">
                  <c:v>0.143</c:v>
                </c:pt>
                <c:pt idx="287">
                  <c:v>0.1435</c:v>
                </c:pt>
                <c:pt idx="288">
                  <c:v>0.144</c:v>
                </c:pt>
                <c:pt idx="289">
                  <c:v>0.1445</c:v>
                </c:pt>
                <c:pt idx="290">
                  <c:v>0.145</c:v>
                </c:pt>
                <c:pt idx="291">
                  <c:v>0.1455</c:v>
                </c:pt>
                <c:pt idx="292">
                  <c:v>0.146</c:v>
                </c:pt>
                <c:pt idx="293">
                  <c:v>0.1465</c:v>
                </c:pt>
                <c:pt idx="294">
                  <c:v>0.147</c:v>
                </c:pt>
                <c:pt idx="295">
                  <c:v>0.1475</c:v>
                </c:pt>
                <c:pt idx="296">
                  <c:v>0.148</c:v>
                </c:pt>
                <c:pt idx="297">
                  <c:v>0.1485</c:v>
                </c:pt>
                <c:pt idx="298">
                  <c:v>0.149</c:v>
                </c:pt>
                <c:pt idx="299">
                  <c:v>0.1495</c:v>
                </c:pt>
                <c:pt idx="300">
                  <c:v>0.15</c:v>
                </c:pt>
                <c:pt idx="301">
                  <c:v>0.1505</c:v>
                </c:pt>
                <c:pt idx="302">
                  <c:v>0.151</c:v>
                </c:pt>
                <c:pt idx="303">
                  <c:v>0.1515</c:v>
                </c:pt>
                <c:pt idx="304">
                  <c:v>0.152</c:v>
                </c:pt>
                <c:pt idx="305">
                  <c:v>0.1525</c:v>
                </c:pt>
                <c:pt idx="306">
                  <c:v>0.153</c:v>
                </c:pt>
                <c:pt idx="307">
                  <c:v>0.1535</c:v>
                </c:pt>
                <c:pt idx="308">
                  <c:v>0.154</c:v>
                </c:pt>
                <c:pt idx="309">
                  <c:v>0.1545</c:v>
                </c:pt>
                <c:pt idx="310">
                  <c:v>0.155</c:v>
                </c:pt>
                <c:pt idx="311">
                  <c:v>0.1555</c:v>
                </c:pt>
                <c:pt idx="312">
                  <c:v>0.156</c:v>
                </c:pt>
                <c:pt idx="313">
                  <c:v>0.1565</c:v>
                </c:pt>
                <c:pt idx="314">
                  <c:v>0.157</c:v>
                </c:pt>
                <c:pt idx="315">
                  <c:v>0.1575</c:v>
                </c:pt>
                <c:pt idx="316">
                  <c:v>0.158</c:v>
                </c:pt>
                <c:pt idx="317">
                  <c:v>0.1585</c:v>
                </c:pt>
                <c:pt idx="318">
                  <c:v>0.159</c:v>
                </c:pt>
                <c:pt idx="319">
                  <c:v>0.1595</c:v>
                </c:pt>
                <c:pt idx="320">
                  <c:v>0.16</c:v>
                </c:pt>
                <c:pt idx="321">
                  <c:v>0.1605</c:v>
                </c:pt>
                <c:pt idx="322">
                  <c:v>0.161</c:v>
                </c:pt>
                <c:pt idx="323">
                  <c:v>0.1615</c:v>
                </c:pt>
                <c:pt idx="324">
                  <c:v>0.162</c:v>
                </c:pt>
                <c:pt idx="325">
                  <c:v>0.1625</c:v>
                </c:pt>
                <c:pt idx="326">
                  <c:v>0.163</c:v>
                </c:pt>
                <c:pt idx="327">
                  <c:v>0.1635</c:v>
                </c:pt>
                <c:pt idx="328">
                  <c:v>0.164</c:v>
                </c:pt>
                <c:pt idx="329">
                  <c:v>0.1645</c:v>
                </c:pt>
                <c:pt idx="330">
                  <c:v>0.165</c:v>
                </c:pt>
                <c:pt idx="331">
                  <c:v>0.1655</c:v>
                </c:pt>
                <c:pt idx="332">
                  <c:v>0.166</c:v>
                </c:pt>
                <c:pt idx="333">
                  <c:v>0.1665</c:v>
                </c:pt>
                <c:pt idx="334">
                  <c:v>0.167</c:v>
                </c:pt>
                <c:pt idx="335">
                  <c:v>0.1675</c:v>
                </c:pt>
                <c:pt idx="336">
                  <c:v>0.168</c:v>
                </c:pt>
                <c:pt idx="337">
                  <c:v>0.1685</c:v>
                </c:pt>
                <c:pt idx="338">
                  <c:v>0.169</c:v>
                </c:pt>
                <c:pt idx="339">
                  <c:v>0.1695</c:v>
                </c:pt>
                <c:pt idx="340">
                  <c:v>0.17</c:v>
                </c:pt>
                <c:pt idx="341">
                  <c:v>0.1705</c:v>
                </c:pt>
                <c:pt idx="342">
                  <c:v>0.171</c:v>
                </c:pt>
                <c:pt idx="343">
                  <c:v>0.1715</c:v>
                </c:pt>
                <c:pt idx="344">
                  <c:v>0.172</c:v>
                </c:pt>
                <c:pt idx="345">
                  <c:v>0.1725</c:v>
                </c:pt>
                <c:pt idx="346">
                  <c:v>0.173</c:v>
                </c:pt>
                <c:pt idx="347">
                  <c:v>0.1735</c:v>
                </c:pt>
                <c:pt idx="348">
                  <c:v>0.174</c:v>
                </c:pt>
                <c:pt idx="349">
                  <c:v>0.1745</c:v>
                </c:pt>
                <c:pt idx="350">
                  <c:v>0.175</c:v>
                </c:pt>
                <c:pt idx="351">
                  <c:v>0.1755</c:v>
                </c:pt>
                <c:pt idx="352">
                  <c:v>0.176</c:v>
                </c:pt>
                <c:pt idx="353">
                  <c:v>0.1765</c:v>
                </c:pt>
                <c:pt idx="354">
                  <c:v>0.177</c:v>
                </c:pt>
                <c:pt idx="355">
                  <c:v>0.1775</c:v>
                </c:pt>
                <c:pt idx="356">
                  <c:v>0.178</c:v>
                </c:pt>
                <c:pt idx="357">
                  <c:v>0.1785</c:v>
                </c:pt>
                <c:pt idx="358">
                  <c:v>0.179</c:v>
                </c:pt>
                <c:pt idx="359">
                  <c:v>0.1795</c:v>
                </c:pt>
                <c:pt idx="360">
                  <c:v>0.18</c:v>
                </c:pt>
                <c:pt idx="361">
                  <c:v>0.1805</c:v>
                </c:pt>
                <c:pt idx="362">
                  <c:v>0.181</c:v>
                </c:pt>
                <c:pt idx="363">
                  <c:v>0.1815</c:v>
                </c:pt>
                <c:pt idx="364">
                  <c:v>0.182</c:v>
                </c:pt>
                <c:pt idx="365">
                  <c:v>0.1825</c:v>
                </c:pt>
                <c:pt idx="366">
                  <c:v>0.183</c:v>
                </c:pt>
                <c:pt idx="367">
                  <c:v>0.1835</c:v>
                </c:pt>
                <c:pt idx="368">
                  <c:v>0.184</c:v>
                </c:pt>
                <c:pt idx="369">
                  <c:v>0.1845</c:v>
                </c:pt>
                <c:pt idx="370">
                  <c:v>0.185</c:v>
                </c:pt>
                <c:pt idx="371">
                  <c:v>0.1855</c:v>
                </c:pt>
                <c:pt idx="372">
                  <c:v>0.186</c:v>
                </c:pt>
                <c:pt idx="373">
                  <c:v>0.1865</c:v>
                </c:pt>
                <c:pt idx="374">
                  <c:v>0.187</c:v>
                </c:pt>
                <c:pt idx="375">
                  <c:v>0.1875</c:v>
                </c:pt>
                <c:pt idx="376">
                  <c:v>0.188</c:v>
                </c:pt>
                <c:pt idx="377">
                  <c:v>0.1885</c:v>
                </c:pt>
                <c:pt idx="378">
                  <c:v>0.189</c:v>
                </c:pt>
                <c:pt idx="379">
                  <c:v>0.1895</c:v>
                </c:pt>
                <c:pt idx="380">
                  <c:v>0.19</c:v>
                </c:pt>
                <c:pt idx="381">
                  <c:v>0.1905</c:v>
                </c:pt>
                <c:pt idx="382">
                  <c:v>0.191</c:v>
                </c:pt>
                <c:pt idx="383">
                  <c:v>0.1915</c:v>
                </c:pt>
                <c:pt idx="384">
                  <c:v>0.192</c:v>
                </c:pt>
                <c:pt idx="385">
                  <c:v>0.1925</c:v>
                </c:pt>
                <c:pt idx="386">
                  <c:v>0.193</c:v>
                </c:pt>
                <c:pt idx="387">
                  <c:v>0.1935</c:v>
                </c:pt>
                <c:pt idx="388">
                  <c:v>0.194</c:v>
                </c:pt>
                <c:pt idx="389">
                  <c:v>0.1945</c:v>
                </c:pt>
                <c:pt idx="390">
                  <c:v>0.195</c:v>
                </c:pt>
                <c:pt idx="391">
                  <c:v>0.1955</c:v>
                </c:pt>
                <c:pt idx="392">
                  <c:v>0.196</c:v>
                </c:pt>
                <c:pt idx="393">
                  <c:v>0.1965</c:v>
                </c:pt>
                <c:pt idx="394">
                  <c:v>0.197</c:v>
                </c:pt>
                <c:pt idx="395">
                  <c:v>0.1975</c:v>
                </c:pt>
                <c:pt idx="396">
                  <c:v>0.198</c:v>
                </c:pt>
                <c:pt idx="397">
                  <c:v>0.1985</c:v>
                </c:pt>
                <c:pt idx="398">
                  <c:v>0.199</c:v>
                </c:pt>
                <c:pt idx="399">
                  <c:v>0.1995</c:v>
                </c:pt>
                <c:pt idx="400">
                  <c:v>0.2</c:v>
                </c:pt>
                <c:pt idx="401">
                  <c:v>0.2005</c:v>
                </c:pt>
                <c:pt idx="402">
                  <c:v>0.201</c:v>
                </c:pt>
                <c:pt idx="403">
                  <c:v>0.2015</c:v>
                </c:pt>
                <c:pt idx="404">
                  <c:v>0.202</c:v>
                </c:pt>
                <c:pt idx="405">
                  <c:v>0.2025</c:v>
                </c:pt>
                <c:pt idx="406">
                  <c:v>0.203</c:v>
                </c:pt>
                <c:pt idx="407">
                  <c:v>0.2035</c:v>
                </c:pt>
                <c:pt idx="408">
                  <c:v>0.204</c:v>
                </c:pt>
                <c:pt idx="409">
                  <c:v>0.2045</c:v>
                </c:pt>
                <c:pt idx="410">
                  <c:v>0.205</c:v>
                </c:pt>
                <c:pt idx="411">
                  <c:v>0.2055</c:v>
                </c:pt>
                <c:pt idx="412">
                  <c:v>0.206</c:v>
                </c:pt>
                <c:pt idx="413">
                  <c:v>0.2065</c:v>
                </c:pt>
                <c:pt idx="414">
                  <c:v>0.207</c:v>
                </c:pt>
                <c:pt idx="415">
                  <c:v>0.2075</c:v>
                </c:pt>
                <c:pt idx="416">
                  <c:v>0.208</c:v>
                </c:pt>
                <c:pt idx="417">
                  <c:v>0.2085</c:v>
                </c:pt>
                <c:pt idx="418">
                  <c:v>0.209</c:v>
                </c:pt>
                <c:pt idx="419">
                  <c:v>0.2095</c:v>
                </c:pt>
                <c:pt idx="420">
                  <c:v>0.21</c:v>
                </c:pt>
                <c:pt idx="421">
                  <c:v>0.2105</c:v>
                </c:pt>
                <c:pt idx="422">
                  <c:v>0.211</c:v>
                </c:pt>
                <c:pt idx="423">
                  <c:v>0.2115</c:v>
                </c:pt>
                <c:pt idx="424">
                  <c:v>0.212</c:v>
                </c:pt>
                <c:pt idx="425">
                  <c:v>0.2125</c:v>
                </c:pt>
                <c:pt idx="426">
                  <c:v>0.213</c:v>
                </c:pt>
                <c:pt idx="427">
                  <c:v>0.2135</c:v>
                </c:pt>
                <c:pt idx="428">
                  <c:v>0.214</c:v>
                </c:pt>
                <c:pt idx="429">
                  <c:v>0.2145</c:v>
                </c:pt>
                <c:pt idx="430">
                  <c:v>0.215</c:v>
                </c:pt>
                <c:pt idx="431">
                  <c:v>0.2155</c:v>
                </c:pt>
                <c:pt idx="432">
                  <c:v>0.216</c:v>
                </c:pt>
                <c:pt idx="433">
                  <c:v>0.2165</c:v>
                </c:pt>
                <c:pt idx="434">
                  <c:v>0.217</c:v>
                </c:pt>
                <c:pt idx="435">
                  <c:v>0.2175</c:v>
                </c:pt>
                <c:pt idx="436">
                  <c:v>0.218</c:v>
                </c:pt>
                <c:pt idx="437">
                  <c:v>0.2185</c:v>
                </c:pt>
                <c:pt idx="438">
                  <c:v>0.219</c:v>
                </c:pt>
                <c:pt idx="439">
                  <c:v>0.2195</c:v>
                </c:pt>
                <c:pt idx="440">
                  <c:v>0.22</c:v>
                </c:pt>
                <c:pt idx="441">
                  <c:v>0.2205</c:v>
                </c:pt>
                <c:pt idx="442">
                  <c:v>0.221</c:v>
                </c:pt>
                <c:pt idx="443">
                  <c:v>0.2215</c:v>
                </c:pt>
                <c:pt idx="444">
                  <c:v>0.222</c:v>
                </c:pt>
                <c:pt idx="445">
                  <c:v>0.2225</c:v>
                </c:pt>
                <c:pt idx="446">
                  <c:v>0.223</c:v>
                </c:pt>
                <c:pt idx="447">
                  <c:v>0.2235</c:v>
                </c:pt>
                <c:pt idx="448">
                  <c:v>0.224</c:v>
                </c:pt>
                <c:pt idx="449">
                  <c:v>0.2245</c:v>
                </c:pt>
                <c:pt idx="450">
                  <c:v>0.225</c:v>
                </c:pt>
                <c:pt idx="451">
                  <c:v>0.2255</c:v>
                </c:pt>
                <c:pt idx="452">
                  <c:v>0.226</c:v>
                </c:pt>
                <c:pt idx="453">
                  <c:v>0.2265</c:v>
                </c:pt>
                <c:pt idx="454">
                  <c:v>0.227</c:v>
                </c:pt>
                <c:pt idx="455">
                  <c:v>0.2275</c:v>
                </c:pt>
                <c:pt idx="456">
                  <c:v>0.228</c:v>
                </c:pt>
                <c:pt idx="457">
                  <c:v>0.2285</c:v>
                </c:pt>
                <c:pt idx="458">
                  <c:v>0.229</c:v>
                </c:pt>
                <c:pt idx="459">
                  <c:v>0.2295</c:v>
                </c:pt>
                <c:pt idx="460">
                  <c:v>0.23</c:v>
                </c:pt>
                <c:pt idx="461">
                  <c:v>0.2305</c:v>
                </c:pt>
                <c:pt idx="462">
                  <c:v>0.231</c:v>
                </c:pt>
                <c:pt idx="463">
                  <c:v>0.2315</c:v>
                </c:pt>
                <c:pt idx="464">
                  <c:v>0.232</c:v>
                </c:pt>
                <c:pt idx="465">
                  <c:v>0.2325</c:v>
                </c:pt>
                <c:pt idx="466">
                  <c:v>0.233</c:v>
                </c:pt>
                <c:pt idx="467">
                  <c:v>0.2335</c:v>
                </c:pt>
                <c:pt idx="468">
                  <c:v>0.234</c:v>
                </c:pt>
                <c:pt idx="469">
                  <c:v>0.2345</c:v>
                </c:pt>
                <c:pt idx="470">
                  <c:v>0.235</c:v>
                </c:pt>
                <c:pt idx="471">
                  <c:v>0.2355</c:v>
                </c:pt>
                <c:pt idx="472">
                  <c:v>0.236</c:v>
                </c:pt>
                <c:pt idx="473">
                  <c:v>0.2365</c:v>
                </c:pt>
                <c:pt idx="474">
                  <c:v>0.237</c:v>
                </c:pt>
                <c:pt idx="475">
                  <c:v>0.2375</c:v>
                </c:pt>
                <c:pt idx="476">
                  <c:v>0.238</c:v>
                </c:pt>
                <c:pt idx="477">
                  <c:v>0.2385</c:v>
                </c:pt>
                <c:pt idx="478">
                  <c:v>0.239</c:v>
                </c:pt>
                <c:pt idx="479">
                  <c:v>0.2395</c:v>
                </c:pt>
                <c:pt idx="480">
                  <c:v>0.24</c:v>
                </c:pt>
                <c:pt idx="481">
                  <c:v>0.2405</c:v>
                </c:pt>
                <c:pt idx="482">
                  <c:v>0.241</c:v>
                </c:pt>
                <c:pt idx="483">
                  <c:v>0.2415</c:v>
                </c:pt>
                <c:pt idx="484">
                  <c:v>0.242</c:v>
                </c:pt>
                <c:pt idx="485">
                  <c:v>0.2425</c:v>
                </c:pt>
                <c:pt idx="486">
                  <c:v>0.243</c:v>
                </c:pt>
                <c:pt idx="487">
                  <c:v>0.2435</c:v>
                </c:pt>
                <c:pt idx="488">
                  <c:v>0.244</c:v>
                </c:pt>
                <c:pt idx="489">
                  <c:v>0.2445</c:v>
                </c:pt>
                <c:pt idx="490">
                  <c:v>0.245</c:v>
                </c:pt>
                <c:pt idx="491">
                  <c:v>0.2455</c:v>
                </c:pt>
                <c:pt idx="492">
                  <c:v>0.246</c:v>
                </c:pt>
                <c:pt idx="493">
                  <c:v>0.2465</c:v>
                </c:pt>
                <c:pt idx="494">
                  <c:v>0.247</c:v>
                </c:pt>
                <c:pt idx="495">
                  <c:v>0.2475</c:v>
                </c:pt>
                <c:pt idx="496">
                  <c:v>0.248</c:v>
                </c:pt>
                <c:pt idx="497">
                  <c:v>0.2485</c:v>
                </c:pt>
                <c:pt idx="498">
                  <c:v>0.249</c:v>
                </c:pt>
                <c:pt idx="499">
                  <c:v>0.2495</c:v>
                </c:pt>
                <c:pt idx="500">
                  <c:v>0.25</c:v>
                </c:pt>
                <c:pt idx="501">
                  <c:v>0.2505</c:v>
                </c:pt>
                <c:pt idx="502">
                  <c:v>0.251</c:v>
                </c:pt>
                <c:pt idx="503">
                  <c:v>0.2515</c:v>
                </c:pt>
                <c:pt idx="504">
                  <c:v>0.252</c:v>
                </c:pt>
                <c:pt idx="505">
                  <c:v>0.2525</c:v>
                </c:pt>
                <c:pt idx="506">
                  <c:v>0.253</c:v>
                </c:pt>
                <c:pt idx="507">
                  <c:v>0.2535</c:v>
                </c:pt>
                <c:pt idx="508">
                  <c:v>0.254</c:v>
                </c:pt>
                <c:pt idx="509">
                  <c:v>0.2545</c:v>
                </c:pt>
                <c:pt idx="510">
                  <c:v>0.255</c:v>
                </c:pt>
                <c:pt idx="511">
                  <c:v>0.2555</c:v>
                </c:pt>
                <c:pt idx="512">
                  <c:v>0.256</c:v>
                </c:pt>
                <c:pt idx="513">
                  <c:v>0.2565</c:v>
                </c:pt>
                <c:pt idx="514">
                  <c:v>0.257</c:v>
                </c:pt>
                <c:pt idx="515">
                  <c:v>0.2575</c:v>
                </c:pt>
                <c:pt idx="516">
                  <c:v>0.258</c:v>
                </c:pt>
                <c:pt idx="517">
                  <c:v>0.2585</c:v>
                </c:pt>
                <c:pt idx="518">
                  <c:v>0.259</c:v>
                </c:pt>
                <c:pt idx="519">
                  <c:v>0.2595</c:v>
                </c:pt>
                <c:pt idx="520">
                  <c:v>0.26</c:v>
                </c:pt>
                <c:pt idx="521">
                  <c:v>0.2605</c:v>
                </c:pt>
                <c:pt idx="522">
                  <c:v>0.261</c:v>
                </c:pt>
                <c:pt idx="523">
                  <c:v>0.2615</c:v>
                </c:pt>
                <c:pt idx="524">
                  <c:v>0.262</c:v>
                </c:pt>
                <c:pt idx="525">
                  <c:v>0.2625</c:v>
                </c:pt>
                <c:pt idx="526">
                  <c:v>0.263</c:v>
                </c:pt>
                <c:pt idx="527">
                  <c:v>0.2635</c:v>
                </c:pt>
                <c:pt idx="528">
                  <c:v>0.264</c:v>
                </c:pt>
                <c:pt idx="529">
                  <c:v>0.2645</c:v>
                </c:pt>
                <c:pt idx="530">
                  <c:v>0.265</c:v>
                </c:pt>
                <c:pt idx="531">
                  <c:v>0.2655</c:v>
                </c:pt>
                <c:pt idx="532">
                  <c:v>0.266</c:v>
                </c:pt>
                <c:pt idx="533">
                  <c:v>0.2665</c:v>
                </c:pt>
                <c:pt idx="534">
                  <c:v>0.267</c:v>
                </c:pt>
                <c:pt idx="535">
                  <c:v>0.2675</c:v>
                </c:pt>
                <c:pt idx="536">
                  <c:v>0.268</c:v>
                </c:pt>
                <c:pt idx="537">
                  <c:v>0.2685</c:v>
                </c:pt>
                <c:pt idx="538">
                  <c:v>0.269</c:v>
                </c:pt>
                <c:pt idx="539">
                  <c:v>0.2695</c:v>
                </c:pt>
                <c:pt idx="540">
                  <c:v>0.27</c:v>
                </c:pt>
                <c:pt idx="541">
                  <c:v>0.2705</c:v>
                </c:pt>
                <c:pt idx="542">
                  <c:v>0.271</c:v>
                </c:pt>
                <c:pt idx="543">
                  <c:v>0.2715</c:v>
                </c:pt>
                <c:pt idx="544">
                  <c:v>0.272</c:v>
                </c:pt>
                <c:pt idx="545">
                  <c:v>0.2725</c:v>
                </c:pt>
                <c:pt idx="546">
                  <c:v>0.273</c:v>
                </c:pt>
                <c:pt idx="547">
                  <c:v>0.2735</c:v>
                </c:pt>
                <c:pt idx="548">
                  <c:v>0.274</c:v>
                </c:pt>
                <c:pt idx="549">
                  <c:v>0.2745</c:v>
                </c:pt>
                <c:pt idx="550">
                  <c:v>0.275</c:v>
                </c:pt>
                <c:pt idx="551">
                  <c:v>0.2755</c:v>
                </c:pt>
                <c:pt idx="552">
                  <c:v>0.276</c:v>
                </c:pt>
                <c:pt idx="553">
                  <c:v>0.2765</c:v>
                </c:pt>
                <c:pt idx="554">
                  <c:v>0.277</c:v>
                </c:pt>
                <c:pt idx="555">
                  <c:v>0.2775</c:v>
                </c:pt>
                <c:pt idx="556">
                  <c:v>0.278</c:v>
                </c:pt>
                <c:pt idx="557">
                  <c:v>0.2785</c:v>
                </c:pt>
                <c:pt idx="558">
                  <c:v>0.279</c:v>
                </c:pt>
                <c:pt idx="559">
                  <c:v>0.2795</c:v>
                </c:pt>
                <c:pt idx="560">
                  <c:v>0.28</c:v>
                </c:pt>
                <c:pt idx="561">
                  <c:v>0.2805</c:v>
                </c:pt>
                <c:pt idx="562">
                  <c:v>0.281</c:v>
                </c:pt>
                <c:pt idx="563">
                  <c:v>0.2815</c:v>
                </c:pt>
                <c:pt idx="564">
                  <c:v>0.282</c:v>
                </c:pt>
                <c:pt idx="565">
                  <c:v>0.2825</c:v>
                </c:pt>
                <c:pt idx="566">
                  <c:v>0.283</c:v>
                </c:pt>
                <c:pt idx="567">
                  <c:v>0.2835</c:v>
                </c:pt>
                <c:pt idx="568">
                  <c:v>0.284</c:v>
                </c:pt>
                <c:pt idx="569">
                  <c:v>0.2845</c:v>
                </c:pt>
                <c:pt idx="570">
                  <c:v>0.285</c:v>
                </c:pt>
                <c:pt idx="571">
                  <c:v>0.2855</c:v>
                </c:pt>
                <c:pt idx="572">
                  <c:v>0.286</c:v>
                </c:pt>
                <c:pt idx="573">
                  <c:v>0.2865</c:v>
                </c:pt>
                <c:pt idx="574">
                  <c:v>0.287</c:v>
                </c:pt>
                <c:pt idx="575">
                  <c:v>0.2875</c:v>
                </c:pt>
                <c:pt idx="576">
                  <c:v>0.288</c:v>
                </c:pt>
                <c:pt idx="577">
                  <c:v>0.2885</c:v>
                </c:pt>
                <c:pt idx="578">
                  <c:v>0.289</c:v>
                </c:pt>
                <c:pt idx="579">
                  <c:v>0.2895</c:v>
                </c:pt>
                <c:pt idx="580">
                  <c:v>0.29</c:v>
                </c:pt>
                <c:pt idx="581">
                  <c:v>0.2905</c:v>
                </c:pt>
                <c:pt idx="582">
                  <c:v>0.291</c:v>
                </c:pt>
                <c:pt idx="583">
                  <c:v>0.2915</c:v>
                </c:pt>
                <c:pt idx="584">
                  <c:v>0.292</c:v>
                </c:pt>
                <c:pt idx="585">
                  <c:v>0.2925</c:v>
                </c:pt>
                <c:pt idx="586">
                  <c:v>0.293</c:v>
                </c:pt>
                <c:pt idx="587">
                  <c:v>0.2935</c:v>
                </c:pt>
                <c:pt idx="588">
                  <c:v>0.294</c:v>
                </c:pt>
                <c:pt idx="589">
                  <c:v>0.2945</c:v>
                </c:pt>
                <c:pt idx="590">
                  <c:v>0.295</c:v>
                </c:pt>
                <c:pt idx="591">
                  <c:v>0.2955</c:v>
                </c:pt>
                <c:pt idx="592">
                  <c:v>0.296</c:v>
                </c:pt>
                <c:pt idx="593">
                  <c:v>0.2965</c:v>
                </c:pt>
                <c:pt idx="594">
                  <c:v>0.297</c:v>
                </c:pt>
                <c:pt idx="595">
                  <c:v>0.2975</c:v>
                </c:pt>
                <c:pt idx="596">
                  <c:v>0.298</c:v>
                </c:pt>
                <c:pt idx="597">
                  <c:v>0.2985</c:v>
                </c:pt>
                <c:pt idx="598">
                  <c:v>0.299</c:v>
                </c:pt>
                <c:pt idx="599">
                  <c:v>0.2995</c:v>
                </c:pt>
                <c:pt idx="600">
                  <c:v>0.3</c:v>
                </c:pt>
                <c:pt idx="601">
                  <c:v>0.3005</c:v>
                </c:pt>
                <c:pt idx="602">
                  <c:v>0.301</c:v>
                </c:pt>
                <c:pt idx="603">
                  <c:v>0.3015</c:v>
                </c:pt>
                <c:pt idx="604">
                  <c:v>0.302</c:v>
                </c:pt>
                <c:pt idx="605">
                  <c:v>0.3025</c:v>
                </c:pt>
                <c:pt idx="606">
                  <c:v>0.303</c:v>
                </c:pt>
                <c:pt idx="607">
                  <c:v>0.3035</c:v>
                </c:pt>
                <c:pt idx="608">
                  <c:v>0.304</c:v>
                </c:pt>
                <c:pt idx="609">
                  <c:v>0.3045</c:v>
                </c:pt>
                <c:pt idx="610">
                  <c:v>0.305</c:v>
                </c:pt>
                <c:pt idx="611">
                  <c:v>0.3055</c:v>
                </c:pt>
                <c:pt idx="612">
                  <c:v>0.306</c:v>
                </c:pt>
                <c:pt idx="613">
                  <c:v>0.3065</c:v>
                </c:pt>
                <c:pt idx="614">
                  <c:v>0.307</c:v>
                </c:pt>
                <c:pt idx="615">
                  <c:v>0.3075</c:v>
                </c:pt>
                <c:pt idx="616">
                  <c:v>0.308</c:v>
                </c:pt>
                <c:pt idx="617">
                  <c:v>0.3085</c:v>
                </c:pt>
                <c:pt idx="618">
                  <c:v>0.309</c:v>
                </c:pt>
                <c:pt idx="619">
                  <c:v>0.3095</c:v>
                </c:pt>
                <c:pt idx="620">
                  <c:v>0.31</c:v>
                </c:pt>
                <c:pt idx="621">
                  <c:v>0.3105</c:v>
                </c:pt>
                <c:pt idx="622">
                  <c:v>0.311</c:v>
                </c:pt>
                <c:pt idx="623">
                  <c:v>0.3115</c:v>
                </c:pt>
                <c:pt idx="624">
                  <c:v>0.312</c:v>
                </c:pt>
                <c:pt idx="625">
                  <c:v>0.3125</c:v>
                </c:pt>
                <c:pt idx="626">
                  <c:v>0.313</c:v>
                </c:pt>
                <c:pt idx="627">
                  <c:v>0.3135</c:v>
                </c:pt>
                <c:pt idx="628">
                  <c:v>0.314</c:v>
                </c:pt>
                <c:pt idx="629">
                  <c:v>0.3145</c:v>
                </c:pt>
                <c:pt idx="630">
                  <c:v>0.315</c:v>
                </c:pt>
                <c:pt idx="631">
                  <c:v>0.3155</c:v>
                </c:pt>
                <c:pt idx="632">
                  <c:v>0.316</c:v>
                </c:pt>
                <c:pt idx="633">
                  <c:v>0.3165</c:v>
                </c:pt>
                <c:pt idx="634">
                  <c:v>0.317</c:v>
                </c:pt>
                <c:pt idx="635">
                  <c:v>0.3175</c:v>
                </c:pt>
                <c:pt idx="636">
                  <c:v>0.318</c:v>
                </c:pt>
                <c:pt idx="637">
                  <c:v>0.3185</c:v>
                </c:pt>
                <c:pt idx="638">
                  <c:v>0.319</c:v>
                </c:pt>
                <c:pt idx="639">
                  <c:v>0.3195</c:v>
                </c:pt>
                <c:pt idx="640">
                  <c:v>0.32</c:v>
                </c:pt>
                <c:pt idx="641">
                  <c:v>0.3205</c:v>
                </c:pt>
                <c:pt idx="642">
                  <c:v>0.321</c:v>
                </c:pt>
                <c:pt idx="643">
                  <c:v>0.3215</c:v>
                </c:pt>
                <c:pt idx="644">
                  <c:v>0.322</c:v>
                </c:pt>
                <c:pt idx="645">
                  <c:v>0.3225</c:v>
                </c:pt>
                <c:pt idx="646">
                  <c:v>0.323</c:v>
                </c:pt>
                <c:pt idx="647">
                  <c:v>0.3235</c:v>
                </c:pt>
                <c:pt idx="648">
                  <c:v>0.324</c:v>
                </c:pt>
                <c:pt idx="649">
                  <c:v>0.3245</c:v>
                </c:pt>
                <c:pt idx="650">
                  <c:v>0.325</c:v>
                </c:pt>
                <c:pt idx="651">
                  <c:v>0.3255</c:v>
                </c:pt>
                <c:pt idx="652">
                  <c:v>0.326</c:v>
                </c:pt>
                <c:pt idx="653">
                  <c:v>0.3265</c:v>
                </c:pt>
                <c:pt idx="654">
                  <c:v>0.327</c:v>
                </c:pt>
                <c:pt idx="655">
                  <c:v>0.3275</c:v>
                </c:pt>
                <c:pt idx="656">
                  <c:v>0.328</c:v>
                </c:pt>
                <c:pt idx="657">
                  <c:v>0.3285</c:v>
                </c:pt>
                <c:pt idx="658">
                  <c:v>0.329</c:v>
                </c:pt>
                <c:pt idx="659">
                  <c:v>0.3295</c:v>
                </c:pt>
                <c:pt idx="660">
                  <c:v>0.33</c:v>
                </c:pt>
                <c:pt idx="661">
                  <c:v>0.3305</c:v>
                </c:pt>
                <c:pt idx="662">
                  <c:v>0.331</c:v>
                </c:pt>
                <c:pt idx="663">
                  <c:v>0.3315</c:v>
                </c:pt>
                <c:pt idx="664">
                  <c:v>0.332</c:v>
                </c:pt>
                <c:pt idx="665">
                  <c:v>0.3325</c:v>
                </c:pt>
                <c:pt idx="666">
                  <c:v>0.333</c:v>
                </c:pt>
                <c:pt idx="667">
                  <c:v>0.3335</c:v>
                </c:pt>
                <c:pt idx="668">
                  <c:v>0.334</c:v>
                </c:pt>
                <c:pt idx="669">
                  <c:v>0.3345</c:v>
                </c:pt>
                <c:pt idx="670">
                  <c:v>0.335</c:v>
                </c:pt>
                <c:pt idx="671">
                  <c:v>0.3355</c:v>
                </c:pt>
                <c:pt idx="672">
                  <c:v>0.336</c:v>
                </c:pt>
                <c:pt idx="673">
                  <c:v>0.3365</c:v>
                </c:pt>
                <c:pt idx="674">
                  <c:v>0.337</c:v>
                </c:pt>
                <c:pt idx="675">
                  <c:v>0.3375</c:v>
                </c:pt>
                <c:pt idx="676">
                  <c:v>0.338</c:v>
                </c:pt>
                <c:pt idx="677">
                  <c:v>0.3385</c:v>
                </c:pt>
                <c:pt idx="678">
                  <c:v>0.339</c:v>
                </c:pt>
                <c:pt idx="679">
                  <c:v>0.3395</c:v>
                </c:pt>
                <c:pt idx="680">
                  <c:v>0.34</c:v>
                </c:pt>
                <c:pt idx="681">
                  <c:v>0.3405</c:v>
                </c:pt>
                <c:pt idx="682">
                  <c:v>0.341</c:v>
                </c:pt>
                <c:pt idx="683">
                  <c:v>0.3415</c:v>
                </c:pt>
                <c:pt idx="684">
                  <c:v>0.342</c:v>
                </c:pt>
                <c:pt idx="685">
                  <c:v>0.3425</c:v>
                </c:pt>
                <c:pt idx="686">
                  <c:v>0.343</c:v>
                </c:pt>
                <c:pt idx="687">
                  <c:v>0.3435</c:v>
                </c:pt>
                <c:pt idx="688">
                  <c:v>0.344</c:v>
                </c:pt>
                <c:pt idx="689">
                  <c:v>0.3445</c:v>
                </c:pt>
                <c:pt idx="690">
                  <c:v>0.345</c:v>
                </c:pt>
                <c:pt idx="691">
                  <c:v>0.3455</c:v>
                </c:pt>
                <c:pt idx="692">
                  <c:v>0.346</c:v>
                </c:pt>
                <c:pt idx="693">
                  <c:v>0.3465</c:v>
                </c:pt>
                <c:pt idx="694">
                  <c:v>0.347</c:v>
                </c:pt>
                <c:pt idx="695">
                  <c:v>0.3475</c:v>
                </c:pt>
                <c:pt idx="696">
                  <c:v>0.348</c:v>
                </c:pt>
                <c:pt idx="697">
                  <c:v>0.3485</c:v>
                </c:pt>
                <c:pt idx="698">
                  <c:v>0.349</c:v>
                </c:pt>
                <c:pt idx="699">
                  <c:v>0.3495</c:v>
                </c:pt>
                <c:pt idx="700">
                  <c:v>0.35</c:v>
                </c:pt>
                <c:pt idx="701">
                  <c:v>0.3505</c:v>
                </c:pt>
                <c:pt idx="702">
                  <c:v>0.351</c:v>
                </c:pt>
                <c:pt idx="703">
                  <c:v>0.3515</c:v>
                </c:pt>
                <c:pt idx="704">
                  <c:v>0.352</c:v>
                </c:pt>
                <c:pt idx="705">
                  <c:v>0.3525</c:v>
                </c:pt>
                <c:pt idx="706">
                  <c:v>0.353</c:v>
                </c:pt>
                <c:pt idx="707">
                  <c:v>0.3535</c:v>
                </c:pt>
                <c:pt idx="708">
                  <c:v>0.354</c:v>
                </c:pt>
                <c:pt idx="709">
                  <c:v>0.3545</c:v>
                </c:pt>
                <c:pt idx="710">
                  <c:v>0.355</c:v>
                </c:pt>
                <c:pt idx="711">
                  <c:v>0.3555</c:v>
                </c:pt>
                <c:pt idx="712">
                  <c:v>0.356</c:v>
                </c:pt>
                <c:pt idx="713">
                  <c:v>0.3565</c:v>
                </c:pt>
                <c:pt idx="714">
                  <c:v>0.357</c:v>
                </c:pt>
                <c:pt idx="715">
                  <c:v>0.3575</c:v>
                </c:pt>
                <c:pt idx="716">
                  <c:v>0.358</c:v>
                </c:pt>
                <c:pt idx="717">
                  <c:v>0.3585</c:v>
                </c:pt>
                <c:pt idx="718">
                  <c:v>0.359</c:v>
                </c:pt>
                <c:pt idx="719">
                  <c:v>0.3595</c:v>
                </c:pt>
                <c:pt idx="720">
                  <c:v>0.36</c:v>
                </c:pt>
                <c:pt idx="721">
                  <c:v>0.3605</c:v>
                </c:pt>
                <c:pt idx="722">
                  <c:v>0.361</c:v>
                </c:pt>
                <c:pt idx="723">
                  <c:v>0.3615</c:v>
                </c:pt>
                <c:pt idx="724">
                  <c:v>0.362</c:v>
                </c:pt>
                <c:pt idx="725">
                  <c:v>0.3625</c:v>
                </c:pt>
                <c:pt idx="726">
                  <c:v>0.363</c:v>
                </c:pt>
                <c:pt idx="727">
                  <c:v>0.3635</c:v>
                </c:pt>
                <c:pt idx="728">
                  <c:v>0.364</c:v>
                </c:pt>
                <c:pt idx="729">
                  <c:v>0.3645</c:v>
                </c:pt>
                <c:pt idx="730">
                  <c:v>0.365</c:v>
                </c:pt>
                <c:pt idx="731">
                  <c:v>0.3655</c:v>
                </c:pt>
                <c:pt idx="732">
                  <c:v>0.366</c:v>
                </c:pt>
                <c:pt idx="733">
                  <c:v>0.3665</c:v>
                </c:pt>
                <c:pt idx="734">
                  <c:v>0.367</c:v>
                </c:pt>
                <c:pt idx="735">
                  <c:v>0.3675</c:v>
                </c:pt>
                <c:pt idx="736">
                  <c:v>0.368</c:v>
                </c:pt>
                <c:pt idx="737">
                  <c:v>0.3685</c:v>
                </c:pt>
                <c:pt idx="738">
                  <c:v>0.369</c:v>
                </c:pt>
                <c:pt idx="739">
                  <c:v>0.3695</c:v>
                </c:pt>
                <c:pt idx="740">
                  <c:v>0.37</c:v>
                </c:pt>
                <c:pt idx="741">
                  <c:v>0.3705</c:v>
                </c:pt>
                <c:pt idx="742">
                  <c:v>0.371</c:v>
                </c:pt>
                <c:pt idx="743">
                  <c:v>0.3715</c:v>
                </c:pt>
                <c:pt idx="744">
                  <c:v>0.372</c:v>
                </c:pt>
                <c:pt idx="745">
                  <c:v>0.3725</c:v>
                </c:pt>
                <c:pt idx="746">
                  <c:v>0.373</c:v>
                </c:pt>
                <c:pt idx="747">
                  <c:v>0.3735</c:v>
                </c:pt>
                <c:pt idx="748">
                  <c:v>0.374</c:v>
                </c:pt>
                <c:pt idx="749">
                  <c:v>0.3745</c:v>
                </c:pt>
                <c:pt idx="750">
                  <c:v>0.375</c:v>
                </c:pt>
                <c:pt idx="751">
                  <c:v>0.3755</c:v>
                </c:pt>
                <c:pt idx="752">
                  <c:v>0.376</c:v>
                </c:pt>
                <c:pt idx="753">
                  <c:v>0.3765</c:v>
                </c:pt>
                <c:pt idx="754">
                  <c:v>0.377</c:v>
                </c:pt>
                <c:pt idx="755">
                  <c:v>0.3775</c:v>
                </c:pt>
                <c:pt idx="756">
                  <c:v>0.378</c:v>
                </c:pt>
                <c:pt idx="757">
                  <c:v>0.3785</c:v>
                </c:pt>
                <c:pt idx="758">
                  <c:v>0.379</c:v>
                </c:pt>
                <c:pt idx="759">
                  <c:v>0.3795</c:v>
                </c:pt>
                <c:pt idx="760">
                  <c:v>0.38</c:v>
                </c:pt>
                <c:pt idx="761">
                  <c:v>0.3805</c:v>
                </c:pt>
                <c:pt idx="762">
                  <c:v>0.381</c:v>
                </c:pt>
                <c:pt idx="763">
                  <c:v>0.3815</c:v>
                </c:pt>
                <c:pt idx="764">
                  <c:v>0.382</c:v>
                </c:pt>
                <c:pt idx="765">
                  <c:v>0.3825</c:v>
                </c:pt>
                <c:pt idx="766">
                  <c:v>0.383</c:v>
                </c:pt>
                <c:pt idx="767">
                  <c:v>0.3835</c:v>
                </c:pt>
                <c:pt idx="768">
                  <c:v>0.384</c:v>
                </c:pt>
                <c:pt idx="769">
                  <c:v>0.3845</c:v>
                </c:pt>
                <c:pt idx="770">
                  <c:v>0.385</c:v>
                </c:pt>
                <c:pt idx="771">
                  <c:v>0.3855</c:v>
                </c:pt>
                <c:pt idx="772">
                  <c:v>0.386</c:v>
                </c:pt>
                <c:pt idx="773">
                  <c:v>0.3865</c:v>
                </c:pt>
                <c:pt idx="774">
                  <c:v>0.387</c:v>
                </c:pt>
                <c:pt idx="775">
                  <c:v>0.3875</c:v>
                </c:pt>
                <c:pt idx="776">
                  <c:v>0.388</c:v>
                </c:pt>
                <c:pt idx="777">
                  <c:v>0.3885</c:v>
                </c:pt>
                <c:pt idx="778">
                  <c:v>0.389</c:v>
                </c:pt>
                <c:pt idx="779">
                  <c:v>0.3895</c:v>
                </c:pt>
                <c:pt idx="780">
                  <c:v>0.39</c:v>
                </c:pt>
                <c:pt idx="781">
                  <c:v>0.3905</c:v>
                </c:pt>
                <c:pt idx="782">
                  <c:v>0.391</c:v>
                </c:pt>
                <c:pt idx="783">
                  <c:v>0.3915</c:v>
                </c:pt>
                <c:pt idx="784">
                  <c:v>0.392</c:v>
                </c:pt>
                <c:pt idx="785">
                  <c:v>0.3925</c:v>
                </c:pt>
                <c:pt idx="786">
                  <c:v>0.393</c:v>
                </c:pt>
                <c:pt idx="787">
                  <c:v>0.3935</c:v>
                </c:pt>
                <c:pt idx="788">
                  <c:v>0.394</c:v>
                </c:pt>
                <c:pt idx="789">
                  <c:v>0.3945</c:v>
                </c:pt>
                <c:pt idx="790">
                  <c:v>0.395</c:v>
                </c:pt>
                <c:pt idx="791">
                  <c:v>0.3955</c:v>
                </c:pt>
                <c:pt idx="792">
                  <c:v>0.396</c:v>
                </c:pt>
                <c:pt idx="793">
                  <c:v>0.3965</c:v>
                </c:pt>
                <c:pt idx="794">
                  <c:v>0.397</c:v>
                </c:pt>
                <c:pt idx="795">
                  <c:v>0.3975</c:v>
                </c:pt>
                <c:pt idx="796">
                  <c:v>0.398</c:v>
                </c:pt>
                <c:pt idx="797">
                  <c:v>0.3985</c:v>
                </c:pt>
                <c:pt idx="798">
                  <c:v>0.399</c:v>
                </c:pt>
                <c:pt idx="799">
                  <c:v>0.3995</c:v>
                </c:pt>
                <c:pt idx="800">
                  <c:v>0.4</c:v>
                </c:pt>
                <c:pt idx="801">
                  <c:v>0.4005</c:v>
                </c:pt>
                <c:pt idx="802">
                  <c:v>0.401</c:v>
                </c:pt>
                <c:pt idx="803">
                  <c:v>0.4015</c:v>
                </c:pt>
                <c:pt idx="804">
                  <c:v>0.402</c:v>
                </c:pt>
                <c:pt idx="805">
                  <c:v>0.4025</c:v>
                </c:pt>
                <c:pt idx="806">
                  <c:v>0.403</c:v>
                </c:pt>
                <c:pt idx="807">
                  <c:v>0.4035</c:v>
                </c:pt>
                <c:pt idx="808">
                  <c:v>0.404</c:v>
                </c:pt>
                <c:pt idx="809">
                  <c:v>0.4045</c:v>
                </c:pt>
                <c:pt idx="810">
                  <c:v>0.405</c:v>
                </c:pt>
                <c:pt idx="811">
                  <c:v>0.4055</c:v>
                </c:pt>
                <c:pt idx="812">
                  <c:v>0.406</c:v>
                </c:pt>
                <c:pt idx="813">
                  <c:v>0.4065</c:v>
                </c:pt>
                <c:pt idx="814">
                  <c:v>0.407</c:v>
                </c:pt>
                <c:pt idx="815">
                  <c:v>0.4075</c:v>
                </c:pt>
                <c:pt idx="816">
                  <c:v>0.408</c:v>
                </c:pt>
                <c:pt idx="817">
                  <c:v>0.4085</c:v>
                </c:pt>
                <c:pt idx="818">
                  <c:v>0.409</c:v>
                </c:pt>
                <c:pt idx="819">
                  <c:v>0.4095</c:v>
                </c:pt>
                <c:pt idx="820">
                  <c:v>0.41</c:v>
                </c:pt>
                <c:pt idx="821">
                  <c:v>0.4105</c:v>
                </c:pt>
                <c:pt idx="822">
                  <c:v>0.411</c:v>
                </c:pt>
                <c:pt idx="823">
                  <c:v>0.4115</c:v>
                </c:pt>
                <c:pt idx="824">
                  <c:v>0.412</c:v>
                </c:pt>
                <c:pt idx="825">
                  <c:v>0.4125</c:v>
                </c:pt>
                <c:pt idx="826">
                  <c:v>0.413</c:v>
                </c:pt>
                <c:pt idx="827">
                  <c:v>0.4135</c:v>
                </c:pt>
                <c:pt idx="828">
                  <c:v>0.414</c:v>
                </c:pt>
                <c:pt idx="829">
                  <c:v>0.4145</c:v>
                </c:pt>
                <c:pt idx="830">
                  <c:v>0.415</c:v>
                </c:pt>
                <c:pt idx="831">
                  <c:v>0.4155</c:v>
                </c:pt>
                <c:pt idx="832">
                  <c:v>0.416</c:v>
                </c:pt>
                <c:pt idx="833">
                  <c:v>0.4165</c:v>
                </c:pt>
                <c:pt idx="834">
                  <c:v>0.417</c:v>
                </c:pt>
                <c:pt idx="835">
                  <c:v>0.4175</c:v>
                </c:pt>
                <c:pt idx="836">
                  <c:v>0.418</c:v>
                </c:pt>
                <c:pt idx="837">
                  <c:v>0.4185</c:v>
                </c:pt>
                <c:pt idx="838">
                  <c:v>0.419</c:v>
                </c:pt>
                <c:pt idx="839">
                  <c:v>0.4195</c:v>
                </c:pt>
                <c:pt idx="840">
                  <c:v>0.42</c:v>
                </c:pt>
                <c:pt idx="841">
                  <c:v>0.4205</c:v>
                </c:pt>
                <c:pt idx="842">
                  <c:v>0.421</c:v>
                </c:pt>
                <c:pt idx="843">
                  <c:v>0.4215</c:v>
                </c:pt>
                <c:pt idx="844">
                  <c:v>0.422</c:v>
                </c:pt>
                <c:pt idx="845">
                  <c:v>0.4225</c:v>
                </c:pt>
                <c:pt idx="846">
                  <c:v>0.423</c:v>
                </c:pt>
                <c:pt idx="847">
                  <c:v>0.4235</c:v>
                </c:pt>
                <c:pt idx="848">
                  <c:v>0.424</c:v>
                </c:pt>
                <c:pt idx="849">
                  <c:v>0.4245</c:v>
                </c:pt>
                <c:pt idx="850">
                  <c:v>0.425</c:v>
                </c:pt>
                <c:pt idx="851">
                  <c:v>0.4255</c:v>
                </c:pt>
                <c:pt idx="852">
                  <c:v>0.426</c:v>
                </c:pt>
                <c:pt idx="853">
                  <c:v>0.4265</c:v>
                </c:pt>
                <c:pt idx="854">
                  <c:v>0.427</c:v>
                </c:pt>
                <c:pt idx="855">
                  <c:v>0.4275</c:v>
                </c:pt>
                <c:pt idx="856">
                  <c:v>0.428</c:v>
                </c:pt>
                <c:pt idx="857">
                  <c:v>0.4285</c:v>
                </c:pt>
                <c:pt idx="858">
                  <c:v>0.429</c:v>
                </c:pt>
                <c:pt idx="859">
                  <c:v>0.4295</c:v>
                </c:pt>
                <c:pt idx="860">
                  <c:v>0.43</c:v>
                </c:pt>
                <c:pt idx="861">
                  <c:v>0.4305</c:v>
                </c:pt>
                <c:pt idx="862">
                  <c:v>0.431</c:v>
                </c:pt>
                <c:pt idx="863">
                  <c:v>0.4315</c:v>
                </c:pt>
                <c:pt idx="864">
                  <c:v>0.432</c:v>
                </c:pt>
                <c:pt idx="865">
                  <c:v>0.4325</c:v>
                </c:pt>
                <c:pt idx="866">
                  <c:v>0.433</c:v>
                </c:pt>
                <c:pt idx="867">
                  <c:v>0.4335</c:v>
                </c:pt>
                <c:pt idx="868">
                  <c:v>0.434</c:v>
                </c:pt>
                <c:pt idx="869">
                  <c:v>0.4345</c:v>
                </c:pt>
                <c:pt idx="870">
                  <c:v>0.435</c:v>
                </c:pt>
                <c:pt idx="871">
                  <c:v>0.4355</c:v>
                </c:pt>
                <c:pt idx="872">
                  <c:v>0.436</c:v>
                </c:pt>
                <c:pt idx="873">
                  <c:v>0.4365</c:v>
                </c:pt>
                <c:pt idx="874">
                  <c:v>0.437</c:v>
                </c:pt>
                <c:pt idx="875">
                  <c:v>0.4375</c:v>
                </c:pt>
                <c:pt idx="876">
                  <c:v>0.438</c:v>
                </c:pt>
                <c:pt idx="877">
                  <c:v>0.4385</c:v>
                </c:pt>
                <c:pt idx="878">
                  <c:v>0.439</c:v>
                </c:pt>
                <c:pt idx="879">
                  <c:v>0.4395</c:v>
                </c:pt>
                <c:pt idx="880">
                  <c:v>0.44</c:v>
                </c:pt>
                <c:pt idx="881">
                  <c:v>0.4405</c:v>
                </c:pt>
                <c:pt idx="882">
                  <c:v>0.441</c:v>
                </c:pt>
                <c:pt idx="883">
                  <c:v>0.4415</c:v>
                </c:pt>
                <c:pt idx="884">
                  <c:v>0.442</c:v>
                </c:pt>
                <c:pt idx="885">
                  <c:v>0.4425</c:v>
                </c:pt>
                <c:pt idx="886">
                  <c:v>0.443</c:v>
                </c:pt>
                <c:pt idx="887">
                  <c:v>0.4435</c:v>
                </c:pt>
                <c:pt idx="888">
                  <c:v>0.444</c:v>
                </c:pt>
                <c:pt idx="889">
                  <c:v>0.4445</c:v>
                </c:pt>
                <c:pt idx="890">
                  <c:v>0.445</c:v>
                </c:pt>
                <c:pt idx="891">
                  <c:v>0.4455</c:v>
                </c:pt>
                <c:pt idx="892">
                  <c:v>0.446</c:v>
                </c:pt>
                <c:pt idx="893">
                  <c:v>0.4465</c:v>
                </c:pt>
                <c:pt idx="894">
                  <c:v>0.447</c:v>
                </c:pt>
                <c:pt idx="895">
                  <c:v>0.4475</c:v>
                </c:pt>
                <c:pt idx="896">
                  <c:v>0.448</c:v>
                </c:pt>
                <c:pt idx="897">
                  <c:v>0.4485</c:v>
                </c:pt>
                <c:pt idx="898">
                  <c:v>0.449</c:v>
                </c:pt>
                <c:pt idx="899">
                  <c:v>0.4495</c:v>
                </c:pt>
                <c:pt idx="900">
                  <c:v>0.45</c:v>
                </c:pt>
                <c:pt idx="901">
                  <c:v>0.4505</c:v>
                </c:pt>
                <c:pt idx="902">
                  <c:v>0.451</c:v>
                </c:pt>
                <c:pt idx="903">
                  <c:v>0.4515</c:v>
                </c:pt>
                <c:pt idx="904">
                  <c:v>0.452</c:v>
                </c:pt>
                <c:pt idx="905">
                  <c:v>0.4525</c:v>
                </c:pt>
                <c:pt idx="906">
                  <c:v>0.453</c:v>
                </c:pt>
                <c:pt idx="907">
                  <c:v>0.4535</c:v>
                </c:pt>
                <c:pt idx="908">
                  <c:v>0.454</c:v>
                </c:pt>
                <c:pt idx="909">
                  <c:v>0.4545</c:v>
                </c:pt>
                <c:pt idx="910">
                  <c:v>0.455</c:v>
                </c:pt>
                <c:pt idx="911">
                  <c:v>0.4555</c:v>
                </c:pt>
                <c:pt idx="912">
                  <c:v>0.456</c:v>
                </c:pt>
                <c:pt idx="913">
                  <c:v>0.4565</c:v>
                </c:pt>
                <c:pt idx="914">
                  <c:v>0.457</c:v>
                </c:pt>
                <c:pt idx="915">
                  <c:v>0.4575</c:v>
                </c:pt>
                <c:pt idx="916">
                  <c:v>0.458</c:v>
                </c:pt>
                <c:pt idx="917">
                  <c:v>0.4585</c:v>
                </c:pt>
                <c:pt idx="918">
                  <c:v>0.459</c:v>
                </c:pt>
                <c:pt idx="919">
                  <c:v>0.4595</c:v>
                </c:pt>
                <c:pt idx="920">
                  <c:v>0.46</c:v>
                </c:pt>
                <c:pt idx="921">
                  <c:v>0.4605</c:v>
                </c:pt>
                <c:pt idx="922">
                  <c:v>0.461</c:v>
                </c:pt>
                <c:pt idx="923">
                  <c:v>0.4615</c:v>
                </c:pt>
                <c:pt idx="924">
                  <c:v>0.462</c:v>
                </c:pt>
                <c:pt idx="925">
                  <c:v>0.4625</c:v>
                </c:pt>
                <c:pt idx="926">
                  <c:v>0.463</c:v>
                </c:pt>
                <c:pt idx="927">
                  <c:v>0.4635</c:v>
                </c:pt>
                <c:pt idx="928">
                  <c:v>0.464</c:v>
                </c:pt>
                <c:pt idx="929">
                  <c:v>0.4645</c:v>
                </c:pt>
                <c:pt idx="930">
                  <c:v>0.465</c:v>
                </c:pt>
                <c:pt idx="931">
                  <c:v>0.4655</c:v>
                </c:pt>
                <c:pt idx="932">
                  <c:v>0.466</c:v>
                </c:pt>
                <c:pt idx="933">
                  <c:v>0.4665</c:v>
                </c:pt>
                <c:pt idx="934">
                  <c:v>0.467</c:v>
                </c:pt>
                <c:pt idx="935">
                  <c:v>0.4675</c:v>
                </c:pt>
                <c:pt idx="936">
                  <c:v>0.468</c:v>
                </c:pt>
                <c:pt idx="937">
                  <c:v>0.4685</c:v>
                </c:pt>
                <c:pt idx="938">
                  <c:v>0.469</c:v>
                </c:pt>
                <c:pt idx="939">
                  <c:v>0.4695</c:v>
                </c:pt>
                <c:pt idx="940">
                  <c:v>0.47</c:v>
                </c:pt>
                <c:pt idx="941">
                  <c:v>0.4705</c:v>
                </c:pt>
                <c:pt idx="942">
                  <c:v>0.471</c:v>
                </c:pt>
                <c:pt idx="943">
                  <c:v>0.4715</c:v>
                </c:pt>
                <c:pt idx="944">
                  <c:v>0.472</c:v>
                </c:pt>
                <c:pt idx="945">
                  <c:v>0.4725</c:v>
                </c:pt>
                <c:pt idx="946">
                  <c:v>0.473</c:v>
                </c:pt>
                <c:pt idx="947">
                  <c:v>0.4735</c:v>
                </c:pt>
                <c:pt idx="948">
                  <c:v>0.474</c:v>
                </c:pt>
                <c:pt idx="949">
                  <c:v>0.4745</c:v>
                </c:pt>
                <c:pt idx="950">
                  <c:v>0.475</c:v>
                </c:pt>
                <c:pt idx="951">
                  <c:v>0.4755</c:v>
                </c:pt>
                <c:pt idx="952">
                  <c:v>0.476</c:v>
                </c:pt>
                <c:pt idx="953">
                  <c:v>0.4765</c:v>
                </c:pt>
                <c:pt idx="954">
                  <c:v>0.477</c:v>
                </c:pt>
                <c:pt idx="955">
                  <c:v>0.4775</c:v>
                </c:pt>
                <c:pt idx="956">
                  <c:v>0.478</c:v>
                </c:pt>
                <c:pt idx="957">
                  <c:v>0.4785</c:v>
                </c:pt>
                <c:pt idx="958">
                  <c:v>0.479</c:v>
                </c:pt>
                <c:pt idx="959">
                  <c:v>0.4795</c:v>
                </c:pt>
                <c:pt idx="960">
                  <c:v>0.48</c:v>
                </c:pt>
                <c:pt idx="961">
                  <c:v>0.4805</c:v>
                </c:pt>
                <c:pt idx="962">
                  <c:v>0.481</c:v>
                </c:pt>
                <c:pt idx="963">
                  <c:v>0.4815</c:v>
                </c:pt>
                <c:pt idx="964">
                  <c:v>0.482</c:v>
                </c:pt>
                <c:pt idx="965">
                  <c:v>0.4825</c:v>
                </c:pt>
                <c:pt idx="966">
                  <c:v>0.483</c:v>
                </c:pt>
                <c:pt idx="967">
                  <c:v>0.4835</c:v>
                </c:pt>
                <c:pt idx="968">
                  <c:v>0.484</c:v>
                </c:pt>
                <c:pt idx="969">
                  <c:v>0.4845</c:v>
                </c:pt>
                <c:pt idx="970">
                  <c:v>0.485</c:v>
                </c:pt>
                <c:pt idx="971">
                  <c:v>0.4855</c:v>
                </c:pt>
                <c:pt idx="972">
                  <c:v>0.486</c:v>
                </c:pt>
                <c:pt idx="973">
                  <c:v>0.4865</c:v>
                </c:pt>
                <c:pt idx="974">
                  <c:v>0.487</c:v>
                </c:pt>
                <c:pt idx="975">
                  <c:v>0.4875</c:v>
                </c:pt>
                <c:pt idx="976">
                  <c:v>0.488</c:v>
                </c:pt>
                <c:pt idx="977">
                  <c:v>0.4885</c:v>
                </c:pt>
                <c:pt idx="978">
                  <c:v>0.489</c:v>
                </c:pt>
                <c:pt idx="979">
                  <c:v>0.4895</c:v>
                </c:pt>
                <c:pt idx="980">
                  <c:v>0.49</c:v>
                </c:pt>
                <c:pt idx="981">
                  <c:v>0.4905</c:v>
                </c:pt>
                <c:pt idx="982">
                  <c:v>0.491</c:v>
                </c:pt>
                <c:pt idx="983">
                  <c:v>0.4915</c:v>
                </c:pt>
                <c:pt idx="984">
                  <c:v>0.492</c:v>
                </c:pt>
                <c:pt idx="985">
                  <c:v>0.4925</c:v>
                </c:pt>
                <c:pt idx="986">
                  <c:v>0.493</c:v>
                </c:pt>
                <c:pt idx="987">
                  <c:v>0.4935</c:v>
                </c:pt>
                <c:pt idx="988">
                  <c:v>0.494</c:v>
                </c:pt>
                <c:pt idx="989">
                  <c:v>0.4945</c:v>
                </c:pt>
                <c:pt idx="990">
                  <c:v>0.495</c:v>
                </c:pt>
                <c:pt idx="991">
                  <c:v>0.4955</c:v>
                </c:pt>
                <c:pt idx="992">
                  <c:v>0.496</c:v>
                </c:pt>
                <c:pt idx="993">
                  <c:v>0.4965</c:v>
                </c:pt>
                <c:pt idx="994">
                  <c:v>0.497</c:v>
                </c:pt>
                <c:pt idx="995">
                  <c:v>0.4975</c:v>
                </c:pt>
                <c:pt idx="996">
                  <c:v>0.498</c:v>
                </c:pt>
                <c:pt idx="997">
                  <c:v>0.4985</c:v>
                </c:pt>
                <c:pt idx="998">
                  <c:v>0.499</c:v>
                </c:pt>
                <c:pt idx="999">
                  <c:v>0.4995</c:v>
                </c:pt>
                <c:pt idx="1000">
                  <c:v>0.5</c:v>
                </c:pt>
                <c:pt idx="1001">
                  <c:v>0.5005</c:v>
                </c:pt>
                <c:pt idx="1002">
                  <c:v>0.501</c:v>
                </c:pt>
                <c:pt idx="1003">
                  <c:v>0.5015</c:v>
                </c:pt>
                <c:pt idx="1004">
                  <c:v>0.502</c:v>
                </c:pt>
                <c:pt idx="1005">
                  <c:v>0.5025</c:v>
                </c:pt>
                <c:pt idx="1006">
                  <c:v>0.503</c:v>
                </c:pt>
                <c:pt idx="1007">
                  <c:v>0.5035</c:v>
                </c:pt>
                <c:pt idx="1008">
                  <c:v>0.504</c:v>
                </c:pt>
                <c:pt idx="1009">
                  <c:v>0.5045</c:v>
                </c:pt>
                <c:pt idx="1010">
                  <c:v>0.505</c:v>
                </c:pt>
                <c:pt idx="1011">
                  <c:v>0.5055</c:v>
                </c:pt>
                <c:pt idx="1012">
                  <c:v>0.506</c:v>
                </c:pt>
                <c:pt idx="1013">
                  <c:v>0.5065</c:v>
                </c:pt>
                <c:pt idx="1014">
                  <c:v>0.507</c:v>
                </c:pt>
                <c:pt idx="1015">
                  <c:v>0.5075</c:v>
                </c:pt>
                <c:pt idx="1016">
                  <c:v>0.508</c:v>
                </c:pt>
                <c:pt idx="1017">
                  <c:v>0.5085</c:v>
                </c:pt>
                <c:pt idx="1018">
                  <c:v>0.509</c:v>
                </c:pt>
                <c:pt idx="1019">
                  <c:v>0.5095</c:v>
                </c:pt>
                <c:pt idx="1020">
                  <c:v>0.51</c:v>
                </c:pt>
                <c:pt idx="1021">
                  <c:v>0.5105</c:v>
                </c:pt>
                <c:pt idx="1022">
                  <c:v>0.511</c:v>
                </c:pt>
                <c:pt idx="1023">
                  <c:v>0.5115</c:v>
                </c:pt>
                <c:pt idx="1024">
                  <c:v>0.512</c:v>
                </c:pt>
                <c:pt idx="1025">
                  <c:v>0.5125</c:v>
                </c:pt>
                <c:pt idx="1026">
                  <c:v>0.513</c:v>
                </c:pt>
                <c:pt idx="1027">
                  <c:v>0.5135</c:v>
                </c:pt>
                <c:pt idx="1028">
                  <c:v>0.514</c:v>
                </c:pt>
                <c:pt idx="1029">
                  <c:v>0.5145</c:v>
                </c:pt>
                <c:pt idx="1030">
                  <c:v>0.515</c:v>
                </c:pt>
                <c:pt idx="1031">
                  <c:v>0.5155</c:v>
                </c:pt>
                <c:pt idx="1032">
                  <c:v>0.516</c:v>
                </c:pt>
                <c:pt idx="1033">
                  <c:v>0.5165</c:v>
                </c:pt>
                <c:pt idx="1034">
                  <c:v>0.517</c:v>
                </c:pt>
                <c:pt idx="1035">
                  <c:v>0.5175</c:v>
                </c:pt>
                <c:pt idx="1036">
                  <c:v>0.518</c:v>
                </c:pt>
                <c:pt idx="1037">
                  <c:v>0.5185</c:v>
                </c:pt>
                <c:pt idx="1038">
                  <c:v>0.519</c:v>
                </c:pt>
                <c:pt idx="1039">
                  <c:v>0.5195</c:v>
                </c:pt>
                <c:pt idx="1040">
                  <c:v>0.52</c:v>
                </c:pt>
                <c:pt idx="1041">
                  <c:v>0.5205</c:v>
                </c:pt>
                <c:pt idx="1042">
                  <c:v>0.521</c:v>
                </c:pt>
                <c:pt idx="1043">
                  <c:v>0.5215</c:v>
                </c:pt>
                <c:pt idx="1044">
                  <c:v>0.522</c:v>
                </c:pt>
                <c:pt idx="1045">
                  <c:v>0.5225</c:v>
                </c:pt>
                <c:pt idx="1046">
                  <c:v>0.523</c:v>
                </c:pt>
                <c:pt idx="1047">
                  <c:v>0.5235</c:v>
                </c:pt>
                <c:pt idx="1048">
                  <c:v>0.524</c:v>
                </c:pt>
                <c:pt idx="1049">
                  <c:v>0.5245</c:v>
                </c:pt>
                <c:pt idx="1050">
                  <c:v>0.525</c:v>
                </c:pt>
                <c:pt idx="1051">
                  <c:v>0.5255</c:v>
                </c:pt>
                <c:pt idx="1052">
                  <c:v>0.526</c:v>
                </c:pt>
                <c:pt idx="1053">
                  <c:v>0.5265</c:v>
                </c:pt>
                <c:pt idx="1054">
                  <c:v>0.527</c:v>
                </c:pt>
                <c:pt idx="1055">
                  <c:v>0.5275</c:v>
                </c:pt>
                <c:pt idx="1056">
                  <c:v>0.528</c:v>
                </c:pt>
                <c:pt idx="1057">
                  <c:v>0.5285</c:v>
                </c:pt>
                <c:pt idx="1058">
                  <c:v>0.529</c:v>
                </c:pt>
                <c:pt idx="1059">
                  <c:v>0.5295</c:v>
                </c:pt>
                <c:pt idx="1060">
                  <c:v>0.53</c:v>
                </c:pt>
                <c:pt idx="1061">
                  <c:v>0.5305</c:v>
                </c:pt>
                <c:pt idx="1062">
                  <c:v>0.531</c:v>
                </c:pt>
                <c:pt idx="1063">
                  <c:v>0.5315</c:v>
                </c:pt>
                <c:pt idx="1064">
                  <c:v>0.532</c:v>
                </c:pt>
                <c:pt idx="1065">
                  <c:v>0.5325</c:v>
                </c:pt>
                <c:pt idx="1066">
                  <c:v>0.533</c:v>
                </c:pt>
                <c:pt idx="1067">
                  <c:v>0.5335</c:v>
                </c:pt>
                <c:pt idx="1068">
                  <c:v>0.534</c:v>
                </c:pt>
                <c:pt idx="1069">
                  <c:v>0.5345</c:v>
                </c:pt>
                <c:pt idx="1070">
                  <c:v>0.535</c:v>
                </c:pt>
                <c:pt idx="1071">
                  <c:v>0.5355</c:v>
                </c:pt>
                <c:pt idx="1072">
                  <c:v>0.536</c:v>
                </c:pt>
                <c:pt idx="1073">
                  <c:v>0.5365</c:v>
                </c:pt>
                <c:pt idx="1074">
                  <c:v>0.537</c:v>
                </c:pt>
                <c:pt idx="1075">
                  <c:v>0.5375</c:v>
                </c:pt>
                <c:pt idx="1076">
                  <c:v>0.538</c:v>
                </c:pt>
                <c:pt idx="1077">
                  <c:v>0.5385</c:v>
                </c:pt>
                <c:pt idx="1078">
                  <c:v>0.539</c:v>
                </c:pt>
                <c:pt idx="1079">
                  <c:v>0.5395</c:v>
                </c:pt>
                <c:pt idx="1080">
                  <c:v>0.54</c:v>
                </c:pt>
                <c:pt idx="1081">
                  <c:v>0.5405</c:v>
                </c:pt>
                <c:pt idx="1082">
                  <c:v>0.541</c:v>
                </c:pt>
                <c:pt idx="1083">
                  <c:v>0.5415</c:v>
                </c:pt>
                <c:pt idx="1084">
                  <c:v>0.542</c:v>
                </c:pt>
                <c:pt idx="1085">
                  <c:v>0.5425</c:v>
                </c:pt>
                <c:pt idx="1086">
                  <c:v>0.543</c:v>
                </c:pt>
                <c:pt idx="1087">
                  <c:v>0.5435</c:v>
                </c:pt>
                <c:pt idx="1088">
                  <c:v>0.544</c:v>
                </c:pt>
                <c:pt idx="1089">
                  <c:v>0.5445</c:v>
                </c:pt>
                <c:pt idx="1090">
                  <c:v>0.545</c:v>
                </c:pt>
                <c:pt idx="1091">
                  <c:v>0.5455</c:v>
                </c:pt>
                <c:pt idx="1092">
                  <c:v>0.546</c:v>
                </c:pt>
                <c:pt idx="1093">
                  <c:v>0.5465</c:v>
                </c:pt>
                <c:pt idx="1094">
                  <c:v>0.547</c:v>
                </c:pt>
                <c:pt idx="1095">
                  <c:v>0.5475</c:v>
                </c:pt>
                <c:pt idx="1096">
                  <c:v>0.548</c:v>
                </c:pt>
                <c:pt idx="1097">
                  <c:v>0.5485</c:v>
                </c:pt>
                <c:pt idx="1098">
                  <c:v>0.549</c:v>
                </c:pt>
                <c:pt idx="1099">
                  <c:v>0.5495</c:v>
                </c:pt>
                <c:pt idx="1100">
                  <c:v>0.55</c:v>
                </c:pt>
                <c:pt idx="1101">
                  <c:v>0.5505</c:v>
                </c:pt>
                <c:pt idx="1102">
                  <c:v>0.551</c:v>
                </c:pt>
                <c:pt idx="1103">
                  <c:v>0.5515</c:v>
                </c:pt>
                <c:pt idx="1104">
                  <c:v>0.552</c:v>
                </c:pt>
                <c:pt idx="1105">
                  <c:v>0.5525</c:v>
                </c:pt>
                <c:pt idx="1106">
                  <c:v>0.553</c:v>
                </c:pt>
                <c:pt idx="1107">
                  <c:v>0.5535</c:v>
                </c:pt>
                <c:pt idx="1108">
                  <c:v>0.554</c:v>
                </c:pt>
                <c:pt idx="1109">
                  <c:v>0.5545</c:v>
                </c:pt>
                <c:pt idx="1110">
                  <c:v>0.555</c:v>
                </c:pt>
                <c:pt idx="1111">
                  <c:v>0.5555</c:v>
                </c:pt>
                <c:pt idx="1112">
                  <c:v>0.556</c:v>
                </c:pt>
                <c:pt idx="1113">
                  <c:v>0.5565</c:v>
                </c:pt>
                <c:pt idx="1114">
                  <c:v>0.557</c:v>
                </c:pt>
                <c:pt idx="1115">
                  <c:v>0.5575</c:v>
                </c:pt>
                <c:pt idx="1116">
                  <c:v>0.558</c:v>
                </c:pt>
                <c:pt idx="1117">
                  <c:v>0.5585</c:v>
                </c:pt>
                <c:pt idx="1118">
                  <c:v>0.559</c:v>
                </c:pt>
                <c:pt idx="1119">
                  <c:v>0.5595</c:v>
                </c:pt>
                <c:pt idx="1120">
                  <c:v>0.56</c:v>
                </c:pt>
                <c:pt idx="1121">
                  <c:v>0.5605</c:v>
                </c:pt>
                <c:pt idx="1122">
                  <c:v>0.561</c:v>
                </c:pt>
                <c:pt idx="1123">
                  <c:v>0.5615</c:v>
                </c:pt>
                <c:pt idx="1124">
                  <c:v>0.562</c:v>
                </c:pt>
                <c:pt idx="1125">
                  <c:v>0.5625</c:v>
                </c:pt>
                <c:pt idx="1126">
                  <c:v>0.563</c:v>
                </c:pt>
                <c:pt idx="1127">
                  <c:v>0.5635</c:v>
                </c:pt>
                <c:pt idx="1128">
                  <c:v>0.564</c:v>
                </c:pt>
                <c:pt idx="1129">
                  <c:v>0.5645</c:v>
                </c:pt>
                <c:pt idx="1130">
                  <c:v>0.565</c:v>
                </c:pt>
                <c:pt idx="1131">
                  <c:v>0.5655</c:v>
                </c:pt>
                <c:pt idx="1132">
                  <c:v>0.566</c:v>
                </c:pt>
                <c:pt idx="1133">
                  <c:v>0.5665</c:v>
                </c:pt>
                <c:pt idx="1134">
                  <c:v>0.567</c:v>
                </c:pt>
                <c:pt idx="1135">
                  <c:v>0.5675</c:v>
                </c:pt>
                <c:pt idx="1136">
                  <c:v>0.568</c:v>
                </c:pt>
                <c:pt idx="1137">
                  <c:v>0.5685</c:v>
                </c:pt>
                <c:pt idx="1138">
                  <c:v>0.569</c:v>
                </c:pt>
                <c:pt idx="1139">
                  <c:v>0.5695</c:v>
                </c:pt>
                <c:pt idx="1140">
                  <c:v>0.57</c:v>
                </c:pt>
                <c:pt idx="1141">
                  <c:v>0.5705</c:v>
                </c:pt>
                <c:pt idx="1142">
                  <c:v>0.571</c:v>
                </c:pt>
                <c:pt idx="1143">
                  <c:v>0.5715</c:v>
                </c:pt>
                <c:pt idx="1144">
                  <c:v>0.572</c:v>
                </c:pt>
                <c:pt idx="1145">
                  <c:v>0.5725</c:v>
                </c:pt>
                <c:pt idx="1146">
                  <c:v>0.573</c:v>
                </c:pt>
                <c:pt idx="1147">
                  <c:v>0.5735</c:v>
                </c:pt>
                <c:pt idx="1148">
                  <c:v>0.574</c:v>
                </c:pt>
                <c:pt idx="1149">
                  <c:v>0.5745</c:v>
                </c:pt>
                <c:pt idx="1150">
                  <c:v>0.575</c:v>
                </c:pt>
                <c:pt idx="1151">
                  <c:v>0.5755</c:v>
                </c:pt>
                <c:pt idx="1152">
                  <c:v>0.576</c:v>
                </c:pt>
                <c:pt idx="1153">
                  <c:v>0.5765</c:v>
                </c:pt>
                <c:pt idx="1154">
                  <c:v>0.577</c:v>
                </c:pt>
                <c:pt idx="1155">
                  <c:v>0.5775</c:v>
                </c:pt>
                <c:pt idx="1156">
                  <c:v>0.578</c:v>
                </c:pt>
                <c:pt idx="1157">
                  <c:v>0.5785</c:v>
                </c:pt>
                <c:pt idx="1158">
                  <c:v>0.579</c:v>
                </c:pt>
                <c:pt idx="1159">
                  <c:v>0.5795</c:v>
                </c:pt>
                <c:pt idx="1160">
                  <c:v>0.58</c:v>
                </c:pt>
                <c:pt idx="1161">
                  <c:v>0.5805</c:v>
                </c:pt>
                <c:pt idx="1162">
                  <c:v>0.581</c:v>
                </c:pt>
                <c:pt idx="1163">
                  <c:v>0.5815</c:v>
                </c:pt>
                <c:pt idx="1164">
                  <c:v>0.582</c:v>
                </c:pt>
                <c:pt idx="1165">
                  <c:v>0.5825</c:v>
                </c:pt>
                <c:pt idx="1166">
                  <c:v>0.583</c:v>
                </c:pt>
                <c:pt idx="1167">
                  <c:v>0.5835</c:v>
                </c:pt>
                <c:pt idx="1168">
                  <c:v>0.584</c:v>
                </c:pt>
                <c:pt idx="1169">
                  <c:v>0.5845</c:v>
                </c:pt>
                <c:pt idx="1170">
                  <c:v>0.585</c:v>
                </c:pt>
                <c:pt idx="1171">
                  <c:v>0.5855</c:v>
                </c:pt>
                <c:pt idx="1172">
                  <c:v>0.586</c:v>
                </c:pt>
                <c:pt idx="1173">
                  <c:v>0.5865</c:v>
                </c:pt>
                <c:pt idx="1174">
                  <c:v>0.587</c:v>
                </c:pt>
                <c:pt idx="1175">
                  <c:v>0.5875</c:v>
                </c:pt>
                <c:pt idx="1176">
                  <c:v>0.588</c:v>
                </c:pt>
                <c:pt idx="1177">
                  <c:v>0.5885</c:v>
                </c:pt>
                <c:pt idx="1178">
                  <c:v>0.589</c:v>
                </c:pt>
                <c:pt idx="1179">
                  <c:v>0.5895</c:v>
                </c:pt>
                <c:pt idx="1180">
                  <c:v>0.59</c:v>
                </c:pt>
                <c:pt idx="1181">
                  <c:v>0.5905</c:v>
                </c:pt>
                <c:pt idx="1182">
                  <c:v>0.591</c:v>
                </c:pt>
                <c:pt idx="1183">
                  <c:v>0.5915</c:v>
                </c:pt>
                <c:pt idx="1184">
                  <c:v>0.592</c:v>
                </c:pt>
                <c:pt idx="1185">
                  <c:v>0.5925</c:v>
                </c:pt>
                <c:pt idx="1186">
                  <c:v>0.593</c:v>
                </c:pt>
                <c:pt idx="1187">
                  <c:v>0.5935</c:v>
                </c:pt>
                <c:pt idx="1188">
                  <c:v>0.594</c:v>
                </c:pt>
                <c:pt idx="1189">
                  <c:v>0.5945</c:v>
                </c:pt>
                <c:pt idx="1190">
                  <c:v>0.595</c:v>
                </c:pt>
                <c:pt idx="1191">
                  <c:v>0.5955</c:v>
                </c:pt>
                <c:pt idx="1192">
                  <c:v>0.596</c:v>
                </c:pt>
                <c:pt idx="1193">
                  <c:v>0.5965</c:v>
                </c:pt>
                <c:pt idx="1194">
                  <c:v>0.597</c:v>
                </c:pt>
                <c:pt idx="1195">
                  <c:v>0.5975</c:v>
                </c:pt>
                <c:pt idx="1196">
                  <c:v>0.598</c:v>
                </c:pt>
                <c:pt idx="1197">
                  <c:v>0.5985</c:v>
                </c:pt>
                <c:pt idx="1198">
                  <c:v>0.599</c:v>
                </c:pt>
                <c:pt idx="1199">
                  <c:v>0.5995</c:v>
                </c:pt>
                <c:pt idx="1200">
                  <c:v>0.6</c:v>
                </c:pt>
                <c:pt idx="1201">
                  <c:v>0.6005</c:v>
                </c:pt>
                <c:pt idx="1202">
                  <c:v>0.601</c:v>
                </c:pt>
                <c:pt idx="1203">
                  <c:v>0.6015</c:v>
                </c:pt>
                <c:pt idx="1204">
                  <c:v>0.602</c:v>
                </c:pt>
                <c:pt idx="1205">
                  <c:v>0.6025</c:v>
                </c:pt>
                <c:pt idx="1206">
                  <c:v>0.603</c:v>
                </c:pt>
                <c:pt idx="1207">
                  <c:v>0.6035</c:v>
                </c:pt>
                <c:pt idx="1208">
                  <c:v>0.604</c:v>
                </c:pt>
                <c:pt idx="1209">
                  <c:v>0.6045</c:v>
                </c:pt>
                <c:pt idx="1210">
                  <c:v>0.605</c:v>
                </c:pt>
                <c:pt idx="1211">
                  <c:v>0.6055</c:v>
                </c:pt>
                <c:pt idx="1212">
                  <c:v>0.606</c:v>
                </c:pt>
                <c:pt idx="1213">
                  <c:v>0.6065</c:v>
                </c:pt>
                <c:pt idx="1214">
                  <c:v>0.607</c:v>
                </c:pt>
                <c:pt idx="1215">
                  <c:v>0.6075</c:v>
                </c:pt>
                <c:pt idx="1216">
                  <c:v>0.608</c:v>
                </c:pt>
                <c:pt idx="1217">
                  <c:v>0.6085</c:v>
                </c:pt>
                <c:pt idx="1218">
                  <c:v>0.609</c:v>
                </c:pt>
                <c:pt idx="1219">
                  <c:v>0.6095</c:v>
                </c:pt>
                <c:pt idx="1220">
                  <c:v>0.61</c:v>
                </c:pt>
                <c:pt idx="1221">
                  <c:v>0.6105</c:v>
                </c:pt>
                <c:pt idx="1222">
                  <c:v>0.611</c:v>
                </c:pt>
                <c:pt idx="1223">
                  <c:v>0.6115</c:v>
                </c:pt>
                <c:pt idx="1224">
                  <c:v>0.612</c:v>
                </c:pt>
                <c:pt idx="1225">
                  <c:v>0.6125</c:v>
                </c:pt>
                <c:pt idx="1226">
                  <c:v>0.613</c:v>
                </c:pt>
                <c:pt idx="1227">
                  <c:v>0.6135</c:v>
                </c:pt>
                <c:pt idx="1228">
                  <c:v>0.614</c:v>
                </c:pt>
                <c:pt idx="1229">
                  <c:v>0.6145</c:v>
                </c:pt>
                <c:pt idx="1230">
                  <c:v>0.615</c:v>
                </c:pt>
                <c:pt idx="1231">
                  <c:v>0.6155</c:v>
                </c:pt>
                <c:pt idx="1232">
                  <c:v>0.616</c:v>
                </c:pt>
                <c:pt idx="1233">
                  <c:v>0.6165</c:v>
                </c:pt>
                <c:pt idx="1234">
                  <c:v>0.617</c:v>
                </c:pt>
                <c:pt idx="1235">
                  <c:v>0.6175</c:v>
                </c:pt>
                <c:pt idx="1236">
                  <c:v>0.618</c:v>
                </c:pt>
                <c:pt idx="1237">
                  <c:v>0.6185</c:v>
                </c:pt>
                <c:pt idx="1238">
                  <c:v>0.619</c:v>
                </c:pt>
                <c:pt idx="1239">
                  <c:v>0.6195</c:v>
                </c:pt>
                <c:pt idx="1240">
                  <c:v>0.62</c:v>
                </c:pt>
                <c:pt idx="1241">
                  <c:v>0.6205</c:v>
                </c:pt>
                <c:pt idx="1242">
                  <c:v>0.621</c:v>
                </c:pt>
                <c:pt idx="1243">
                  <c:v>0.6215</c:v>
                </c:pt>
                <c:pt idx="1244">
                  <c:v>0.622</c:v>
                </c:pt>
                <c:pt idx="1245">
                  <c:v>0.6225</c:v>
                </c:pt>
                <c:pt idx="1246">
                  <c:v>0.623</c:v>
                </c:pt>
                <c:pt idx="1247">
                  <c:v>0.6235</c:v>
                </c:pt>
                <c:pt idx="1248">
                  <c:v>0.624</c:v>
                </c:pt>
                <c:pt idx="1249">
                  <c:v>0.6245</c:v>
                </c:pt>
                <c:pt idx="1250">
                  <c:v>0.625</c:v>
                </c:pt>
                <c:pt idx="1251">
                  <c:v>0.6255</c:v>
                </c:pt>
                <c:pt idx="1252">
                  <c:v>0.626</c:v>
                </c:pt>
                <c:pt idx="1253">
                  <c:v>0.6265</c:v>
                </c:pt>
                <c:pt idx="1254">
                  <c:v>0.627</c:v>
                </c:pt>
                <c:pt idx="1255">
                  <c:v>0.6275</c:v>
                </c:pt>
                <c:pt idx="1256">
                  <c:v>0.628</c:v>
                </c:pt>
                <c:pt idx="1257">
                  <c:v>0.6285</c:v>
                </c:pt>
                <c:pt idx="1258">
                  <c:v>0.629</c:v>
                </c:pt>
                <c:pt idx="1259">
                  <c:v>0.6295</c:v>
                </c:pt>
                <c:pt idx="1260">
                  <c:v>0.63</c:v>
                </c:pt>
                <c:pt idx="1261">
                  <c:v>0.6305</c:v>
                </c:pt>
                <c:pt idx="1262">
                  <c:v>0.631</c:v>
                </c:pt>
                <c:pt idx="1263">
                  <c:v>0.6315</c:v>
                </c:pt>
                <c:pt idx="1264">
                  <c:v>0.632</c:v>
                </c:pt>
                <c:pt idx="1265">
                  <c:v>0.6325</c:v>
                </c:pt>
                <c:pt idx="1266">
                  <c:v>0.633</c:v>
                </c:pt>
                <c:pt idx="1267">
                  <c:v>0.6335</c:v>
                </c:pt>
                <c:pt idx="1268">
                  <c:v>0.634</c:v>
                </c:pt>
                <c:pt idx="1269">
                  <c:v>0.6345</c:v>
                </c:pt>
                <c:pt idx="1270">
                  <c:v>0.635</c:v>
                </c:pt>
                <c:pt idx="1271">
                  <c:v>0.6355</c:v>
                </c:pt>
                <c:pt idx="1272">
                  <c:v>0.636</c:v>
                </c:pt>
                <c:pt idx="1273">
                  <c:v>0.6365</c:v>
                </c:pt>
                <c:pt idx="1274">
                  <c:v>0.637</c:v>
                </c:pt>
                <c:pt idx="1275">
                  <c:v>0.6375</c:v>
                </c:pt>
                <c:pt idx="1276">
                  <c:v>0.638</c:v>
                </c:pt>
                <c:pt idx="1277">
                  <c:v>0.6385</c:v>
                </c:pt>
                <c:pt idx="1278">
                  <c:v>0.639</c:v>
                </c:pt>
                <c:pt idx="1279">
                  <c:v>0.6395</c:v>
                </c:pt>
                <c:pt idx="1280">
                  <c:v>0.64</c:v>
                </c:pt>
                <c:pt idx="1281">
                  <c:v>0.6405</c:v>
                </c:pt>
                <c:pt idx="1282">
                  <c:v>0.641</c:v>
                </c:pt>
                <c:pt idx="1283">
                  <c:v>0.6415</c:v>
                </c:pt>
                <c:pt idx="1284">
                  <c:v>0.642</c:v>
                </c:pt>
                <c:pt idx="1285">
                  <c:v>0.6425</c:v>
                </c:pt>
                <c:pt idx="1286">
                  <c:v>0.643</c:v>
                </c:pt>
                <c:pt idx="1287">
                  <c:v>0.6435</c:v>
                </c:pt>
                <c:pt idx="1288">
                  <c:v>0.644</c:v>
                </c:pt>
                <c:pt idx="1289">
                  <c:v>0.6445</c:v>
                </c:pt>
                <c:pt idx="1290">
                  <c:v>0.645</c:v>
                </c:pt>
                <c:pt idx="1291">
                  <c:v>0.6455</c:v>
                </c:pt>
                <c:pt idx="1292">
                  <c:v>0.646</c:v>
                </c:pt>
                <c:pt idx="1293">
                  <c:v>0.6465</c:v>
                </c:pt>
                <c:pt idx="1294">
                  <c:v>0.647</c:v>
                </c:pt>
                <c:pt idx="1295">
                  <c:v>0.6475</c:v>
                </c:pt>
                <c:pt idx="1296">
                  <c:v>0.648</c:v>
                </c:pt>
                <c:pt idx="1297">
                  <c:v>0.6485</c:v>
                </c:pt>
                <c:pt idx="1298">
                  <c:v>0.649</c:v>
                </c:pt>
                <c:pt idx="1299">
                  <c:v>0.6495</c:v>
                </c:pt>
                <c:pt idx="1300">
                  <c:v>0.65</c:v>
                </c:pt>
                <c:pt idx="1301">
                  <c:v>0.6505</c:v>
                </c:pt>
                <c:pt idx="1302">
                  <c:v>0.651</c:v>
                </c:pt>
                <c:pt idx="1303">
                  <c:v>0.6515</c:v>
                </c:pt>
                <c:pt idx="1304">
                  <c:v>0.652</c:v>
                </c:pt>
                <c:pt idx="1305">
                  <c:v>0.6525</c:v>
                </c:pt>
                <c:pt idx="1306">
                  <c:v>0.653</c:v>
                </c:pt>
                <c:pt idx="1307">
                  <c:v>0.6535</c:v>
                </c:pt>
                <c:pt idx="1308">
                  <c:v>0.654</c:v>
                </c:pt>
                <c:pt idx="1309">
                  <c:v>0.6545</c:v>
                </c:pt>
                <c:pt idx="1310">
                  <c:v>0.655</c:v>
                </c:pt>
                <c:pt idx="1311">
                  <c:v>0.6555</c:v>
                </c:pt>
                <c:pt idx="1312">
                  <c:v>0.656</c:v>
                </c:pt>
                <c:pt idx="1313">
                  <c:v>0.6565</c:v>
                </c:pt>
                <c:pt idx="1314">
                  <c:v>0.657</c:v>
                </c:pt>
                <c:pt idx="1315">
                  <c:v>0.6575</c:v>
                </c:pt>
                <c:pt idx="1316">
                  <c:v>0.658</c:v>
                </c:pt>
                <c:pt idx="1317">
                  <c:v>0.6585</c:v>
                </c:pt>
                <c:pt idx="1318">
                  <c:v>0.659</c:v>
                </c:pt>
                <c:pt idx="1319">
                  <c:v>0.6595</c:v>
                </c:pt>
                <c:pt idx="1320">
                  <c:v>0.66</c:v>
                </c:pt>
                <c:pt idx="1321">
                  <c:v>0.6605</c:v>
                </c:pt>
                <c:pt idx="1322">
                  <c:v>0.661</c:v>
                </c:pt>
                <c:pt idx="1323">
                  <c:v>0.6615</c:v>
                </c:pt>
                <c:pt idx="1324">
                  <c:v>0.662</c:v>
                </c:pt>
                <c:pt idx="1325">
                  <c:v>0.6625</c:v>
                </c:pt>
                <c:pt idx="1326">
                  <c:v>0.663</c:v>
                </c:pt>
                <c:pt idx="1327">
                  <c:v>0.6635</c:v>
                </c:pt>
                <c:pt idx="1328">
                  <c:v>0.664</c:v>
                </c:pt>
                <c:pt idx="1329">
                  <c:v>0.6645</c:v>
                </c:pt>
                <c:pt idx="1330">
                  <c:v>0.665</c:v>
                </c:pt>
                <c:pt idx="1331">
                  <c:v>0.6655</c:v>
                </c:pt>
                <c:pt idx="1332">
                  <c:v>0.666</c:v>
                </c:pt>
                <c:pt idx="1333">
                  <c:v>0.6665</c:v>
                </c:pt>
                <c:pt idx="1334">
                  <c:v>0.667</c:v>
                </c:pt>
                <c:pt idx="1335">
                  <c:v>0.6675</c:v>
                </c:pt>
                <c:pt idx="1336">
                  <c:v>0.668</c:v>
                </c:pt>
                <c:pt idx="1337">
                  <c:v>0.6685</c:v>
                </c:pt>
                <c:pt idx="1338">
                  <c:v>0.669</c:v>
                </c:pt>
                <c:pt idx="1339">
                  <c:v>0.6695</c:v>
                </c:pt>
                <c:pt idx="1340">
                  <c:v>0.67</c:v>
                </c:pt>
                <c:pt idx="1341">
                  <c:v>0.6705</c:v>
                </c:pt>
                <c:pt idx="1342">
                  <c:v>0.671</c:v>
                </c:pt>
                <c:pt idx="1343">
                  <c:v>0.6715</c:v>
                </c:pt>
                <c:pt idx="1344">
                  <c:v>0.672</c:v>
                </c:pt>
                <c:pt idx="1345">
                  <c:v>0.6725</c:v>
                </c:pt>
                <c:pt idx="1346">
                  <c:v>0.673</c:v>
                </c:pt>
                <c:pt idx="1347">
                  <c:v>0.6735</c:v>
                </c:pt>
                <c:pt idx="1348">
                  <c:v>0.674</c:v>
                </c:pt>
                <c:pt idx="1349">
                  <c:v>0.6745</c:v>
                </c:pt>
                <c:pt idx="1350">
                  <c:v>0.675</c:v>
                </c:pt>
                <c:pt idx="1351">
                  <c:v>0.6755</c:v>
                </c:pt>
                <c:pt idx="1352">
                  <c:v>0.676</c:v>
                </c:pt>
                <c:pt idx="1353">
                  <c:v>0.6765</c:v>
                </c:pt>
                <c:pt idx="1354">
                  <c:v>0.677</c:v>
                </c:pt>
                <c:pt idx="1355">
                  <c:v>0.6775</c:v>
                </c:pt>
                <c:pt idx="1356">
                  <c:v>0.678</c:v>
                </c:pt>
                <c:pt idx="1357">
                  <c:v>0.6785</c:v>
                </c:pt>
                <c:pt idx="1358">
                  <c:v>0.679</c:v>
                </c:pt>
                <c:pt idx="1359">
                  <c:v>0.6795</c:v>
                </c:pt>
                <c:pt idx="1360">
                  <c:v>0.68</c:v>
                </c:pt>
                <c:pt idx="1361">
                  <c:v>0.6805</c:v>
                </c:pt>
                <c:pt idx="1362">
                  <c:v>0.681</c:v>
                </c:pt>
                <c:pt idx="1363">
                  <c:v>0.6815</c:v>
                </c:pt>
                <c:pt idx="1364">
                  <c:v>0.682</c:v>
                </c:pt>
                <c:pt idx="1365">
                  <c:v>0.6825</c:v>
                </c:pt>
                <c:pt idx="1366">
                  <c:v>0.683</c:v>
                </c:pt>
                <c:pt idx="1367">
                  <c:v>0.6835</c:v>
                </c:pt>
                <c:pt idx="1368">
                  <c:v>0.684</c:v>
                </c:pt>
                <c:pt idx="1369">
                  <c:v>0.6845</c:v>
                </c:pt>
                <c:pt idx="1370">
                  <c:v>0.685</c:v>
                </c:pt>
                <c:pt idx="1371">
                  <c:v>0.6855</c:v>
                </c:pt>
                <c:pt idx="1372">
                  <c:v>0.686</c:v>
                </c:pt>
                <c:pt idx="1373">
                  <c:v>0.6865</c:v>
                </c:pt>
                <c:pt idx="1374">
                  <c:v>0.687</c:v>
                </c:pt>
                <c:pt idx="1375">
                  <c:v>0.6875</c:v>
                </c:pt>
                <c:pt idx="1376">
                  <c:v>0.688</c:v>
                </c:pt>
                <c:pt idx="1377">
                  <c:v>0.6885</c:v>
                </c:pt>
                <c:pt idx="1378">
                  <c:v>0.689</c:v>
                </c:pt>
                <c:pt idx="1379">
                  <c:v>0.6895</c:v>
                </c:pt>
                <c:pt idx="1380">
                  <c:v>0.69</c:v>
                </c:pt>
                <c:pt idx="1381">
                  <c:v>0.6905</c:v>
                </c:pt>
                <c:pt idx="1382">
                  <c:v>0.691</c:v>
                </c:pt>
                <c:pt idx="1383">
                  <c:v>0.6915</c:v>
                </c:pt>
                <c:pt idx="1384">
                  <c:v>0.692</c:v>
                </c:pt>
                <c:pt idx="1385">
                  <c:v>0.6925</c:v>
                </c:pt>
                <c:pt idx="1386">
                  <c:v>0.693</c:v>
                </c:pt>
                <c:pt idx="1387">
                  <c:v>0.6935</c:v>
                </c:pt>
                <c:pt idx="1388">
                  <c:v>0.694</c:v>
                </c:pt>
                <c:pt idx="1389">
                  <c:v>0.6945</c:v>
                </c:pt>
                <c:pt idx="1390">
                  <c:v>0.695</c:v>
                </c:pt>
                <c:pt idx="1391">
                  <c:v>0.6955</c:v>
                </c:pt>
                <c:pt idx="1392">
                  <c:v>0.696</c:v>
                </c:pt>
                <c:pt idx="1393">
                  <c:v>0.6965</c:v>
                </c:pt>
                <c:pt idx="1394">
                  <c:v>0.697</c:v>
                </c:pt>
                <c:pt idx="1395">
                  <c:v>0.6975</c:v>
                </c:pt>
                <c:pt idx="1396">
                  <c:v>0.698</c:v>
                </c:pt>
                <c:pt idx="1397">
                  <c:v>0.6985</c:v>
                </c:pt>
                <c:pt idx="1398">
                  <c:v>0.699</c:v>
                </c:pt>
                <c:pt idx="1399">
                  <c:v>0.6995</c:v>
                </c:pt>
                <c:pt idx="1400">
                  <c:v>0.7</c:v>
                </c:pt>
                <c:pt idx="1401">
                  <c:v>0.7005</c:v>
                </c:pt>
                <c:pt idx="1402">
                  <c:v>0.701</c:v>
                </c:pt>
                <c:pt idx="1403">
                  <c:v>0.7015</c:v>
                </c:pt>
                <c:pt idx="1404">
                  <c:v>0.702</c:v>
                </c:pt>
                <c:pt idx="1405">
                  <c:v>0.7025</c:v>
                </c:pt>
                <c:pt idx="1406">
                  <c:v>0.703</c:v>
                </c:pt>
                <c:pt idx="1407">
                  <c:v>0.7035</c:v>
                </c:pt>
                <c:pt idx="1408">
                  <c:v>0.704</c:v>
                </c:pt>
                <c:pt idx="1409">
                  <c:v>0.7045</c:v>
                </c:pt>
                <c:pt idx="1410">
                  <c:v>0.705</c:v>
                </c:pt>
                <c:pt idx="1411">
                  <c:v>0.7055</c:v>
                </c:pt>
                <c:pt idx="1412">
                  <c:v>0.706</c:v>
                </c:pt>
                <c:pt idx="1413">
                  <c:v>0.7065</c:v>
                </c:pt>
                <c:pt idx="1414">
                  <c:v>0.707</c:v>
                </c:pt>
                <c:pt idx="1415">
                  <c:v>0.7075</c:v>
                </c:pt>
                <c:pt idx="1416">
                  <c:v>0.708</c:v>
                </c:pt>
                <c:pt idx="1417">
                  <c:v>0.7085</c:v>
                </c:pt>
                <c:pt idx="1418">
                  <c:v>0.709</c:v>
                </c:pt>
                <c:pt idx="1419">
                  <c:v>0.7095</c:v>
                </c:pt>
                <c:pt idx="1420">
                  <c:v>0.71</c:v>
                </c:pt>
                <c:pt idx="1421">
                  <c:v>0.7105</c:v>
                </c:pt>
                <c:pt idx="1422">
                  <c:v>0.711</c:v>
                </c:pt>
                <c:pt idx="1423">
                  <c:v>0.7115</c:v>
                </c:pt>
                <c:pt idx="1424">
                  <c:v>0.712</c:v>
                </c:pt>
                <c:pt idx="1425">
                  <c:v>0.7125</c:v>
                </c:pt>
                <c:pt idx="1426">
                  <c:v>0.713</c:v>
                </c:pt>
                <c:pt idx="1427">
                  <c:v>0.7135</c:v>
                </c:pt>
                <c:pt idx="1428">
                  <c:v>0.714</c:v>
                </c:pt>
                <c:pt idx="1429">
                  <c:v>0.7145</c:v>
                </c:pt>
                <c:pt idx="1430">
                  <c:v>0.715</c:v>
                </c:pt>
                <c:pt idx="1431">
                  <c:v>0.7155</c:v>
                </c:pt>
                <c:pt idx="1432">
                  <c:v>0.716</c:v>
                </c:pt>
                <c:pt idx="1433">
                  <c:v>0.7165</c:v>
                </c:pt>
                <c:pt idx="1434">
                  <c:v>0.717</c:v>
                </c:pt>
                <c:pt idx="1435">
                  <c:v>0.7175</c:v>
                </c:pt>
                <c:pt idx="1436">
                  <c:v>0.718</c:v>
                </c:pt>
                <c:pt idx="1437">
                  <c:v>0.7185</c:v>
                </c:pt>
                <c:pt idx="1438">
                  <c:v>0.719</c:v>
                </c:pt>
                <c:pt idx="1439">
                  <c:v>0.7195</c:v>
                </c:pt>
                <c:pt idx="1440">
                  <c:v>0.72</c:v>
                </c:pt>
                <c:pt idx="1441">
                  <c:v>0.7205</c:v>
                </c:pt>
                <c:pt idx="1442">
                  <c:v>0.721</c:v>
                </c:pt>
                <c:pt idx="1443">
                  <c:v>0.7215</c:v>
                </c:pt>
                <c:pt idx="1444">
                  <c:v>0.722</c:v>
                </c:pt>
                <c:pt idx="1445">
                  <c:v>0.7225</c:v>
                </c:pt>
                <c:pt idx="1446">
                  <c:v>0.723</c:v>
                </c:pt>
                <c:pt idx="1447">
                  <c:v>0.7235</c:v>
                </c:pt>
                <c:pt idx="1448">
                  <c:v>0.724</c:v>
                </c:pt>
                <c:pt idx="1449">
                  <c:v>0.7245</c:v>
                </c:pt>
                <c:pt idx="1450">
                  <c:v>0.725</c:v>
                </c:pt>
                <c:pt idx="1451">
                  <c:v>0.7255</c:v>
                </c:pt>
                <c:pt idx="1452">
                  <c:v>0.726</c:v>
                </c:pt>
                <c:pt idx="1453">
                  <c:v>0.7265</c:v>
                </c:pt>
                <c:pt idx="1454">
                  <c:v>0.727</c:v>
                </c:pt>
                <c:pt idx="1455">
                  <c:v>0.7275</c:v>
                </c:pt>
                <c:pt idx="1456">
                  <c:v>0.728</c:v>
                </c:pt>
                <c:pt idx="1457">
                  <c:v>0.7285</c:v>
                </c:pt>
                <c:pt idx="1458">
                  <c:v>0.729</c:v>
                </c:pt>
                <c:pt idx="1459">
                  <c:v>0.7295</c:v>
                </c:pt>
                <c:pt idx="1460">
                  <c:v>0.73</c:v>
                </c:pt>
                <c:pt idx="1461">
                  <c:v>0.7305</c:v>
                </c:pt>
                <c:pt idx="1462">
                  <c:v>0.731</c:v>
                </c:pt>
                <c:pt idx="1463">
                  <c:v>0.7315</c:v>
                </c:pt>
                <c:pt idx="1464">
                  <c:v>0.732</c:v>
                </c:pt>
                <c:pt idx="1465">
                  <c:v>0.7325</c:v>
                </c:pt>
                <c:pt idx="1466">
                  <c:v>0.733</c:v>
                </c:pt>
                <c:pt idx="1467">
                  <c:v>0.7335</c:v>
                </c:pt>
                <c:pt idx="1468">
                  <c:v>0.734</c:v>
                </c:pt>
                <c:pt idx="1469">
                  <c:v>0.7345</c:v>
                </c:pt>
                <c:pt idx="1470">
                  <c:v>0.735</c:v>
                </c:pt>
                <c:pt idx="1471">
                  <c:v>0.7355</c:v>
                </c:pt>
                <c:pt idx="1472">
                  <c:v>0.736</c:v>
                </c:pt>
                <c:pt idx="1473">
                  <c:v>0.7365</c:v>
                </c:pt>
                <c:pt idx="1474">
                  <c:v>0.737</c:v>
                </c:pt>
                <c:pt idx="1475">
                  <c:v>0.7375</c:v>
                </c:pt>
                <c:pt idx="1476">
                  <c:v>0.738</c:v>
                </c:pt>
                <c:pt idx="1477">
                  <c:v>0.7385</c:v>
                </c:pt>
                <c:pt idx="1478">
                  <c:v>0.739</c:v>
                </c:pt>
                <c:pt idx="1479">
                  <c:v>0.7395</c:v>
                </c:pt>
                <c:pt idx="1480">
                  <c:v>0.74</c:v>
                </c:pt>
                <c:pt idx="1481">
                  <c:v>0.7405</c:v>
                </c:pt>
                <c:pt idx="1482">
                  <c:v>0.741</c:v>
                </c:pt>
                <c:pt idx="1483">
                  <c:v>0.7415</c:v>
                </c:pt>
                <c:pt idx="1484">
                  <c:v>0.742</c:v>
                </c:pt>
                <c:pt idx="1485">
                  <c:v>0.7425</c:v>
                </c:pt>
                <c:pt idx="1486">
                  <c:v>0.743</c:v>
                </c:pt>
                <c:pt idx="1487">
                  <c:v>0.7435</c:v>
                </c:pt>
                <c:pt idx="1488">
                  <c:v>0.744</c:v>
                </c:pt>
                <c:pt idx="1489">
                  <c:v>0.7445</c:v>
                </c:pt>
                <c:pt idx="1490">
                  <c:v>0.745</c:v>
                </c:pt>
                <c:pt idx="1491">
                  <c:v>0.7455</c:v>
                </c:pt>
                <c:pt idx="1492">
                  <c:v>0.746</c:v>
                </c:pt>
                <c:pt idx="1493">
                  <c:v>0.7465</c:v>
                </c:pt>
                <c:pt idx="1494">
                  <c:v>0.747</c:v>
                </c:pt>
                <c:pt idx="1495">
                  <c:v>0.7475</c:v>
                </c:pt>
                <c:pt idx="1496">
                  <c:v>0.748</c:v>
                </c:pt>
                <c:pt idx="1497">
                  <c:v>0.7485</c:v>
                </c:pt>
                <c:pt idx="1498">
                  <c:v>0.749</c:v>
                </c:pt>
                <c:pt idx="1499">
                  <c:v>0.7495</c:v>
                </c:pt>
                <c:pt idx="1500">
                  <c:v>0.75</c:v>
                </c:pt>
                <c:pt idx="1501">
                  <c:v>0.7505</c:v>
                </c:pt>
                <c:pt idx="1502">
                  <c:v>0.751</c:v>
                </c:pt>
                <c:pt idx="1503">
                  <c:v>0.7515</c:v>
                </c:pt>
                <c:pt idx="1504">
                  <c:v>0.752</c:v>
                </c:pt>
                <c:pt idx="1505">
                  <c:v>0.7525</c:v>
                </c:pt>
                <c:pt idx="1506">
                  <c:v>0.753</c:v>
                </c:pt>
                <c:pt idx="1507">
                  <c:v>0.7535</c:v>
                </c:pt>
                <c:pt idx="1508">
                  <c:v>0.754</c:v>
                </c:pt>
                <c:pt idx="1509">
                  <c:v>0.7545</c:v>
                </c:pt>
                <c:pt idx="1510">
                  <c:v>0.755</c:v>
                </c:pt>
                <c:pt idx="1511">
                  <c:v>0.7555</c:v>
                </c:pt>
                <c:pt idx="1512">
                  <c:v>0.756</c:v>
                </c:pt>
                <c:pt idx="1513">
                  <c:v>0.7565</c:v>
                </c:pt>
                <c:pt idx="1514">
                  <c:v>0.757</c:v>
                </c:pt>
                <c:pt idx="1515">
                  <c:v>0.7575</c:v>
                </c:pt>
                <c:pt idx="1516">
                  <c:v>0.758</c:v>
                </c:pt>
                <c:pt idx="1517">
                  <c:v>0.7585</c:v>
                </c:pt>
                <c:pt idx="1518">
                  <c:v>0.759</c:v>
                </c:pt>
                <c:pt idx="1519">
                  <c:v>0.7595</c:v>
                </c:pt>
                <c:pt idx="1520">
                  <c:v>0.76</c:v>
                </c:pt>
                <c:pt idx="1521">
                  <c:v>0.7605</c:v>
                </c:pt>
                <c:pt idx="1522">
                  <c:v>0.761</c:v>
                </c:pt>
                <c:pt idx="1523">
                  <c:v>0.7615</c:v>
                </c:pt>
                <c:pt idx="1524">
                  <c:v>0.762</c:v>
                </c:pt>
                <c:pt idx="1525">
                  <c:v>0.7625</c:v>
                </c:pt>
                <c:pt idx="1526">
                  <c:v>0.763</c:v>
                </c:pt>
                <c:pt idx="1527">
                  <c:v>0.7635</c:v>
                </c:pt>
                <c:pt idx="1528">
                  <c:v>0.764</c:v>
                </c:pt>
                <c:pt idx="1529">
                  <c:v>0.7645</c:v>
                </c:pt>
                <c:pt idx="1530">
                  <c:v>0.765</c:v>
                </c:pt>
                <c:pt idx="1531">
                  <c:v>0.7655</c:v>
                </c:pt>
                <c:pt idx="1532">
                  <c:v>0.766</c:v>
                </c:pt>
                <c:pt idx="1533">
                  <c:v>0.7665</c:v>
                </c:pt>
                <c:pt idx="1534">
                  <c:v>0.767</c:v>
                </c:pt>
                <c:pt idx="1535">
                  <c:v>0.7675</c:v>
                </c:pt>
                <c:pt idx="1536">
                  <c:v>0.768</c:v>
                </c:pt>
                <c:pt idx="1537">
                  <c:v>0.7685</c:v>
                </c:pt>
                <c:pt idx="1538">
                  <c:v>0.769</c:v>
                </c:pt>
                <c:pt idx="1539">
                  <c:v>0.7695</c:v>
                </c:pt>
                <c:pt idx="1540">
                  <c:v>0.77</c:v>
                </c:pt>
                <c:pt idx="1541">
                  <c:v>0.7705</c:v>
                </c:pt>
                <c:pt idx="1542">
                  <c:v>0.771</c:v>
                </c:pt>
                <c:pt idx="1543">
                  <c:v>0.7715</c:v>
                </c:pt>
                <c:pt idx="1544">
                  <c:v>0.772</c:v>
                </c:pt>
                <c:pt idx="1545">
                  <c:v>0.7725</c:v>
                </c:pt>
                <c:pt idx="1546">
                  <c:v>0.773</c:v>
                </c:pt>
                <c:pt idx="1547">
                  <c:v>0.7735</c:v>
                </c:pt>
                <c:pt idx="1548">
                  <c:v>0.774</c:v>
                </c:pt>
                <c:pt idx="1549">
                  <c:v>0.7745</c:v>
                </c:pt>
                <c:pt idx="1550">
                  <c:v>0.775</c:v>
                </c:pt>
                <c:pt idx="1551">
                  <c:v>0.7755</c:v>
                </c:pt>
                <c:pt idx="1552">
                  <c:v>0.776</c:v>
                </c:pt>
                <c:pt idx="1553">
                  <c:v>0.7765</c:v>
                </c:pt>
                <c:pt idx="1554">
                  <c:v>0.777</c:v>
                </c:pt>
                <c:pt idx="1555">
                  <c:v>0.7775</c:v>
                </c:pt>
                <c:pt idx="1556">
                  <c:v>0.778</c:v>
                </c:pt>
                <c:pt idx="1557">
                  <c:v>0.7785</c:v>
                </c:pt>
                <c:pt idx="1558">
                  <c:v>0.779</c:v>
                </c:pt>
                <c:pt idx="1559">
                  <c:v>0.7795</c:v>
                </c:pt>
                <c:pt idx="1560">
                  <c:v>0.78</c:v>
                </c:pt>
                <c:pt idx="1561">
                  <c:v>0.7805</c:v>
                </c:pt>
                <c:pt idx="1562">
                  <c:v>0.781</c:v>
                </c:pt>
                <c:pt idx="1563">
                  <c:v>0.7815</c:v>
                </c:pt>
                <c:pt idx="1564">
                  <c:v>0.782</c:v>
                </c:pt>
                <c:pt idx="1565">
                  <c:v>0.7825</c:v>
                </c:pt>
                <c:pt idx="1566">
                  <c:v>0.783</c:v>
                </c:pt>
                <c:pt idx="1567">
                  <c:v>0.7835</c:v>
                </c:pt>
                <c:pt idx="1568">
                  <c:v>0.784</c:v>
                </c:pt>
                <c:pt idx="1569">
                  <c:v>0.7845</c:v>
                </c:pt>
                <c:pt idx="1570">
                  <c:v>0.785</c:v>
                </c:pt>
                <c:pt idx="1571">
                  <c:v>0.7855</c:v>
                </c:pt>
                <c:pt idx="1572">
                  <c:v>0.786</c:v>
                </c:pt>
                <c:pt idx="1573">
                  <c:v>0.7865</c:v>
                </c:pt>
                <c:pt idx="1574">
                  <c:v>0.787</c:v>
                </c:pt>
                <c:pt idx="1575">
                  <c:v>0.7875</c:v>
                </c:pt>
                <c:pt idx="1576">
                  <c:v>0.788</c:v>
                </c:pt>
                <c:pt idx="1577">
                  <c:v>0.7885</c:v>
                </c:pt>
                <c:pt idx="1578">
                  <c:v>0.789</c:v>
                </c:pt>
                <c:pt idx="1579">
                  <c:v>0.7895</c:v>
                </c:pt>
                <c:pt idx="1580">
                  <c:v>0.79</c:v>
                </c:pt>
                <c:pt idx="1581">
                  <c:v>0.7905</c:v>
                </c:pt>
                <c:pt idx="1582">
                  <c:v>0.791</c:v>
                </c:pt>
                <c:pt idx="1583">
                  <c:v>0.7915</c:v>
                </c:pt>
                <c:pt idx="1584">
                  <c:v>0.792</c:v>
                </c:pt>
                <c:pt idx="1585">
                  <c:v>0.7925</c:v>
                </c:pt>
                <c:pt idx="1586">
                  <c:v>0.793</c:v>
                </c:pt>
                <c:pt idx="1587">
                  <c:v>0.7935</c:v>
                </c:pt>
                <c:pt idx="1588">
                  <c:v>0.794</c:v>
                </c:pt>
                <c:pt idx="1589">
                  <c:v>0.7945</c:v>
                </c:pt>
                <c:pt idx="1590">
                  <c:v>0.795</c:v>
                </c:pt>
                <c:pt idx="1591">
                  <c:v>0.7955</c:v>
                </c:pt>
                <c:pt idx="1592">
                  <c:v>0.796</c:v>
                </c:pt>
                <c:pt idx="1593">
                  <c:v>0.7965</c:v>
                </c:pt>
                <c:pt idx="1594">
                  <c:v>0.797</c:v>
                </c:pt>
                <c:pt idx="1595">
                  <c:v>0.7975</c:v>
                </c:pt>
                <c:pt idx="1596">
                  <c:v>0.798</c:v>
                </c:pt>
                <c:pt idx="1597">
                  <c:v>0.7985</c:v>
                </c:pt>
                <c:pt idx="1598">
                  <c:v>0.799</c:v>
                </c:pt>
                <c:pt idx="1599">
                  <c:v>0.7995</c:v>
                </c:pt>
                <c:pt idx="1600">
                  <c:v>0.8</c:v>
                </c:pt>
                <c:pt idx="1601">
                  <c:v>0.8005</c:v>
                </c:pt>
                <c:pt idx="1602">
                  <c:v>0.801</c:v>
                </c:pt>
                <c:pt idx="1603">
                  <c:v>0.8015</c:v>
                </c:pt>
                <c:pt idx="1604">
                  <c:v>0.802</c:v>
                </c:pt>
                <c:pt idx="1605">
                  <c:v>0.8025</c:v>
                </c:pt>
                <c:pt idx="1606">
                  <c:v>0.803</c:v>
                </c:pt>
                <c:pt idx="1607">
                  <c:v>0.8035</c:v>
                </c:pt>
                <c:pt idx="1608">
                  <c:v>0.804</c:v>
                </c:pt>
                <c:pt idx="1609">
                  <c:v>0.8045</c:v>
                </c:pt>
                <c:pt idx="1610">
                  <c:v>0.805</c:v>
                </c:pt>
                <c:pt idx="1611">
                  <c:v>0.8055</c:v>
                </c:pt>
                <c:pt idx="1612">
                  <c:v>0.806</c:v>
                </c:pt>
                <c:pt idx="1613">
                  <c:v>0.8065</c:v>
                </c:pt>
                <c:pt idx="1614">
                  <c:v>0.807</c:v>
                </c:pt>
                <c:pt idx="1615">
                  <c:v>0.8075</c:v>
                </c:pt>
                <c:pt idx="1616">
                  <c:v>0.808</c:v>
                </c:pt>
                <c:pt idx="1617">
                  <c:v>0.8085</c:v>
                </c:pt>
                <c:pt idx="1618">
                  <c:v>0.809</c:v>
                </c:pt>
                <c:pt idx="1619">
                  <c:v>0.8095</c:v>
                </c:pt>
                <c:pt idx="1620">
                  <c:v>0.81</c:v>
                </c:pt>
                <c:pt idx="1621">
                  <c:v>0.8105</c:v>
                </c:pt>
                <c:pt idx="1622">
                  <c:v>0.811</c:v>
                </c:pt>
                <c:pt idx="1623">
                  <c:v>0.8115</c:v>
                </c:pt>
                <c:pt idx="1624">
                  <c:v>0.812</c:v>
                </c:pt>
                <c:pt idx="1625">
                  <c:v>0.8125</c:v>
                </c:pt>
                <c:pt idx="1626">
                  <c:v>0.813</c:v>
                </c:pt>
                <c:pt idx="1627">
                  <c:v>0.8135</c:v>
                </c:pt>
                <c:pt idx="1628">
                  <c:v>0.814</c:v>
                </c:pt>
                <c:pt idx="1629">
                  <c:v>0.8145</c:v>
                </c:pt>
                <c:pt idx="1630">
                  <c:v>0.815</c:v>
                </c:pt>
                <c:pt idx="1631">
                  <c:v>0.8155</c:v>
                </c:pt>
                <c:pt idx="1632">
                  <c:v>0.816</c:v>
                </c:pt>
                <c:pt idx="1633">
                  <c:v>0.8165</c:v>
                </c:pt>
                <c:pt idx="1634">
                  <c:v>0.817</c:v>
                </c:pt>
                <c:pt idx="1635">
                  <c:v>0.8175</c:v>
                </c:pt>
                <c:pt idx="1636">
                  <c:v>0.818</c:v>
                </c:pt>
                <c:pt idx="1637">
                  <c:v>0.8185</c:v>
                </c:pt>
                <c:pt idx="1638">
                  <c:v>0.819</c:v>
                </c:pt>
                <c:pt idx="1639">
                  <c:v>0.8195</c:v>
                </c:pt>
                <c:pt idx="1640">
                  <c:v>0.82</c:v>
                </c:pt>
                <c:pt idx="1641">
                  <c:v>0.8205</c:v>
                </c:pt>
                <c:pt idx="1642">
                  <c:v>0.821</c:v>
                </c:pt>
                <c:pt idx="1643">
                  <c:v>0.8215</c:v>
                </c:pt>
                <c:pt idx="1644">
                  <c:v>0.822</c:v>
                </c:pt>
                <c:pt idx="1645">
                  <c:v>0.8225</c:v>
                </c:pt>
                <c:pt idx="1646">
                  <c:v>0.823</c:v>
                </c:pt>
                <c:pt idx="1647">
                  <c:v>0.8235</c:v>
                </c:pt>
                <c:pt idx="1648">
                  <c:v>0.824</c:v>
                </c:pt>
                <c:pt idx="1649">
                  <c:v>0.8245</c:v>
                </c:pt>
                <c:pt idx="1650">
                  <c:v>0.825</c:v>
                </c:pt>
                <c:pt idx="1651">
                  <c:v>0.8255</c:v>
                </c:pt>
                <c:pt idx="1652">
                  <c:v>0.826</c:v>
                </c:pt>
                <c:pt idx="1653">
                  <c:v>0.8265</c:v>
                </c:pt>
                <c:pt idx="1654">
                  <c:v>0.827</c:v>
                </c:pt>
                <c:pt idx="1655">
                  <c:v>0.8275</c:v>
                </c:pt>
                <c:pt idx="1656">
                  <c:v>0.828</c:v>
                </c:pt>
                <c:pt idx="1657">
                  <c:v>0.8285</c:v>
                </c:pt>
                <c:pt idx="1658">
                  <c:v>0.829</c:v>
                </c:pt>
                <c:pt idx="1659">
                  <c:v>0.8295</c:v>
                </c:pt>
                <c:pt idx="1660">
                  <c:v>0.83</c:v>
                </c:pt>
                <c:pt idx="1661">
                  <c:v>0.8305</c:v>
                </c:pt>
                <c:pt idx="1662">
                  <c:v>0.831</c:v>
                </c:pt>
                <c:pt idx="1663">
                  <c:v>0.8315</c:v>
                </c:pt>
                <c:pt idx="1664">
                  <c:v>0.832</c:v>
                </c:pt>
                <c:pt idx="1665">
                  <c:v>0.8325</c:v>
                </c:pt>
                <c:pt idx="1666">
                  <c:v>0.833</c:v>
                </c:pt>
                <c:pt idx="1667">
                  <c:v>0.8335</c:v>
                </c:pt>
                <c:pt idx="1668">
                  <c:v>0.834</c:v>
                </c:pt>
                <c:pt idx="1669">
                  <c:v>0.8345</c:v>
                </c:pt>
                <c:pt idx="1670">
                  <c:v>0.835</c:v>
                </c:pt>
                <c:pt idx="1671">
                  <c:v>0.8355</c:v>
                </c:pt>
                <c:pt idx="1672">
                  <c:v>0.836</c:v>
                </c:pt>
                <c:pt idx="1673">
                  <c:v>0.8365</c:v>
                </c:pt>
                <c:pt idx="1674">
                  <c:v>0.837</c:v>
                </c:pt>
                <c:pt idx="1675">
                  <c:v>0.8375</c:v>
                </c:pt>
                <c:pt idx="1676">
                  <c:v>0.838</c:v>
                </c:pt>
                <c:pt idx="1677">
                  <c:v>0.8385</c:v>
                </c:pt>
                <c:pt idx="1678">
                  <c:v>0.839</c:v>
                </c:pt>
                <c:pt idx="1679">
                  <c:v>0.8395</c:v>
                </c:pt>
                <c:pt idx="1680">
                  <c:v>0.84</c:v>
                </c:pt>
                <c:pt idx="1681">
                  <c:v>0.8405</c:v>
                </c:pt>
                <c:pt idx="1682">
                  <c:v>0.841</c:v>
                </c:pt>
                <c:pt idx="1683">
                  <c:v>0.8415</c:v>
                </c:pt>
                <c:pt idx="1684">
                  <c:v>0.842</c:v>
                </c:pt>
                <c:pt idx="1685">
                  <c:v>0.8425</c:v>
                </c:pt>
                <c:pt idx="1686">
                  <c:v>0.843</c:v>
                </c:pt>
                <c:pt idx="1687">
                  <c:v>0.8435</c:v>
                </c:pt>
                <c:pt idx="1688">
                  <c:v>0.844</c:v>
                </c:pt>
                <c:pt idx="1689">
                  <c:v>0.8445</c:v>
                </c:pt>
                <c:pt idx="1690">
                  <c:v>0.845</c:v>
                </c:pt>
                <c:pt idx="1691">
                  <c:v>0.8455</c:v>
                </c:pt>
                <c:pt idx="1692">
                  <c:v>0.846</c:v>
                </c:pt>
                <c:pt idx="1693">
                  <c:v>0.8465</c:v>
                </c:pt>
                <c:pt idx="1694">
                  <c:v>0.847</c:v>
                </c:pt>
                <c:pt idx="1695">
                  <c:v>0.8475</c:v>
                </c:pt>
                <c:pt idx="1696">
                  <c:v>0.848</c:v>
                </c:pt>
                <c:pt idx="1697">
                  <c:v>0.8485</c:v>
                </c:pt>
                <c:pt idx="1698">
                  <c:v>0.849</c:v>
                </c:pt>
                <c:pt idx="1699">
                  <c:v>0.8495</c:v>
                </c:pt>
                <c:pt idx="1700">
                  <c:v>0.85</c:v>
                </c:pt>
                <c:pt idx="1701">
                  <c:v>0.8505</c:v>
                </c:pt>
                <c:pt idx="1702">
                  <c:v>0.851</c:v>
                </c:pt>
                <c:pt idx="1703">
                  <c:v>0.8515</c:v>
                </c:pt>
                <c:pt idx="1704">
                  <c:v>0.852</c:v>
                </c:pt>
                <c:pt idx="1705">
                  <c:v>0.8525</c:v>
                </c:pt>
                <c:pt idx="1706">
                  <c:v>0.853</c:v>
                </c:pt>
                <c:pt idx="1707">
                  <c:v>0.8535</c:v>
                </c:pt>
                <c:pt idx="1708">
                  <c:v>0.854</c:v>
                </c:pt>
                <c:pt idx="1709">
                  <c:v>0.8545</c:v>
                </c:pt>
                <c:pt idx="1710">
                  <c:v>0.855</c:v>
                </c:pt>
                <c:pt idx="1711">
                  <c:v>0.8555</c:v>
                </c:pt>
                <c:pt idx="1712">
                  <c:v>0.856</c:v>
                </c:pt>
                <c:pt idx="1713">
                  <c:v>0.8565</c:v>
                </c:pt>
                <c:pt idx="1714">
                  <c:v>0.857</c:v>
                </c:pt>
                <c:pt idx="1715">
                  <c:v>0.8575</c:v>
                </c:pt>
                <c:pt idx="1716">
                  <c:v>0.858</c:v>
                </c:pt>
                <c:pt idx="1717">
                  <c:v>0.8585</c:v>
                </c:pt>
                <c:pt idx="1718">
                  <c:v>0.859</c:v>
                </c:pt>
                <c:pt idx="1719">
                  <c:v>0.8595</c:v>
                </c:pt>
                <c:pt idx="1720">
                  <c:v>0.86</c:v>
                </c:pt>
                <c:pt idx="1721">
                  <c:v>0.8605</c:v>
                </c:pt>
                <c:pt idx="1722">
                  <c:v>0.861</c:v>
                </c:pt>
                <c:pt idx="1723">
                  <c:v>0.8615</c:v>
                </c:pt>
                <c:pt idx="1724">
                  <c:v>0.862</c:v>
                </c:pt>
                <c:pt idx="1725">
                  <c:v>0.8625</c:v>
                </c:pt>
                <c:pt idx="1726">
                  <c:v>0.863</c:v>
                </c:pt>
                <c:pt idx="1727">
                  <c:v>0.8635</c:v>
                </c:pt>
                <c:pt idx="1728">
                  <c:v>0.864</c:v>
                </c:pt>
                <c:pt idx="1729">
                  <c:v>0.8645</c:v>
                </c:pt>
                <c:pt idx="1730">
                  <c:v>0.865</c:v>
                </c:pt>
                <c:pt idx="1731">
                  <c:v>0.8655</c:v>
                </c:pt>
                <c:pt idx="1732">
                  <c:v>0.866</c:v>
                </c:pt>
                <c:pt idx="1733">
                  <c:v>0.8665</c:v>
                </c:pt>
                <c:pt idx="1734">
                  <c:v>0.867</c:v>
                </c:pt>
                <c:pt idx="1735">
                  <c:v>0.8675</c:v>
                </c:pt>
                <c:pt idx="1736">
                  <c:v>0.868</c:v>
                </c:pt>
                <c:pt idx="1737">
                  <c:v>0.8685</c:v>
                </c:pt>
                <c:pt idx="1738">
                  <c:v>0.869</c:v>
                </c:pt>
                <c:pt idx="1739">
                  <c:v>0.8695</c:v>
                </c:pt>
                <c:pt idx="1740">
                  <c:v>0.87</c:v>
                </c:pt>
                <c:pt idx="1741">
                  <c:v>0.8705</c:v>
                </c:pt>
                <c:pt idx="1742">
                  <c:v>0.871</c:v>
                </c:pt>
                <c:pt idx="1743">
                  <c:v>0.8715</c:v>
                </c:pt>
                <c:pt idx="1744">
                  <c:v>0.872</c:v>
                </c:pt>
                <c:pt idx="1745">
                  <c:v>0.8725</c:v>
                </c:pt>
                <c:pt idx="1746">
                  <c:v>0.873</c:v>
                </c:pt>
                <c:pt idx="1747">
                  <c:v>0.8735</c:v>
                </c:pt>
                <c:pt idx="1748">
                  <c:v>0.874</c:v>
                </c:pt>
                <c:pt idx="1749">
                  <c:v>0.8745</c:v>
                </c:pt>
                <c:pt idx="1750">
                  <c:v>0.875</c:v>
                </c:pt>
                <c:pt idx="1751">
                  <c:v>0.8755</c:v>
                </c:pt>
                <c:pt idx="1752">
                  <c:v>0.876</c:v>
                </c:pt>
                <c:pt idx="1753">
                  <c:v>0.8765</c:v>
                </c:pt>
                <c:pt idx="1754">
                  <c:v>0.877</c:v>
                </c:pt>
                <c:pt idx="1755">
                  <c:v>0.8775</c:v>
                </c:pt>
                <c:pt idx="1756">
                  <c:v>0.878</c:v>
                </c:pt>
                <c:pt idx="1757">
                  <c:v>0.8785</c:v>
                </c:pt>
                <c:pt idx="1758">
                  <c:v>0.879</c:v>
                </c:pt>
                <c:pt idx="1759">
                  <c:v>0.8795</c:v>
                </c:pt>
                <c:pt idx="1760">
                  <c:v>0.88</c:v>
                </c:pt>
                <c:pt idx="1761">
                  <c:v>0.8805</c:v>
                </c:pt>
                <c:pt idx="1762">
                  <c:v>0.881</c:v>
                </c:pt>
                <c:pt idx="1763">
                  <c:v>0.8815</c:v>
                </c:pt>
                <c:pt idx="1764">
                  <c:v>0.882</c:v>
                </c:pt>
                <c:pt idx="1765">
                  <c:v>0.8825</c:v>
                </c:pt>
                <c:pt idx="1766">
                  <c:v>0.883</c:v>
                </c:pt>
                <c:pt idx="1767">
                  <c:v>0.8835</c:v>
                </c:pt>
                <c:pt idx="1768">
                  <c:v>0.884</c:v>
                </c:pt>
                <c:pt idx="1769">
                  <c:v>0.8845</c:v>
                </c:pt>
                <c:pt idx="1770">
                  <c:v>0.885</c:v>
                </c:pt>
                <c:pt idx="1771">
                  <c:v>0.8855</c:v>
                </c:pt>
                <c:pt idx="1772">
                  <c:v>0.886</c:v>
                </c:pt>
                <c:pt idx="1773">
                  <c:v>0.8865</c:v>
                </c:pt>
                <c:pt idx="1774">
                  <c:v>0.887</c:v>
                </c:pt>
                <c:pt idx="1775">
                  <c:v>0.8875</c:v>
                </c:pt>
                <c:pt idx="1776">
                  <c:v>0.888</c:v>
                </c:pt>
                <c:pt idx="1777">
                  <c:v>0.8885</c:v>
                </c:pt>
                <c:pt idx="1778">
                  <c:v>0.889</c:v>
                </c:pt>
                <c:pt idx="1779">
                  <c:v>0.8895</c:v>
                </c:pt>
                <c:pt idx="1780">
                  <c:v>0.89</c:v>
                </c:pt>
                <c:pt idx="1781">
                  <c:v>0.8905</c:v>
                </c:pt>
                <c:pt idx="1782">
                  <c:v>0.891</c:v>
                </c:pt>
                <c:pt idx="1783">
                  <c:v>0.8915</c:v>
                </c:pt>
                <c:pt idx="1784">
                  <c:v>0.892</c:v>
                </c:pt>
                <c:pt idx="1785">
                  <c:v>0.8925</c:v>
                </c:pt>
                <c:pt idx="1786">
                  <c:v>0.893</c:v>
                </c:pt>
                <c:pt idx="1787">
                  <c:v>0.8935</c:v>
                </c:pt>
                <c:pt idx="1788">
                  <c:v>0.894</c:v>
                </c:pt>
                <c:pt idx="1789">
                  <c:v>0.8945</c:v>
                </c:pt>
                <c:pt idx="1790">
                  <c:v>0.895</c:v>
                </c:pt>
                <c:pt idx="1791">
                  <c:v>0.8955</c:v>
                </c:pt>
                <c:pt idx="1792">
                  <c:v>0.896</c:v>
                </c:pt>
                <c:pt idx="1793">
                  <c:v>0.8965</c:v>
                </c:pt>
                <c:pt idx="1794">
                  <c:v>0.897</c:v>
                </c:pt>
                <c:pt idx="1795">
                  <c:v>0.8975</c:v>
                </c:pt>
                <c:pt idx="1796">
                  <c:v>0.898</c:v>
                </c:pt>
                <c:pt idx="1797">
                  <c:v>0.8985</c:v>
                </c:pt>
                <c:pt idx="1798">
                  <c:v>0.899</c:v>
                </c:pt>
                <c:pt idx="1799">
                  <c:v>0.8995</c:v>
                </c:pt>
                <c:pt idx="1800">
                  <c:v>0.9</c:v>
                </c:pt>
                <c:pt idx="1801">
                  <c:v>0.9005</c:v>
                </c:pt>
                <c:pt idx="1802">
                  <c:v>0.901</c:v>
                </c:pt>
                <c:pt idx="1803">
                  <c:v>0.9015</c:v>
                </c:pt>
                <c:pt idx="1804">
                  <c:v>0.902</c:v>
                </c:pt>
                <c:pt idx="1805">
                  <c:v>0.9025</c:v>
                </c:pt>
                <c:pt idx="1806">
                  <c:v>0.903</c:v>
                </c:pt>
                <c:pt idx="1807">
                  <c:v>0.9035</c:v>
                </c:pt>
                <c:pt idx="1808">
                  <c:v>0.904</c:v>
                </c:pt>
                <c:pt idx="1809">
                  <c:v>0.9045</c:v>
                </c:pt>
                <c:pt idx="1810">
                  <c:v>0.905</c:v>
                </c:pt>
                <c:pt idx="1811">
                  <c:v>0.9055</c:v>
                </c:pt>
                <c:pt idx="1812">
                  <c:v>0.906</c:v>
                </c:pt>
                <c:pt idx="1813">
                  <c:v>0.9065</c:v>
                </c:pt>
                <c:pt idx="1814">
                  <c:v>0.907</c:v>
                </c:pt>
                <c:pt idx="1815">
                  <c:v>0.9075</c:v>
                </c:pt>
                <c:pt idx="1816">
                  <c:v>0.908</c:v>
                </c:pt>
                <c:pt idx="1817">
                  <c:v>0.9085</c:v>
                </c:pt>
                <c:pt idx="1818">
                  <c:v>0.909</c:v>
                </c:pt>
                <c:pt idx="1819">
                  <c:v>0.9095</c:v>
                </c:pt>
                <c:pt idx="1820">
                  <c:v>0.91</c:v>
                </c:pt>
                <c:pt idx="1821">
                  <c:v>0.9105</c:v>
                </c:pt>
                <c:pt idx="1822">
                  <c:v>0.911</c:v>
                </c:pt>
                <c:pt idx="1823">
                  <c:v>0.9115</c:v>
                </c:pt>
                <c:pt idx="1824">
                  <c:v>0.912</c:v>
                </c:pt>
                <c:pt idx="1825">
                  <c:v>0.9125</c:v>
                </c:pt>
                <c:pt idx="1826">
                  <c:v>0.913</c:v>
                </c:pt>
                <c:pt idx="1827">
                  <c:v>0.9135</c:v>
                </c:pt>
                <c:pt idx="1828">
                  <c:v>0.914</c:v>
                </c:pt>
                <c:pt idx="1829">
                  <c:v>0.9145</c:v>
                </c:pt>
                <c:pt idx="1830">
                  <c:v>0.915</c:v>
                </c:pt>
                <c:pt idx="1831">
                  <c:v>0.9155</c:v>
                </c:pt>
                <c:pt idx="1832">
                  <c:v>0.916</c:v>
                </c:pt>
                <c:pt idx="1833">
                  <c:v>0.9165</c:v>
                </c:pt>
                <c:pt idx="1834">
                  <c:v>0.917</c:v>
                </c:pt>
                <c:pt idx="1835">
                  <c:v>0.9175</c:v>
                </c:pt>
                <c:pt idx="1836">
                  <c:v>0.918</c:v>
                </c:pt>
                <c:pt idx="1837">
                  <c:v>0.9185</c:v>
                </c:pt>
                <c:pt idx="1838">
                  <c:v>0.919</c:v>
                </c:pt>
                <c:pt idx="1839">
                  <c:v>0.9195</c:v>
                </c:pt>
                <c:pt idx="1840">
                  <c:v>0.92</c:v>
                </c:pt>
                <c:pt idx="1841">
                  <c:v>0.9205</c:v>
                </c:pt>
                <c:pt idx="1842">
                  <c:v>0.921</c:v>
                </c:pt>
                <c:pt idx="1843">
                  <c:v>0.9215</c:v>
                </c:pt>
                <c:pt idx="1844">
                  <c:v>0.922</c:v>
                </c:pt>
                <c:pt idx="1845">
                  <c:v>0.9225</c:v>
                </c:pt>
                <c:pt idx="1846">
                  <c:v>0.923</c:v>
                </c:pt>
                <c:pt idx="1847">
                  <c:v>0.9235</c:v>
                </c:pt>
                <c:pt idx="1848">
                  <c:v>0.924</c:v>
                </c:pt>
                <c:pt idx="1849">
                  <c:v>0.9245</c:v>
                </c:pt>
                <c:pt idx="1850">
                  <c:v>0.925</c:v>
                </c:pt>
                <c:pt idx="1851">
                  <c:v>0.9255</c:v>
                </c:pt>
                <c:pt idx="1852">
                  <c:v>0.926</c:v>
                </c:pt>
                <c:pt idx="1853">
                  <c:v>0.9265</c:v>
                </c:pt>
                <c:pt idx="1854">
                  <c:v>0.927</c:v>
                </c:pt>
                <c:pt idx="1855">
                  <c:v>0.9275</c:v>
                </c:pt>
                <c:pt idx="1856">
                  <c:v>0.928</c:v>
                </c:pt>
                <c:pt idx="1857">
                  <c:v>0.9285</c:v>
                </c:pt>
                <c:pt idx="1858">
                  <c:v>0.929</c:v>
                </c:pt>
                <c:pt idx="1859">
                  <c:v>0.9295</c:v>
                </c:pt>
                <c:pt idx="1860">
                  <c:v>0.93</c:v>
                </c:pt>
                <c:pt idx="1861">
                  <c:v>0.9305</c:v>
                </c:pt>
                <c:pt idx="1862">
                  <c:v>0.931</c:v>
                </c:pt>
                <c:pt idx="1863">
                  <c:v>0.9315</c:v>
                </c:pt>
                <c:pt idx="1864">
                  <c:v>0.932</c:v>
                </c:pt>
                <c:pt idx="1865">
                  <c:v>0.9325</c:v>
                </c:pt>
                <c:pt idx="1866">
                  <c:v>0.933</c:v>
                </c:pt>
                <c:pt idx="1867">
                  <c:v>0.9335</c:v>
                </c:pt>
                <c:pt idx="1868">
                  <c:v>0.934</c:v>
                </c:pt>
                <c:pt idx="1869">
                  <c:v>0.9345</c:v>
                </c:pt>
                <c:pt idx="1870">
                  <c:v>0.935</c:v>
                </c:pt>
                <c:pt idx="1871">
                  <c:v>0.9355</c:v>
                </c:pt>
                <c:pt idx="1872">
                  <c:v>0.936</c:v>
                </c:pt>
                <c:pt idx="1873">
                  <c:v>0.9365</c:v>
                </c:pt>
                <c:pt idx="1874">
                  <c:v>0.937</c:v>
                </c:pt>
                <c:pt idx="1875">
                  <c:v>0.9375</c:v>
                </c:pt>
                <c:pt idx="1876">
                  <c:v>0.938</c:v>
                </c:pt>
                <c:pt idx="1877">
                  <c:v>0.9385</c:v>
                </c:pt>
                <c:pt idx="1878">
                  <c:v>0.939</c:v>
                </c:pt>
                <c:pt idx="1879">
                  <c:v>0.9395</c:v>
                </c:pt>
                <c:pt idx="1880">
                  <c:v>0.94</c:v>
                </c:pt>
                <c:pt idx="1881">
                  <c:v>0.9405</c:v>
                </c:pt>
                <c:pt idx="1882">
                  <c:v>0.941</c:v>
                </c:pt>
                <c:pt idx="1883">
                  <c:v>0.9415</c:v>
                </c:pt>
                <c:pt idx="1884">
                  <c:v>0.942</c:v>
                </c:pt>
                <c:pt idx="1885">
                  <c:v>0.9425</c:v>
                </c:pt>
                <c:pt idx="1886">
                  <c:v>0.943</c:v>
                </c:pt>
                <c:pt idx="1887">
                  <c:v>0.9435</c:v>
                </c:pt>
                <c:pt idx="1888">
                  <c:v>0.944</c:v>
                </c:pt>
                <c:pt idx="1889">
                  <c:v>0.9445</c:v>
                </c:pt>
                <c:pt idx="1890">
                  <c:v>0.945</c:v>
                </c:pt>
                <c:pt idx="1891">
                  <c:v>0.9455</c:v>
                </c:pt>
                <c:pt idx="1892">
                  <c:v>0.946</c:v>
                </c:pt>
                <c:pt idx="1893">
                  <c:v>0.9465</c:v>
                </c:pt>
                <c:pt idx="1894">
                  <c:v>0.947</c:v>
                </c:pt>
                <c:pt idx="1895">
                  <c:v>0.9475</c:v>
                </c:pt>
                <c:pt idx="1896">
                  <c:v>0.948</c:v>
                </c:pt>
                <c:pt idx="1897">
                  <c:v>0.9485</c:v>
                </c:pt>
                <c:pt idx="1898">
                  <c:v>0.949</c:v>
                </c:pt>
                <c:pt idx="1899">
                  <c:v>0.9495</c:v>
                </c:pt>
                <c:pt idx="1900">
                  <c:v>0.95</c:v>
                </c:pt>
                <c:pt idx="1901">
                  <c:v>0.9505</c:v>
                </c:pt>
                <c:pt idx="1902">
                  <c:v>0.951</c:v>
                </c:pt>
                <c:pt idx="1903">
                  <c:v>0.9515</c:v>
                </c:pt>
                <c:pt idx="1904">
                  <c:v>0.952</c:v>
                </c:pt>
                <c:pt idx="1905">
                  <c:v>0.9525</c:v>
                </c:pt>
                <c:pt idx="1906">
                  <c:v>0.953</c:v>
                </c:pt>
                <c:pt idx="1907">
                  <c:v>0.9535</c:v>
                </c:pt>
                <c:pt idx="1908">
                  <c:v>0.954</c:v>
                </c:pt>
                <c:pt idx="1909">
                  <c:v>0.9545</c:v>
                </c:pt>
                <c:pt idx="1910">
                  <c:v>0.955</c:v>
                </c:pt>
                <c:pt idx="1911">
                  <c:v>0.9555</c:v>
                </c:pt>
                <c:pt idx="1912">
                  <c:v>0.956</c:v>
                </c:pt>
                <c:pt idx="1913">
                  <c:v>0.9565</c:v>
                </c:pt>
                <c:pt idx="1914">
                  <c:v>0.957</c:v>
                </c:pt>
                <c:pt idx="1915">
                  <c:v>0.9575</c:v>
                </c:pt>
                <c:pt idx="1916">
                  <c:v>0.958</c:v>
                </c:pt>
                <c:pt idx="1917">
                  <c:v>0.9585</c:v>
                </c:pt>
                <c:pt idx="1918">
                  <c:v>0.959</c:v>
                </c:pt>
                <c:pt idx="1919">
                  <c:v>0.9595</c:v>
                </c:pt>
                <c:pt idx="1920">
                  <c:v>0.96</c:v>
                </c:pt>
                <c:pt idx="1921">
                  <c:v>0.9605</c:v>
                </c:pt>
                <c:pt idx="1922">
                  <c:v>0.961</c:v>
                </c:pt>
                <c:pt idx="1923">
                  <c:v>0.9615</c:v>
                </c:pt>
                <c:pt idx="1924">
                  <c:v>0.962</c:v>
                </c:pt>
                <c:pt idx="1925">
                  <c:v>0.9625</c:v>
                </c:pt>
                <c:pt idx="1926">
                  <c:v>0.963</c:v>
                </c:pt>
                <c:pt idx="1927">
                  <c:v>0.9635</c:v>
                </c:pt>
                <c:pt idx="1928">
                  <c:v>0.964</c:v>
                </c:pt>
                <c:pt idx="1929">
                  <c:v>0.9645</c:v>
                </c:pt>
                <c:pt idx="1930">
                  <c:v>0.965</c:v>
                </c:pt>
                <c:pt idx="1931">
                  <c:v>0.9655</c:v>
                </c:pt>
                <c:pt idx="1932">
                  <c:v>0.966</c:v>
                </c:pt>
                <c:pt idx="1933">
                  <c:v>0.9665</c:v>
                </c:pt>
                <c:pt idx="1934">
                  <c:v>0.967</c:v>
                </c:pt>
                <c:pt idx="1935">
                  <c:v>0.9675</c:v>
                </c:pt>
                <c:pt idx="1936">
                  <c:v>0.968</c:v>
                </c:pt>
                <c:pt idx="1937">
                  <c:v>0.9685</c:v>
                </c:pt>
                <c:pt idx="1938">
                  <c:v>0.969</c:v>
                </c:pt>
                <c:pt idx="1939">
                  <c:v>0.9695</c:v>
                </c:pt>
                <c:pt idx="1940">
                  <c:v>0.97</c:v>
                </c:pt>
                <c:pt idx="1941">
                  <c:v>0.9705</c:v>
                </c:pt>
                <c:pt idx="1942">
                  <c:v>0.971</c:v>
                </c:pt>
                <c:pt idx="1943">
                  <c:v>0.9715</c:v>
                </c:pt>
                <c:pt idx="1944">
                  <c:v>0.972</c:v>
                </c:pt>
                <c:pt idx="1945">
                  <c:v>0.9725</c:v>
                </c:pt>
                <c:pt idx="1946">
                  <c:v>0.973</c:v>
                </c:pt>
                <c:pt idx="1947">
                  <c:v>0.9735</c:v>
                </c:pt>
                <c:pt idx="1948">
                  <c:v>0.974</c:v>
                </c:pt>
                <c:pt idx="1949">
                  <c:v>0.9745</c:v>
                </c:pt>
                <c:pt idx="1950">
                  <c:v>0.975</c:v>
                </c:pt>
                <c:pt idx="1951">
                  <c:v>0.9755</c:v>
                </c:pt>
                <c:pt idx="1952">
                  <c:v>0.976</c:v>
                </c:pt>
                <c:pt idx="1953">
                  <c:v>0.9765</c:v>
                </c:pt>
                <c:pt idx="1954">
                  <c:v>0.977</c:v>
                </c:pt>
                <c:pt idx="1955">
                  <c:v>0.9775</c:v>
                </c:pt>
                <c:pt idx="1956">
                  <c:v>0.978</c:v>
                </c:pt>
                <c:pt idx="1957">
                  <c:v>0.9785</c:v>
                </c:pt>
                <c:pt idx="1958">
                  <c:v>0.979</c:v>
                </c:pt>
                <c:pt idx="1959">
                  <c:v>0.9795</c:v>
                </c:pt>
                <c:pt idx="1960">
                  <c:v>0.98</c:v>
                </c:pt>
                <c:pt idx="1961">
                  <c:v>0.9805</c:v>
                </c:pt>
                <c:pt idx="1962">
                  <c:v>0.981</c:v>
                </c:pt>
                <c:pt idx="1963">
                  <c:v>0.9815</c:v>
                </c:pt>
                <c:pt idx="1964">
                  <c:v>0.982</c:v>
                </c:pt>
                <c:pt idx="1965">
                  <c:v>0.9825</c:v>
                </c:pt>
                <c:pt idx="1966">
                  <c:v>0.983</c:v>
                </c:pt>
                <c:pt idx="1967">
                  <c:v>0.9835</c:v>
                </c:pt>
                <c:pt idx="1968">
                  <c:v>0.984</c:v>
                </c:pt>
                <c:pt idx="1969">
                  <c:v>0.9845</c:v>
                </c:pt>
                <c:pt idx="1970">
                  <c:v>0.985</c:v>
                </c:pt>
                <c:pt idx="1971">
                  <c:v>0.9855</c:v>
                </c:pt>
                <c:pt idx="1972">
                  <c:v>0.986</c:v>
                </c:pt>
                <c:pt idx="1973">
                  <c:v>0.9865</c:v>
                </c:pt>
                <c:pt idx="1974">
                  <c:v>0.987</c:v>
                </c:pt>
                <c:pt idx="1975">
                  <c:v>0.9875</c:v>
                </c:pt>
                <c:pt idx="1976">
                  <c:v>0.988</c:v>
                </c:pt>
                <c:pt idx="1977">
                  <c:v>0.9885</c:v>
                </c:pt>
                <c:pt idx="1978">
                  <c:v>0.989</c:v>
                </c:pt>
                <c:pt idx="1979">
                  <c:v>0.9895</c:v>
                </c:pt>
                <c:pt idx="1980">
                  <c:v>0.99</c:v>
                </c:pt>
                <c:pt idx="1981">
                  <c:v>0.9905</c:v>
                </c:pt>
                <c:pt idx="1982">
                  <c:v>0.991</c:v>
                </c:pt>
                <c:pt idx="1983">
                  <c:v>0.9915</c:v>
                </c:pt>
                <c:pt idx="1984">
                  <c:v>0.992</c:v>
                </c:pt>
                <c:pt idx="1985">
                  <c:v>0.9925</c:v>
                </c:pt>
                <c:pt idx="1986">
                  <c:v>0.993</c:v>
                </c:pt>
                <c:pt idx="1987">
                  <c:v>0.9935</c:v>
                </c:pt>
                <c:pt idx="1988">
                  <c:v>0.994</c:v>
                </c:pt>
                <c:pt idx="1989">
                  <c:v>0.9945</c:v>
                </c:pt>
                <c:pt idx="1990">
                  <c:v>0.995</c:v>
                </c:pt>
                <c:pt idx="1991">
                  <c:v>0.9955</c:v>
                </c:pt>
                <c:pt idx="1992">
                  <c:v>0.996</c:v>
                </c:pt>
                <c:pt idx="1993">
                  <c:v>0.9965</c:v>
                </c:pt>
                <c:pt idx="1994">
                  <c:v>0.997</c:v>
                </c:pt>
                <c:pt idx="1995">
                  <c:v>0.9975</c:v>
                </c:pt>
                <c:pt idx="1996">
                  <c:v>0.998</c:v>
                </c:pt>
                <c:pt idx="1997">
                  <c:v>0.9985</c:v>
                </c:pt>
                <c:pt idx="1998">
                  <c:v>0.999</c:v>
                </c:pt>
                <c:pt idx="1999">
                  <c:v>0.9995</c:v>
                </c:pt>
                <c:pt idx="2000">
                  <c:v>1</c:v>
                </c:pt>
                <c:pt idx="2001">
                  <c:v>0.39325</c:v>
                </c:pt>
                <c:pt idx="2002">
                  <c:v>0.39325</c:v>
                </c:pt>
              </c:numCache>
            </c:numRef>
          </c:xVal>
          <c:yVal>
            <c:numRef>
              <c:f>Sheet1!$C$2:$C$2004</c:f>
              <c:numCache>
                <c:formatCode>General</c:formatCode>
                <c:ptCount val="2003"/>
                <c:pt idx="0">
                  <c:v>80</c:v>
                </c:pt>
                <c:pt idx="1">
                  <c:v>79.835</c:v>
                </c:pt>
                <c:pt idx="2">
                  <c:v>79.339</c:v>
                </c:pt>
                <c:pt idx="3">
                  <c:v>78.513</c:v>
                </c:pt>
                <c:pt idx="4">
                  <c:v>77.362</c:v>
                </c:pt>
                <c:pt idx="5">
                  <c:v>75.89</c:v>
                </c:pt>
                <c:pt idx="6">
                  <c:v>74.106</c:v>
                </c:pt>
                <c:pt idx="7">
                  <c:v>72.018</c:v>
                </c:pt>
                <c:pt idx="8">
                  <c:v>69.635</c:v>
                </c:pt>
                <c:pt idx="9">
                  <c:v>66.967</c:v>
                </c:pt>
                <c:pt idx="10">
                  <c:v>64.026</c:v>
                </c:pt>
                <c:pt idx="11">
                  <c:v>60.823</c:v>
                </c:pt>
                <c:pt idx="12">
                  <c:v>57.372</c:v>
                </c:pt>
                <c:pt idx="13">
                  <c:v>53.688</c:v>
                </c:pt>
                <c:pt idx="14">
                  <c:v>49.786</c:v>
                </c:pt>
                <c:pt idx="15">
                  <c:v>45.684</c:v>
                </c:pt>
                <c:pt idx="16">
                  <c:v>41.4</c:v>
                </c:pt>
                <c:pt idx="17">
                  <c:v>36.952</c:v>
                </c:pt>
                <c:pt idx="18">
                  <c:v>32.36</c:v>
                </c:pt>
                <c:pt idx="19">
                  <c:v>27.645</c:v>
                </c:pt>
                <c:pt idx="20">
                  <c:v>22.828</c:v>
                </c:pt>
                <c:pt idx="21">
                  <c:v>17.931</c:v>
                </c:pt>
                <c:pt idx="22">
                  <c:v>12.974</c:v>
                </c:pt>
                <c:pt idx="23">
                  <c:v>7.982</c:v>
                </c:pt>
                <c:pt idx="24">
                  <c:v>2.975</c:v>
                </c:pt>
                <c:pt idx="25">
                  <c:v>-2.023</c:v>
                </c:pt>
                <c:pt idx="26">
                  <c:v>-6.99</c:v>
                </c:pt>
                <c:pt idx="27">
                  <c:v>-11.904</c:v>
                </c:pt>
                <c:pt idx="28">
                  <c:v>-16.743</c:v>
                </c:pt>
                <c:pt idx="29">
                  <c:v>-21.487</c:v>
                </c:pt>
                <c:pt idx="30">
                  <c:v>-26.116</c:v>
                </c:pt>
                <c:pt idx="31">
                  <c:v>-30.61</c:v>
                </c:pt>
                <c:pt idx="32">
                  <c:v>-34.952</c:v>
                </c:pt>
                <c:pt idx="33">
                  <c:v>-39.124</c:v>
                </c:pt>
                <c:pt idx="34">
                  <c:v>-43.111</c:v>
                </c:pt>
                <c:pt idx="35">
                  <c:v>-46.899</c:v>
                </c:pt>
                <c:pt idx="36">
                  <c:v>-50.475</c:v>
                </c:pt>
                <c:pt idx="37">
                  <c:v>-53.824</c:v>
                </c:pt>
                <c:pt idx="38">
                  <c:v>-56.938</c:v>
                </c:pt>
                <c:pt idx="39">
                  <c:v>-59.806</c:v>
                </c:pt>
                <c:pt idx="40">
                  <c:v>-62.418</c:v>
                </c:pt>
                <c:pt idx="41">
                  <c:v>-64.768</c:v>
                </c:pt>
                <c:pt idx="42">
                  <c:v>-66.847</c:v>
                </c:pt>
                <c:pt idx="43">
                  <c:v>-68.65</c:v>
                </c:pt>
                <c:pt idx="44">
                  <c:v>-70.172</c:v>
                </c:pt>
                <c:pt idx="45">
                  <c:v>-71.408</c:v>
                </c:pt>
                <c:pt idx="46">
                  <c:v>-72.356</c:v>
                </c:pt>
                <c:pt idx="47">
                  <c:v>-73.014</c:v>
                </c:pt>
                <c:pt idx="48">
                  <c:v>-73.379</c:v>
                </c:pt>
                <c:pt idx="49">
                  <c:v>-73.451</c:v>
                </c:pt>
                <c:pt idx="50">
                  <c:v>-73.231</c:v>
                </c:pt>
                <c:pt idx="51">
                  <c:v>-72.721</c:v>
                </c:pt>
                <c:pt idx="52">
                  <c:v>-71.922</c:v>
                </c:pt>
                <c:pt idx="53">
                  <c:v>-70.839</c:v>
                </c:pt>
                <c:pt idx="54">
                  <c:v>-69.475</c:v>
                </c:pt>
                <c:pt idx="55">
                  <c:v>-67.836</c:v>
                </c:pt>
                <c:pt idx="56">
                  <c:v>-65.93</c:v>
                </c:pt>
                <c:pt idx="57">
                  <c:v>-63.765</c:v>
                </c:pt>
                <c:pt idx="58">
                  <c:v>-61.349</c:v>
                </c:pt>
                <c:pt idx="59">
                  <c:v>-58.693</c:v>
                </c:pt>
                <c:pt idx="60">
                  <c:v>-55.809</c:v>
                </c:pt>
                <c:pt idx="61">
                  <c:v>-52.71</c:v>
                </c:pt>
                <c:pt idx="62">
                  <c:v>-49.408</c:v>
                </c:pt>
                <c:pt idx="63">
                  <c:v>-45.919</c:v>
                </c:pt>
                <c:pt idx="64">
                  <c:v>-42.258</c:v>
                </c:pt>
                <c:pt idx="65">
                  <c:v>-38.441</c:v>
                </c:pt>
                <c:pt idx="66">
                  <c:v>-34.485</c:v>
                </c:pt>
                <c:pt idx="67">
                  <c:v>-30.406</c:v>
                </c:pt>
                <c:pt idx="68">
                  <c:v>-26.222</c:v>
                </c:pt>
                <c:pt idx="69">
                  <c:v>-21.951</c:v>
                </c:pt>
                <c:pt idx="70">
                  <c:v>-17.613</c:v>
                </c:pt>
                <c:pt idx="71">
                  <c:v>-13.223</c:v>
                </c:pt>
                <c:pt idx="72">
                  <c:v>-8.802</c:v>
                </c:pt>
                <c:pt idx="73">
                  <c:v>-4.368</c:v>
                </c:pt>
                <c:pt idx="74">
                  <c:v>0.061</c:v>
                </c:pt>
                <c:pt idx="75">
                  <c:v>4.466</c:v>
                </c:pt>
                <c:pt idx="76">
                  <c:v>8.83</c:v>
                </c:pt>
                <c:pt idx="77">
                  <c:v>13.134</c:v>
                </c:pt>
                <c:pt idx="78">
                  <c:v>17.361</c:v>
                </c:pt>
                <c:pt idx="79">
                  <c:v>21.494</c:v>
                </c:pt>
                <c:pt idx="80">
                  <c:v>25.517</c:v>
                </c:pt>
                <c:pt idx="81">
                  <c:v>29.413</c:v>
                </c:pt>
                <c:pt idx="82">
                  <c:v>33.167</c:v>
                </c:pt>
                <c:pt idx="83">
                  <c:v>36.765</c:v>
                </c:pt>
                <c:pt idx="84">
                  <c:v>40.191</c:v>
                </c:pt>
                <c:pt idx="85">
                  <c:v>43.433</c:v>
                </c:pt>
                <c:pt idx="86">
                  <c:v>46.477</c:v>
                </c:pt>
                <c:pt idx="87">
                  <c:v>49.311</c:v>
                </c:pt>
                <c:pt idx="88">
                  <c:v>51.923</c:v>
                </c:pt>
                <c:pt idx="89">
                  <c:v>54.302</c:v>
                </c:pt>
                <c:pt idx="90">
                  <c:v>56.44</c:v>
                </c:pt>
                <c:pt idx="91">
                  <c:v>58.326</c:v>
                </c:pt>
                <c:pt idx="92">
                  <c:v>59.953</c:v>
                </c:pt>
                <c:pt idx="93">
                  <c:v>61.315</c:v>
                </c:pt>
                <c:pt idx="94">
                  <c:v>62.405</c:v>
                </c:pt>
                <c:pt idx="95">
                  <c:v>63.22</c:v>
                </c:pt>
                <c:pt idx="96">
                  <c:v>63.755</c:v>
                </c:pt>
                <c:pt idx="97">
                  <c:v>64.01</c:v>
                </c:pt>
                <c:pt idx="98">
                  <c:v>63.984</c:v>
                </c:pt>
                <c:pt idx="99">
                  <c:v>63.677</c:v>
                </c:pt>
                <c:pt idx="100">
                  <c:v>63.092</c:v>
                </c:pt>
                <c:pt idx="101">
                  <c:v>62.231</c:v>
                </c:pt>
                <c:pt idx="102">
                  <c:v>61.099</c:v>
                </c:pt>
                <c:pt idx="103">
                  <c:v>59.701</c:v>
                </c:pt>
                <c:pt idx="104">
                  <c:v>58.045</c:v>
                </c:pt>
                <c:pt idx="105">
                  <c:v>56.139</c:v>
                </c:pt>
                <c:pt idx="106">
                  <c:v>53.993</c:v>
                </c:pt>
                <c:pt idx="107">
                  <c:v>51.617</c:v>
                </c:pt>
                <c:pt idx="108">
                  <c:v>49.024</c:v>
                </c:pt>
                <c:pt idx="109">
                  <c:v>46.227</c:v>
                </c:pt>
                <c:pt idx="110">
                  <c:v>43.239</c:v>
                </c:pt>
                <c:pt idx="111">
                  <c:v>40.075</c:v>
                </c:pt>
                <c:pt idx="112">
                  <c:v>36.75</c:v>
                </c:pt>
                <c:pt idx="113">
                  <c:v>33.281</c:v>
                </c:pt>
                <c:pt idx="114">
                  <c:v>29.682</c:v>
                </c:pt>
                <c:pt idx="115">
                  <c:v>25.97</c:v>
                </c:pt>
                <c:pt idx="116">
                  <c:v>22.163</c:v>
                </c:pt>
                <c:pt idx="117">
                  <c:v>18.276</c:v>
                </c:pt>
                <c:pt idx="118">
                  <c:v>14.327</c:v>
                </c:pt>
                <c:pt idx="119">
                  <c:v>10.332</c:v>
                </c:pt>
                <c:pt idx="120">
                  <c:v>6.31</c:v>
                </c:pt>
                <c:pt idx="121">
                  <c:v>2.276</c:v>
                </c:pt>
                <c:pt idx="122">
                  <c:v>-1.751</c:v>
                </c:pt>
                <c:pt idx="123">
                  <c:v>-5.755</c:v>
                </c:pt>
                <c:pt idx="124">
                  <c:v>-9.719</c:v>
                </c:pt>
                <c:pt idx="125">
                  <c:v>-13.626</c:v>
                </c:pt>
                <c:pt idx="126">
                  <c:v>-17.461</c:v>
                </c:pt>
                <c:pt idx="127">
                  <c:v>-21.207</c:v>
                </c:pt>
                <c:pt idx="128">
                  <c:v>-24.849</c:v>
                </c:pt>
                <c:pt idx="129">
                  <c:v>-28.374</c:v>
                </c:pt>
                <c:pt idx="130">
                  <c:v>-31.767</c:v>
                </c:pt>
                <c:pt idx="131">
                  <c:v>-35.014</c:v>
                </c:pt>
                <c:pt idx="132">
                  <c:v>-38.105</c:v>
                </c:pt>
                <c:pt idx="133">
                  <c:v>-41.026</c:v>
                </c:pt>
                <c:pt idx="134">
                  <c:v>-43.767</c:v>
                </c:pt>
                <c:pt idx="135">
                  <c:v>-46.317</c:v>
                </c:pt>
                <c:pt idx="136">
                  <c:v>-48.667</c:v>
                </c:pt>
                <c:pt idx="137">
                  <c:v>-50.809</c:v>
                </c:pt>
                <c:pt idx="138">
                  <c:v>-52.734</c:v>
                </c:pt>
                <c:pt idx="139">
                  <c:v>-54.436</c:v>
                </c:pt>
                <c:pt idx="140">
                  <c:v>-55.908</c:v>
                </c:pt>
                <c:pt idx="141">
                  <c:v>-57.146</c:v>
                </c:pt>
                <c:pt idx="142">
                  <c:v>-58.146</c:v>
                </c:pt>
                <c:pt idx="143">
                  <c:v>-58.903</c:v>
                </c:pt>
                <c:pt idx="144">
                  <c:v>-59.416</c:v>
                </c:pt>
                <c:pt idx="145">
                  <c:v>-59.683</c:v>
                </c:pt>
                <c:pt idx="146">
                  <c:v>-59.702</c:v>
                </c:pt>
                <c:pt idx="147">
                  <c:v>-59.475</c:v>
                </c:pt>
                <c:pt idx="148">
                  <c:v>-59.002</c:v>
                </c:pt>
                <c:pt idx="149">
                  <c:v>-58.284</c:v>
                </c:pt>
                <c:pt idx="150">
                  <c:v>-57.326</c:v>
                </c:pt>
                <c:pt idx="151">
                  <c:v>-56.13</c:v>
                </c:pt>
                <c:pt idx="152">
                  <c:v>-54.703</c:v>
                </c:pt>
                <c:pt idx="153">
                  <c:v>-53.05</c:v>
                </c:pt>
                <c:pt idx="154">
                  <c:v>-51.18</c:v>
                </c:pt>
                <c:pt idx="155">
                  <c:v>-49.1</c:v>
                </c:pt>
                <c:pt idx="156">
                  <c:v>-46.822</c:v>
                </c:pt>
                <c:pt idx="157">
                  <c:v>-44.355</c:v>
                </c:pt>
                <c:pt idx="158">
                  <c:v>-41.711</c:v>
                </c:pt>
                <c:pt idx="159">
                  <c:v>-38.903</c:v>
                </c:pt>
                <c:pt idx="160">
                  <c:v>-35.944</c:v>
                </c:pt>
                <c:pt idx="161">
                  <c:v>-32.848</c:v>
                </c:pt>
                <c:pt idx="162">
                  <c:v>-29.628</c:v>
                </c:pt>
                <c:pt idx="163">
                  <c:v>-26.299</c:v>
                </c:pt>
                <c:pt idx="164">
                  <c:v>-22.876</c:v>
                </c:pt>
                <c:pt idx="165">
                  <c:v>-19.374</c:v>
                </c:pt>
                <c:pt idx="166">
                  <c:v>-15.809</c:v>
                </c:pt>
                <c:pt idx="167">
                  <c:v>-12.195</c:v>
                </c:pt>
                <c:pt idx="168">
                  <c:v>-8.548</c:v>
                </c:pt>
                <c:pt idx="169">
                  <c:v>-4.882</c:v>
                </c:pt>
                <c:pt idx="170">
                  <c:v>-1.215</c:v>
                </c:pt>
                <c:pt idx="171">
                  <c:v>2.44</c:v>
                </c:pt>
                <c:pt idx="172">
                  <c:v>6.067</c:v>
                </c:pt>
                <c:pt idx="173">
                  <c:v>9.652</c:v>
                </c:pt>
                <c:pt idx="174">
                  <c:v>13.181</c:v>
                </c:pt>
                <c:pt idx="175">
                  <c:v>16.638</c:v>
                </c:pt>
                <c:pt idx="176">
                  <c:v>20.012</c:v>
                </c:pt>
                <c:pt idx="177">
                  <c:v>23.288</c:v>
                </c:pt>
                <c:pt idx="178">
                  <c:v>26.454</c:v>
                </c:pt>
                <c:pt idx="179">
                  <c:v>29.497</c:v>
                </c:pt>
                <c:pt idx="180">
                  <c:v>32.407</c:v>
                </c:pt>
                <c:pt idx="181">
                  <c:v>35.171</c:v>
                </c:pt>
                <c:pt idx="182">
                  <c:v>37.779</c:v>
                </c:pt>
                <c:pt idx="183">
                  <c:v>40.221</c:v>
                </c:pt>
                <c:pt idx="184">
                  <c:v>42.488</c:v>
                </c:pt>
                <c:pt idx="185">
                  <c:v>44.571</c:v>
                </c:pt>
                <c:pt idx="186">
                  <c:v>46.462</c:v>
                </c:pt>
                <c:pt idx="187">
                  <c:v>48.155</c:v>
                </c:pt>
                <c:pt idx="188">
                  <c:v>49.642</c:v>
                </c:pt>
                <c:pt idx="189">
                  <c:v>50.919</c:v>
                </c:pt>
                <c:pt idx="190">
                  <c:v>51.981</c:v>
                </c:pt>
                <c:pt idx="191">
                  <c:v>52.824</c:v>
                </c:pt>
                <c:pt idx="192">
                  <c:v>53.446</c:v>
                </c:pt>
                <c:pt idx="193">
                  <c:v>53.846</c:v>
                </c:pt>
                <c:pt idx="194">
                  <c:v>54.023</c:v>
                </c:pt>
                <c:pt idx="195">
                  <c:v>53.977</c:v>
                </c:pt>
                <c:pt idx="196">
                  <c:v>53.708</c:v>
                </c:pt>
                <c:pt idx="197">
                  <c:v>53.221</c:v>
                </c:pt>
                <c:pt idx="198">
                  <c:v>52.516</c:v>
                </c:pt>
                <c:pt idx="199">
                  <c:v>51.598</c:v>
                </c:pt>
                <c:pt idx="200">
                  <c:v>50.471</c:v>
                </c:pt>
                <c:pt idx="201">
                  <c:v>49.141</c:v>
                </c:pt>
                <c:pt idx="202">
                  <c:v>47.615</c:v>
                </c:pt>
                <c:pt idx="203">
                  <c:v>45.898</c:v>
                </c:pt>
                <c:pt idx="204">
                  <c:v>44.001</c:v>
                </c:pt>
                <c:pt idx="205">
                  <c:v>41.93</c:v>
                </c:pt>
                <c:pt idx="206">
                  <c:v>39.697</c:v>
                </c:pt>
                <c:pt idx="207">
                  <c:v>37.31</c:v>
                </c:pt>
                <c:pt idx="208">
                  <c:v>34.782</c:v>
                </c:pt>
                <c:pt idx="209">
                  <c:v>32.122</c:v>
                </c:pt>
                <c:pt idx="210">
                  <c:v>29.344</c:v>
                </c:pt>
                <c:pt idx="211">
                  <c:v>26.458</c:v>
                </c:pt>
                <c:pt idx="212">
                  <c:v>23.478</c:v>
                </c:pt>
                <c:pt idx="213">
                  <c:v>20.415</c:v>
                </c:pt>
                <c:pt idx="214">
                  <c:v>17.284</c:v>
                </c:pt>
                <c:pt idx="215">
                  <c:v>14.096</c:v>
                </c:pt>
                <c:pt idx="216">
                  <c:v>10.866</c:v>
                </c:pt>
                <c:pt idx="217">
                  <c:v>7.606</c:v>
                </c:pt>
                <c:pt idx="218">
                  <c:v>4.332</c:v>
                </c:pt>
                <c:pt idx="219">
                  <c:v>1.055</c:v>
                </c:pt>
                <c:pt idx="220">
                  <c:v>-2.21</c:v>
                </c:pt>
                <c:pt idx="221">
                  <c:v>-5.449</c:v>
                </c:pt>
                <c:pt idx="222">
                  <c:v>-8.65</c:v>
                </c:pt>
                <c:pt idx="223">
                  <c:v>-11.798</c:v>
                </c:pt>
                <c:pt idx="224">
                  <c:v>-14.882</c:v>
                </c:pt>
                <c:pt idx="225">
                  <c:v>-17.889</c:v>
                </c:pt>
                <c:pt idx="226">
                  <c:v>-20.807</c:v>
                </c:pt>
                <c:pt idx="227">
                  <c:v>-23.624</c:v>
                </c:pt>
                <c:pt idx="228">
                  <c:v>-26.329</c:v>
                </c:pt>
                <c:pt idx="229">
                  <c:v>-28.912</c:v>
                </c:pt>
                <c:pt idx="230">
                  <c:v>-31.362</c:v>
                </c:pt>
                <c:pt idx="231">
                  <c:v>-33.669</c:v>
                </c:pt>
                <c:pt idx="232">
                  <c:v>-35.826</c:v>
                </c:pt>
                <c:pt idx="233">
                  <c:v>-37.822</c:v>
                </c:pt>
                <c:pt idx="234">
                  <c:v>-39.65</c:v>
                </c:pt>
                <c:pt idx="235">
                  <c:v>-41.303</c:v>
                </c:pt>
                <c:pt idx="236">
                  <c:v>-42.774</c:v>
                </c:pt>
                <c:pt idx="237">
                  <c:v>-44.057</c:v>
                </c:pt>
                <c:pt idx="238">
                  <c:v>-45.148</c:v>
                </c:pt>
                <c:pt idx="239">
                  <c:v>-46.041</c:v>
                </c:pt>
                <c:pt idx="240">
                  <c:v>-46.735</c:v>
                </c:pt>
                <c:pt idx="241">
                  <c:v>-47.226</c:v>
                </c:pt>
                <c:pt idx="242">
                  <c:v>-47.515</c:v>
                </c:pt>
                <c:pt idx="243">
                  <c:v>-47.6</c:v>
                </c:pt>
                <c:pt idx="244">
                  <c:v>-47.482</c:v>
                </c:pt>
                <c:pt idx="245">
                  <c:v>-47.164</c:v>
                </c:pt>
                <c:pt idx="246">
                  <c:v>-46.647</c:v>
                </c:pt>
                <c:pt idx="247">
                  <c:v>-45.936</c:v>
                </c:pt>
                <c:pt idx="248">
                  <c:v>-45.034</c:v>
                </c:pt>
                <c:pt idx="249">
                  <c:v>-43.946</c:v>
                </c:pt>
                <c:pt idx="250">
                  <c:v>-42.68</c:v>
                </c:pt>
                <c:pt idx="251">
                  <c:v>-41.241</c:v>
                </c:pt>
                <c:pt idx="252">
                  <c:v>-39.637</c:v>
                </c:pt>
                <c:pt idx="253">
                  <c:v>-37.876</c:v>
                </c:pt>
                <c:pt idx="254">
                  <c:v>-35.968</c:v>
                </c:pt>
                <c:pt idx="255">
                  <c:v>-33.92</c:v>
                </c:pt>
                <c:pt idx="256">
                  <c:v>-31.744</c:v>
                </c:pt>
                <c:pt idx="257">
                  <c:v>-29.45</c:v>
                </c:pt>
                <c:pt idx="258">
                  <c:v>-27.047</c:v>
                </c:pt>
                <c:pt idx="259">
                  <c:v>-24.547</c:v>
                </c:pt>
                <c:pt idx="260">
                  <c:v>-21.962</c:v>
                </c:pt>
                <c:pt idx="261">
                  <c:v>-19.302</c:v>
                </c:pt>
                <c:pt idx="262">
                  <c:v>-16.579</c:v>
                </c:pt>
                <c:pt idx="263">
                  <c:v>-13.804</c:v>
                </c:pt>
                <c:pt idx="264">
                  <c:v>-10.99</c:v>
                </c:pt>
                <c:pt idx="265">
                  <c:v>-8.147</c:v>
                </c:pt>
                <c:pt idx="266">
                  <c:v>-5.288</c:v>
                </c:pt>
                <c:pt idx="267">
                  <c:v>-2.424</c:v>
                </c:pt>
                <c:pt idx="268">
                  <c:v>0.433</c:v>
                </c:pt>
                <c:pt idx="269">
                  <c:v>3.272</c:v>
                </c:pt>
                <c:pt idx="270">
                  <c:v>6.081</c:v>
                </c:pt>
                <c:pt idx="271">
                  <c:v>8.85</c:v>
                </c:pt>
                <c:pt idx="272">
                  <c:v>11.567</c:v>
                </c:pt>
                <c:pt idx="273">
                  <c:v>14.221</c:v>
                </c:pt>
                <c:pt idx="274">
                  <c:v>16.802</c:v>
                </c:pt>
                <c:pt idx="275">
                  <c:v>19.3</c:v>
                </c:pt>
                <c:pt idx="276">
                  <c:v>21.704</c:v>
                </c:pt>
                <c:pt idx="277">
                  <c:v>24.006</c:v>
                </c:pt>
                <c:pt idx="278">
                  <c:v>26.195</c:v>
                </c:pt>
                <c:pt idx="279">
                  <c:v>28.263</c:v>
                </c:pt>
                <c:pt idx="280">
                  <c:v>30.202</c:v>
                </c:pt>
                <c:pt idx="281">
                  <c:v>32.003</c:v>
                </c:pt>
                <c:pt idx="282">
                  <c:v>33.659</c:v>
                </c:pt>
                <c:pt idx="283">
                  <c:v>35.164</c:v>
                </c:pt>
                <c:pt idx="284">
                  <c:v>36.511</c:v>
                </c:pt>
                <c:pt idx="285">
                  <c:v>37.695</c:v>
                </c:pt>
                <c:pt idx="286">
                  <c:v>38.71</c:v>
                </c:pt>
                <c:pt idx="287">
                  <c:v>39.554</c:v>
                </c:pt>
                <c:pt idx="288">
                  <c:v>40.223</c:v>
                </c:pt>
                <c:pt idx="289">
                  <c:v>40.715</c:v>
                </c:pt>
                <c:pt idx="290">
                  <c:v>41.027</c:v>
                </c:pt>
                <c:pt idx="291">
                  <c:v>41.16</c:v>
                </c:pt>
                <c:pt idx="292">
                  <c:v>41.113</c:v>
                </c:pt>
                <c:pt idx="293">
                  <c:v>40.887</c:v>
                </c:pt>
                <c:pt idx="294">
                  <c:v>40.485</c:v>
                </c:pt>
                <c:pt idx="295">
                  <c:v>39.908</c:v>
                </c:pt>
                <c:pt idx="296">
                  <c:v>39.16</c:v>
                </c:pt>
                <c:pt idx="297">
                  <c:v>38.244</c:v>
                </c:pt>
                <c:pt idx="298">
                  <c:v>37.166</c:v>
                </c:pt>
                <c:pt idx="299">
                  <c:v>35.93</c:v>
                </c:pt>
                <c:pt idx="300">
                  <c:v>34.543</c:v>
                </c:pt>
                <c:pt idx="301">
                  <c:v>33.01</c:v>
                </c:pt>
                <c:pt idx="302">
                  <c:v>31.34</c:v>
                </c:pt>
                <c:pt idx="303">
                  <c:v>29.539</c:v>
                </c:pt>
                <c:pt idx="304">
                  <c:v>27.616</c:v>
                </c:pt>
                <c:pt idx="305">
                  <c:v>25.579</c:v>
                </c:pt>
                <c:pt idx="306">
                  <c:v>23.437</c:v>
                </c:pt>
                <c:pt idx="307">
                  <c:v>21.2</c:v>
                </c:pt>
                <c:pt idx="308">
                  <c:v>18.877</c:v>
                </c:pt>
                <c:pt idx="309">
                  <c:v>16.478</c:v>
                </c:pt>
                <c:pt idx="310">
                  <c:v>14.014</c:v>
                </c:pt>
                <c:pt idx="311">
                  <c:v>11.496</c:v>
                </c:pt>
                <c:pt idx="312">
                  <c:v>8.933</c:v>
                </c:pt>
                <c:pt idx="313">
                  <c:v>6.339</c:v>
                </c:pt>
                <c:pt idx="314">
                  <c:v>3.724</c:v>
                </c:pt>
                <c:pt idx="315">
                  <c:v>1.098</c:v>
                </c:pt>
                <c:pt idx="316">
                  <c:v>-1.526</c:v>
                </c:pt>
                <c:pt idx="317">
                  <c:v>-4.138</c:v>
                </c:pt>
                <c:pt idx="318">
                  <c:v>-6.726</c:v>
                </c:pt>
                <c:pt idx="319">
                  <c:v>-9.281</c:v>
                </c:pt>
                <c:pt idx="320">
                  <c:v>-11.789</c:v>
                </c:pt>
                <c:pt idx="321">
                  <c:v>-14.242</c:v>
                </c:pt>
                <c:pt idx="322">
                  <c:v>-16.629</c:v>
                </c:pt>
                <c:pt idx="323">
                  <c:v>-18.941</c:v>
                </c:pt>
                <c:pt idx="324">
                  <c:v>-21.168</c:v>
                </c:pt>
                <c:pt idx="325">
                  <c:v>-23.301</c:v>
                </c:pt>
                <c:pt idx="326">
                  <c:v>-25.331</c:v>
                </c:pt>
                <c:pt idx="327">
                  <c:v>-27.251</c:v>
                </c:pt>
                <c:pt idx="328">
                  <c:v>-29.052</c:v>
                </c:pt>
                <c:pt idx="329">
                  <c:v>-30.728</c:v>
                </c:pt>
                <c:pt idx="330">
                  <c:v>-32.272</c:v>
                </c:pt>
                <c:pt idx="331">
                  <c:v>-33.679</c:v>
                </c:pt>
                <c:pt idx="332">
                  <c:v>-34.942</c:v>
                </c:pt>
                <c:pt idx="333">
                  <c:v>-36.058</c:v>
                </c:pt>
                <c:pt idx="334">
                  <c:v>-37.021</c:v>
                </c:pt>
                <c:pt idx="335">
                  <c:v>-37.83</c:v>
                </c:pt>
                <c:pt idx="336">
                  <c:v>-38.481</c:v>
                </c:pt>
                <c:pt idx="337">
                  <c:v>-38.971</c:v>
                </c:pt>
                <c:pt idx="338">
                  <c:v>-39.3</c:v>
                </c:pt>
                <c:pt idx="339">
                  <c:v>-39.467</c:v>
                </c:pt>
                <c:pt idx="340">
                  <c:v>-39.471</c:v>
                </c:pt>
                <c:pt idx="341">
                  <c:v>-39.314</c:v>
                </c:pt>
                <c:pt idx="342">
                  <c:v>-38.997</c:v>
                </c:pt>
                <c:pt idx="343">
                  <c:v>-38.521</c:v>
                </c:pt>
                <c:pt idx="344">
                  <c:v>-37.89</c:v>
                </c:pt>
                <c:pt idx="345">
                  <c:v>-37.107</c:v>
                </c:pt>
                <c:pt idx="346">
                  <c:v>-36.176</c:v>
                </c:pt>
                <c:pt idx="347">
                  <c:v>-35.101</c:v>
                </c:pt>
                <c:pt idx="348">
                  <c:v>-33.889</c:v>
                </c:pt>
                <c:pt idx="349">
                  <c:v>-32.545</c:v>
                </c:pt>
                <c:pt idx="350">
                  <c:v>-31.075</c:v>
                </c:pt>
                <c:pt idx="351">
                  <c:v>-29.486</c:v>
                </c:pt>
                <c:pt idx="352">
                  <c:v>-27.787</c:v>
                </c:pt>
                <c:pt idx="353">
                  <c:v>-25.984</c:v>
                </c:pt>
                <c:pt idx="354">
                  <c:v>-24.087</c:v>
                </c:pt>
                <c:pt idx="355">
                  <c:v>-22.102</c:v>
                </c:pt>
                <c:pt idx="356">
                  <c:v>-20.04</c:v>
                </c:pt>
                <c:pt idx="357">
                  <c:v>-17.91</c:v>
                </c:pt>
                <c:pt idx="358">
                  <c:v>-15.72</c:v>
                </c:pt>
                <c:pt idx="359">
                  <c:v>-13.48</c:v>
                </c:pt>
                <c:pt idx="360">
                  <c:v>-11.2</c:v>
                </c:pt>
                <c:pt idx="361">
                  <c:v>-8.889</c:v>
                </c:pt>
                <c:pt idx="362">
                  <c:v>-6.557</c:v>
                </c:pt>
                <c:pt idx="363">
                  <c:v>-4.212</c:v>
                </c:pt>
                <c:pt idx="364">
                  <c:v>-1.866</c:v>
                </c:pt>
                <c:pt idx="365">
                  <c:v>0.474</c:v>
                </c:pt>
                <c:pt idx="366">
                  <c:v>2.798</c:v>
                </c:pt>
                <c:pt idx="367">
                  <c:v>5.097</c:v>
                </c:pt>
                <c:pt idx="368">
                  <c:v>7.363</c:v>
                </c:pt>
                <c:pt idx="369">
                  <c:v>9.586</c:v>
                </c:pt>
                <c:pt idx="370">
                  <c:v>11.758</c:v>
                </c:pt>
                <c:pt idx="371">
                  <c:v>13.87</c:v>
                </c:pt>
                <c:pt idx="372">
                  <c:v>15.916</c:v>
                </c:pt>
                <c:pt idx="373">
                  <c:v>17.887</c:v>
                </c:pt>
                <c:pt idx="374">
                  <c:v>19.775</c:v>
                </c:pt>
                <c:pt idx="375">
                  <c:v>21.574</c:v>
                </c:pt>
                <c:pt idx="376">
                  <c:v>23.277</c:v>
                </c:pt>
                <c:pt idx="377">
                  <c:v>24.878</c:v>
                </c:pt>
                <c:pt idx="378">
                  <c:v>26.37</c:v>
                </c:pt>
                <c:pt idx="379">
                  <c:v>27.748</c:v>
                </c:pt>
                <c:pt idx="380">
                  <c:v>29.006</c:v>
                </c:pt>
                <c:pt idx="381">
                  <c:v>30.141</c:v>
                </c:pt>
                <c:pt idx="382">
                  <c:v>31.148</c:v>
                </c:pt>
                <c:pt idx="383">
                  <c:v>32.024</c:v>
                </c:pt>
                <c:pt idx="384">
                  <c:v>32.764</c:v>
                </c:pt>
                <c:pt idx="385">
                  <c:v>33.368</c:v>
                </c:pt>
                <c:pt idx="386">
                  <c:v>33.832</c:v>
                </c:pt>
                <c:pt idx="387">
                  <c:v>34.156</c:v>
                </c:pt>
                <c:pt idx="388">
                  <c:v>34.338</c:v>
                </c:pt>
                <c:pt idx="389">
                  <c:v>34.378</c:v>
                </c:pt>
                <c:pt idx="390">
                  <c:v>34.276</c:v>
                </c:pt>
                <c:pt idx="391">
                  <c:v>34.034</c:v>
                </c:pt>
                <c:pt idx="392">
                  <c:v>33.653</c:v>
                </c:pt>
                <c:pt idx="393">
                  <c:v>33.134</c:v>
                </c:pt>
                <c:pt idx="394">
                  <c:v>32.48</c:v>
                </c:pt>
                <c:pt idx="395">
                  <c:v>31.696</c:v>
                </c:pt>
                <c:pt idx="396">
                  <c:v>30.784</c:v>
                </c:pt>
                <c:pt idx="397">
                  <c:v>29.749</c:v>
                </c:pt>
                <c:pt idx="398">
                  <c:v>28.596</c:v>
                </c:pt>
                <c:pt idx="399">
                  <c:v>27.331</c:v>
                </c:pt>
                <c:pt idx="400">
                  <c:v>25.959</c:v>
                </c:pt>
                <c:pt idx="401">
                  <c:v>24.486</c:v>
                </c:pt>
                <c:pt idx="402">
                  <c:v>22.921</c:v>
                </c:pt>
                <c:pt idx="403">
                  <c:v>21.269</c:v>
                </c:pt>
                <c:pt idx="404">
                  <c:v>19.538</c:v>
                </c:pt>
                <c:pt idx="405">
                  <c:v>17.737</c:v>
                </c:pt>
                <c:pt idx="406">
                  <c:v>15.873</c:v>
                </c:pt>
                <c:pt idx="407">
                  <c:v>13.954</c:v>
                </c:pt>
                <c:pt idx="408">
                  <c:v>11.99</c:v>
                </c:pt>
                <c:pt idx="409">
                  <c:v>9.988</c:v>
                </c:pt>
                <c:pt idx="410">
                  <c:v>7.958</c:v>
                </c:pt>
                <c:pt idx="411">
                  <c:v>5.908</c:v>
                </c:pt>
                <c:pt idx="412">
                  <c:v>3.847</c:v>
                </c:pt>
                <c:pt idx="413">
                  <c:v>1.784</c:v>
                </c:pt>
                <c:pt idx="414">
                  <c:v>-0.273</c:v>
                </c:pt>
                <c:pt idx="415">
                  <c:v>-2.314</c:v>
                </c:pt>
                <c:pt idx="416">
                  <c:v>-4.332</c:v>
                </c:pt>
                <c:pt idx="417">
                  <c:v>-6.318</c:v>
                </c:pt>
                <c:pt idx="418">
                  <c:v>-8.264</c:v>
                </c:pt>
                <c:pt idx="419">
                  <c:v>-10.163</c:v>
                </c:pt>
                <c:pt idx="420">
                  <c:v>-12.006</c:v>
                </c:pt>
                <c:pt idx="421">
                  <c:v>-13.786</c:v>
                </c:pt>
                <c:pt idx="422">
                  <c:v>-15.497</c:v>
                </c:pt>
                <c:pt idx="423">
                  <c:v>-17.131</c:v>
                </c:pt>
                <c:pt idx="424">
                  <c:v>-18.681</c:v>
                </c:pt>
                <c:pt idx="425">
                  <c:v>-20.143</c:v>
                </c:pt>
                <c:pt idx="426">
                  <c:v>-21.509</c:v>
                </c:pt>
                <c:pt idx="427">
                  <c:v>-22.775</c:v>
                </c:pt>
                <c:pt idx="428">
                  <c:v>-23.937</c:v>
                </c:pt>
                <c:pt idx="429">
                  <c:v>-24.989</c:v>
                </c:pt>
                <c:pt idx="430">
                  <c:v>-25.928</c:v>
                </c:pt>
                <c:pt idx="431">
                  <c:v>-26.751</c:v>
                </c:pt>
                <c:pt idx="432">
                  <c:v>-27.454</c:v>
                </c:pt>
                <c:pt idx="433">
                  <c:v>-28.036</c:v>
                </c:pt>
                <c:pt idx="434">
                  <c:v>-28.494</c:v>
                </c:pt>
                <c:pt idx="435">
                  <c:v>-28.827</c:v>
                </c:pt>
                <c:pt idx="436">
                  <c:v>-29.035</c:v>
                </c:pt>
                <c:pt idx="437">
                  <c:v>-29.116</c:v>
                </c:pt>
                <c:pt idx="438">
                  <c:v>-29.073</c:v>
                </c:pt>
                <c:pt idx="439">
                  <c:v>-28.904</c:v>
                </c:pt>
                <c:pt idx="440">
                  <c:v>-28.612</c:v>
                </c:pt>
                <c:pt idx="441">
                  <c:v>-28.199</c:v>
                </c:pt>
                <c:pt idx="442">
                  <c:v>-27.666</c:v>
                </c:pt>
                <c:pt idx="443">
                  <c:v>-27.016</c:v>
                </c:pt>
                <c:pt idx="444">
                  <c:v>-26.253</c:v>
                </c:pt>
                <c:pt idx="445">
                  <c:v>-25.381</c:v>
                </c:pt>
                <c:pt idx="446">
                  <c:v>-24.403</c:v>
                </c:pt>
                <c:pt idx="447">
                  <c:v>-23.325</c:v>
                </c:pt>
                <c:pt idx="448">
                  <c:v>-22.152</c:v>
                </c:pt>
                <c:pt idx="449">
                  <c:v>-20.888</c:v>
                </c:pt>
                <c:pt idx="450">
                  <c:v>-19.541</c:v>
                </c:pt>
                <c:pt idx="451">
                  <c:v>-18.116</c:v>
                </c:pt>
                <c:pt idx="452">
                  <c:v>-16.62</c:v>
                </c:pt>
                <c:pt idx="453">
                  <c:v>-15.059</c:v>
                </c:pt>
                <c:pt idx="454">
                  <c:v>-13.441</c:v>
                </c:pt>
                <c:pt idx="455">
                  <c:v>-11.773</c:v>
                </c:pt>
                <c:pt idx="456">
                  <c:v>-10.061</c:v>
                </c:pt>
                <c:pt idx="457">
                  <c:v>-8.314</c:v>
                </c:pt>
                <c:pt idx="458">
                  <c:v>-6.539</c:v>
                </c:pt>
                <c:pt idx="459">
                  <c:v>-4.743</c:v>
                </c:pt>
                <c:pt idx="460">
                  <c:v>-2.934</c:v>
                </c:pt>
                <c:pt idx="461">
                  <c:v>-1.12</c:v>
                </c:pt>
                <c:pt idx="462">
                  <c:v>0.692</c:v>
                </c:pt>
                <c:pt idx="463">
                  <c:v>2.495</c:v>
                </c:pt>
                <c:pt idx="464">
                  <c:v>4.281</c:v>
                </c:pt>
                <c:pt idx="465">
                  <c:v>6.042</c:v>
                </c:pt>
                <c:pt idx="466">
                  <c:v>7.772</c:v>
                </c:pt>
                <c:pt idx="467">
                  <c:v>9.465</c:v>
                </c:pt>
                <c:pt idx="468">
                  <c:v>11.112</c:v>
                </c:pt>
                <c:pt idx="469">
                  <c:v>12.709</c:v>
                </c:pt>
                <c:pt idx="470">
                  <c:v>14.248</c:v>
                </c:pt>
                <c:pt idx="471">
                  <c:v>15.725</c:v>
                </c:pt>
                <c:pt idx="472">
                  <c:v>17.132</c:v>
                </c:pt>
                <c:pt idx="473">
                  <c:v>18.466</c:v>
                </c:pt>
                <c:pt idx="474">
                  <c:v>19.721</c:v>
                </c:pt>
                <c:pt idx="475">
                  <c:v>20.893</c:v>
                </c:pt>
                <c:pt idx="476">
                  <c:v>21.977</c:v>
                </c:pt>
                <c:pt idx="477">
                  <c:v>22.969</c:v>
                </c:pt>
                <c:pt idx="478">
                  <c:v>23.866</c:v>
                </c:pt>
                <c:pt idx="479">
                  <c:v>24.664</c:v>
                </c:pt>
                <c:pt idx="480">
                  <c:v>25.361</c:v>
                </c:pt>
                <c:pt idx="481">
                  <c:v>25.955</c:v>
                </c:pt>
                <c:pt idx="482">
                  <c:v>26.443</c:v>
                </c:pt>
                <c:pt idx="483">
                  <c:v>26.823</c:v>
                </c:pt>
                <c:pt idx="484">
                  <c:v>27.095</c:v>
                </c:pt>
                <c:pt idx="485">
                  <c:v>27.258</c:v>
                </c:pt>
                <c:pt idx="486">
                  <c:v>27.312</c:v>
                </c:pt>
                <c:pt idx="487">
                  <c:v>27.257</c:v>
                </c:pt>
                <c:pt idx="488">
                  <c:v>27.094</c:v>
                </c:pt>
                <c:pt idx="489">
                  <c:v>26.823</c:v>
                </c:pt>
                <c:pt idx="490">
                  <c:v>26.447</c:v>
                </c:pt>
                <c:pt idx="491">
                  <c:v>25.967</c:v>
                </c:pt>
                <c:pt idx="492">
                  <c:v>25.386</c:v>
                </c:pt>
                <c:pt idx="493">
                  <c:v>24.705</c:v>
                </c:pt>
                <c:pt idx="494">
                  <c:v>23.93</c:v>
                </c:pt>
                <c:pt idx="495">
                  <c:v>23.062</c:v>
                </c:pt>
                <c:pt idx="496">
                  <c:v>22.106</c:v>
                </c:pt>
                <c:pt idx="497">
                  <c:v>21.066</c:v>
                </c:pt>
                <c:pt idx="498">
                  <c:v>19.947</c:v>
                </c:pt>
                <c:pt idx="499">
                  <c:v>18.753</c:v>
                </c:pt>
                <c:pt idx="500">
                  <c:v>17.491</c:v>
                </c:pt>
                <c:pt idx="501">
                  <c:v>16.164</c:v>
                </c:pt>
                <c:pt idx="502">
                  <c:v>14.78</c:v>
                </c:pt>
                <c:pt idx="503">
                  <c:v>13.344</c:v>
                </c:pt>
                <c:pt idx="504">
                  <c:v>11.862</c:v>
                </c:pt>
                <c:pt idx="505">
                  <c:v>10.341</c:v>
                </c:pt>
                <c:pt idx="506">
                  <c:v>8.788</c:v>
                </c:pt>
                <c:pt idx="507">
                  <c:v>7.207</c:v>
                </c:pt>
                <c:pt idx="508">
                  <c:v>5.608</c:v>
                </c:pt>
                <c:pt idx="509">
                  <c:v>3.995</c:v>
                </c:pt>
                <c:pt idx="510">
                  <c:v>2.377</c:v>
                </c:pt>
                <c:pt idx="511">
                  <c:v>0.759</c:v>
                </c:pt>
                <c:pt idx="512">
                  <c:v>-0.851</c:v>
                </c:pt>
                <c:pt idx="513">
                  <c:v>-2.446</c:v>
                </c:pt>
                <c:pt idx="514">
                  <c:v>-4.021</c:v>
                </c:pt>
                <c:pt idx="515">
                  <c:v>-5.569</c:v>
                </c:pt>
                <c:pt idx="516">
                  <c:v>-7.083</c:v>
                </c:pt>
                <c:pt idx="517">
                  <c:v>-8.557</c:v>
                </c:pt>
                <c:pt idx="518">
                  <c:v>-9.985</c:v>
                </c:pt>
                <c:pt idx="519">
                  <c:v>-11.361</c:v>
                </c:pt>
                <c:pt idx="520">
                  <c:v>-12.681</c:v>
                </c:pt>
                <c:pt idx="521">
                  <c:v>-13.937</c:v>
                </c:pt>
                <c:pt idx="522">
                  <c:v>-15.127</c:v>
                </c:pt>
                <c:pt idx="523">
                  <c:v>-16.244</c:v>
                </c:pt>
                <c:pt idx="524">
                  <c:v>-17.285</c:v>
                </c:pt>
                <c:pt idx="525">
                  <c:v>-18.245</c:v>
                </c:pt>
                <c:pt idx="526">
                  <c:v>-19.122</c:v>
                </c:pt>
                <c:pt idx="527">
                  <c:v>-19.911</c:v>
                </c:pt>
                <c:pt idx="528">
                  <c:v>-20.61</c:v>
                </c:pt>
                <c:pt idx="529">
                  <c:v>-21.216</c:v>
                </c:pt>
                <c:pt idx="530">
                  <c:v>-21.728</c:v>
                </c:pt>
                <c:pt idx="531">
                  <c:v>-22.143</c:v>
                </c:pt>
                <c:pt idx="532">
                  <c:v>-22.461</c:v>
                </c:pt>
                <c:pt idx="533">
                  <c:v>-22.68</c:v>
                </c:pt>
                <c:pt idx="534">
                  <c:v>-22.8</c:v>
                </c:pt>
                <c:pt idx="535">
                  <c:v>-22.822</c:v>
                </c:pt>
                <c:pt idx="536">
                  <c:v>-22.745</c:v>
                </c:pt>
                <c:pt idx="537">
                  <c:v>-22.572</c:v>
                </c:pt>
                <c:pt idx="538">
                  <c:v>-22.302</c:v>
                </c:pt>
                <c:pt idx="539">
                  <c:v>-21.937</c:v>
                </c:pt>
                <c:pt idx="540">
                  <c:v>-21.481</c:v>
                </c:pt>
                <c:pt idx="541">
                  <c:v>-20.935</c:v>
                </c:pt>
                <c:pt idx="542">
                  <c:v>-20.301</c:v>
                </c:pt>
                <c:pt idx="543">
                  <c:v>-19.584</c:v>
                </c:pt>
                <c:pt idx="544">
                  <c:v>-18.786</c:v>
                </c:pt>
                <c:pt idx="545">
                  <c:v>-17.912</c:v>
                </c:pt>
                <c:pt idx="546">
                  <c:v>-16.965</c:v>
                </c:pt>
                <c:pt idx="547">
                  <c:v>-15.951</c:v>
                </c:pt>
                <c:pt idx="548">
                  <c:v>-14.873</c:v>
                </c:pt>
                <c:pt idx="549">
                  <c:v>-13.736</c:v>
                </c:pt>
                <c:pt idx="550">
                  <c:v>-12.547</c:v>
                </c:pt>
                <c:pt idx="551">
                  <c:v>-11.309</c:v>
                </c:pt>
                <c:pt idx="552">
                  <c:v>-10.03</c:v>
                </c:pt>
                <c:pt idx="553">
                  <c:v>-8.714</c:v>
                </c:pt>
                <c:pt idx="554">
                  <c:v>-7.368</c:v>
                </c:pt>
                <c:pt idx="555">
                  <c:v>-5.998</c:v>
                </c:pt>
                <c:pt idx="556">
                  <c:v>-4.609</c:v>
                </c:pt>
                <c:pt idx="557">
                  <c:v>-3.209</c:v>
                </c:pt>
                <c:pt idx="558">
                  <c:v>-1.802</c:v>
                </c:pt>
                <c:pt idx="559">
                  <c:v>-0.395</c:v>
                </c:pt>
                <c:pt idx="560">
                  <c:v>1.006</c:v>
                </c:pt>
                <c:pt idx="561">
                  <c:v>2.394</c:v>
                </c:pt>
                <c:pt idx="562">
                  <c:v>3.765</c:v>
                </c:pt>
                <c:pt idx="563">
                  <c:v>5.112</c:v>
                </c:pt>
                <c:pt idx="564">
                  <c:v>6.43</c:v>
                </c:pt>
                <c:pt idx="565">
                  <c:v>7.713</c:v>
                </c:pt>
                <c:pt idx="566">
                  <c:v>8.956</c:v>
                </c:pt>
                <c:pt idx="567">
                  <c:v>10.153</c:v>
                </c:pt>
                <c:pt idx="568">
                  <c:v>11.3</c:v>
                </c:pt>
                <c:pt idx="569">
                  <c:v>12.392</c:v>
                </c:pt>
                <c:pt idx="570">
                  <c:v>13.424</c:v>
                </c:pt>
                <c:pt idx="571">
                  <c:v>14.393</c:v>
                </c:pt>
                <c:pt idx="572">
                  <c:v>15.295</c:v>
                </c:pt>
                <c:pt idx="573">
                  <c:v>16.126</c:v>
                </c:pt>
                <c:pt idx="574">
                  <c:v>16.883</c:v>
                </c:pt>
                <c:pt idx="575">
                  <c:v>17.564</c:v>
                </c:pt>
                <c:pt idx="576">
                  <c:v>18.166</c:v>
                </c:pt>
                <c:pt idx="577">
                  <c:v>18.687</c:v>
                </c:pt>
                <c:pt idx="578">
                  <c:v>19.126</c:v>
                </c:pt>
                <c:pt idx="579">
                  <c:v>19.482</c:v>
                </c:pt>
                <c:pt idx="580">
                  <c:v>19.753</c:v>
                </c:pt>
                <c:pt idx="581">
                  <c:v>19.94</c:v>
                </c:pt>
                <c:pt idx="582">
                  <c:v>20.042</c:v>
                </c:pt>
                <c:pt idx="583">
                  <c:v>20.059</c:v>
                </c:pt>
                <c:pt idx="584">
                  <c:v>19.991</c:v>
                </c:pt>
                <c:pt idx="585">
                  <c:v>19.84</c:v>
                </c:pt>
                <c:pt idx="586">
                  <c:v>19.607</c:v>
                </c:pt>
                <c:pt idx="587">
                  <c:v>19.293</c:v>
                </c:pt>
                <c:pt idx="588">
                  <c:v>18.9</c:v>
                </c:pt>
                <c:pt idx="589">
                  <c:v>18.431</c:v>
                </c:pt>
                <c:pt idx="590">
                  <c:v>17.887</c:v>
                </c:pt>
                <c:pt idx="591">
                  <c:v>17.272</c:v>
                </c:pt>
                <c:pt idx="592">
                  <c:v>16.589</c:v>
                </c:pt>
                <c:pt idx="593">
                  <c:v>15.84</c:v>
                </c:pt>
                <c:pt idx="594">
                  <c:v>15.031</c:v>
                </c:pt>
                <c:pt idx="595">
                  <c:v>14.165</c:v>
                </c:pt>
                <c:pt idx="596">
                  <c:v>13.245</c:v>
                </c:pt>
                <c:pt idx="597">
                  <c:v>12.277</c:v>
                </c:pt>
                <c:pt idx="598">
                  <c:v>11.264</c:v>
                </c:pt>
                <c:pt idx="599">
                  <c:v>10.211</c:v>
                </c:pt>
                <c:pt idx="600">
                  <c:v>9.123</c:v>
                </c:pt>
                <c:pt idx="601">
                  <c:v>8.004</c:v>
                </c:pt>
                <c:pt idx="602">
                  <c:v>6.859</c:v>
                </c:pt>
                <c:pt idx="603">
                  <c:v>5.694</c:v>
                </c:pt>
                <c:pt idx="604">
                  <c:v>4.512</c:v>
                </c:pt>
                <c:pt idx="605">
                  <c:v>3.319</c:v>
                </c:pt>
                <c:pt idx="606">
                  <c:v>2.119</c:v>
                </c:pt>
                <c:pt idx="607">
                  <c:v>0.918</c:v>
                </c:pt>
                <c:pt idx="608">
                  <c:v>-0.279</c:v>
                </c:pt>
                <c:pt idx="609">
                  <c:v>-1.468</c:v>
                </c:pt>
                <c:pt idx="610">
                  <c:v>-2.644</c:v>
                </c:pt>
                <c:pt idx="611">
                  <c:v>-3.802</c:v>
                </c:pt>
                <c:pt idx="612">
                  <c:v>-4.938</c:v>
                </c:pt>
                <c:pt idx="613">
                  <c:v>-6.047</c:v>
                </c:pt>
                <c:pt idx="614">
                  <c:v>-7.125</c:v>
                </c:pt>
                <c:pt idx="615">
                  <c:v>-8.169</c:v>
                </c:pt>
                <c:pt idx="616">
                  <c:v>-9.173</c:v>
                </c:pt>
                <c:pt idx="617">
                  <c:v>-10.136</c:v>
                </c:pt>
                <c:pt idx="618">
                  <c:v>-11.052</c:v>
                </c:pt>
                <c:pt idx="619">
                  <c:v>-11.919</c:v>
                </c:pt>
                <c:pt idx="620">
                  <c:v>-12.733</c:v>
                </c:pt>
                <c:pt idx="621">
                  <c:v>-13.492</c:v>
                </c:pt>
                <c:pt idx="622">
                  <c:v>-14.193</c:v>
                </c:pt>
                <c:pt idx="623">
                  <c:v>-14.833</c:v>
                </c:pt>
                <c:pt idx="624">
                  <c:v>-15.41</c:v>
                </c:pt>
                <c:pt idx="625">
                  <c:v>-15.923</c:v>
                </c:pt>
                <c:pt idx="626">
                  <c:v>-16.368</c:v>
                </c:pt>
                <c:pt idx="627">
                  <c:v>-16.745</c:v>
                </c:pt>
                <c:pt idx="628">
                  <c:v>-17.053</c:v>
                </c:pt>
                <c:pt idx="629">
                  <c:v>-17.289</c:v>
                </c:pt>
                <c:pt idx="630">
                  <c:v>-17.455</c:v>
                </c:pt>
                <c:pt idx="631">
                  <c:v>-17.549</c:v>
                </c:pt>
                <c:pt idx="632">
                  <c:v>-17.571</c:v>
                </c:pt>
                <c:pt idx="633">
                  <c:v>-17.521</c:v>
                </c:pt>
                <c:pt idx="634">
                  <c:v>-17.4</c:v>
                </c:pt>
                <c:pt idx="635">
                  <c:v>-17.21</c:v>
                </c:pt>
                <c:pt idx="636">
                  <c:v>-16.95</c:v>
                </c:pt>
                <c:pt idx="637">
                  <c:v>-16.622</c:v>
                </c:pt>
                <c:pt idx="638">
                  <c:v>-16.229</c:v>
                </c:pt>
                <c:pt idx="639">
                  <c:v>-15.772</c:v>
                </c:pt>
                <c:pt idx="640">
                  <c:v>-15.254</c:v>
                </c:pt>
                <c:pt idx="641">
                  <c:v>-14.676</c:v>
                </c:pt>
                <c:pt idx="642">
                  <c:v>-14.043</c:v>
                </c:pt>
                <c:pt idx="643">
                  <c:v>-13.357</c:v>
                </c:pt>
                <c:pt idx="644">
                  <c:v>-12.621</c:v>
                </c:pt>
                <c:pt idx="645">
                  <c:v>-11.839</c:v>
                </c:pt>
                <c:pt idx="646">
                  <c:v>-11.014</c:v>
                </c:pt>
                <c:pt idx="647">
                  <c:v>-10.151</c:v>
                </c:pt>
                <c:pt idx="648">
                  <c:v>-9.254</c:v>
                </c:pt>
                <c:pt idx="649">
                  <c:v>-8.327</c:v>
                </c:pt>
                <c:pt idx="650">
                  <c:v>-7.374</c:v>
                </c:pt>
                <c:pt idx="651">
                  <c:v>-6.399</c:v>
                </c:pt>
                <c:pt idx="652">
                  <c:v>-5.408</c:v>
                </c:pt>
                <c:pt idx="653">
                  <c:v>-4.404</c:v>
                </c:pt>
                <c:pt idx="654">
                  <c:v>-3.391</c:v>
                </c:pt>
                <c:pt idx="655">
                  <c:v>-2.376</c:v>
                </c:pt>
                <c:pt idx="656">
                  <c:v>-1.361</c:v>
                </c:pt>
                <c:pt idx="657">
                  <c:v>-0.351</c:v>
                </c:pt>
                <c:pt idx="658">
                  <c:v>0.65</c:v>
                </c:pt>
                <c:pt idx="659">
                  <c:v>1.637</c:v>
                </c:pt>
                <c:pt idx="660">
                  <c:v>2.608</c:v>
                </c:pt>
                <c:pt idx="661">
                  <c:v>3.557</c:v>
                </c:pt>
                <c:pt idx="662">
                  <c:v>4.482</c:v>
                </c:pt>
                <c:pt idx="663">
                  <c:v>5.378</c:v>
                </c:pt>
                <c:pt idx="664">
                  <c:v>6.243</c:v>
                </c:pt>
                <c:pt idx="665">
                  <c:v>7.073</c:v>
                </c:pt>
                <c:pt idx="666">
                  <c:v>7.866</c:v>
                </c:pt>
                <c:pt idx="667">
                  <c:v>8.617</c:v>
                </c:pt>
                <c:pt idx="668">
                  <c:v>9.325</c:v>
                </c:pt>
                <c:pt idx="669">
                  <c:v>9.987</c:v>
                </c:pt>
                <c:pt idx="670">
                  <c:v>10.6</c:v>
                </c:pt>
                <c:pt idx="671">
                  <c:v>11.163</c:v>
                </c:pt>
                <c:pt idx="672">
                  <c:v>11.673</c:v>
                </c:pt>
                <c:pt idx="673">
                  <c:v>12.129</c:v>
                </c:pt>
                <c:pt idx="674">
                  <c:v>12.53</c:v>
                </c:pt>
                <c:pt idx="675">
                  <c:v>12.873</c:v>
                </c:pt>
                <c:pt idx="676">
                  <c:v>13.159</c:v>
                </c:pt>
                <c:pt idx="677">
                  <c:v>13.386</c:v>
                </c:pt>
                <c:pt idx="678">
                  <c:v>13.555</c:v>
                </c:pt>
                <c:pt idx="679">
                  <c:v>13.664</c:v>
                </c:pt>
                <c:pt idx="680">
                  <c:v>13.714</c:v>
                </c:pt>
                <c:pt idx="681">
                  <c:v>13.705</c:v>
                </c:pt>
                <c:pt idx="682">
                  <c:v>13.637</c:v>
                </c:pt>
                <c:pt idx="683">
                  <c:v>13.512</c:v>
                </c:pt>
                <c:pt idx="684">
                  <c:v>13.331</c:v>
                </c:pt>
                <c:pt idx="685">
                  <c:v>13.094</c:v>
                </c:pt>
                <c:pt idx="686">
                  <c:v>12.802</c:v>
                </c:pt>
                <c:pt idx="687">
                  <c:v>12.458</c:v>
                </c:pt>
                <c:pt idx="688">
                  <c:v>12.063</c:v>
                </c:pt>
                <c:pt idx="689">
                  <c:v>11.619</c:v>
                </c:pt>
                <c:pt idx="690">
                  <c:v>11.128</c:v>
                </c:pt>
                <c:pt idx="691">
                  <c:v>10.593</c:v>
                </c:pt>
                <c:pt idx="692">
                  <c:v>10.016</c:v>
                </c:pt>
                <c:pt idx="693">
                  <c:v>9.4</c:v>
                </c:pt>
                <c:pt idx="694">
                  <c:v>8.747</c:v>
                </c:pt>
                <c:pt idx="695">
                  <c:v>8.062</c:v>
                </c:pt>
                <c:pt idx="696">
                  <c:v>7.346</c:v>
                </c:pt>
                <c:pt idx="697">
                  <c:v>6.603</c:v>
                </c:pt>
                <c:pt idx="698">
                  <c:v>5.837</c:v>
                </c:pt>
                <c:pt idx="699">
                  <c:v>5.051</c:v>
                </c:pt>
                <c:pt idx="700">
                  <c:v>4.248</c:v>
                </c:pt>
                <c:pt idx="701">
                  <c:v>3.432</c:v>
                </c:pt>
                <c:pt idx="702">
                  <c:v>2.607</c:v>
                </c:pt>
                <c:pt idx="703">
                  <c:v>1.776</c:v>
                </c:pt>
                <c:pt idx="704">
                  <c:v>0.943</c:v>
                </c:pt>
                <c:pt idx="705">
                  <c:v>0.111</c:v>
                </c:pt>
                <c:pt idx="706">
                  <c:v>-0.716</c:v>
                </c:pt>
                <c:pt idx="707">
                  <c:v>-1.534</c:v>
                </c:pt>
                <c:pt idx="708">
                  <c:v>-2.34</c:v>
                </c:pt>
                <c:pt idx="709">
                  <c:v>-3.131</c:v>
                </c:pt>
                <c:pt idx="710">
                  <c:v>-3.902</c:v>
                </c:pt>
                <c:pt idx="711">
                  <c:v>-4.652</c:v>
                </c:pt>
                <c:pt idx="712">
                  <c:v>-5.377</c:v>
                </c:pt>
                <c:pt idx="713">
                  <c:v>-6.073</c:v>
                </c:pt>
                <c:pt idx="714">
                  <c:v>-6.739</c:v>
                </c:pt>
                <c:pt idx="715">
                  <c:v>-7.372</c:v>
                </c:pt>
                <c:pt idx="716">
                  <c:v>-7.968</c:v>
                </c:pt>
                <c:pt idx="717">
                  <c:v>-8.527</c:v>
                </c:pt>
                <c:pt idx="718">
                  <c:v>-9.046</c:v>
                </c:pt>
                <c:pt idx="719">
                  <c:v>-9.523</c:v>
                </c:pt>
                <c:pt idx="720">
                  <c:v>-9.956</c:v>
                </c:pt>
                <c:pt idx="721">
                  <c:v>-10.345</c:v>
                </c:pt>
                <c:pt idx="722">
                  <c:v>-10.688</c:v>
                </c:pt>
                <c:pt idx="723">
                  <c:v>-10.984</c:v>
                </c:pt>
                <c:pt idx="724">
                  <c:v>-11.232</c:v>
                </c:pt>
                <c:pt idx="725">
                  <c:v>-11.432</c:v>
                </c:pt>
                <c:pt idx="726">
                  <c:v>-11.584</c:v>
                </c:pt>
                <c:pt idx="727">
                  <c:v>-11.686</c:v>
                </c:pt>
                <c:pt idx="728">
                  <c:v>-11.74</c:v>
                </c:pt>
                <c:pt idx="729">
                  <c:v>-11.745</c:v>
                </c:pt>
                <c:pt idx="730">
                  <c:v>-11.701</c:v>
                </c:pt>
                <c:pt idx="731">
                  <c:v>-11.609</c:v>
                </c:pt>
                <c:pt idx="732">
                  <c:v>-11.471</c:v>
                </c:pt>
                <c:pt idx="733">
                  <c:v>-11.285</c:v>
                </c:pt>
                <c:pt idx="734">
                  <c:v>-11.055</c:v>
                </c:pt>
                <c:pt idx="735">
                  <c:v>-10.781</c:v>
                </c:pt>
                <c:pt idx="736">
                  <c:v>-10.464</c:v>
                </c:pt>
                <c:pt idx="737">
                  <c:v>-10.106</c:v>
                </c:pt>
                <c:pt idx="738">
                  <c:v>-9.709</c:v>
                </c:pt>
                <c:pt idx="739">
                  <c:v>-9.274</c:v>
                </c:pt>
                <c:pt idx="740">
                  <c:v>-8.805</c:v>
                </c:pt>
                <c:pt idx="741">
                  <c:v>-8.303</c:v>
                </c:pt>
                <c:pt idx="742">
                  <c:v>-7.77</c:v>
                </c:pt>
                <c:pt idx="743">
                  <c:v>-7.209</c:v>
                </c:pt>
                <c:pt idx="744">
                  <c:v>-6.623</c:v>
                </c:pt>
                <c:pt idx="745">
                  <c:v>-6.013</c:v>
                </c:pt>
                <c:pt idx="746">
                  <c:v>-5.384</c:v>
                </c:pt>
                <c:pt idx="747">
                  <c:v>-4.737</c:v>
                </c:pt>
                <c:pt idx="748">
                  <c:v>-4.075</c:v>
                </c:pt>
                <c:pt idx="749">
                  <c:v>-3.401</c:v>
                </c:pt>
                <c:pt idx="750">
                  <c:v>-2.718</c:v>
                </c:pt>
                <c:pt idx="751">
                  <c:v>-2.03</c:v>
                </c:pt>
                <c:pt idx="752">
                  <c:v>-1.338</c:v>
                </c:pt>
                <c:pt idx="753">
                  <c:v>-0.646</c:v>
                </c:pt>
                <c:pt idx="754">
                  <c:v>0.044</c:v>
                </c:pt>
                <c:pt idx="755">
                  <c:v>0.727</c:v>
                </c:pt>
                <c:pt idx="756">
                  <c:v>1.402</c:v>
                </c:pt>
                <c:pt idx="757">
                  <c:v>2.065</c:v>
                </c:pt>
                <c:pt idx="758">
                  <c:v>2.714</c:v>
                </c:pt>
                <c:pt idx="759">
                  <c:v>3.346</c:v>
                </c:pt>
                <c:pt idx="760">
                  <c:v>3.959</c:v>
                </c:pt>
                <c:pt idx="761">
                  <c:v>4.549</c:v>
                </c:pt>
                <c:pt idx="762">
                  <c:v>5.116</c:v>
                </c:pt>
                <c:pt idx="763">
                  <c:v>5.655</c:v>
                </c:pt>
                <c:pt idx="764">
                  <c:v>6.166</c:v>
                </c:pt>
                <c:pt idx="765">
                  <c:v>6.647</c:v>
                </c:pt>
                <c:pt idx="766">
                  <c:v>7.095</c:v>
                </c:pt>
                <c:pt idx="767">
                  <c:v>7.509</c:v>
                </c:pt>
                <c:pt idx="768">
                  <c:v>7.889</c:v>
                </c:pt>
                <c:pt idx="769">
                  <c:v>8.232</c:v>
                </c:pt>
                <c:pt idx="770">
                  <c:v>8.537</c:v>
                </c:pt>
                <c:pt idx="771">
                  <c:v>8.805</c:v>
                </c:pt>
                <c:pt idx="772">
                  <c:v>9.033</c:v>
                </c:pt>
                <c:pt idx="773">
                  <c:v>9.222</c:v>
                </c:pt>
                <c:pt idx="774">
                  <c:v>9.37</c:v>
                </c:pt>
                <c:pt idx="775">
                  <c:v>9.479</c:v>
                </c:pt>
                <c:pt idx="776">
                  <c:v>9.548</c:v>
                </c:pt>
                <c:pt idx="777">
                  <c:v>9.577</c:v>
                </c:pt>
                <c:pt idx="778">
                  <c:v>9.566</c:v>
                </c:pt>
                <c:pt idx="779">
                  <c:v>9.516</c:v>
                </c:pt>
                <c:pt idx="780">
                  <c:v>9.428</c:v>
                </c:pt>
                <c:pt idx="781">
                  <c:v>9.302</c:v>
                </c:pt>
                <c:pt idx="782">
                  <c:v>9.139</c:v>
                </c:pt>
                <c:pt idx="783">
                  <c:v>8.941</c:v>
                </c:pt>
                <c:pt idx="784">
                  <c:v>8.708</c:v>
                </c:pt>
                <c:pt idx="785">
                  <c:v>8.442</c:v>
                </c:pt>
                <c:pt idx="786">
                  <c:v>8.144</c:v>
                </c:pt>
                <c:pt idx="787">
                  <c:v>7.816</c:v>
                </c:pt>
                <c:pt idx="788">
                  <c:v>7.46</c:v>
                </c:pt>
                <c:pt idx="789">
                  <c:v>7.076</c:v>
                </c:pt>
                <c:pt idx="790">
                  <c:v>6.668</c:v>
                </c:pt>
                <c:pt idx="791">
                  <c:v>6.235</c:v>
                </c:pt>
                <c:pt idx="792">
                  <c:v>5.782</c:v>
                </c:pt>
                <c:pt idx="793">
                  <c:v>5.308</c:v>
                </c:pt>
                <c:pt idx="794">
                  <c:v>4.817</c:v>
                </c:pt>
                <c:pt idx="795">
                  <c:v>4.311</c:v>
                </c:pt>
                <c:pt idx="796">
                  <c:v>3.791</c:v>
                </c:pt>
                <c:pt idx="797">
                  <c:v>3.261</c:v>
                </c:pt>
                <c:pt idx="798">
                  <c:v>2.721</c:v>
                </c:pt>
                <c:pt idx="799">
                  <c:v>2.175</c:v>
                </c:pt>
                <c:pt idx="800">
                  <c:v>1.625</c:v>
                </c:pt>
                <c:pt idx="801">
                  <c:v>1.074</c:v>
                </c:pt>
                <c:pt idx="802">
                  <c:v>0.523</c:v>
                </c:pt>
                <c:pt idx="803">
                  <c:v>-0.025</c:v>
                </c:pt>
                <c:pt idx="804">
                  <c:v>-0.567</c:v>
                </c:pt>
                <c:pt idx="805">
                  <c:v>-1.102</c:v>
                </c:pt>
                <c:pt idx="806">
                  <c:v>-1.626</c:v>
                </c:pt>
                <c:pt idx="807">
                  <c:v>-2.139</c:v>
                </c:pt>
                <c:pt idx="808">
                  <c:v>-2.636</c:v>
                </c:pt>
                <c:pt idx="809">
                  <c:v>-3.118</c:v>
                </c:pt>
                <c:pt idx="810">
                  <c:v>-3.58</c:v>
                </c:pt>
                <c:pt idx="811">
                  <c:v>-4.023</c:v>
                </c:pt>
                <c:pt idx="812">
                  <c:v>-4.443</c:v>
                </c:pt>
                <c:pt idx="813">
                  <c:v>-4.84</c:v>
                </c:pt>
                <c:pt idx="814">
                  <c:v>-5.212</c:v>
                </c:pt>
                <c:pt idx="815">
                  <c:v>-5.558</c:v>
                </c:pt>
                <c:pt idx="816">
                  <c:v>-5.876</c:v>
                </c:pt>
                <c:pt idx="817">
                  <c:v>-6.166</c:v>
                </c:pt>
                <c:pt idx="818">
                  <c:v>-6.426</c:v>
                </c:pt>
                <c:pt idx="819">
                  <c:v>-6.656</c:v>
                </c:pt>
                <c:pt idx="820">
                  <c:v>-6.855</c:v>
                </c:pt>
                <c:pt idx="821">
                  <c:v>-7.023</c:v>
                </c:pt>
                <c:pt idx="822">
                  <c:v>-7.16</c:v>
                </c:pt>
                <c:pt idx="823">
                  <c:v>-7.265</c:v>
                </c:pt>
                <c:pt idx="824">
                  <c:v>-7.339</c:v>
                </c:pt>
                <c:pt idx="825">
                  <c:v>-7.381</c:v>
                </c:pt>
                <c:pt idx="826">
                  <c:v>-7.392</c:v>
                </c:pt>
                <c:pt idx="827">
                  <c:v>-7.373</c:v>
                </c:pt>
                <c:pt idx="828">
                  <c:v>-7.324</c:v>
                </c:pt>
                <c:pt idx="829">
                  <c:v>-7.246</c:v>
                </c:pt>
                <c:pt idx="830">
                  <c:v>-7.14</c:v>
                </c:pt>
                <c:pt idx="831">
                  <c:v>-7.006</c:v>
                </c:pt>
                <c:pt idx="832">
                  <c:v>-6.846</c:v>
                </c:pt>
                <c:pt idx="833">
                  <c:v>-6.661</c:v>
                </c:pt>
                <c:pt idx="834">
                  <c:v>-6.452</c:v>
                </c:pt>
                <c:pt idx="835">
                  <c:v>-6.221</c:v>
                </c:pt>
                <c:pt idx="836">
                  <c:v>-5.968</c:v>
                </c:pt>
                <c:pt idx="837">
                  <c:v>-5.696</c:v>
                </c:pt>
                <c:pt idx="838">
                  <c:v>-5.405</c:v>
                </c:pt>
                <c:pt idx="839">
                  <c:v>-5.098</c:v>
                </c:pt>
                <c:pt idx="840">
                  <c:v>-4.776</c:v>
                </c:pt>
                <c:pt idx="841">
                  <c:v>-4.44</c:v>
                </c:pt>
                <c:pt idx="842">
                  <c:v>-4.092</c:v>
                </c:pt>
                <c:pt idx="843">
                  <c:v>-3.734</c:v>
                </c:pt>
                <c:pt idx="844">
                  <c:v>-3.367</c:v>
                </c:pt>
                <c:pt idx="845">
                  <c:v>-2.994</c:v>
                </c:pt>
                <c:pt idx="846">
                  <c:v>-2.616</c:v>
                </c:pt>
                <c:pt idx="847">
                  <c:v>-2.234</c:v>
                </c:pt>
                <c:pt idx="848">
                  <c:v>-1.851</c:v>
                </c:pt>
                <c:pt idx="849">
                  <c:v>-1.468</c:v>
                </c:pt>
                <c:pt idx="850">
                  <c:v>-1.086</c:v>
                </c:pt>
                <c:pt idx="851">
                  <c:v>-0.708</c:v>
                </c:pt>
                <c:pt idx="852">
                  <c:v>-0.335</c:v>
                </c:pt>
                <c:pt idx="853">
                  <c:v>0.032</c:v>
                </c:pt>
                <c:pt idx="854">
                  <c:v>0.391</c:v>
                </c:pt>
                <c:pt idx="855">
                  <c:v>0.74</c:v>
                </c:pt>
                <c:pt idx="856">
                  <c:v>1.079</c:v>
                </c:pt>
                <c:pt idx="857">
                  <c:v>1.406</c:v>
                </c:pt>
                <c:pt idx="858">
                  <c:v>1.721</c:v>
                </c:pt>
                <c:pt idx="859">
                  <c:v>2.021</c:v>
                </c:pt>
                <c:pt idx="860">
                  <c:v>2.306</c:v>
                </c:pt>
                <c:pt idx="861">
                  <c:v>2.576</c:v>
                </c:pt>
                <c:pt idx="862">
                  <c:v>2.828</c:v>
                </c:pt>
                <c:pt idx="863">
                  <c:v>3.064</c:v>
                </c:pt>
                <c:pt idx="864">
                  <c:v>3.282</c:v>
                </c:pt>
                <c:pt idx="865">
                  <c:v>3.482</c:v>
                </c:pt>
                <c:pt idx="866">
                  <c:v>3.663</c:v>
                </c:pt>
                <c:pt idx="867">
                  <c:v>3.825</c:v>
                </c:pt>
                <c:pt idx="868">
                  <c:v>3.968</c:v>
                </c:pt>
                <c:pt idx="869">
                  <c:v>4.092</c:v>
                </c:pt>
                <c:pt idx="870">
                  <c:v>4.197</c:v>
                </c:pt>
                <c:pt idx="871">
                  <c:v>4.282</c:v>
                </c:pt>
                <c:pt idx="872">
                  <c:v>4.349</c:v>
                </c:pt>
                <c:pt idx="873">
                  <c:v>4.397</c:v>
                </c:pt>
                <c:pt idx="874">
                  <c:v>4.426</c:v>
                </c:pt>
                <c:pt idx="875">
                  <c:v>4.437</c:v>
                </c:pt>
                <c:pt idx="876">
                  <c:v>4.43</c:v>
                </c:pt>
                <c:pt idx="877">
                  <c:v>4.406</c:v>
                </c:pt>
                <c:pt idx="878">
                  <c:v>4.366</c:v>
                </c:pt>
                <c:pt idx="879">
                  <c:v>4.309</c:v>
                </c:pt>
                <c:pt idx="880">
                  <c:v>4.236</c:v>
                </c:pt>
                <c:pt idx="881">
                  <c:v>4.149</c:v>
                </c:pt>
                <c:pt idx="882">
                  <c:v>4.048</c:v>
                </c:pt>
                <c:pt idx="883">
                  <c:v>3.933</c:v>
                </c:pt>
                <c:pt idx="884">
                  <c:v>3.806</c:v>
                </c:pt>
                <c:pt idx="885">
                  <c:v>3.667</c:v>
                </c:pt>
                <c:pt idx="886">
                  <c:v>3.517</c:v>
                </c:pt>
                <c:pt idx="887">
                  <c:v>3.357</c:v>
                </c:pt>
                <c:pt idx="888">
                  <c:v>3.188</c:v>
                </c:pt>
                <c:pt idx="889">
                  <c:v>3.011</c:v>
                </c:pt>
                <c:pt idx="890">
                  <c:v>2.827</c:v>
                </c:pt>
                <c:pt idx="891">
                  <c:v>2.637</c:v>
                </c:pt>
                <c:pt idx="892">
                  <c:v>2.442</c:v>
                </c:pt>
                <c:pt idx="893">
                  <c:v>2.242</c:v>
                </c:pt>
                <c:pt idx="894">
                  <c:v>2.04</c:v>
                </c:pt>
                <c:pt idx="895">
                  <c:v>1.836</c:v>
                </c:pt>
                <c:pt idx="896">
                  <c:v>1.631</c:v>
                </c:pt>
                <c:pt idx="897">
                  <c:v>1.425</c:v>
                </c:pt>
                <c:pt idx="898">
                  <c:v>1.221</c:v>
                </c:pt>
                <c:pt idx="899">
                  <c:v>1.018</c:v>
                </c:pt>
                <c:pt idx="900">
                  <c:v>0.819</c:v>
                </c:pt>
                <c:pt idx="901">
                  <c:v>0.623</c:v>
                </c:pt>
                <c:pt idx="902">
                  <c:v>0.431</c:v>
                </c:pt>
                <c:pt idx="903">
                  <c:v>0.245</c:v>
                </c:pt>
                <c:pt idx="904">
                  <c:v>0.064</c:v>
                </c:pt>
                <c:pt idx="905">
                  <c:v>-0.109</c:v>
                </c:pt>
                <c:pt idx="906">
                  <c:v>-0.276</c:v>
                </c:pt>
                <c:pt idx="907">
                  <c:v>-0.435</c:v>
                </c:pt>
                <c:pt idx="908">
                  <c:v>-0.585</c:v>
                </c:pt>
                <c:pt idx="909">
                  <c:v>-0.728</c:v>
                </c:pt>
                <c:pt idx="910">
                  <c:v>-0.861</c:v>
                </c:pt>
                <c:pt idx="911">
                  <c:v>-0.985</c:v>
                </c:pt>
                <c:pt idx="912">
                  <c:v>-1.099</c:v>
                </c:pt>
                <c:pt idx="913">
                  <c:v>-1.204</c:v>
                </c:pt>
                <c:pt idx="914">
                  <c:v>-1.299</c:v>
                </c:pt>
                <c:pt idx="915">
                  <c:v>-1.384</c:v>
                </c:pt>
                <c:pt idx="916">
                  <c:v>-1.459</c:v>
                </c:pt>
                <c:pt idx="917">
                  <c:v>-1.524</c:v>
                </c:pt>
                <c:pt idx="918">
                  <c:v>-1.579</c:v>
                </c:pt>
                <c:pt idx="919">
                  <c:v>-1.625</c:v>
                </c:pt>
                <c:pt idx="920">
                  <c:v>-1.661</c:v>
                </c:pt>
                <c:pt idx="921">
                  <c:v>-1.688</c:v>
                </c:pt>
                <c:pt idx="922">
                  <c:v>-1.705</c:v>
                </c:pt>
                <c:pt idx="923">
                  <c:v>-1.714</c:v>
                </c:pt>
                <c:pt idx="924">
                  <c:v>-1.714</c:v>
                </c:pt>
                <c:pt idx="925">
                  <c:v>-1.705</c:v>
                </c:pt>
                <c:pt idx="926">
                  <c:v>-1.689</c:v>
                </c:pt>
                <c:pt idx="927">
                  <c:v>-1.665</c:v>
                </c:pt>
                <c:pt idx="928">
                  <c:v>-1.635</c:v>
                </c:pt>
                <c:pt idx="929">
                  <c:v>-1.597</c:v>
                </c:pt>
                <c:pt idx="930">
                  <c:v>-1.554</c:v>
                </c:pt>
                <c:pt idx="931">
                  <c:v>-1.505</c:v>
                </c:pt>
                <c:pt idx="932">
                  <c:v>-1.451</c:v>
                </c:pt>
                <c:pt idx="933">
                  <c:v>-1.392</c:v>
                </c:pt>
                <c:pt idx="934">
                  <c:v>-1.329</c:v>
                </c:pt>
                <c:pt idx="935">
                  <c:v>-1.263</c:v>
                </c:pt>
                <c:pt idx="936">
                  <c:v>-1.194</c:v>
                </c:pt>
                <c:pt idx="937">
                  <c:v>-1.122</c:v>
                </c:pt>
                <c:pt idx="938">
                  <c:v>-1.048</c:v>
                </c:pt>
                <c:pt idx="939">
                  <c:v>-0.973</c:v>
                </c:pt>
                <c:pt idx="940">
                  <c:v>-0.897</c:v>
                </c:pt>
                <c:pt idx="941">
                  <c:v>-0.821</c:v>
                </c:pt>
                <c:pt idx="942">
                  <c:v>-0.745</c:v>
                </c:pt>
                <c:pt idx="943">
                  <c:v>-0.669</c:v>
                </c:pt>
                <c:pt idx="944">
                  <c:v>-0.594</c:v>
                </c:pt>
                <c:pt idx="945">
                  <c:v>-0.519</c:v>
                </c:pt>
                <c:pt idx="946">
                  <c:v>-0.447</c:v>
                </c:pt>
                <c:pt idx="947">
                  <c:v>-0.376</c:v>
                </c:pt>
                <c:pt idx="948">
                  <c:v>-0.307</c:v>
                </c:pt>
                <c:pt idx="949">
                  <c:v>-0.24</c:v>
                </c:pt>
                <c:pt idx="950">
                  <c:v>-0.176</c:v>
                </c:pt>
                <c:pt idx="951">
                  <c:v>-0.114</c:v>
                </c:pt>
                <c:pt idx="952">
                  <c:v>-0.055</c:v>
                </c:pt>
                <c:pt idx="953">
                  <c:v>0.002</c:v>
                </c:pt>
                <c:pt idx="954">
                  <c:v>0.056</c:v>
                </c:pt>
                <c:pt idx="955">
                  <c:v>0.107</c:v>
                </c:pt>
                <c:pt idx="956">
                  <c:v>0.155</c:v>
                </c:pt>
                <c:pt idx="957">
                  <c:v>0.201</c:v>
                </c:pt>
                <c:pt idx="958">
                  <c:v>0.244</c:v>
                </c:pt>
                <c:pt idx="959">
                  <c:v>0.284</c:v>
                </c:pt>
                <c:pt idx="960">
                  <c:v>0.322</c:v>
                </c:pt>
                <c:pt idx="961">
                  <c:v>0.357</c:v>
                </c:pt>
                <c:pt idx="962">
                  <c:v>0.39</c:v>
                </c:pt>
                <c:pt idx="963">
                  <c:v>0.421</c:v>
                </c:pt>
                <c:pt idx="964">
                  <c:v>0.449</c:v>
                </c:pt>
                <c:pt idx="965">
                  <c:v>0.475</c:v>
                </c:pt>
                <c:pt idx="966">
                  <c:v>0.499</c:v>
                </c:pt>
                <c:pt idx="967">
                  <c:v>0.521</c:v>
                </c:pt>
                <c:pt idx="968">
                  <c:v>0.541</c:v>
                </c:pt>
                <c:pt idx="969">
                  <c:v>0.56</c:v>
                </c:pt>
                <c:pt idx="970">
                  <c:v>0.577</c:v>
                </c:pt>
                <c:pt idx="971">
                  <c:v>0.592</c:v>
                </c:pt>
                <c:pt idx="972">
                  <c:v>0.606</c:v>
                </c:pt>
                <c:pt idx="973">
                  <c:v>0.619</c:v>
                </c:pt>
                <c:pt idx="974">
                  <c:v>0.63</c:v>
                </c:pt>
                <c:pt idx="975">
                  <c:v>0.64</c:v>
                </c:pt>
                <c:pt idx="976">
                  <c:v>0.649</c:v>
                </c:pt>
                <c:pt idx="977">
                  <c:v>0.657</c:v>
                </c:pt>
                <c:pt idx="978">
                  <c:v>0.664</c:v>
                </c:pt>
                <c:pt idx="979">
                  <c:v>0.67</c:v>
                </c:pt>
                <c:pt idx="980">
                  <c:v>0.676</c:v>
                </c:pt>
                <c:pt idx="981">
                  <c:v>0.68</c:v>
                </c:pt>
                <c:pt idx="982">
                  <c:v>0.684</c:v>
                </c:pt>
                <c:pt idx="983">
                  <c:v>0.687</c:v>
                </c:pt>
                <c:pt idx="984">
                  <c:v>0.69</c:v>
                </c:pt>
                <c:pt idx="985">
                  <c:v>0.692</c:v>
                </c:pt>
                <c:pt idx="986">
                  <c:v>0.694</c:v>
                </c:pt>
                <c:pt idx="987">
                  <c:v>0.695</c:v>
                </c:pt>
                <c:pt idx="988">
                  <c:v>0.695</c:v>
                </c:pt>
                <c:pt idx="989">
                  <c:v>0.696</c:v>
                </c:pt>
                <c:pt idx="990">
                  <c:v>0.696</c:v>
                </c:pt>
                <c:pt idx="991">
                  <c:v>0.695</c:v>
                </c:pt>
                <c:pt idx="992">
                  <c:v>0.694</c:v>
                </c:pt>
                <c:pt idx="993">
                  <c:v>0.693</c:v>
                </c:pt>
                <c:pt idx="994">
                  <c:v>0.692</c:v>
                </c:pt>
                <c:pt idx="995">
                  <c:v>0.69</c:v>
                </c:pt>
                <c:pt idx="996">
                  <c:v>0.689</c:v>
                </c:pt>
                <c:pt idx="997">
                  <c:v>0.687</c:v>
                </c:pt>
                <c:pt idx="998">
                  <c:v>0.684</c:v>
                </c:pt>
                <c:pt idx="999">
                  <c:v>0.682</c:v>
                </c:pt>
                <c:pt idx="1000">
                  <c:v>0.679</c:v>
                </c:pt>
                <c:pt idx="1001">
                  <c:v>0.676</c:v>
                </c:pt>
                <c:pt idx="1002">
                  <c:v>0.673</c:v>
                </c:pt>
                <c:pt idx="1003">
                  <c:v>0.67</c:v>
                </c:pt>
                <c:pt idx="1004">
                  <c:v>0.667</c:v>
                </c:pt>
                <c:pt idx="1005">
                  <c:v>0.663</c:v>
                </c:pt>
                <c:pt idx="1006">
                  <c:v>0.659</c:v>
                </c:pt>
                <c:pt idx="1007">
                  <c:v>0.655</c:v>
                </c:pt>
                <c:pt idx="1008">
                  <c:v>0.651</c:v>
                </c:pt>
                <c:pt idx="1009">
                  <c:v>0.647</c:v>
                </c:pt>
                <c:pt idx="1010">
                  <c:v>0.643</c:v>
                </c:pt>
                <c:pt idx="1011">
                  <c:v>0.638</c:v>
                </c:pt>
                <c:pt idx="1012">
                  <c:v>0.633</c:v>
                </c:pt>
                <c:pt idx="1013">
                  <c:v>0.628</c:v>
                </c:pt>
                <c:pt idx="1014">
                  <c:v>0.623</c:v>
                </c:pt>
                <c:pt idx="1015">
                  <c:v>0.617</c:v>
                </c:pt>
                <c:pt idx="1016">
                  <c:v>0.611</c:v>
                </c:pt>
                <c:pt idx="1017">
                  <c:v>0.606</c:v>
                </c:pt>
                <c:pt idx="1018">
                  <c:v>0.599</c:v>
                </c:pt>
                <c:pt idx="1019">
                  <c:v>0.593</c:v>
                </c:pt>
                <c:pt idx="1020">
                  <c:v>0.587</c:v>
                </c:pt>
                <c:pt idx="1021">
                  <c:v>0.58</c:v>
                </c:pt>
                <c:pt idx="1022">
                  <c:v>0.573</c:v>
                </c:pt>
                <c:pt idx="1023">
                  <c:v>0.565</c:v>
                </c:pt>
                <c:pt idx="1024">
                  <c:v>0.558</c:v>
                </c:pt>
                <c:pt idx="1025">
                  <c:v>0.55</c:v>
                </c:pt>
                <c:pt idx="1026">
                  <c:v>0.542</c:v>
                </c:pt>
                <c:pt idx="1027">
                  <c:v>0.534</c:v>
                </c:pt>
                <c:pt idx="1028">
                  <c:v>0.525</c:v>
                </c:pt>
                <c:pt idx="1029">
                  <c:v>0.517</c:v>
                </c:pt>
                <c:pt idx="1030">
                  <c:v>0.508</c:v>
                </c:pt>
                <c:pt idx="1031">
                  <c:v>0.499</c:v>
                </c:pt>
                <c:pt idx="1032">
                  <c:v>0.489</c:v>
                </c:pt>
                <c:pt idx="1033">
                  <c:v>0.479</c:v>
                </c:pt>
                <c:pt idx="1034">
                  <c:v>0.469</c:v>
                </c:pt>
                <c:pt idx="1035">
                  <c:v>0.459</c:v>
                </c:pt>
                <c:pt idx="1036">
                  <c:v>0.449</c:v>
                </c:pt>
                <c:pt idx="1037">
                  <c:v>0.438</c:v>
                </c:pt>
                <c:pt idx="1038">
                  <c:v>0.427</c:v>
                </c:pt>
                <c:pt idx="1039">
                  <c:v>0.416</c:v>
                </c:pt>
                <c:pt idx="1040">
                  <c:v>0.405</c:v>
                </c:pt>
                <c:pt idx="1041">
                  <c:v>0.394</c:v>
                </c:pt>
                <c:pt idx="1042">
                  <c:v>0.382</c:v>
                </c:pt>
                <c:pt idx="1043">
                  <c:v>0.371</c:v>
                </c:pt>
                <c:pt idx="1044">
                  <c:v>0.359</c:v>
                </c:pt>
                <c:pt idx="1045">
                  <c:v>0.347</c:v>
                </c:pt>
                <c:pt idx="1046">
                  <c:v>0.335</c:v>
                </c:pt>
                <c:pt idx="1047">
                  <c:v>0.323</c:v>
                </c:pt>
                <c:pt idx="1048">
                  <c:v>0.311</c:v>
                </c:pt>
                <c:pt idx="1049">
                  <c:v>0.298</c:v>
                </c:pt>
                <c:pt idx="1050">
                  <c:v>0.286</c:v>
                </c:pt>
                <c:pt idx="1051">
                  <c:v>0.274</c:v>
                </c:pt>
                <c:pt idx="1052">
                  <c:v>0.261</c:v>
                </c:pt>
                <c:pt idx="1053">
                  <c:v>0.249</c:v>
                </c:pt>
                <c:pt idx="1054">
                  <c:v>0.237</c:v>
                </c:pt>
                <c:pt idx="1055">
                  <c:v>0.225</c:v>
                </c:pt>
                <c:pt idx="1056">
                  <c:v>0.213</c:v>
                </c:pt>
                <c:pt idx="1057">
                  <c:v>0.201</c:v>
                </c:pt>
                <c:pt idx="1058">
                  <c:v>0.189</c:v>
                </c:pt>
                <c:pt idx="1059">
                  <c:v>0.177</c:v>
                </c:pt>
                <c:pt idx="1060">
                  <c:v>0.166</c:v>
                </c:pt>
                <c:pt idx="1061">
                  <c:v>0.154</c:v>
                </c:pt>
                <c:pt idx="1062">
                  <c:v>0.143</c:v>
                </c:pt>
                <c:pt idx="1063">
                  <c:v>0.132</c:v>
                </c:pt>
                <c:pt idx="1064">
                  <c:v>0.122</c:v>
                </c:pt>
                <c:pt idx="1065">
                  <c:v>0.111</c:v>
                </c:pt>
                <c:pt idx="1066">
                  <c:v>0.101</c:v>
                </c:pt>
                <c:pt idx="1067">
                  <c:v>0.092</c:v>
                </c:pt>
                <c:pt idx="1068">
                  <c:v>0.083</c:v>
                </c:pt>
                <c:pt idx="1069">
                  <c:v>0.074</c:v>
                </c:pt>
                <c:pt idx="1070">
                  <c:v>0.065</c:v>
                </c:pt>
                <c:pt idx="1071">
                  <c:v>0.057</c:v>
                </c:pt>
                <c:pt idx="1072">
                  <c:v>0.05</c:v>
                </c:pt>
                <c:pt idx="1073">
                  <c:v>0.043</c:v>
                </c:pt>
                <c:pt idx="1074">
                  <c:v>0.036</c:v>
                </c:pt>
                <c:pt idx="1075">
                  <c:v>0.03</c:v>
                </c:pt>
                <c:pt idx="1076">
                  <c:v>0.025</c:v>
                </c:pt>
                <c:pt idx="1077">
                  <c:v>0.02</c:v>
                </c:pt>
                <c:pt idx="1078">
                  <c:v>0.016</c:v>
                </c:pt>
                <c:pt idx="1079">
                  <c:v>0.013</c:v>
                </c:pt>
                <c:pt idx="1080">
                  <c:v>0.01</c:v>
                </c:pt>
                <c:pt idx="1081">
                  <c:v>0.008</c:v>
                </c:pt>
                <c:pt idx="1082">
                  <c:v>0.007</c:v>
                </c:pt>
                <c:pt idx="1083">
                  <c:v>0.007</c:v>
                </c:pt>
                <c:pt idx="1084">
                  <c:v>0.007</c:v>
                </c:pt>
                <c:pt idx="1085">
                  <c:v>0.009</c:v>
                </c:pt>
                <c:pt idx="1086">
                  <c:v>0.011</c:v>
                </c:pt>
                <c:pt idx="1087">
                  <c:v>0.014</c:v>
                </c:pt>
                <c:pt idx="1088">
                  <c:v>0.018</c:v>
                </c:pt>
                <c:pt idx="1089">
                  <c:v>0.023</c:v>
                </c:pt>
                <c:pt idx="1090">
                  <c:v>0.029</c:v>
                </c:pt>
                <c:pt idx="1091">
                  <c:v>0.036</c:v>
                </c:pt>
                <c:pt idx="1092">
                  <c:v>0.044</c:v>
                </c:pt>
                <c:pt idx="1093">
                  <c:v>0.053</c:v>
                </c:pt>
                <c:pt idx="1094">
                  <c:v>0.064</c:v>
                </c:pt>
                <c:pt idx="1095">
                  <c:v>0.075</c:v>
                </c:pt>
                <c:pt idx="1096">
                  <c:v>0.087</c:v>
                </c:pt>
                <c:pt idx="1097">
                  <c:v>0.1</c:v>
                </c:pt>
                <c:pt idx="1098">
                  <c:v>0.114</c:v>
                </c:pt>
                <c:pt idx="1099">
                  <c:v>0.129</c:v>
                </c:pt>
                <c:pt idx="1100">
                  <c:v>0.145</c:v>
                </c:pt>
                <c:pt idx="1101">
                  <c:v>0.162</c:v>
                </c:pt>
                <c:pt idx="1102">
                  <c:v>0.18</c:v>
                </c:pt>
                <c:pt idx="1103">
                  <c:v>0.198</c:v>
                </c:pt>
                <c:pt idx="1104">
                  <c:v>0.217</c:v>
                </c:pt>
                <c:pt idx="1105">
                  <c:v>0.237</c:v>
                </c:pt>
                <c:pt idx="1106">
                  <c:v>0.257</c:v>
                </c:pt>
                <c:pt idx="1107">
                  <c:v>0.277</c:v>
                </c:pt>
                <c:pt idx="1108">
                  <c:v>0.298</c:v>
                </c:pt>
                <c:pt idx="1109">
                  <c:v>0.318</c:v>
                </c:pt>
                <c:pt idx="1110">
                  <c:v>0.339</c:v>
                </c:pt>
                <c:pt idx="1111">
                  <c:v>0.359</c:v>
                </c:pt>
                <c:pt idx="1112">
                  <c:v>0.379</c:v>
                </c:pt>
                <c:pt idx="1113">
                  <c:v>0.399</c:v>
                </c:pt>
                <c:pt idx="1114">
                  <c:v>0.418</c:v>
                </c:pt>
                <c:pt idx="1115">
                  <c:v>0.436</c:v>
                </c:pt>
                <c:pt idx="1116">
                  <c:v>0.453</c:v>
                </c:pt>
                <c:pt idx="1117">
                  <c:v>0.469</c:v>
                </c:pt>
                <c:pt idx="1118">
                  <c:v>0.484</c:v>
                </c:pt>
                <c:pt idx="1119">
                  <c:v>0.497</c:v>
                </c:pt>
                <c:pt idx="1120">
                  <c:v>0.509</c:v>
                </c:pt>
                <c:pt idx="1121">
                  <c:v>0.519</c:v>
                </c:pt>
                <c:pt idx="1122">
                  <c:v>0.528</c:v>
                </c:pt>
                <c:pt idx="1123">
                  <c:v>0.536</c:v>
                </c:pt>
                <c:pt idx="1124">
                  <c:v>0.541</c:v>
                </c:pt>
                <c:pt idx="1125">
                  <c:v>0.545</c:v>
                </c:pt>
                <c:pt idx="1126">
                  <c:v>0.547</c:v>
                </c:pt>
                <c:pt idx="1127">
                  <c:v>0.548</c:v>
                </c:pt>
                <c:pt idx="1128">
                  <c:v>0.547</c:v>
                </c:pt>
                <c:pt idx="1129">
                  <c:v>0.544</c:v>
                </c:pt>
                <c:pt idx="1130">
                  <c:v>0.539</c:v>
                </c:pt>
                <c:pt idx="1131">
                  <c:v>0.533</c:v>
                </c:pt>
                <c:pt idx="1132">
                  <c:v>0.525</c:v>
                </c:pt>
                <c:pt idx="1133">
                  <c:v>0.516</c:v>
                </c:pt>
                <c:pt idx="1134">
                  <c:v>0.505</c:v>
                </c:pt>
                <c:pt idx="1135">
                  <c:v>0.493</c:v>
                </c:pt>
                <c:pt idx="1136">
                  <c:v>0.479</c:v>
                </c:pt>
                <c:pt idx="1137">
                  <c:v>0.463</c:v>
                </c:pt>
                <c:pt idx="1138">
                  <c:v>0.446</c:v>
                </c:pt>
                <c:pt idx="1139">
                  <c:v>0.427</c:v>
                </c:pt>
                <c:pt idx="1140">
                  <c:v>0.407</c:v>
                </c:pt>
                <c:pt idx="1141">
                  <c:v>0.385</c:v>
                </c:pt>
                <c:pt idx="1142">
                  <c:v>0.362</c:v>
                </c:pt>
                <c:pt idx="1143">
                  <c:v>0.337</c:v>
                </c:pt>
                <c:pt idx="1144">
                  <c:v>0.31</c:v>
                </c:pt>
                <c:pt idx="1145">
                  <c:v>0.283</c:v>
                </c:pt>
                <c:pt idx="1146">
                  <c:v>0.253</c:v>
                </c:pt>
                <c:pt idx="1147">
                  <c:v>0.223</c:v>
                </c:pt>
                <c:pt idx="1148">
                  <c:v>0.192</c:v>
                </c:pt>
                <c:pt idx="1149">
                  <c:v>0.159</c:v>
                </c:pt>
                <c:pt idx="1150">
                  <c:v>0.125</c:v>
                </c:pt>
                <c:pt idx="1151">
                  <c:v>0.091</c:v>
                </c:pt>
                <c:pt idx="1152">
                  <c:v>0.056</c:v>
                </c:pt>
                <c:pt idx="1153">
                  <c:v>0.02</c:v>
                </c:pt>
                <c:pt idx="1154">
                  <c:v>-0.016</c:v>
                </c:pt>
                <c:pt idx="1155">
                  <c:v>-0.053</c:v>
                </c:pt>
                <c:pt idx="1156">
                  <c:v>-0.09</c:v>
                </c:pt>
                <c:pt idx="1157">
                  <c:v>-0.128</c:v>
                </c:pt>
                <c:pt idx="1158">
                  <c:v>-0.166</c:v>
                </c:pt>
                <c:pt idx="1159">
                  <c:v>-0.204</c:v>
                </c:pt>
                <c:pt idx="1160">
                  <c:v>-0.243</c:v>
                </c:pt>
                <c:pt idx="1161">
                  <c:v>-0.281</c:v>
                </c:pt>
                <c:pt idx="1162">
                  <c:v>-0.319</c:v>
                </c:pt>
                <c:pt idx="1163">
                  <c:v>-0.357</c:v>
                </c:pt>
                <c:pt idx="1164">
                  <c:v>-0.395</c:v>
                </c:pt>
                <c:pt idx="1165">
                  <c:v>-0.432</c:v>
                </c:pt>
                <c:pt idx="1166">
                  <c:v>-0.468</c:v>
                </c:pt>
                <c:pt idx="1167">
                  <c:v>-0.503</c:v>
                </c:pt>
                <c:pt idx="1168">
                  <c:v>-0.536</c:v>
                </c:pt>
                <c:pt idx="1169">
                  <c:v>-0.568</c:v>
                </c:pt>
                <c:pt idx="1170">
                  <c:v>-0.597</c:v>
                </c:pt>
                <c:pt idx="1171">
                  <c:v>-0.625</c:v>
                </c:pt>
                <c:pt idx="1172">
                  <c:v>-0.65</c:v>
                </c:pt>
                <c:pt idx="1173">
                  <c:v>-0.672</c:v>
                </c:pt>
                <c:pt idx="1174">
                  <c:v>-0.692</c:v>
                </c:pt>
                <c:pt idx="1175">
                  <c:v>-0.709</c:v>
                </c:pt>
                <c:pt idx="1176">
                  <c:v>-0.724</c:v>
                </c:pt>
                <c:pt idx="1177">
                  <c:v>-0.735</c:v>
                </c:pt>
                <c:pt idx="1178">
                  <c:v>-0.744</c:v>
                </c:pt>
                <c:pt idx="1179">
                  <c:v>-0.75</c:v>
                </c:pt>
                <c:pt idx="1180">
                  <c:v>-0.753</c:v>
                </c:pt>
                <c:pt idx="1181">
                  <c:v>-0.753</c:v>
                </c:pt>
                <c:pt idx="1182">
                  <c:v>-0.751</c:v>
                </c:pt>
                <c:pt idx="1183">
                  <c:v>-0.746</c:v>
                </c:pt>
                <c:pt idx="1184">
                  <c:v>-0.738</c:v>
                </c:pt>
                <c:pt idx="1185">
                  <c:v>-0.728</c:v>
                </c:pt>
                <c:pt idx="1186">
                  <c:v>-0.715</c:v>
                </c:pt>
                <c:pt idx="1187">
                  <c:v>-0.701</c:v>
                </c:pt>
                <c:pt idx="1188">
                  <c:v>-0.684</c:v>
                </c:pt>
                <c:pt idx="1189">
                  <c:v>-0.666</c:v>
                </c:pt>
                <c:pt idx="1190">
                  <c:v>-0.647</c:v>
                </c:pt>
                <c:pt idx="1191">
                  <c:v>-0.627</c:v>
                </c:pt>
                <c:pt idx="1192">
                  <c:v>-0.606</c:v>
                </c:pt>
                <c:pt idx="1193">
                  <c:v>-0.584</c:v>
                </c:pt>
                <c:pt idx="1194">
                  <c:v>-0.562</c:v>
                </c:pt>
                <c:pt idx="1195">
                  <c:v>-0.54</c:v>
                </c:pt>
                <c:pt idx="1196">
                  <c:v>-0.517</c:v>
                </c:pt>
                <c:pt idx="1197">
                  <c:v>-0.495</c:v>
                </c:pt>
                <c:pt idx="1198">
                  <c:v>-0.473</c:v>
                </c:pt>
                <c:pt idx="1199">
                  <c:v>-0.451</c:v>
                </c:pt>
                <c:pt idx="1200">
                  <c:v>-0.429</c:v>
                </c:pt>
                <c:pt idx="1201">
                  <c:v>-0.409</c:v>
                </c:pt>
                <c:pt idx="1202">
                  <c:v>-0.388</c:v>
                </c:pt>
                <c:pt idx="1203">
                  <c:v>-0.369</c:v>
                </c:pt>
                <c:pt idx="1204">
                  <c:v>-0.35</c:v>
                </c:pt>
                <c:pt idx="1205">
                  <c:v>-0.332</c:v>
                </c:pt>
                <c:pt idx="1206">
                  <c:v>-0.315</c:v>
                </c:pt>
                <c:pt idx="1207">
                  <c:v>-0.299</c:v>
                </c:pt>
                <c:pt idx="1208">
                  <c:v>-0.284</c:v>
                </c:pt>
                <c:pt idx="1209">
                  <c:v>-0.27</c:v>
                </c:pt>
                <c:pt idx="1210">
                  <c:v>-0.257</c:v>
                </c:pt>
                <c:pt idx="1211">
                  <c:v>-0.246</c:v>
                </c:pt>
                <c:pt idx="1212">
                  <c:v>-0.236</c:v>
                </c:pt>
                <c:pt idx="1213">
                  <c:v>-0.228</c:v>
                </c:pt>
                <c:pt idx="1214">
                  <c:v>-0.221</c:v>
                </c:pt>
                <c:pt idx="1215">
                  <c:v>-0.216</c:v>
                </c:pt>
                <c:pt idx="1216">
                  <c:v>-0.212</c:v>
                </c:pt>
                <c:pt idx="1217">
                  <c:v>-0.209</c:v>
                </c:pt>
                <c:pt idx="1218">
                  <c:v>-0.208</c:v>
                </c:pt>
                <c:pt idx="1219">
                  <c:v>-0.209</c:v>
                </c:pt>
                <c:pt idx="1220">
                  <c:v>-0.21</c:v>
                </c:pt>
                <c:pt idx="1221">
                  <c:v>-0.214</c:v>
                </c:pt>
                <c:pt idx="1222">
                  <c:v>-0.218</c:v>
                </c:pt>
                <c:pt idx="1223">
                  <c:v>-0.224</c:v>
                </c:pt>
                <c:pt idx="1224">
                  <c:v>-0.232</c:v>
                </c:pt>
                <c:pt idx="1225">
                  <c:v>-0.24</c:v>
                </c:pt>
                <c:pt idx="1226">
                  <c:v>-0.25</c:v>
                </c:pt>
                <c:pt idx="1227">
                  <c:v>-0.261</c:v>
                </c:pt>
                <c:pt idx="1228">
                  <c:v>-0.272</c:v>
                </c:pt>
                <c:pt idx="1229">
                  <c:v>-0.285</c:v>
                </c:pt>
                <c:pt idx="1230">
                  <c:v>-0.299</c:v>
                </c:pt>
                <c:pt idx="1231">
                  <c:v>-0.313</c:v>
                </c:pt>
                <c:pt idx="1232">
                  <c:v>-0.329</c:v>
                </c:pt>
                <c:pt idx="1233">
                  <c:v>-0.345</c:v>
                </c:pt>
                <c:pt idx="1234">
                  <c:v>-0.361</c:v>
                </c:pt>
                <c:pt idx="1235">
                  <c:v>-0.378</c:v>
                </c:pt>
                <c:pt idx="1236">
                  <c:v>-0.395</c:v>
                </c:pt>
                <c:pt idx="1237">
                  <c:v>-0.413</c:v>
                </c:pt>
                <c:pt idx="1238">
                  <c:v>-0.431</c:v>
                </c:pt>
                <c:pt idx="1239">
                  <c:v>-0.449</c:v>
                </c:pt>
                <c:pt idx="1240">
                  <c:v>-0.467</c:v>
                </c:pt>
                <c:pt idx="1241">
                  <c:v>-0.485</c:v>
                </c:pt>
                <c:pt idx="1242">
                  <c:v>-0.503</c:v>
                </c:pt>
                <c:pt idx="1243">
                  <c:v>-0.52</c:v>
                </c:pt>
                <c:pt idx="1244">
                  <c:v>-0.538</c:v>
                </c:pt>
                <c:pt idx="1245">
                  <c:v>-0.554</c:v>
                </c:pt>
                <c:pt idx="1246">
                  <c:v>-0.571</c:v>
                </c:pt>
                <c:pt idx="1247">
                  <c:v>-0.587</c:v>
                </c:pt>
                <c:pt idx="1248">
                  <c:v>-0.602</c:v>
                </c:pt>
                <c:pt idx="1249">
                  <c:v>-0.617</c:v>
                </c:pt>
                <c:pt idx="1250">
                  <c:v>-0.63</c:v>
                </c:pt>
                <c:pt idx="1251">
                  <c:v>-0.643</c:v>
                </c:pt>
                <c:pt idx="1252">
                  <c:v>-0.656</c:v>
                </c:pt>
                <c:pt idx="1253">
                  <c:v>-0.667</c:v>
                </c:pt>
                <c:pt idx="1254">
                  <c:v>-0.677</c:v>
                </c:pt>
                <c:pt idx="1255">
                  <c:v>-0.686</c:v>
                </c:pt>
                <c:pt idx="1256">
                  <c:v>-0.695</c:v>
                </c:pt>
                <c:pt idx="1257">
                  <c:v>-0.702</c:v>
                </c:pt>
                <c:pt idx="1258">
                  <c:v>-0.708</c:v>
                </c:pt>
                <c:pt idx="1259">
                  <c:v>-0.713</c:v>
                </c:pt>
                <c:pt idx="1260">
                  <c:v>-0.717</c:v>
                </c:pt>
                <c:pt idx="1261">
                  <c:v>-0.719</c:v>
                </c:pt>
                <c:pt idx="1262">
                  <c:v>-0.721</c:v>
                </c:pt>
                <c:pt idx="1263">
                  <c:v>-0.721</c:v>
                </c:pt>
                <c:pt idx="1264">
                  <c:v>-0.721</c:v>
                </c:pt>
                <c:pt idx="1265">
                  <c:v>-0.719</c:v>
                </c:pt>
                <c:pt idx="1266">
                  <c:v>-0.716</c:v>
                </c:pt>
                <c:pt idx="1267">
                  <c:v>-0.712</c:v>
                </c:pt>
                <c:pt idx="1268">
                  <c:v>-0.707</c:v>
                </c:pt>
                <c:pt idx="1269">
                  <c:v>-0.702</c:v>
                </c:pt>
                <c:pt idx="1270">
                  <c:v>-0.695</c:v>
                </c:pt>
                <c:pt idx="1271">
                  <c:v>-0.687</c:v>
                </c:pt>
                <c:pt idx="1272">
                  <c:v>-0.678</c:v>
                </c:pt>
                <c:pt idx="1273">
                  <c:v>-0.668</c:v>
                </c:pt>
                <c:pt idx="1274">
                  <c:v>-0.658</c:v>
                </c:pt>
                <c:pt idx="1275">
                  <c:v>-0.647</c:v>
                </c:pt>
                <c:pt idx="1276">
                  <c:v>-0.635</c:v>
                </c:pt>
                <c:pt idx="1277">
                  <c:v>-0.622</c:v>
                </c:pt>
                <c:pt idx="1278">
                  <c:v>-0.609</c:v>
                </c:pt>
                <c:pt idx="1279">
                  <c:v>-0.595</c:v>
                </c:pt>
                <c:pt idx="1280">
                  <c:v>-0.58</c:v>
                </c:pt>
                <c:pt idx="1281">
                  <c:v>-0.565</c:v>
                </c:pt>
                <c:pt idx="1282">
                  <c:v>-0.55</c:v>
                </c:pt>
                <c:pt idx="1283">
                  <c:v>-0.535</c:v>
                </c:pt>
                <c:pt idx="1284">
                  <c:v>-0.52</c:v>
                </c:pt>
                <c:pt idx="1285">
                  <c:v>-0.504</c:v>
                </c:pt>
                <c:pt idx="1286">
                  <c:v>-0.489</c:v>
                </c:pt>
                <c:pt idx="1287">
                  <c:v>-0.474</c:v>
                </c:pt>
                <c:pt idx="1288">
                  <c:v>-0.459</c:v>
                </c:pt>
                <c:pt idx="1289">
                  <c:v>-0.445</c:v>
                </c:pt>
                <c:pt idx="1290">
                  <c:v>-0.431</c:v>
                </c:pt>
                <c:pt idx="1291">
                  <c:v>-0.418</c:v>
                </c:pt>
                <c:pt idx="1292">
                  <c:v>-0.405</c:v>
                </c:pt>
                <c:pt idx="1293">
                  <c:v>-0.394</c:v>
                </c:pt>
                <c:pt idx="1294">
                  <c:v>-0.383</c:v>
                </c:pt>
                <c:pt idx="1295">
                  <c:v>-0.374</c:v>
                </c:pt>
                <c:pt idx="1296">
                  <c:v>-0.365</c:v>
                </c:pt>
                <c:pt idx="1297">
                  <c:v>-0.358</c:v>
                </c:pt>
                <c:pt idx="1298">
                  <c:v>-0.352</c:v>
                </c:pt>
                <c:pt idx="1299">
                  <c:v>-0.347</c:v>
                </c:pt>
                <c:pt idx="1300">
                  <c:v>-0.343</c:v>
                </c:pt>
                <c:pt idx="1301">
                  <c:v>-0.339</c:v>
                </c:pt>
                <c:pt idx="1302">
                  <c:v>-0.337</c:v>
                </c:pt>
                <c:pt idx="1303">
                  <c:v>-0.336</c:v>
                </c:pt>
                <c:pt idx="1304">
                  <c:v>-0.336</c:v>
                </c:pt>
                <c:pt idx="1305">
                  <c:v>-0.336</c:v>
                </c:pt>
                <c:pt idx="1306">
                  <c:v>-0.338</c:v>
                </c:pt>
                <c:pt idx="1307">
                  <c:v>-0.339</c:v>
                </c:pt>
                <c:pt idx="1308">
                  <c:v>-0.342</c:v>
                </c:pt>
                <c:pt idx="1309">
                  <c:v>-0.345</c:v>
                </c:pt>
                <c:pt idx="1310">
                  <c:v>-0.349</c:v>
                </c:pt>
                <c:pt idx="1311">
                  <c:v>-0.353</c:v>
                </c:pt>
                <c:pt idx="1312">
                  <c:v>-0.358</c:v>
                </c:pt>
                <c:pt idx="1313">
                  <c:v>-0.364</c:v>
                </c:pt>
                <c:pt idx="1314">
                  <c:v>-0.37</c:v>
                </c:pt>
                <c:pt idx="1315">
                  <c:v>-0.376</c:v>
                </c:pt>
                <c:pt idx="1316">
                  <c:v>-0.383</c:v>
                </c:pt>
                <c:pt idx="1317">
                  <c:v>-0.39</c:v>
                </c:pt>
                <c:pt idx="1318">
                  <c:v>-0.398</c:v>
                </c:pt>
                <c:pt idx="1319">
                  <c:v>-0.406</c:v>
                </c:pt>
                <c:pt idx="1320">
                  <c:v>-0.415</c:v>
                </c:pt>
                <c:pt idx="1321">
                  <c:v>-0.423</c:v>
                </c:pt>
                <c:pt idx="1322">
                  <c:v>-0.433</c:v>
                </c:pt>
                <c:pt idx="1323">
                  <c:v>-0.442</c:v>
                </c:pt>
                <c:pt idx="1324">
                  <c:v>-0.452</c:v>
                </c:pt>
                <c:pt idx="1325">
                  <c:v>-0.463</c:v>
                </c:pt>
                <c:pt idx="1326">
                  <c:v>-0.474</c:v>
                </c:pt>
                <c:pt idx="1327">
                  <c:v>-0.485</c:v>
                </c:pt>
                <c:pt idx="1328">
                  <c:v>-0.496</c:v>
                </c:pt>
                <c:pt idx="1329">
                  <c:v>-0.508</c:v>
                </c:pt>
                <c:pt idx="1330">
                  <c:v>-0.519</c:v>
                </c:pt>
                <c:pt idx="1331">
                  <c:v>-0.531</c:v>
                </c:pt>
                <c:pt idx="1332">
                  <c:v>-0.542</c:v>
                </c:pt>
                <c:pt idx="1333">
                  <c:v>-0.552</c:v>
                </c:pt>
                <c:pt idx="1334">
                  <c:v>-0.561</c:v>
                </c:pt>
                <c:pt idx="1335">
                  <c:v>-0.569</c:v>
                </c:pt>
                <c:pt idx="1336">
                  <c:v>-0.575</c:v>
                </c:pt>
                <c:pt idx="1337">
                  <c:v>-0.581</c:v>
                </c:pt>
                <c:pt idx="1338">
                  <c:v>-0.584</c:v>
                </c:pt>
                <c:pt idx="1339">
                  <c:v>-0.587</c:v>
                </c:pt>
                <c:pt idx="1340">
                  <c:v>-0.587</c:v>
                </c:pt>
                <c:pt idx="1341">
                  <c:v>-0.587</c:v>
                </c:pt>
                <c:pt idx="1342">
                  <c:v>-0.585</c:v>
                </c:pt>
                <c:pt idx="1343">
                  <c:v>-0.582</c:v>
                </c:pt>
                <c:pt idx="1344">
                  <c:v>-0.577</c:v>
                </c:pt>
                <c:pt idx="1345">
                  <c:v>-0.572</c:v>
                </c:pt>
                <c:pt idx="1346">
                  <c:v>-0.566</c:v>
                </c:pt>
                <c:pt idx="1347">
                  <c:v>-0.559</c:v>
                </c:pt>
                <c:pt idx="1348">
                  <c:v>-0.551</c:v>
                </c:pt>
                <c:pt idx="1349">
                  <c:v>-0.542</c:v>
                </c:pt>
                <c:pt idx="1350">
                  <c:v>-0.533</c:v>
                </c:pt>
                <c:pt idx="1351">
                  <c:v>-0.523</c:v>
                </c:pt>
                <c:pt idx="1352">
                  <c:v>-0.512</c:v>
                </c:pt>
                <c:pt idx="1353">
                  <c:v>-0.5</c:v>
                </c:pt>
                <c:pt idx="1354">
                  <c:v>-0.488</c:v>
                </c:pt>
                <c:pt idx="1355">
                  <c:v>-0.475</c:v>
                </c:pt>
                <c:pt idx="1356">
                  <c:v>-0.461</c:v>
                </c:pt>
                <c:pt idx="1357">
                  <c:v>-0.448</c:v>
                </c:pt>
                <c:pt idx="1358">
                  <c:v>-0.434</c:v>
                </c:pt>
                <c:pt idx="1359">
                  <c:v>-0.419</c:v>
                </c:pt>
                <c:pt idx="1360">
                  <c:v>-0.405</c:v>
                </c:pt>
                <c:pt idx="1361">
                  <c:v>-0.39</c:v>
                </c:pt>
                <c:pt idx="1362">
                  <c:v>-0.376</c:v>
                </c:pt>
                <c:pt idx="1363">
                  <c:v>-0.361</c:v>
                </c:pt>
                <c:pt idx="1364">
                  <c:v>-0.346</c:v>
                </c:pt>
                <c:pt idx="1365">
                  <c:v>-0.332</c:v>
                </c:pt>
                <c:pt idx="1366">
                  <c:v>-0.316</c:v>
                </c:pt>
                <c:pt idx="1367">
                  <c:v>-0.301</c:v>
                </c:pt>
                <c:pt idx="1368">
                  <c:v>-0.285</c:v>
                </c:pt>
                <c:pt idx="1369">
                  <c:v>-0.269</c:v>
                </c:pt>
                <c:pt idx="1370">
                  <c:v>-0.252</c:v>
                </c:pt>
                <c:pt idx="1371">
                  <c:v>-0.235</c:v>
                </c:pt>
                <c:pt idx="1372">
                  <c:v>-0.217</c:v>
                </c:pt>
                <c:pt idx="1373">
                  <c:v>-0.199</c:v>
                </c:pt>
                <c:pt idx="1374">
                  <c:v>-0.18</c:v>
                </c:pt>
                <c:pt idx="1375">
                  <c:v>-0.16</c:v>
                </c:pt>
                <c:pt idx="1376">
                  <c:v>-0.14</c:v>
                </c:pt>
                <c:pt idx="1377">
                  <c:v>-0.12</c:v>
                </c:pt>
                <c:pt idx="1378">
                  <c:v>-0.099</c:v>
                </c:pt>
                <c:pt idx="1379">
                  <c:v>-0.077</c:v>
                </c:pt>
                <c:pt idx="1380">
                  <c:v>-0.056</c:v>
                </c:pt>
                <c:pt idx="1381">
                  <c:v>-0.034</c:v>
                </c:pt>
                <c:pt idx="1382">
                  <c:v>-0.012</c:v>
                </c:pt>
                <c:pt idx="1383">
                  <c:v>0.009</c:v>
                </c:pt>
                <c:pt idx="1384">
                  <c:v>0.031</c:v>
                </c:pt>
                <c:pt idx="1385">
                  <c:v>0.052</c:v>
                </c:pt>
                <c:pt idx="1386">
                  <c:v>0.073</c:v>
                </c:pt>
                <c:pt idx="1387">
                  <c:v>0.094</c:v>
                </c:pt>
                <c:pt idx="1388">
                  <c:v>0.114</c:v>
                </c:pt>
                <c:pt idx="1389">
                  <c:v>0.134</c:v>
                </c:pt>
                <c:pt idx="1390">
                  <c:v>0.153</c:v>
                </c:pt>
                <c:pt idx="1391">
                  <c:v>0.171</c:v>
                </c:pt>
                <c:pt idx="1392">
                  <c:v>0.188</c:v>
                </c:pt>
                <c:pt idx="1393">
                  <c:v>0.204</c:v>
                </c:pt>
                <c:pt idx="1394">
                  <c:v>0.22</c:v>
                </c:pt>
                <c:pt idx="1395">
                  <c:v>0.234</c:v>
                </c:pt>
                <c:pt idx="1396">
                  <c:v>0.247</c:v>
                </c:pt>
                <c:pt idx="1397">
                  <c:v>0.26</c:v>
                </c:pt>
                <c:pt idx="1398">
                  <c:v>0.271</c:v>
                </c:pt>
                <c:pt idx="1399">
                  <c:v>0.281</c:v>
                </c:pt>
                <c:pt idx="1400">
                  <c:v>0.29</c:v>
                </c:pt>
                <c:pt idx="1401">
                  <c:v>0.298</c:v>
                </c:pt>
                <c:pt idx="1402">
                  <c:v>0.305</c:v>
                </c:pt>
                <c:pt idx="1403">
                  <c:v>0.31</c:v>
                </c:pt>
                <c:pt idx="1404">
                  <c:v>0.315</c:v>
                </c:pt>
                <c:pt idx="1405">
                  <c:v>0.319</c:v>
                </c:pt>
                <c:pt idx="1406">
                  <c:v>0.321</c:v>
                </c:pt>
                <c:pt idx="1407">
                  <c:v>0.323</c:v>
                </c:pt>
                <c:pt idx="1408">
                  <c:v>0.324</c:v>
                </c:pt>
                <c:pt idx="1409">
                  <c:v>0.324</c:v>
                </c:pt>
                <c:pt idx="1410">
                  <c:v>0.323</c:v>
                </c:pt>
                <c:pt idx="1411">
                  <c:v>0.321</c:v>
                </c:pt>
                <c:pt idx="1412">
                  <c:v>0.319</c:v>
                </c:pt>
                <c:pt idx="1413">
                  <c:v>0.316</c:v>
                </c:pt>
                <c:pt idx="1414">
                  <c:v>0.312</c:v>
                </c:pt>
                <c:pt idx="1415">
                  <c:v>0.308</c:v>
                </c:pt>
                <c:pt idx="1416">
                  <c:v>0.303</c:v>
                </c:pt>
                <c:pt idx="1417">
                  <c:v>0.297</c:v>
                </c:pt>
                <c:pt idx="1418">
                  <c:v>0.291</c:v>
                </c:pt>
                <c:pt idx="1419">
                  <c:v>0.284</c:v>
                </c:pt>
                <c:pt idx="1420">
                  <c:v>0.277</c:v>
                </c:pt>
                <c:pt idx="1421">
                  <c:v>0.27</c:v>
                </c:pt>
                <c:pt idx="1422">
                  <c:v>0.262</c:v>
                </c:pt>
                <c:pt idx="1423">
                  <c:v>0.253</c:v>
                </c:pt>
                <c:pt idx="1424">
                  <c:v>0.245</c:v>
                </c:pt>
                <c:pt idx="1425">
                  <c:v>0.236</c:v>
                </c:pt>
                <c:pt idx="1426">
                  <c:v>0.226</c:v>
                </c:pt>
                <c:pt idx="1427">
                  <c:v>0.216</c:v>
                </c:pt>
                <c:pt idx="1428">
                  <c:v>0.206</c:v>
                </c:pt>
                <c:pt idx="1429">
                  <c:v>0.196</c:v>
                </c:pt>
                <c:pt idx="1430">
                  <c:v>0.185</c:v>
                </c:pt>
                <c:pt idx="1431">
                  <c:v>0.175</c:v>
                </c:pt>
                <c:pt idx="1432">
                  <c:v>0.164</c:v>
                </c:pt>
                <c:pt idx="1433">
                  <c:v>0.153</c:v>
                </c:pt>
                <c:pt idx="1434">
                  <c:v>0.142</c:v>
                </c:pt>
                <c:pt idx="1435">
                  <c:v>0.131</c:v>
                </c:pt>
                <c:pt idx="1436">
                  <c:v>0.12</c:v>
                </c:pt>
                <c:pt idx="1437">
                  <c:v>0.11</c:v>
                </c:pt>
                <c:pt idx="1438">
                  <c:v>0.1</c:v>
                </c:pt>
                <c:pt idx="1439">
                  <c:v>0.09</c:v>
                </c:pt>
                <c:pt idx="1440">
                  <c:v>0.081</c:v>
                </c:pt>
                <c:pt idx="1441">
                  <c:v>0.072</c:v>
                </c:pt>
                <c:pt idx="1442">
                  <c:v>0.063</c:v>
                </c:pt>
                <c:pt idx="1443">
                  <c:v>0.056</c:v>
                </c:pt>
                <c:pt idx="1444">
                  <c:v>0.048</c:v>
                </c:pt>
                <c:pt idx="1445">
                  <c:v>0.042</c:v>
                </c:pt>
                <c:pt idx="1446">
                  <c:v>0.036</c:v>
                </c:pt>
                <c:pt idx="1447">
                  <c:v>0.032</c:v>
                </c:pt>
                <c:pt idx="1448">
                  <c:v>0.027</c:v>
                </c:pt>
                <c:pt idx="1449">
                  <c:v>0.024</c:v>
                </c:pt>
                <c:pt idx="1450">
                  <c:v>0.022</c:v>
                </c:pt>
                <c:pt idx="1451">
                  <c:v>0.02</c:v>
                </c:pt>
                <c:pt idx="1452">
                  <c:v>0.019</c:v>
                </c:pt>
                <c:pt idx="1453">
                  <c:v>0.019</c:v>
                </c:pt>
                <c:pt idx="1454">
                  <c:v>0.02</c:v>
                </c:pt>
                <c:pt idx="1455">
                  <c:v>0.021</c:v>
                </c:pt>
                <c:pt idx="1456">
                  <c:v>0.024</c:v>
                </c:pt>
                <c:pt idx="1457">
                  <c:v>0.027</c:v>
                </c:pt>
                <c:pt idx="1458">
                  <c:v>0.031</c:v>
                </c:pt>
                <c:pt idx="1459">
                  <c:v>0.035</c:v>
                </c:pt>
                <c:pt idx="1460">
                  <c:v>0.041</c:v>
                </c:pt>
                <c:pt idx="1461">
                  <c:v>0.047</c:v>
                </c:pt>
                <c:pt idx="1462">
                  <c:v>0.054</c:v>
                </c:pt>
                <c:pt idx="1463">
                  <c:v>0.061</c:v>
                </c:pt>
                <c:pt idx="1464">
                  <c:v>0.07</c:v>
                </c:pt>
                <c:pt idx="1465">
                  <c:v>0.079</c:v>
                </c:pt>
                <c:pt idx="1466">
                  <c:v>0.089</c:v>
                </c:pt>
                <c:pt idx="1467">
                  <c:v>0.099</c:v>
                </c:pt>
                <c:pt idx="1468">
                  <c:v>0.111</c:v>
                </c:pt>
                <c:pt idx="1469">
                  <c:v>0.122</c:v>
                </c:pt>
                <c:pt idx="1470">
                  <c:v>0.135</c:v>
                </c:pt>
                <c:pt idx="1471">
                  <c:v>0.147</c:v>
                </c:pt>
                <c:pt idx="1472">
                  <c:v>0.161</c:v>
                </c:pt>
                <c:pt idx="1473">
                  <c:v>0.174</c:v>
                </c:pt>
                <c:pt idx="1474">
                  <c:v>0.188</c:v>
                </c:pt>
                <c:pt idx="1475">
                  <c:v>0.203</c:v>
                </c:pt>
                <c:pt idx="1476">
                  <c:v>0.217</c:v>
                </c:pt>
                <c:pt idx="1477">
                  <c:v>0.232</c:v>
                </c:pt>
                <c:pt idx="1478">
                  <c:v>0.246</c:v>
                </c:pt>
                <c:pt idx="1479">
                  <c:v>0.261</c:v>
                </c:pt>
                <c:pt idx="1480">
                  <c:v>0.275</c:v>
                </c:pt>
                <c:pt idx="1481">
                  <c:v>0.289</c:v>
                </c:pt>
                <c:pt idx="1482">
                  <c:v>0.303</c:v>
                </c:pt>
                <c:pt idx="1483">
                  <c:v>0.317</c:v>
                </c:pt>
                <c:pt idx="1484">
                  <c:v>0.331</c:v>
                </c:pt>
                <c:pt idx="1485">
                  <c:v>0.344</c:v>
                </c:pt>
                <c:pt idx="1486">
                  <c:v>0.356</c:v>
                </c:pt>
                <c:pt idx="1487">
                  <c:v>0.369</c:v>
                </c:pt>
                <c:pt idx="1488">
                  <c:v>0.38</c:v>
                </c:pt>
                <c:pt idx="1489">
                  <c:v>0.391</c:v>
                </c:pt>
                <c:pt idx="1490">
                  <c:v>0.402</c:v>
                </c:pt>
                <c:pt idx="1491">
                  <c:v>0.412</c:v>
                </c:pt>
                <c:pt idx="1492">
                  <c:v>0.421</c:v>
                </c:pt>
                <c:pt idx="1493">
                  <c:v>0.43</c:v>
                </c:pt>
                <c:pt idx="1494">
                  <c:v>0.438</c:v>
                </c:pt>
                <c:pt idx="1495">
                  <c:v>0.445</c:v>
                </c:pt>
                <c:pt idx="1496">
                  <c:v>0.452</c:v>
                </c:pt>
                <c:pt idx="1497">
                  <c:v>0.458</c:v>
                </c:pt>
                <c:pt idx="1498">
                  <c:v>0.463</c:v>
                </c:pt>
                <c:pt idx="1499">
                  <c:v>0.468</c:v>
                </c:pt>
                <c:pt idx="1500">
                  <c:v>0.471</c:v>
                </c:pt>
                <c:pt idx="1501">
                  <c:v>0.474</c:v>
                </c:pt>
                <c:pt idx="1502">
                  <c:v>0.477</c:v>
                </c:pt>
                <c:pt idx="1503">
                  <c:v>0.478</c:v>
                </c:pt>
                <c:pt idx="1504">
                  <c:v>0.479</c:v>
                </c:pt>
                <c:pt idx="1505">
                  <c:v>0.48</c:v>
                </c:pt>
                <c:pt idx="1506">
                  <c:v>0.48</c:v>
                </c:pt>
                <c:pt idx="1507">
                  <c:v>0.479</c:v>
                </c:pt>
                <c:pt idx="1508">
                  <c:v>0.478</c:v>
                </c:pt>
                <c:pt idx="1509">
                  <c:v>0.476</c:v>
                </c:pt>
                <c:pt idx="1510">
                  <c:v>0.474</c:v>
                </c:pt>
                <c:pt idx="1511">
                  <c:v>0.471</c:v>
                </c:pt>
                <c:pt idx="1512">
                  <c:v>0.468</c:v>
                </c:pt>
                <c:pt idx="1513">
                  <c:v>0.464</c:v>
                </c:pt>
                <c:pt idx="1514">
                  <c:v>0.46</c:v>
                </c:pt>
                <c:pt idx="1515">
                  <c:v>0.456</c:v>
                </c:pt>
                <c:pt idx="1516">
                  <c:v>0.451</c:v>
                </c:pt>
                <c:pt idx="1517">
                  <c:v>0.446</c:v>
                </c:pt>
                <c:pt idx="1518">
                  <c:v>0.441</c:v>
                </c:pt>
                <c:pt idx="1519">
                  <c:v>0.435</c:v>
                </c:pt>
                <c:pt idx="1520">
                  <c:v>0.429</c:v>
                </c:pt>
                <c:pt idx="1521">
                  <c:v>0.422</c:v>
                </c:pt>
                <c:pt idx="1522">
                  <c:v>0.416</c:v>
                </c:pt>
                <c:pt idx="1523">
                  <c:v>0.408</c:v>
                </c:pt>
                <c:pt idx="1524">
                  <c:v>0.401</c:v>
                </c:pt>
                <c:pt idx="1525">
                  <c:v>0.393</c:v>
                </c:pt>
                <c:pt idx="1526">
                  <c:v>0.385</c:v>
                </c:pt>
                <c:pt idx="1527">
                  <c:v>0.377</c:v>
                </c:pt>
                <c:pt idx="1528">
                  <c:v>0.368</c:v>
                </c:pt>
                <c:pt idx="1529">
                  <c:v>0.359</c:v>
                </c:pt>
                <c:pt idx="1530">
                  <c:v>0.35</c:v>
                </c:pt>
                <c:pt idx="1531">
                  <c:v>0.341</c:v>
                </c:pt>
                <c:pt idx="1532">
                  <c:v>0.331</c:v>
                </c:pt>
                <c:pt idx="1533">
                  <c:v>0.322</c:v>
                </c:pt>
                <c:pt idx="1534">
                  <c:v>0.312</c:v>
                </c:pt>
                <c:pt idx="1535">
                  <c:v>0.302</c:v>
                </c:pt>
                <c:pt idx="1536">
                  <c:v>0.293</c:v>
                </c:pt>
                <c:pt idx="1537">
                  <c:v>0.283</c:v>
                </c:pt>
                <c:pt idx="1538">
                  <c:v>0.273</c:v>
                </c:pt>
                <c:pt idx="1539">
                  <c:v>0.264</c:v>
                </c:pt>
                <c:pt idx="1540">
                  <c:v>0.254</c:v>
                </c:pt>
                <c:pt idx="1541">
                  <c:v>0.245</c:v>
                </c:pt>
                <c:pt idx="1542">
                  <c:v>0.236</c:v>
                </c:pt>
                <c:pt idx="1543">
                  <c:v>0.227</c:v>
                </c:pt>
                <c:pt idx="1544">
                  <c:v>0.219</c:v>
                </c:pt>
                <c:pt idx="1545">
                  <c:v>0.211</c:v>
                </c:pt>
                <c:pt idx="1546">
                  <c:v>0.203</c:v>
                </c:pt>
                <c:pt idx="1547">
                  <c:v>0.196</c:v>
                </c:pt>
                <c:pt idx="1548">
                  <c:v>0.189</c:v>
                </c:pt>
                <c:pt idx="1549">
                  <c:v>0.182</c:v>
                </c:pt>
                <c:pt idx="1550">
                  <c:v>0.176</c:v>
                </c:pt>
                <c:pt idx="1551">
                  <c:v>0.17</c:v>
                </c:pt>
                <c:pt idx="1552">
                  <c:v>0.165</c:v>
                </c:pt>
                <c:pt idx="1553">
                  <c:v>0.16</c:v>
                </c:pt>
                <c:pt idx="1554">
                  <c:v>0.156</c:v>
                </c:pt>
                <c:pt idx="1555">
                  <c:v>0.152</c:v>
                </c:pt>
                <c:pt idx="1556">
                  <c:v>0.149</c:v>
                </c:pt>
                <c:pt idx="1557">
                  <c:v>0.146</c:v>
                </c:pt>
                <c:pt idx="1558">
                  <c:v>0.144</c:v>
                </c:pt>
                <c:pt idx="1559">
                  <c:v>0.142</c:v>
                </c:pt>
                <c:pt idx="1560">
                  <c:v>0.141</c:v>
                </c:pt>
                <c:pt idx="1561">
                  <c:v>0.141</c:v>
                </c:pt>
                <c:pt idx="1562">
                  <c:v>0.14</c:v>
                </c:pt>
                <c:pt idx="1563">
                  <c:v>0.141</c:v>
                </c:pt>
                <c:pt idx="1564">
                  <c:v>0.142</c:v>
                </c:pt>
                <c:pt idx="1565">
                  <c:v>0.143</c:v>
                </c:pt>
                <c:pt idx="1566">
                  <c:v>0.145</c:v>
                </c:pt>
                <c:pt idx="1567">
                  <c:v>0.147</c:v>
                </c:pt>
                <c:pt idx="1568">
                  <c:v>0.15</c:v>
                </c:pt>
                <c:pt idx="1569">
                  <c:v>0.153</c:v>
                </c:pt>
                <c:pt idx="1570">
                  <c:v>0.157</c:v>
                </c:pt>
                <c:pt idx="1571">
                  <c:v>0.161</c:v>
                </c:pt>
                <c:pt idx="1572">
                  <c:v>0.166</c:v>
                </c:pt>
                <c:pt idx="1573">
                  <c:v>0.171</c:v>
                </c:pt>
                <c:pt idx="1574">
                  <c:v>0.177</c:v>
                </c:pt>
                <c:pt idx="1575">
                  <c:v>0.182</c:v>
                </c:pt>
                <c:pt idx="1576">
                  <c:v>0.189</c:v>
                </c:pt>
                <c:pt idx="1577">
                  <c:v>0.196</c:v>
                </c:pt>
                <c:pt idx="1578">
                  <c:v>0.203</c:v>
                </c:pt>
                <c:pt idx="1579">
                  <c:v>0.21</c:v>
                </c:pt>
                <c:pt idx="1580">
                  <c:v>0.218</c:v>
                </c:pt>
                <c:pt idx="1581">
                  <c:v>0.226</c:v>
                </c:pt>
                <c:pt idx="1582">
                  <c:v>0.235</c:v>
                </c:pt>
                <c:pt idx="1583">
                  <c:v>0.243</c:v>
                </c:pt>
                <c:pt idx="1584">
                  <c:v>0.253</c:v>
                </c:pt>
                <c:pt idx="1585">
                  <c:v>0.262</c:v>
                </c:pt>
                <c:pt idx="1586">
                  <c:v>0.272</c:v>
                </c:pt>
                <c:pt idx="1587">
                  <c:v>0.282</c:v>
                </c:pt>
                <c:pt idx="1588">
                  <c:v>0.292</c:v>
                </c:pt>
                <c:pt idx="1589">
                  <c:v>0.302</c:v>
                </c:pt>
                <c:pt idx="1590">
                  <c:v>0.313</c:v>
                </c:pt>
                <c:pt idx="1591">
                  <c:v>0.324</c:v>
                </c:pt>
                <c:pt idx="1592">
                  <c:v>0.335</c:v>
                </c:pt>
                <c:pt idx="1593">
                  <c:v>0.346</c:v>
                </c:pt>
                <c:pt idx="1594">
                  <c:v>0.357</c:v>
                </c:pt>
                <c:pt idx="1595">
                  <c:v>0.368</c:v>
                </c:pt>
                <c:pt idx="1596">
                  <c:v>0.38</c:v>
                </c:pt>
                <c:pt idx="1597">
                  <c:v>0.391</c:v>
                </c:pt>
                <c:pt idx="1598">
                  <c:v>0.402</c:v>
                </c:pt>
                <c:pt idx="1599">
                  <c:v>0.413</c:v>
                </c:pt>
                <c:pt idx="1600">
                  <c:v>0.423</c:v>
                </c:pt>
                <c:pt idx="1601">
                  <c:v>0.434</c:v>
                </c:pt>
                <c:pt idx="1602">
                  <c:v>0.444</c:v>
                </c:pt>
                <c:pt idx="1603">
                  <c:v>0.453</c:v>
                </c:pt>
                <c:pt idx="1604">
                  <c:v>0.462</c:v>
                </c:pt>
                <c:pt idx="1605">
                  <c:v>0.471</c:v>
                </c:pt>
                <c:pt idx="1606">
                  <c:v>0.479</c:v>
                </c:pt>
                <c:pt idx="1607">
                  <c:v>0.486</c:v>
                </c:pt>
                <c:pt idx="1608">
                  <c:v>0.493</c:v>
                </c:pt>
                <c:pt idx="1609">
                  <c:v>0.499</c:v>
                </c:pt>
                <c:pt idx="1610">
                  <c:v>0.504</c:v>
                </c:pt>
                <c:pt idx="1611">
                  <c:v>0.509</c:v>
                </c:pt>
                <c:pt idx="1612">
                  <c:v>0.512</c:v>
                </c:pt>
                <c:pt idx="1613">
                  <c:v>0.515</c:v>
                </c:pt>
                <c:pt idx="1614">
                  <c:v>0.516</c:v>
                </c:pt>
                <c:pt idx="1615">
                  <c:v>0.517</c:v>
                </c:pt>
                <c:pt idx="1616">
                  <c:v>0.517</c:v>
                </c:pt>
                <c:pt idx="1617">
                  <c:v>0.516</c:v>
                </c:pt>
                <c:pt idx="1618">
                  <c:v>0.514</c:v>
                </c:pt>
                <c:pt idx="1619">
                  <c:v>0.511</c:v>
                </c:pt>
                <c:pt idx="1620">
                  <c:v>0.507</c:v>
                </c:pt>
                <c:pt idx="1621">
                  <c:v>0.503</c:v>
                </c:pt>
                <c:pt idx="1622">
                  <c:v>0.497</c:v>
                </c:pt>
                <c:pt idx="1623">
                  <c:v>0.491</c:v>
                </c:pt>
                <c:pt idx="1624">
                  <c:v>0.483</c:v>
                </c:pt>
                <c:pt idx="1625">
                  <c:v>0.475</c:v>
                </c:pt>
                <c:pt idx="1626">
                  <c:v>0.466</c:v>
                </c:pt>
                <c:pt idx="1627">
                  <c:v>0.457</c:v>
                </c:pt>
                <c:pt idx="1628">
                  <c:v>0.447</c:v>
                </c:pt>
                <c:pt idx="1629">
                  <c:v>0.436</c:v>
                </c:pt>
                <c:pt idx="1630">
                  <c:v>0.424</c:v>
                </c:pt>
                <c:pt idx="1631">
                  <c:v>0.412</c:v>
                </c:pt>
                <c:pt idx="1632">
                  <c:v>0.4</c:v>
                </c:pt>
                <c:pt idx="1633">
                  <c:v>0.387</c:v>
                </c:pt>
                <c:pt idx="1634">
                  <c:v>0.373</c:v>
                </c:pt>
                <c:pt idx="1635">
                  <c:v>0.359</c:v>
                </c:pt>
                <c:pt idx="1636">
                  <c:v>0.345</c:v>
                </c:pt>
                <c:pt idx="1637">
                  <c:v>0.331</c:v>
                </c:pt>
                <c:pt idx="1638">
                  <c:v>0.317</c:v>
                </c:pt>
                <c:pt idx="1639">
                  <c:v>0.302</c:v>
                </c:pt>
                <c:pt idx="1640">
                  <c:v>0.287</c:v>
                </c:pt>
                <c:pt idx="1641">
                  <c:v>0.272</c:v>
                </c:pt>
                <c:pt idx="1642">
                  <c:v>0.257</c:v>
                </c:pt>
                <c:pt idx="1643">
                  <c:v>0.242</c:v>
                </c:pt>
                <c:pt idx="1644">
                  <c:v>0.227</c:v>
                </c:pt>
                <c:pt idx="1645">
                  <c:v>0.212</c:v>
                </c:pt>
                <c:pt idx="1646">
                  <c:v>0.197</c:v>
                </c:pt>
                <c:pt idx="1647">
                  <c:v>0.182</c:v>
                </c:pt>
                <c:pt idx="1648">
                  <c:v>0.167</c:v>
                </c:pt>
                <c:pt idx="1649">
                  <c:v>0.152</c:v>
                </c:pt>
                <c:pt idx="1650">
                  <c:v>0.138</c:v>
                </c:pt>
                <c:pt idx="1651">
                  <c:v>0.123</c:v>
                </c:pt>
                <c:pt idx="1652">
                  <c:v>0.109</c:v>
                </c:pt>
                <c:pt idx="1653">
                  <c:v>0.095</c:v>
                </c:pt>
                <c:pt idx="1654">
                  <c:v>0.082</c:v>
                </c:pt>
                <c:pt idx="1655">
                  <c:v>0.069</c:v>
                </c:pt>
                <c:pt idx="1656">
                  <c:v>0.056</c:v>
                </c:pt>
                <c:pt idx="1657">
                  <c:v>0.044</c:v>
                </c:pt>
                <c:pt idx="1658">
                  <c:v>0.032</c:v>
                </c:pt>
                <c:pt idx="1659">
                  <c:v>0.021</c:v>
                </c:pt>
                <c:pt idx="1660">
                  <c:v>0.011</c:v>
                </c:pt>
                <c:pt idx="1661">
                  <c:v>0.001</c:v>
                </c:pt>
                <c:pt idx="1662">
                  <c:v>-0.009</c:v>
                </c:pt>
                <c:pt idx="1663">
                  <c:v>-0.017</c:v>
                </c:pt>
                <c:pt idx="1664">
                  <c:v>-0.025</c:v>
                </c:pt>
                <c:pt idx="1665">
                  <c:v>-0.032</c:v>
                </c:pt>
                <c:pt idx="1666">
                  <c:v>-0.039</c:v>
                </c:pt>
                <c:pt idx="1667">
                  <c:v>-0.045</c:v>
                </c:pt>
                <c:pt idx="1668">
                  <c:v>-0.05</c:v>
                </c:pt>
                <c:pt idx="1669">
                  <c:v>-0.055</c:v>
                </c:pt>
                <c:pt idx="1670">
                  <c:v>-0.059</c:v>
                </c:pt>
                <c:pt idx="1671">
                  <c:v>-0.062</c:v>
                </c:pt>
                <c:pt idx="1672">
                  <c:v>-0.065</c:v>
                </c:pt>
                <c:pt idx="1673">
                  <c:v>-0.066</c:v>
                </c:pt>
                <c:pt idx="1674">
                  <c:v>-0.067</c:v>
                </c:pt>
                <c:pt idx="1675">
                  <c:v>-0.067</c:v>
                </c:pt>
                <c:pt idx="1676">
                  <c:v>-0.066</c:v>
                </c:pt>
                <c:pt idx="1677">
                  <c:v>-0.065</c:v>
                </c:pt>
                <c:pt idx="1678">
                  <c:v>-0.062</c:v>
                </c:pt>
                <c:pt idx="1679">
                  <c:v>-0.058</c:v>
                </c:pt>
                <c:pt idx="1680">
                  <c:v>-0.053</c:v>
                </c:pt>
                <c:pt idx="1681">
                  <c:v>-0.047</c:v>
                </c:pt>
                <c:pt idx="1682">
                  <c:v>-0.04</c:v>
                </c:pt>
                <c:pt idx="1683">
                  <c:v>-0.032</c:v>
                </c:pt>
                <c:pt idx="1684">
                  <c:v>-0.023</c:v>
                </c:pt>
                <c:pt idx="1685">
                  <c:v>-0.014</c:v>
                </c:pt>
                <c:pt idx="1686">
                  <c:v>-0.003</c:v>
                </c:pt>
                <c:pt idx="1687">
                  <c:v>0.009</c:v>
                </c:pt>
                <c:pt idx="1688">
                  <c:v>0.021</c:v>
                </c:pt>
                <c:pt idx="1689">
                  <c:v>0.034</c:v>
                </c:pt>
                <c:pt idx="1690">
                  <c:v>0.048</c:v>
                </c:pt>
                <c:pt idx="1691">
                  <c:v>0.062</c:v>
                </c:pt>
                <c:pt idx="1692">
                  <c:v>0.077</c:v>
                </c:pt>
                <c:pt idx="1693">
                  <c:v>0.092</c:v>
                </c:pt>
                <c:pt idx="1694">
                  <c:v>0.108</c:v>
                </c:pt>
                <c:pt idx="1695">
                  <c:v>0.124</c:v>
                </c:pt>
                <c:pt idx="1696">
                  <c:v>0.14</c:v>
                </c:pt>
                <c:pt idx="1697">
                  <c:v>0.157</c:v>
                </c:pt>
                <c:pt idx="1698">
                  <c:v>0.173</c:v>
                </c:pt>
                <c:pt idx="1699">
                  <c:v>0.19</c:v>
                </c:pt>
                <c:pt idx="1700">
                  <c:v>0.207</c:v>
                </c:pt>
                <c:pt idx="1701">
                  <c:v>0.224</c:v>
                </c:pt>
                <c:pt idx="1702">
                  <c:v>0.24</c:v>
                </c:pt>
                <c:pt idx="1703">
                  <c:v>0.257</c:v>
                </c:pt>
                <c:pt idx="1704">
                  <c:v>0.274</c:v>
                </c:pt>
                <c:pt idx="1705">
                  <c:v>0.29</c:v>
                </c:pt>
                <c:pt idx="1706">
                  <c:v>0.306</c:v>
                </c:pt>
                <c:pt idx="1707">
                  <c:v>0.322</c:v>
                </c:pt>
                <c:pt idx="1708">
                  <c:v>0.337</c:v>
                </c:pt>
                <c:pt idx="1709">
                  <c:v>0.351</c:v>
                </c:pt>
                <c:pt idx="1710">
                  <c:v>0.366</c:v>
                </c:pt>
                <c:pt idx="1711">
                  <c:v>0.379</c:v>
                </c:pt>
                <c:pt idx="1712">
                  <c:v>0.392</c:v>
                </c:pt>
                <c:pt idx="1713">
                  <c:v>0.404</c:v>
                </c:pt>
                <c:pt idx="1714">
                  <c:v>0.416</c:v>
                </c:pt>
                <c:pt idx="1715">
                  <c:v>0.426</c:v>
                </c:pt>
                <c:pt idx="1716">
                  <c:v>0.436</c:v>
                </c:pt>
                <c:pt idx="1717">
                  <c:v>0.445</c:v>
                </c:pt>
                <c:pt idx="1718">
                  <c:v>0.453</c:v>
                </c:pt>
                <c:pt idx="1719">
                  <c:v>0.46</c:v>
                </c:pt>
                <c:pt idx="1720">
                  <c:v>0.466</c:v>
                </c:pt>
                <c:pt idx="1721">
                  <c:v>0.471</c:v>
                </c:pt>
                <c:pt idx="1722">
                  <c:v>0.475</c:v>
                </c:pt>
                <c:pt idx="1723">
                  <c:v>0.479</c:v>
                </c:pt>
                <c:pt idx="1724">
                  <c:v>0.481</c:v>
                </c:pt>
                <c:pt idx="1725">
                  <c:v>0.483</c:v>
                </c:pt>
                <c:pt idx="1726">
                  <c:v>0.483</c:v>
                </c:pt>
                <c:pt idx="1727">
                  <c:v>0.483</c:v>
                </c:pt>
                <c:pt idx="1728">
                  <c:v>0.482</c:v>
                </c:pt>
                <c:pt idx="1729">
                  <c:v>0.48</c:v>
                </c:pt>
                <c:pt idx="1730">
                  <c:v>0.477</c:v>
                </c:pt>
                <c:pt idx="1731">
                  <c:v>0.474</c:v>
                </c:pt>
                <c:pt idx="1732">
                  <c:v>0.47</c:v>
                </c:pt>
                <c:pt idx="1733">
                  <c:v>0.465</c:v>
                </c:pt>
                <c:pt idx="1734">
                  <c:v>0.459</c:v>
                </c:pt>
                <c:pt idx="1735">
                  <c:v>0.452</c:v>
                </c:pt>
                <c:pt idx="1736">
                  <c:v>0.445</c:v>
                </c:pt>
                <c:pt idx="1737">
                  <c:v>0.438</c:v>
                </c:pt>
                <c:pt idx="1738">
                  <c:v>0.43</c:v>
                </c:pt>
                <c:pt idx="1739">
                  <c:v>0.421</c:v>
                </c:pt>
                <c:pt idx="1740">
                  <c:v>0.412</c:v>
                </c:pt>
                <c:pt idx="1741">
                  <c:v>0.402</c:v>
                </c:pt>
                <c:pt idx="1742">
                  <c:v>0.393</c:v>
                </c:pt>
                <c:pt idx="1743">
                  <c:v>0.382</c:v>
                </c:pt>
                <c:pt idx="1744">
                  <c:v>0.372</c:v>
                </c:pt>
                <c:pt idx="1745">
                  <c:v>0.362</c:v>
                </c:pt>
                <c:pt idx="1746">
                  <c:v>0.351</c:v>
                </c:pt>
                <c:pt idx="1747">
                  <c:v>0.341</c:v>
                </c:pt>
                <c:pt idx="1748">
                  <c:v>0.331</c:v>
                </c:pt>
                <c:pt idx="1749">
                  <c:v>0.321</c:v>
                </c:pt>
                <c:pt idx="1750">
                  <c:v>0.311</c:v>
                </c:pt>
                <c:pt idx="1751">
                  <c:v>0.301</c:v>
                </c:pt>
                <c:pt idx="1752">
                  <c:v>0.292</c:v>
                </c:pt>
                <c:pt idx="1753">
                  <c:v>0.283</c:v>
                </c:pt>
                <c:pt idx="1754">
                  <c:v>0.274</c:v>
                </c:pt>
                <c:pt idx="1755">
                  <c:v>0.266</c:v>
                </c:pt>
                <c:pt idx="1756">
                  <c:v>0.258</c:v>
                </c:pt>
                <c:pt idx="1757">
                  <c:v>0.251</c:v>
                </c:pt>
                <c:pt idx="1758">
                  <c:v>0.245</c:v>
                </c:pt>
                <c:pt idx="1759">
                  <c:v>0.238</c:v>
                </c:pt>
                <c:pt idx="1760">
                  <c:v>0.233</c:v>
                </c:pt>
                <c:pt idx="1761">
                  <c:v>0.228</c:v>
                </c:pt>
                <c:pt idx="1762">
                  <c:v>0.224</c:v>
                </c:pt>
                <c:pt idx="1763">
                  <c:v>0.22</c:v>
                </c:pt>
                <c:pt idx="1764">
                  <c:v>0.218</c:v>
                </c:pt>
                <c:pt idx="1765">
                  <c:v>0.216</c:v>
                </c:pt>
                <c:pt idx="1766">
                  <c:v>0.214</c:v>
                </c:pt>
                <c:pt idx="1767">
                  <c:v>0.214</c:v>
                </c:pt>
                <c:pt idx="1768">
                  <c:v>0.214</c:v>
                </c:pt>
                <c:pt idx="1769">
                  <c:v>0.216</c:v>
                </c:pt>
                <c:pt idx="1770">
                  <c:v>0.218</c:v>
                </c:pt>
                <c:pt idx="1771">
                  <c:v>0.221</c:v>
                </c:pt>
                <c:pt idx="1772">
                  <c:v>0.225</c:v>
                </c:pt>
                <c:pt idx="1773">
                  <c:v>0.23</c:v>
                </c:pt>
                <c:pt idx="1774">
                  <c:v>0.236</c:v>
                </c:pt>
                <c:pt idx="1775">
                  <c:v>0.243</c:v>
                </c:pt>
                <c:pt idx="1776">
                  <c:v>0.251</c:v>
                </c:pt>
                <c:pt idx="1777">
                  <c:v>0.259</c:v>
                </c:pt>
                <c:pt idx="1778">
                  <c:v>0.269</c:v>
                </c:pt>
                <c:pt idx="1779">
                  <c:v>0.279</c:v>
                </c:pt>
                <c:pt idx="1780">
                  <c:v>0.29</c:v>
                </c:pt>
                <c:pt idx="1781">
                  <c:v>0.302</c:v>
                </c:pt>
                <c:pt idx="1782">
                  <c:v>0.315</c:v>
                </c:pt>
                <c:pt idx="1783">
                  <c:v>0.328</c:v>
                </c:pt>
                <c:pt idx="1784">
                  <c:v>0.342</c:v>
                </c:pt>
                <c:pt idx="1785">
                  <c:v>0.356</c:v>
                </c:pt>
                <c:pt idx="1786">
                  <c:v>0.371</c:v>
                </c:pt>
                <c:pt idx="1787">
                  <c:v>0.387</c:v>
                </c:pt>
                <c:pt idx="1788">
                  <c:v>0.402</c:v>
                </c:pt>
                <c:pt idx="1789">
                  <c:v>0.418</c:v>
                </c:pt>
                <c:pt idx="1790">
                  <c:v>0.434</c:v>
                </c:pt>
                <c:pt idx="1791">
                  <c:v>0.45</c:v>
                </c:pt>
                <c:pt idx="1792">
                  <c:v>0.465</c:v>
                </c:pt>
                <c:pt idx="1793">
                  <c:v>0.481</c:v>
                </c:pt>
                <c:pt idx="1794">
                  <c:v>0.496</c:v>
                </c:pt>
                <c:pt idx="1795">
                  <c:v>0.511</c:v>
                </c:pt>
                <c:pt idx="1796">
                  <c:v>0.525</c:v>
                </c:pt>
                <c:pt idx="1797">
                  <c:v>0.539</c:v>
                </c:pt>
                <c:pt idx="1798">
                  <c:v>0.553</c:v>
                </c:pt>
                <c:pt idx="1799">
                  <c:v>0.565</c:v>
                </c:pt>
                <c:pt idx="1800">
                  <c:v>0.577</c:v>
                </c:pt>
                <c:pt idx="1801">
                  <c:v>0.588</c:v>
                </c:pt>
                <c:pt idx="1802">
                  <c:v>0.598</c:v>
                </c:pt>
                <c:pt idx="1803">
                  <c:v>0.608</c:v>
                </c:pt>
                <c:pt idx="1804">
                  <c:v>0.616</c:v>
                </c:pt>
                <c:pt idx="1805">
                  <c:v>0.624</c:v>
                </c:pt>
                <c:pt idx="1806">
                  <c:v>0.631</c:v>
                </c:pt>
                <c:pt idx="1807">
                  <c:v>0.637</c:v>
                </c:pt>
                <c:pt idx="1808">
                  <c:v>0.642</c:v>
                </c:pt>
                <c:pt idx="1809">
                  <c:v>0.646</c:v>
                </c:pt>
                <c:pt idx="1810">
                  <c:v>0.649</c:v>
                </c:pt>
                <c:pt idx="1811">
                  <c:v>0.652</c:v>
                </c:pt>
                <c:pt idx="1812">
                  <c:v>0.653</c:v>
                </c:pt>
                <c:pt idx="1813">
                  <c:v>0.653</c:v>
                </c:pt>
                <c:pt idx="1814">
                  <c:v>0.652</c:v>
                </c:pt>
                <c:pt idx="1815">
                  <c:v>0.649</c:v>
                </c:pt>
                <c:pt idx="1816">
                  <c:v>0.646</c:v>
                </c:pt>
                <c:pt idx="1817">
                  <c:v>0.641</c:v>
                </c:pt>
                <c:pt idx="1818">
                  <c:v>0.635</c:v>
                </c:pt>
                <c:pt idx="1819">
                  <c:v>0.628</c:v>
                </c:pt>
                <c:pt idx="1820">
                  <c:v>0.62</c:v>
                </c:pt>
                <c:pt idx="1821">
                  <c:v>0.611</c:v>
                </c:pt>
                <c:pt idx="1822">
                  <c:v>0.6</c:v>
                </c:pt>
                <c:pt idx="1823">
                  <c:v>0.588</c:v>
                </c:pt>
                <c:pt idx="1824">
                  <c:v>0.575</c:v>
                </c:pt>
                <c:pt idx="1825">
                  <c:v>0.561</c:v>
                </c:pt>
                <c:pt idx="1826">
                  <c:v>0.546</c:v>
                </c:pt>
                <c:pt idx="1827">
                  <c:v>0.53</c:v>
                </c:pt>
                <c:pt idx="1828">
                  <c:v>0.512</c:v>
                </c:pt>
                <c:pt idx="1829">
                  <c:v>0.494</c:v>
                </c:pt>
                <c:pt idx="1830">
                  <c:v>0.475</c:v>
                </c:pt>
                <c:pt idx="1831">
                  <c:v>0.455</c:v>
                </c:pt>
                <c:pt idx="1832">
                  <c:v>0.435</c:v>
                </c:pt>
                <c:pt idx="1833">
                  <c:v>0.414</c:v>
                </c:pt>
                <c:pt idx="1834">
                  <c:v>0.393</c:v>
                </c:pt>
                <c:pt idx="1835">
                  <c:v>0.371</c:v>
                </c:pt>
                <c:pt idx="1836">
                  <c:v>0.349</c:v>
                </c:pt>
                <c:pt idx="1837">
                  <c:v>0.326</c:v>
                </c:pt>
                <c:pt idx="1838">
                  <c:v>0.304</c:v>
                </c:pt>
                <c:pt idx="1839">
                  <c:v>0.282</c:v>
                </c:pt>
                <c:pt idx="1840">
                  <c:v>0.259</c:v>
                </c:pt>
                <c:pt idx="1841">
                  <c:v>0.237</c:v>
                </c:pt>
                <c:pt idx="1842">
                  <c:v>0.216</c:v>
                </c:pt>
                <c:pt idx="1843">
                  <c:v>0.194</c:v>
                </c:pt>
                <c:pt idx="1844">
                  <c:v>0.173</c:v>
                </c:pt>
                <c:pt idx="1845">
                  <c:v>0.153</c:v>
                </c:pt>
                <c:pt idx="1846">
                  <c:v>0.133</c:v>
                </c:pt>
                <c:pt idx="1847">
                  <c:v>0.114</c:v>
                </c:pt>
                <c:pt idx="1848">
                  <c:v>0.095</c:v>
                </c:pt>
                <c:pt idx="1849">
                  <c:v>0.078</c:v>
                </c:pt>
                <c:pt idx="1850">
                  <c:v>0.061</c:v>
                </c:pt>
                <c:pt idx="1851">
                  <c:v>0.045</c:v>
                </c:pt>
                <c:pt idx="1852">
                  <c:v>0.031</c:v>
                </c:pt>
                <c:pt idx="1853">
                  <c:v>0.017</c:v>
                </c:pt>
                <c:pt idx="1854">
                  <c:v>0.004</c:v>
                </c:pt>
                <c:pt idx="1855">
                  <c:v>-0.008</c:v>
                </c:pt>
                <c:pt idx="1856">
                  <c:v>-0.018</c:v>
                </c:pt>
                <c:pt idx="1857">
                  <c:v>-0.028</c:v>
                </c:pt>
                <c:pt idx="1858">
                  <c:v>-0.036</c:v>
                </c:pt>
                <c:pt idx="1859">
                  <c:v>-0.043</c:v>
                </c:pt>
                <c:pt idx="1860">
                  <c:v>-0.049</c:v>
                </c:pt>
                <c:pt idx="1861">
                  <c:v>-0.053</c:v>
                </c:pt>
                <c:pt idx="1862">
                  <c:v>-0.057</c:v>
                </c:pt>
                <c:pt idx="1863">
                  <c:v>-0.059</c:v>
                </c:pt>
                <c:pt idx="1864">
                  <c:v>-0.06</c:v>
                </c:pt>
                <c:pt idx="1865">
                  <c:v>-0.06</c:v>
                </c:pt>
                <c:pt idx="1866">
                  <c:v>-0.058</c:v>
                </c:pt>
                <c:pt idx="1867">
                  <c:v>-0.056</c:v>
                </c:pt>
                <c:pt idx="1868">
                  <c:v>-0.052</c:v>
                </c:pt>
                <c:pt idx="1869">
                  <c:v>-0.047</c:v>
                </c:pt>
                <c:pt idx="1870">
                  <c:v>-0.041</c:v>
                </c:pt>
                <c:pt idx="1871">
                  <c:v>-0.033</c:v>
                </c:pt>
                <c:pt idx="1872">
                  <c:v>-0.025</c:v>
                </c:pt>
                <c:pt idx="1873">
                  <c:v>-0.016</c:v>
                </c:pt>
                <c:pt idx="1874">
                  <c:v>-0.006</c:v>
                </c:pt>
                <c:pt idx="1875">
                  <c:v>0.006</c:v>
                </c:pt>
                <c:pt idx="1876">
                  <c:v>0.018</c:v>
                </c:pt>
                <c:pt idx="1877">
                  <c:v>0.03</c:v>
                </c:pt>
                <c:pt idx="1878">
                  <c:v>0.044</c:v>
                </c:pt>
                <c:pt idx="1879">
                  <c:v>0.058</c:v>
                </c:pt>
                <c:pt idx="1880">
                  <c:v>0.073</c:v>
                </c:pt>
                <c:pt idx="1881">
                  <c:v>0.089</c:v>
                </c:pt>
                <c:pt idx="1882">
                  <c:v>0.105</c:v>
                </c:pt>
                <c:pt idx="1883">
                  <c:v>0.121</c:v>
                </c:pt>
                <c:pt idx="1884">
                  <c:v>0.138</c:v>
                </c:pt>
                <c:pt idx="1885">
                  <c:v>0.155</c:v>
                </c:pt>
                <c:pt idx="1886">
                  <c:v>0.172</c:v>
                </c:pt>
                <c:pt idx="1887">
                  <c:v>0.189</c:v>
                </c:pt>
                <c:pt idx="1888">
                  <c:v>0.206</c:v>
                </c:pt>
                <c:pt idx="1889">
                  <c:v>0.224</c:v>
                </c:pt>
                <c:pt idx="1890">
                  <c:v>0.241</c:v>
                </c:pt>
                <c:pt idx="1891">
                  <c:v>0.258</c:v>
                </c:pt>
                <c:pt idx="1892">
                  <c:v>0.275</c:v>
                </c:pt>
                <c:pt idx="1893">
                  <c:v>0.292</c:v>
                </c:pt>
                <c:pt idx="1894">
                  <c:v>0.308</c:v>
                </c:pt>
                <c:pt idx="1895">
                  <c:v>0.324</c:v>
                </c:pt>
                <c:pt idx="1896">
                  <c:v>0.339</c:v>
                </c:pt>
                <c:pt idx="1897">
                  <c:v>0.354</c:v>
                </c:pt>
                <c:pt idx="1898">
                  <c:v>0.369</c:v>
                </c:pt>
                <c:pt idx="1899">
                  <c:v>0.382</c:v>
                </c:pt>
                <c:pt idx="1900">
                  <c:v>0.395</c:v>
                </c:pt>
                <c:pt idx="1901">
                  <c:v>0.407</c:v>
                </c:pt>
                <c:pt idx="1902">
                  <c:v>0.419</c:v>
                </c:pt>
                <c:pt idx="1903">
                  <c:v>0.43</c:v>
                </c:pt>
                <c:pt idx="1904">
                  <c:v>0.439</c:v>
                </c:pt>
                <c:pt idx="1905">
                  <c:v>0.449</c:v>
                </c:pt>
                <c:pt idx="1906">
                  <c:v>0.457</c:v>
                </c:pt>
                <c:pt idx="1907">
                  <c:v>0.464</c:v>
                </c:pt>
                <c:pt idx="1908">
                  <c:v>0.471</c:v>
                </c:pt>
                <c:pt idx="1909">
                  <c:v>0.476</c:v>
                </c:pt>
                <c:pt idx="1910">
                  <c:v>0.481</c:v>
                </c:pt>
                <c:pt idx="1911">
                  <c:v>0.485</c:v>
                </c:pt>
                <c:pt idx="1912">
                  <c:v>0.487</c:v>
                </c:pt>
                <c:pt idx="1913">
                  <c:v>0.489</c:v>
                </c:pt>
                <c:pt idx="1914">
                  <c:v>0.49</c:v>
                </c:pt>
                <c:pt idx="1915">
                  <c:v>0.491</c:v>
                </c:pt>
                <c:pt idx="1916">
                  <c:v>0.49</c:v>
                </c:pt>
                <c:pt idx="1917">
                  <c:v>0.488</c:v>
                </c:pt>
                <c:pt idx="1918">
                  <c:v>0.485</c:v>
                </c:pt>
                <c:pt idx="1919">
                  <c:v>0.482</c:v>
                </c:pt>
                <c:pt idx="1920">
                  <c:v>0.478</c:v>
                </c:pt>
                <c:pt idx="1921">
                  <c:v>0.472</c:v>
                </c:pt>
                <c:pt idx="1922">
                  <c:v>0.466</c:v>
                </c:pt>
                <c:pt idx="1923">
                  <c:v>0.459</c:v>
                </c:pt>
                <c:pt idx="1924">
                  <c:v>0.452</c:v>
                </c:pt>
                <c:pt idx="1925">
                  <c:v>0.443</c:v>
                </c:pt>
                <c:pt idx="1926">
                  <c:v>0.434</c:v>
                </c:pt>
                <c:pt idx="1927">
                  <c:v>0.424</c:v>
                </c:pt>
                <c:pt idx="1928">
                  <c:v>0.414</c:v>
                </c:pt>
                <c:pt idx="1929">
                  <c:v>0.402</c:v>
                </c:pt>
                <c:pt idx="1930">
                  <c:v>0.391</c:v>
                </c:pt>
                <c:pt idx="1931">
                  <c:v>0.379</c:v>
                </c:pt>
                <c:pt idx="1932">
                  <c:v>0.366</c:v>
                </c:pt>
                <c:pt idx="1933">
                  <c:v>0.353</c:v>
                </c:pt>
                <c:pt idx="1934">
                  <c:v>0.34</c:v>
                </c:pt>
                <c:pt idx="1935">
                  <c:v>0.327</c:v>
                </c:pt>
                <c:pt idx="1936">
                  <c:v>0.313</c:v>
                </c:pt>
                <c:pt idx="1937">
                  <c:v>0.3</c:v>
                </c:pt>
                <c:pt idx="1938">
                  <c:v>0.286</c:v>
                </c:pt>
                <c:pt idx="1939">
                  <c:v>0.272</c:v>
                </c:pt>
                <c:pt idx="1940">
                  <c:v>0.258</c:v>
                </c:pt>
                <c:pt idx="1941">
                  <c:v>0.244</c:v>
                </c:pt>
                <c:pt idx="1942">
                  <c:v>0.231</c:v>
                </c:pt>
                <c:pt idx="1943">
                  <c:v>0.217</c:v>
                </c:pt>
                <c:pt idx="1944">
                  <c:v>0.204</c:v>
                </c:pt>
                <c:pt idx="1945">
                  <c:v>0.191</c:v>
                </c:pt>
                <c:pt idx="1946">
                  <c:v>0.179</c:v>
                </c:pt>
                <c:pt idx="1947">
                  <c:v>0.167</c:v>
                </c:pt>
                <c:pt idx="1948">
                  <c:v>0.156</c:v>
                </c:pt>
                <c:pt idx="1949">
                  <c:v>0.145</c:v>
                </c:pt>
                <c:pt idx="1950">
                  <c:v>0.134</c:v>
                </c:pt>
                <c:pt idx="1951">
                  <c:v>0.125</c:v>
                </c:pt>
                <c:pt idx="1952">
                  <c:v>0.116</c:v>
                </c:pt>
                <c:pt idx="1953">
                  <c:v>0.108</c:v>
                </c:pt>
                <c:pt idx="1954">
                  <c:v>0.101</c:v>
                </c:pt>
                <c:pt idx="1955">
                  <c:v>0.094</c:v>
                </c:pt>
                <c:pt idx="1956">
                  <c:v>0.089</c:v>
                </c:pt>
                <c:pt idx="1957">
                  <c:v>0.084</c:v>
                </c:pt>
                <c:pt idx="1958">
                  <c:v>0.08</c:v>
                </c:pt>
                <c:pt idx="1959">
                  <c:v>0.078</c:v>
                </c:pt>
                <c:pt idx="1960">
                  <c:v>0.076</c:v>
                </c:pt>
                <c:pt idx="1961">
                  <c:v>0.075</c:v>
                </c:pt>
                <c:pt idx="1962">
                  <c:v>0.076</c:v>
                </c:pt>
                <c:pt idx="1963">
                  <c:v>0.077</c:v>
                </c:pt>
                <c:pt idx="1964">
                  <c:v>0.079</c:v>
                </c:pt>
                <c:pt idx="1965">
                  <c:v>0.083</c:v>
                </c:pt>
                <c:pt idx="1966">
                  <c:v>0.088</c:v>
                </c:pt>
                <c:pt idx="1967">
                  <c:v>0.093</c:v>
                </c:pt>
                <c:pt idx="1968">
                  <c:v>0.1</c:v>
                </c:pt>
                <c:pt idx="1969">
                  <c:v>0.107</c:v>
                </c:pt>
                <c:pt idx="1970">
                  <c:v>0.116</c:v>
                </c:pt>
                <c:pt idx="1971">
                  <c:v>0.126</c:v>
                </c:pt>
                <c:pt idx="1972">
                  <c:v>0.136</c:v>
                </c:pt>
                <c:pt idx="1973">
                  <c:v>0.147</c:v>
                </c:pt>
                <c:pt idx="1974">
                  <c:v>0.16</c:v>
                </c:pt>
                <c:pt idx="1975">
                  <c:v>0.173</c:v>
                </c:pt>
                <c:pt idx="1976">
                  <c:v>0.187</c:v>
                </c:pt>
                <c:pt idx="1977">
                  <c:v>0.202</c:v>
                </c:pt>
                <c:pt idx="1978">
                  <c:v>0.217</c:v>
                </c:pt>
                <c:pt idx="1979">
                  <c:v>0.233</c:v>
                </c:pt>
                <c:pt idx="1980">
                  <c:v>0.249</c:v>
                </c:pt>
                <c:pt idx="1981">
                  <c:v>0.266</c:v>
                </c:pt>
                <c:pt idx="1982">
                  <c:v>0.283</c:v>
                </c:pt>
                <c:pt idx="1983">
                  <c:v>0.301</c:v>
                </c:pt>
                <c:pt idx="1984">
                  <c:v>0.319</c:v>
                </c:pt>
                <c:pt idx="1985">
                  <c:v>0.336</c:v>
                </c:pt>
                <c:pt idx="1986">
                  <c:v>0.354</c:v>
                </c:pt>
                <c:pt idx="1987">
                  <c:v>0.372</c:v>
                </c:pt>
                <c:pt idx="1988">
                  <c:v>0.389</c:v>
                </c:pt>
                <c:pt idx="1989">
                  <c:v>0.406</c:v>
                </c:pt>
                <c:pt idx="1990">
                  <c:v>0.423</c:v>
                </c:pt>
                <c:pt idx="1991">
                  <c:v>0.439</c:v>
                </c:pt>
                <c:pt idx="1992">
                  <c:v>0.455</c:v>
                </c:pt>
                <c:pt idx="1993">
                  <c:v>0.469</c:v>
                </c:pt>
                <c:pt idx="1994">
                  <c:v>0.484</c:v>
                </c:pt>
                <c:pt idx="1995">
                  <c:v>0.497</c:v>
                </c:pt>
                <c:pt idx="1996">
                  <c:v>0.509</c:v>
                </c:pt>
                <c:pt idx="1997">
                  <c:v>0.521</c:v>
                </c:pt>
                <c:pt idx="1998">
                  <c:v>0.531</c:v>
                </c:pt>
                <c:pt idx="1999">
                  <c:v>0.541</c:v>
                </c:pt>
                <c:pt idx="2000">
                  <c:v>0.55</c:v>
                </c:pt>
                <c:pt idx="2001">
                  <c:v/>
                </c:pt>
                <c:pt idx="2002">
                  <c:v/>
                </c:pt>
              </c:numCache>
            </c:numRef>
          </c:yVal>
          <c:smooth val="0"/>
        </c:ser>
        <c:ser>
          <c:idx val="2"/>
          <c:order val="2"/>
          <c:tx>
            <c:strRef>
              <c:f>Sheet1!$D$1</c:f>
              <c:strCache>
                <c:ptCount val="1"/>
                <c:pt idx="0">
                  <c:v>collapse</c:v>
                </c:pt>
              </c:strCache>
            </c:strRef>
          </c:tx>
          <c:spPr>
            <a:solidFill>
              <a:srgbClr val="17242E"/>
            </a:solidFill>
            <a:ln w="19050" cap="flat">
              <a:solidFill>
                <a:srgbClr val="17242E"/>
              </a:solidFill>
              <a:prstDash val="solid"/>
              <a:round/>
            </a:ln>
            <a:effectLst/>
          </c:spPr>
          <c:marker>
            <c:symbol val="none"/>
            <c:size val="6"/>
            <c:spPr>
              <a:solidFill>
                <a:srgbClr val="17242E"/>
              </a:solidFill>
              <a:ln w="9525" cap="flat">
                <a:solidFill>
                  <a:srgbClr val="17242E"/>
                </a:solidFill>
                <a:prstDash val="solid"/>
                <a:round/>
              </a:ln>
              <a:effectLst/>
            </c:spPr>
          </c:marker>
          <c:xVal>
            <c:numRef>
              <c:f>Sheet1!$A$2:$A$2004</c:f>
              <c:numCache>
                <c:formatCode>General</c:formatCode>
                <c:ptCount val="2003"/>
                <c:pt idx="0">
                  <c:v>0</c:v>
                </c:pt>
                <c:pt idx="1">
                  <c:v>0.0005</c:v>
                </c:pt>
                <c:pt idx="2">
                  <c:v>0.001</c:v>
                </c:pt>
                <c:pt idx="3">
                  <c:v>0.0015</c:v>
                </c:pt>
                <c:pt idx="4">
                  <c:v>0.002</c:v>
                </c:pt>
                <c:pt idx="5">
                  <c:v>0.0025</c:v>
                </c:pt>
                <c:pt idx="6">
                  <c:v>0.003</c:v>
                </c:pt>
                <c:pt idx="7">
                  <c:v>0.0035</c:v>
                </c:pt>
                <c:pt idx="8">
                  <c:v>0.004</c:v>
                </c:pt>
                <c:pt idx="9">
                  <c:v>0.0045</c:v>
                </c:pt>
                <c:pt idx="10">
                  <c:v>0.005</c:v>
                </c:pt>
                <c:pt idx="11">
                  <c:v>0.0055</c:v>
                </c:pt>
                <c:pt idx="12">
                  <c:v>0.006</c:v>
                </c:pt>
                <c:pt idx="13">
                  <c:v>0.0065</c:v>
                </c:pt>
                <c:pt idx="14">
                  <c:v>0.007</c:v>
                </c:pt>
                <c:pt idx="15">
                  <c:v>0.0075</c:v>
                </c:pt>
                <c:pt idx="16">
                  <c:v>0.008</c:v>
                </c:pt>
                <c:pt idx="17">
                  <c:v>0.0085</c:v>
                </c:pt>
                <c:pt idx="18">
                  <c:v>0.009</c:v>
                </c:pt>
                <c:pt idx="19">
                  <c:v>0.0095</c:v>
                </c:pt>
                <c:pt idx="20">
                  <c:v>0.01</c:v>
                </c:pt>
                <c:pt idx="21">
                  <c:v>0.0105</c:v>
                </c:pt>
                <c:pt idx="22">
                  <c:v>0.011</c:v>
                </c:pt>
                <c:pt idx="23">
                  <c:v>0.0115</c:v>
                </c:pt>
                <c:pt idx="24">
                  <c:v>0.012</c:v>
                </c:pt>
                <c:pt idx="25">
                  <c:v>0.0125</c:v>
                </c:pt>
                <c:pt idx="26">
                  <c:v>0.013</c:v>
                </c:pt>
                <c:pt idx="27">
                  <c:v>0.0135</c:v>
                </c:pt>
                <c:pt idx="28">
                  <c:v>0.014</c:v>
                </c:pt>
                <c:pt idx="29">
                  <c:v>0.0145</c:v>
                </c:pt>
                <c:pt idx="30">
                  <c:v>0.015</c:v>
                </c:pt>
                <c:pt idx="31">
                  <c:v>0.0155</c:v>
                </c:pt>
                <c:pt idx="32">
                  <c:v>0.016</c:v>
                </c:pt>
                <c:pt idx="33">
                  <c:v>0.0165</c:v>
                </c:pt>
                <c:pt idx="34">
                  <c:v>0.017</c:v>
                </c:pt>
                <c:pt idx="35">
                  <c:v>0.0175</c:v>
                </c:pt>
                <c:pt idx="36">
                  <c:v>0.018</c:v>
                </c:pt>
                <c:pt idx="37">
                  <c:v>0.0185</c:v>
                </c:pt>
                <c:pt idx="38">
                  <c:v>0.019</c:v>
                </c:pt>
                <c:pt idx="39">
                  <c:v>0.0195</c:v>
                </c:pt>
                <c:pt idx="40">
                  <c:v>0.02</c:v>
                </c:pt>
                <c:pt idx="41">
                  <c:v>0.0205</c:v>
                </c:pt>
                <c:pt idx="42">
                  <c:v>0.021</c:v>
                </c:pt>
                <c:pt idx="43">
                  <c:v>0.0215</c:v>
                </c:pt>
                <c:pt idx="44">
                  <c:v>0.022</c:v>
                </c:pt>
                <c:pt idx="45">
                  <c:v>0.0225</c:v>
                </c:pt>
                <c:pt idx="46">
                  <c:v>0.023</c:v>
                </c:pt>
                <c:pt idx="47">
                  <c:v>0.0235</c:v>
                </c:pt>
                <c:pt idx="48">
                  <c:v>0.024</c:v>
                </c:pt>
                <c:pt idx="49">
                  <c:v>0.0245</c:v>
                </c:pt>
                <c:pt idx="50">
                  <c:v>0.025</c:v>
                </c:pt>
                <c:pt idx="51">
                  <c:v>0.0255</c:v>
                </c:pt>
                <c:pt idx="52">
                  <c:v>0.026</c:v>
                </c:pt>
                <c:pt idx="53">
                  <c:v>0.0265</c:v>
                </c:pt>
                <c:pt idx="54">
                  <c:v>0.027</c:v>
                </c:pt>
                <c:pt idx="55">
                  <c:v>0.0275</c:v>
                </c:pt>
                <c:pt idx="56">
                  <c:v>0.028</c:v>
                </c:pt>
                <c:pt idx="57">
                  <c:v>0.0285</c:v>
                </c:pt>
                <c:pt idx="58">
                  <c:v>0.029</c:v>
                </c:pt>
                <c:pt idx="59">
                  <c:v>0.0295</c:v>
                </c:pt>
                <c:pt idx="60">
                  <c:v>0.03</c:v>
                </c:pt>
                <c:pt idx="61">
                  <c:v>0.0305</c:v>
                </c:pt>
                <c:pt idx="62">
                  <c:v>0.031</c:v>
                </c:pt>
                <c:pt idx="63">
                  <c:v>0.0315</c:v>
                </c:pt>
                <c:pt idx="64">
                  <c:v>0.032</c:v>
                </c:pt>
                <c:pt idx="65">
                  <c:v>0.0325</c:v>
                </c:pt>
                <c:pt idx="66">
                  <c:v>0.033</c:v>
                </c:pt>
                <c:pt idx="67">
                  <c:v>0.0335</c:v>
                </c:pt>
                <c:pt idx="68">
                  <c:v>0.034</c:v>
                </c:pt>
                <c:pt idx="69">
                  <c:v>0.0345</c:v>
                </c:pt>
                <c:pt idx="70">
                  <c:v>0.035</c:v>
                </c:pt>
                <c:pt idx="71">
                  <c:v>0.0355</c:v>
                </c:pt>
                <c:pt idx="72">
                  <c:v>0.036</c:v>
                </c:pt>
                <c:pt idx="73">
                  <c:v>0.0365</c:v>
                </c:pt>
                <c:pt idx="74">
                  <c:v>0.037</c:v>
                </c:pt>
                <c:pt idx="75">
                  <c:v>0.0375</c:v>
                </c:pt>
                <c:pt idx="76">
                  <c:v>0.038</c:v>
                </c:pt>
                <c:pt idx="77">
                  <c:v>0.0385</c:v>
                </c:pt>
                <c:pt idx="78">
                  <c:v>0.039</c:v>
                </c:pt>
                <c:pt idx="79">
                  <c:v>0.0395</c:v>
                </c:pt>
                <c:pt idx="80">
                  <c:v>0.04</c:v>
                </c:pt>
                <c:pt idx="81">
                  <c:v>0.0405</c:v>
                </c:pt>
                <c:pt idx="82">
                  <c:v>0.041</c:v>
                </c:pt>
                <c:pt idx="83">
                  <c:v>0.0415</c:v>
                </c:pt>
                <c:pt idx="84">
                  <c:v>0.042</c:v>
                </c:pt>
                <c:pt idx="85">
                  <c:v>0.0425</c:v>
                </c:pt>
                <c:pt idx="86">
                  <c:v>0.043</c:v>
                </c:pt>
                <c:pt idx="87">
                  <c:v>0.0435</c:v>
                </c:pt>
                <c:pt idx="88">
                  <c:v>0.044</c:v>
                </c:pt>
                <c:pt idx="89">
                  <c:v>0.0445</c:v>
                </c:pt>
                <c:pt idx="90">
                  <c:v>0.045</c:v>
                </c:pt>
                <c:pt idx="91">
                  <c:v>0.0455</c:v>
                </c:pt>
                <c:pt idx="92">
                  <c:v>0.046</c:v>
                </c:pt>
                <c:pt idx="93">
                  <c:v>0.0465</c:v>
                </c:pt>
                <c:pt idx="94">
                  <c:v>0.047</c:v>
                </c:pt>
                <c:pt idx="95">
                  <c:v>0.0475</c:v>
                </c:pt>
                <c:pt idx="96">
                  <c:v>0.048</c:v>
                </c:pt>
                <c:pt idx="97">
                  <c:v>0.0485</c:v>
                </c:pt>
                <c:pt idx="98">
                  <c:v>0.049</c:v>
                </c:pt>
                <c:pt idx="99">
                  <c:v>0.0495</c:v>
                </c:pt>
                <c:pt idx="100">
                  <c:v>0.05</c:v>
                </c:pt>
                <c:pt idx="101">
                  <c:v>0.0505</c:v>
                </c:pt>
                <c:pt idx="102">
                  <c:v>0.051</c:v>
                </c:pt>
                <c:pt idx="103">
                  <c:v>0.0515</c:v>
                </c:pt>
                <c:pt idx="104">
                  <c:v>0.052</c:v>
                </c:pt>
                <c:pt idx="105">
                  <c:v>0.0525</c:v>
                </c:pt>
                <c:pt idx="106">
                  <c:v>0.053</c:v>
                </c:pt>
                <c:pt idx="107">
                  <c:v>0.0535</c:v>
                </c:pt>
                <c:pt idx="108">
                  <c:v>0.054</c:v>
                </c:pt>
                <c:pt idx="109">
                  <c:v>0.0545</c:v>
                </c:pt>
                <c:pt idx="110">
                  <c:v>0.055</c:v>
                </c:pt>
                <c:pt idx="111">
                  <c:v>0.0555</c:v>
                </c:pt>
                <c:pt idx="112">
                  <c:v>0.056</c:v>
                </c:pt>
                <c:pt idx="113">
                  <c:v>0.0565</c:v>
                </c:pt>
                <c:pt idx="114">
                  <c:v>0.057</c:v>
                </c:pt>
                <c:pt idx="115">
                  <c:v>0.0575</c:v>
                </c:pt>
                <c:pt idx="116">
                  <c:v>0.058</c:v>
                </c:pt>
                <c:pt idx="117">
                  <c:v>0.0585</c:v>
                </c:pt>
                <c:pt idx="118">
                  <c:v>0.059</c:v>
                </c:pt>
                <c:pt idx="119">
                  <c:v>0.0595</c:v>
                </c:pt>
                <c:pt idx="120">
                  <c:v>0.06</c:v>
                </c:pt>
                <c:pt idx="121">
                  <c:v>0.0605</c:v>
                </c:pt>
                <c:pt idx="122">
                  <c:v>0.061</c:v>
                </c:pt>
                <c:pt idx="123">
                  <c:v>0.0615</c:v>
                </c:pt>
                <c:pt idx="124">
                  <c:v>0.062</c:v>
                </c:pt>
                <c:pt idx="125">
                  <c:v>0.0625</c:v>
                </c:pt>
                <c:pt idx="126">
                  <c:v>0.063</c:v>
                </c:pt>
                <c:pt idx="127">
                  <c:v>0.0635</c:v>
                </c:pt>
                <c:pt idx="128">
                  <c:v>0.064</c:v>
                </c:pt>
                <c:pt idx="129">
                  <c:v>0.0645</c:v>
                </c:pt>
                <c:pt idx="130">
                  <c:v>0.065</c:v>
                </c:pt>
                <c:pt idx="131">
                  <c:v>0.0655</c:v>
                </c:pt>
                <c:pt idx="132">
                  <c:v>0.066</c:v>
                </c:pt>
                <c:pt idx="133">
                  <c:v>0.0665</c:v>
                </c:pt>
                <c:pt idx="134">
                  <c:v>0.067</c:v>
                </c:pt>
                <c:pt idx="135">
                  <c:v>0.0675</c:v>
                </c:pt>
                <c:pt idx="136">
                  <c:v>0.068</c:v>
                </c:pt>
                <c:pt idx="137">
                  <c:v>0.0685</c:v>
                </c:pt>
                <c:pt idx="138">
                  <c:v>0.069</c:v>
                </c:pt>
                <c:pt idx="139">
                  <c:v>0.0695</c:v>
                </c:pt>
                <c:pt idx="140">
                  <c:v>0.07</c:v>
                </c:pt>
                <c:pt idx="141">
                  <c:v>0.0705</c:v>
                </c:pt>
                <c:pt idx="142">
                  <c:v>0.071</c:v>
                </c:pt>
                <c:pt idx="143">
                  <c:v>0.0715</c:v>
                </c:pt>
                <c:pt idx="144">
                  <c:v>0.072</c:v>
                </c:pt>
                <c:pt idx="145">
                  <c:v>0.0725</c:v>
                </c:pt>
                <c:pt idx="146">
                  <c:v>0.073</c:v>
                </c:pt>
                <c:pt idx="147">
                  <c:v>0.0735</c:v>
                </c:pt>
                <c:pt idx="148">
                  <c:v>0.074</c:v>
                </c:pt>
                <c:pt idx="149">
                  <c:v>0.0745</c:v>
                </c:pt>
                <c:pt idx="150">
                  <c:v>0.075</c:v>
                </c:pt>
                <c:pt idx="151">
                  <c:v>0.0755</c:v>
                </c:pt>
                <c:pt idx="152">
                  <c:v>0.076</c:v>
                </c:pt>
                <c:pt idx="153">
                  <c:v>0.0765</c:v>
                </c:pt>
                <c:pt idx="154">
                  <c:v>0.077</c:v>
                </c:pt>
                <c:pt idx="155">
                  <c:v>0.0775</c:v>
                </c:pt>
                <c:pt idx="156">
                  <c:v>0.078</c:v>
                </c:pt>
                <c:pt idx="157">
                  <c:v>0.0785</c:v>
                </c:pt>
                <c:pt idx="158">
                  <c:v>0.079</c:v>
                </c:pt>
                <c:pt idx="159">
                  <c:v>0.0795</c:v>
                </c:pt>
                <c:pt idx="160">
                  <c:v>0.08</c:v>
                </c:pt>
                <c:pt idx="161">
                  <c:v>0.0805</c:v>
                </c:pt>
                <c:pt idx="162">
                  <c:v>0.081</c:v>
                </c:pt>
                <c:pt idx="163">
                  <c:v>0.0815</c:v>
                </c:pt>
                <c:pt idx="164">
                  <c:v>0.082</c:v>
                </c:pt>
                <c:pt idx="165">
                  <c:v>0.0825</c:v>
                </c:pt>
                <c:pt idx="166">
                  <c:v>0.083</c:v>
                </c:pt>
                <c:pt idx="167">
                  <c:v>0.0835</c:v>
                </c:pt>
                <c:pt idx="168">
                  <c:v>0.084</c:v>
                </c:pt>
                <c:pt idx="169">
                  <c:v>0.0845</c:v>
                </c:pt>
                <c:pt idx="170">
                  <c:v>0.085</c:v>
                </c:pt>
                <c:pt idx="171">
                  <c:v>0.0855</c:v>
                </c:pt>
                <c:pt idx="172">
                  <c:v>0.086</c:v>
                </c:pt>
                <c:pt idx="173">
                  <c:v>0.0865</c:v>
                </c:pt>
                <c:pt idx="174">
                  <c:v>0.087</c:v>
                </c:pt>
                <c:pt idx="175">
                  <c:v>0.0875</c:v>
                </c:pt>
                <c:pt idx="176">
                  <c:v>0.088</c:v>
                </c:pt>
                <c:pt idx="177">
                  <c:v>0.0885</c:v>
                </c:pt>
                <c:pt idx="178">
                  <c:v>0.089</c:v>
                </c:pt>
                <c:pt idx="179">
                  <c:v>0.0895</c:v>
                </c:pt>
                <c:pt idx="180">
                  <c:v>0.09</c:v>
                </c:pt>
                <c:pt idx="181">
                  <c:v>0.0905</c:v>
                </c:pt>
                <c:pt idx="182">
                  <c:v>0.091</c:v>
                </c:pt>
                <c:pt idx="183">
                  <c:v>0.0915</c:v>
                </c:pt>
                <c:pt idx="184">
                  <c:v>0.092</c:v>
                </c:pt>
                <c:pt idx="185">
                  <c:v>0.0925</c:v>
                </c:pt>
                <c:pt idx="186">
                  <c:v>0.093</c:v>
                </c:pt>
                <c:pt idx="187">
                  <c:v>0.0935</c:v>
                </c:pt>
                <c:pt idx="188">
                  <c:v>0.094</c:v>
                </c:pt>
                <c:pt idx="189">
                  <c:v>0.0945</c:v>
                </c:pt>
                <c:pt idx="190">
                  <c:v>0.095</c:v>
                </c:pt>
                <c:pt idx="191">
                  <c:v>0.0955</c:v>
                </c:pt>
                <c:pt idx="192">
                  <c:v>0.096</c:v>
                </c:pt>
                <c:pt idx="193">
                  <c:v>0.0965</c:v>
                </c:pt>
                <c:pt idx="194">
                  <c:v>0.097</c:v>
                </c:pt>
                <c:pt idx="195">
                  <c:v>0.0975</c:v>
                </c:pt>
                <c:pt idx="196">
                  <c:v>0.098</c:v>
                </c:pt>
                <c:pt idx="197">
                  <c:v>0.0985</c:v>
                </c:pt>
                <c:pt idx="198">
                  <c:v>0.099</c:v>
                </c:pt>
                <c:pt idx="199">
                  <c:v>0.0995</c:v>
                </c:pt>
                <c:pt idx="200">
                  <c:v>0.1</c:v>
                </c:pt>
                <c:pt idx="201">
                  <c:v>0.1005</c:v>
                </c:pt>
                <c:pt idx="202">
                  <c:v>0.101</c:v>
                </c:pt>
                <c:pt idx="203">
                  <c:v>0.1015</c:v>
                </c:pt>
                <c:pt idx="204">
                  <c:v>0.102</c:v>
                </c:pt>
                <c:pt idx="205">
                  <c:v>0.1025</c:v>
                </c:pt>
                <c:pt idx="206">
                  <c:v>0.103</c:v>
                </c:pt>
                <c:pt idx="207">
                  <c:v>0.1035</c:v>
                </c:pt>
                <c:pt idx="208">
                  <c:v>0.104</c:v>
                </c:pt>
                <c:pt idx="209">
                  <c:v>0.1045</c:v>
                </c:pt>
                <c:pt idx="210">
                  <c:v>0.105</c:v>
                </c:pt>
                <c:pt idx="211">
                  <c:v>0.1055</c:v>
                </c:pt>
                <c:pt idx="212">
                  <c:v>0.106</c:v>
                </c:pt>
                <c:pt idx="213">
                  <c:v>0.1065</c:v>
                </c:pt>
                <c:pt idx="214">
                  <c:v>0.107</c:v>
                </c:pt>
                <c:pt idx="215">
                  <c:v>0.1075</c:v>
                </c:pt>
                <c:pt idx="216">
                  <c:v>0.108</c:v>
                </c:pt>
                <c:pt idx="217">
                  <c:v>0.1085</c:v>
                </c:pt>
                <c:pt idx="218">
                  <c:v>0.109</c:v>
                </c:pt>
                <c:pt idx="219">
                  <c:v>0.1095</c:v>
                </c:pt>
                <c:pt idx="220">
                  <c:v>0.11</c:v>
                </c:pt>
                <c:pt idx="221">
                  <c:v>0.1105</c:v>
                </c:pt>
                <c:pt idx="222">
                  <c:v>0.111</c:v>
                </c:pt>
                <c:pt idx="223">
                  <c:v>0.1115</c:v>
                </c:pt>
                <c:pt idx="224">
                  <c:v>0.112</c:v>
                </c:pt>
                <c:pt idx="225">
                  <c:v>0.1125</c:v>
                </c:pt>
                <c:pt idx="226">
                  <c:v>0.113</c:v>
                </c:pt>
                <c:pt idx="227">
                  <c:v>0.1135</c:v>
                </c:pt>
                <c:pt idx="228">
                  <c:v>0.114</c:v>
                </c:pt>
                <c:pt idx="229">
                  <c:v>0.1145</c:v>
                </c:pt>
                <c:pt idx="230">
                  <c:v>0.115</c:v>
                </c:pt>
                <c:pt idx="231">
                  <c:v>0.1155</c:v>
                </c:pt>
                <c:pt idx="232">
                  <c:v>0.116</c:v>
                </c:pt>
                <c:pt idx="233">
                  <c:v>0.1165</c:v>
                </c:pt>
                <c:pt idx="234">
                  <c:v>0.117</c:v>
                </c:pt>
                <c:pt idx="235">
                  <c:v>0.1175</c:v>
                </c:pt>
                <c:pt idx="236">
                  <c:v>0.118</c:v>
                </c:pt>
                <c:pt idx="237">
                  <c:v>0.1185</c:v>
                </c:pt>
                <c:pt idx="238">
                  <c:v>0.119</c:v>
                </c:pt>
                <c:pt idx="239">
                  <c:v>0.1195</c:v>
                </c:pt>
                <c:pt idx="240">
                  <c:v>0.12</c:v>
                </c:pt>
                <c:pt idx="241">
                  <c:v>0.1205</c:v>
                </c:pt>
                <c:pt idx="242">
                  <c:v>0.121</c:v>
                </c:pt>
                <c:pt idx="243">
                  <c:v>0.1215</c:v>
                </c:pt>
                <c:pt idx="244">
                  <c:v>0.122</c:v>
                </c:pt>
                <c:pt idx="245">
                  <c:v>0.1225</c:v>
                </c:pt>
                <c:pt idx="246">
                  <c:v>0.123</c:v>
                </c:pt>
                <c:pt idx="247">
                  <c:v>0.1235</c:v>
                </c:pt>
                <c:pt idx="248">
                  <c:v>0.124</c:v>
                </c:pt>
                <c:pt idx="249">
                  <c:v>0.1245</c:v>
                </c:pt>
                <c:pt idx="250">
                  <c:v>0.125</c:v>
                </c:pt>
                <c:pt idx="251">
                  <c:v>0.1255</c:v>
                </c:pt>
                <c:pt idx="252">
                  <c:v>0.126</c:v>
                </c:pt>
                <c:pt idx="253">
                  <c:v>0.1265</c:v>
                </c:pt>
                <c:pt idx="254">
                  <c:v>0.127</c:v>
                </c:pt>
                <c:pt idx="255">
                  <c:v>0.1275</c:v>
                </c:pt>
                <c:pt idx="256">
                  <c:v>0.128</c:v>
                </c:pt>
                <c:pt idx="257">
                  <c:v>0.1285</c:v>
                </c:pt>
                <c:pt idx="258">
                  <c:v>0.129</c:v>
                </c:pt>
                <c:pt idx="259">
                  <c:v>0.1295</c:v>
                </c:pt>
                <c:pt idx="260">
                  <c:v>0.13</c:v>
                </c:pt>
                <c:pt idx="261">
                  <c:v>0.1305</c:v>
                </c:pt>
                <c:pt idx="262">
                  <c:v>0.131</c:v>
                </c:pt>
                <c:pt idx="263">
                  <c:v>0.1315</c:v>
                </c:pt>
                <c:pt idx="264">
                  <c:v>0.132</c:v>
                </c:pt>
                <c:pt idx="265">
                  <c:v>0.1325</c:v>
                </c:pt>
                <c:pt idx="266">
                  <c:v>0.133</c:v>
                </c:pt>
                <c:pt idx="267">
                  <c:v>0.1335</c:v>
                </c:pt>
                <c:pt idx="268">
                  <c:v>0.134</c:v>
                </c:pt>
                <c:pt idx="269">
                  <c:v>0.1345</c:v>
                </c:pt>
                <c:pt idx="270">
                  <c:v>0.135</c:v>
                </c:pt>
                <c:pt idx="271">
                  <c:v>0.1355</c:v>
                </c:pt>
                <c:pt idx="272">
                  <c:v>0.136</c:v>
                </c:pt>
                <c:pt idx="273">
                  <c:v>0.1365</c:v>
                </c:pt>
                <c:pt idx="274">
                  <c:v>0.137</c:v>
                </c:pt>
                <c:pt idx="275">
                  <c:v>0.1375</c:v>
                </c:pt>
                <c:pt idx="276">
                  <c:v>0.138</c:v>
                </c:pt>
                <c:pt idx="277">
                  <c:v>0.1385</c:v>
                </c:pt>
                <c:pt idx="278">
                  <c:v>0.139</c:v>
                </c:pt>
                <c:pt idx="279">
                  <c:v>0.1395</c:v>
                </c:pt>
                <c:pt idx="280">
                  <c:v>0.14</c:v>
                </c:pt>
                <c:pt idx="281">
                  <c:v>0.1405</c:v>
                </c:pt>
                <c:pt idx="282">
                  <c:v>0.141</c:v>
                </c:pt>
                <c:pt idx="283">
                  <c:v>0.1415</c:v>
                </c:pt>
                <c:pt idx="284">
                  <c:v>0.142</c:v>
                </c:pt>
                <c:pt idx="285">
                  <c:v>0.1425</c:v>
                </c:pt>
                <c:pt idx="286">
                  <c:v>0.143</c:v>
                </c:pt>
                <c:pt idx="287">
                  <c:v>0.1435</c:v>
                </c:pt>
                <c:pt idx="288">
                  <c:v>0.144</c:v>
                </c:pt>
                <c:pt idx="289">
                  <c:v>0.1445</c:v>
                </c:pt>
                <c:pt idx="290">
                  <c:v>0.145</c:v>
                </c:pt>
                <c:pt idx="291">
                  <c:v>0.1455</c:v>
                </c:pt>
                <c:pt idx="292">
                  <c:v>0.146</c:v>
                </c:pt>
                <c:pt idx="293">
                  <c:v>0.1465</c:v>
                </c:pt>
                <c:pt idx="294">
                  <c:v>0.147</c:v>
                </c:pt>
                <c:pt idx="295">
                  <c:v>0.1475</c:v>
                </c:pt>
                <c:pt idx="296">
                  <c:v>0.148</c:v>
                </c:pt>
                <c:pt idx="297">
                  <c:v>0.1485</c:v>
                </c:pt>
                <c:pt idx="298">
                  <c:v>0.149</c:v>
                </c:pt>
                <c:pt idx="299">
                  <c:v>0.1495</c:v>
                </c:pt>
                <c:pt idx="300">
                  <c:v>0.15</c:v>
                </c:pt>
                <c:pt idx="301">
                  <c:v>0.1505</c:v>
                </c:pt>
                <c:pt idx="302">
                  <c:v>0.151</c:v>
                </c:pt>
                <c:pt idx="303">
                  <c:v>0.1515</c:v>
                </c:pt>
                <c:pt idx="304">
                  <c:v>0.152</c:v>
                </c:pt>
                <c:pt idx="305">
                  <c:v>0.1525</c:v>
                </c:pt>
                <c:pt idx="306">
                  <c:v>0.153</c:v>
                </c:pt>
                <c:pt idx="307">
                  <c:v>0.1535</c:v>
                </c:pt>
                <c:pt idx="308">
                  <c:v>0.154</c:v>
                </c:pt>
                <c:pt idx="309">
                  <c:v>0.1545</c:v>
                </c:pt>
                <c:pt idx="310">
                  <c:v>0.155</c:v>
                </c:pt>
                <c:pt idx="311">
                  <c:v>0.1555</c:v>
                </c:pt>
                <c:pt idx="312">
                  <c:v>0.156</c:v>
                </c:pt>
                <c:pt idx="313">
                  <c:v>0.1565</c:v>
                </c:pt>
                <c:pt idx="314">
                  <c:v>0.157</c:v>
                </c:pt>
                <c:pt idx="315">
                  <c:v>0.1575</c:v>
                </c:pt>
                <c:pt idx="316">
                  <c:v>0.158</c:v>
                </c:pt>
                <c:pt idx="317">
                  <c:v>0.1585</c:v>
                </c:pt>
                <c:pt idx="318">
                  <c:v>0.159</c:v>
                </c:pt>
                <c:pt idx="319">
                  <c:v>0.1595</c:v>
                </c:pt>
                <c:pt idx="320">
                  <c:v>0.16</c:v>
                </c:pt>
                <c:pt idx="321">
                  <c:v>0.1605</c:v>
                </c:pt>
                <c:pt idx="322">
                  <c:v>0.161</c:v>
                </c:pt>
                <c:pt idx="323">
                  <c:v>0.1615</c:v>
                </c:pt>
                <c:pt idx="324">
                  <c:v>0.162</c:v>
                </c:pt>
                <c:pt idx="325">
                  <c:v>0.1625</c:v>
                </c:pt>
                <c:pt idx="326">
                  <c:v>0.163</c:v>
                </c:pt>
                <c:pt idx="327">
                  <c:v>0.1635</c:v>
                </c:pt>
                <c:pt idx="328">
                  <c:v>0.164</c:v>
                </c:pt>
                <c:pt idx="329">
                  <c:v>0.1645</c:v>
                </c:pt>
                <c:pt idx="330">
                  <c:v>0.165</c:v>
                </c:pt>
                <c:pt idx="331">
                  <c:v>0.1655</c:v>
                </c:pt>
                <c:pt idx="332">
                  <c:v>0.166</c:v>
                </c:pt>
                <c:pt idx="333">
                  <c:v>0.1665</c:v>
                </c:pt>
                <c:pt idx="334">
                  <c:v>0.167</c:v>
                </c:pt>
                <c:pt idx="335">
                  <c:v>0.1675</c:v>
                </c:pt>
                <c:pt idx="336">
                  <c:v>0.168</c:v>
                </c:pt>
                <c:pt idx="337">
                  <c:v>0.1685</c:v>
                </c:pt>
                <c:pt idx="338">
                  <c:v>0.169</c:v>
                </c:pt>
                <c:pt idx="339">
                  <c:v>0.1695</c:v>
                </c:pt>
                <c:pt idx="340">
                  <c:v>0.17</c:v>
                </c:pt>
                <c:pt idx="341">
                  <c:v>0.1705</c:v>
                </c:pt>
                <c:pt idx="342">
                  <c:v>0.171</c:v>
                </c:pt>
                <c:pt idx="343">
                  <c:v>0.1715</c:v>
                </c:pt>
                <c:pt idx="344">
                  <c:v>0.172</c:v>
                </c:pt>
                <c:pt idx="345">
                  <c:v>0.1725</c:v>
                </c:pt>
                <c:pt idx="346">
                  <c:v>0.173</c:v>
                </c:pt>
                <c:pt idx="347">
                  <c:v>0.1735</c:v>
                </c:pt>
                <c:pt idx="348">
                  <c:v>0.174</c:v>
                </c:pt>
                <c:pt idx="349">
                  <c:v>0.1745</c:v>
                </c:pt>
                <c:pt idx="350">
                  <c:v>0.175</c:v>
                </c:pt>
                <c:pt idx="351">
                  <c:v>0.1755</c:v>
                </c:pt>
                <c:pt idx="352">
                  <c:v>0.176</c:v>
                </c:pt>
                <c:pt idx="353">
                  <c:v>0.1765</c:v>
                </c:pt>
                <c:pt idx="354">
                  <c:v>0.177</c:v>
                </c:pt>
                <c:pt idx="355">
                  <c:v>0.1775</c:v>
                </c:pt>
                <c:pt idx="356">
                  <c:v>0.178</c:v>
                </c:pt>
                <c:pt idx="357">
                  <c:v>0.1785</c:v>
                </c:pt>
                <c:pt idx="358">
                  <c:v>0.179</c:v>
                </c:pt>
                <c:pt idx="359">
                  <c:v>0.1795</c:v>
                </c:pt>
                <c:pt idx="360">
                  <c:v>0.18</c:v>
                </c:pt>
                <c:pt idx="361">
                  <c:v>0.1805</c:v>
                </c:pt>
                <c:pt idx="362">
                  <c:v>0.181</c:v>
                </c:pt>
                <c:pt idx="363">
                  <c:v>0.1815</c:v>
                </c:pt>
                <c:pt idx="364">
                  <c:v>0.182</c:v>
                </c:pt>
                <c:pt idx="365">
                  <c:v>0.1825</c:v>
                </c:pt>
                <c:pt idx="366">
                  <c:v>0.183</c:v>
                </c:pt>
                <c:pt idx="367">
                  <c:v>0.1835</c:v>
                </c:pt>
                <c:pt idx="368">
                  <c:v>0.184</c:v>
                </c:pt>
                <c:pt idx="369">
                  <c:v>0.1845</c:v>
                </c:pt>
                <c:pt idx="370">
                  <c:v>0.185</c:v>
                </c:pt>
                <c:pt idx="371">
                  <c:v>0.1855</c:v>
                </c:pt>
                <c:pt idx="372">
                  <c:v>0.186</c:v>
                </c:pt>
                <c:pt idx="373">
                  <c:v>0.1865</c:v>
                </c:pt>
                <c:pt idx="374">
                  <c:v>0.187</c:v>
                </c:pt>
                <c:pt idx="375">
                  <c:v>0.1875</c:v>
                </c:pt>
                <c:pt idx="376">
                  <c:v>0.188</c:v>
                </c:pt>
                <c:pt idx="377">
                  <c:v>0.1885</c:v>
                </c:pt>
                <c:pt idx="378">
                  <c:v>0.189</c:v>
                </c:pt>
                <c:pt idx="379">
                  <c:v>0.1895</c:v>
                </c:pt>
                <c:pt idx="380">
                  <c:v>0.19</c:v>
                </c:pt>
                <c:pt idx="381">
                  <c:v>0.1905</c:v>
                </c:pt>
                <c:pt idx="382">
                  <c:v>0.191</c:v>
                </c:pt>
                <c:pt idx="383">
                  <c:v>0.1915</c:v>
                </c:pt>
                <c:pt idx="384">
                  <c:v>0.192</c:v>
                </c:pt>
                <c:pt idx="385">
                  <c:v>0.1925</c:v>
                </c:pt>
                <c:pt idx="386">
                  <c:v>0.193</c:v>
                </c:pt>
                <c:pt idx="387">
                  <c:v>0.1935</c:v>
                </c:pt>
                <c:pt idx="388">
                  <c:v>0.194</c:v>
                </c:pt>
                <c:pt idx="389">
                  <c:v>0.1945</c:v>
                </c:pt>
                <c:pt idx="390">
                  <c:v>0.195</c:v>
                </c:pt>
                <c:pt idx="391">
                  <c:v>0.1955</c:v>
                </c:pt>
                <c:pt idx="392">
                  <c:v>0.196</c:v>
                </c:pt>
                <c:pt idx="393">
                  <c:v>0.1965</c:v>
                </c:pt>
                <c:pt idx="394">
                  <c:v>0.197</c:v>
                </c:pt>
                <c:pt idx="395">
                  <c:v>0.1975</c:v>
                </c:pt>
                <c:pt idx="396">
                  <c:v>0.198</c:v>
                </c:pt>
                <c:pt idx="397">
                  <c:v>0.1985</c:v>
                </c:pt>
                <c:pt idx="398">
                  <c:v>0.199</c:v>
                </c:pt>
                <c:pt idx="399">
                  <c:v>0.1995</c:v>
                </c:pt>
                <c:pt idx="400">
                  <c:v>0.2</c:v>
                </c:pt>
                <c:pt idx="401">
                  <c:v>0.2005</c:v>
                </c:pt>
                <c:pt idx="402">
                  <c:v>0.201</c:v>
                </c:pt>
                <c:pt idx="403">
                  <c:v>0.2015</c:v>
                </c:pt>
                <c:pt idx="404">
                  <c:v>0.202</c:v>
                </c:pt>
                <c:pt idx="405">
                  <c:v>0.2025</c:v>
                </c:pt>
                <c:pt idx="406">
                  <c:v>0.203</c:v>
                </c:pt>
                <c:pt idx="407">
                  <c:v>0.2035</c:v>
                </c:pt>
                <c:pt idx="408">
                  <c:v>0.204</c:v>
                </c:pt>
                <c:pt idx="409">
                  <c:v>0.2045</c:v>
                </c:pt>
                <c:pt idx="410">
                  <c:v>0.205</c:v>
                </c:pt>
                <c:pt idx="411">
                  <c:v>0.2055</c:v>
                </c:pt>
                <c:pt idx="412">
                  <c:v>0.206</c:v>
                </c:pt>
                <c:pt idx="413">
                  <c:v>0.2065</c:v>
                </c:pt>
                <c:pt idx="414">
                  <c:v>0.207</c:v>
                </c:pt>
                <c:pt idx="415">
                  <c:v>0.2075</c:v>
                </c:pt>
                <c:pt idx="416">
                  <c:v>0.208</c:v>
                </c:pt>
                <c:pt idx="417">
                  <c:v>0.2085</c:v>
                </c:pt>
                <c:pt idx="418">
                  <c:v>0.209</c:v>
                </c:pt>
                <c:pt idx="419">
                  <c:v>0.2095</c:v>
                </c:pt>
                <c:pt idx="420">
                  <c:v>0.21</c:v>
                </c:pt>
                <c:pt idx="421">
                  <c:v>0.2105</c:v>
                </c:pt>
                <c:pt idx="422">
                  <c:v>0.211</c:v>
                </c:pt>
                <c:pt idx="423">
                  <c:v>0.2115</c:v>
                </c:pt>
                <c:pt idx="424">
                  <c:v>0.212</c:v>
                </c:pt>
                <c:pt idx="425">
                  <c:v>0.2125</c:v>
                </c:pt>
                <c:pt idx="426">
                  <c:v>0.213</c:v>
                </c:pt>
                <c:pt idx="427">
                  <c:v>0.2135</c:v>
                </c:pt>
                <c:pt idx="428">
                  <c:v>0.214</c:v>
                </c:pt>
                <c:pt idx="429">
                  <c:v>0.2145</c:v>
                </c:pt>
                <c:pt idx="430">
                  <c:v>0.215</c:v>
                </c:pt>
                <c:pt idx="431">
                  <c:v>0.2155</c:v>
                </c:pt>
                <c:pt idx="432">
                  <c:v>0.216</c:v>
                </c:pt>
                <c:pt idx="433">
                  <c:v>0.2165</c:v>
                </c:pt>
                <c:pt idx="434">
                  <c:v>0.217</c:v>
                </c:pt>
                <c:pt idx="435">
                  <c:v>0.2175</c:v>
                </c:pt>
                <c:pt idx="436">
                  <c:v>0.218</c:v>
                </c:pt>
                <c:pt idx="437">
                  <c:v>0.2185</c:v>
                </c:pt>
                <c:pt idx="438">
                  <c:v>0.219</c:v>
                </c:pt>
                <c:pt idx="439">
                  <c:v>0.2195</c:v>
                </c:pt>
                <c:pt idx="440">
                  <c:v>0.22</c:v>
                </c:pt>
                <c:pt idx="441">
                  <c:v>0.2205</c:v>
                </c:pt>
                <c:pt idx="442">
                  <c:v>0.221</c:v>
                </c:pt>
                <c:pt idx="443">
                  <c:v>0.2215</c:v>
                </c:pt>
                <c:pt idx="444">
                  <c:v>0.222</c:v>
                </c:pt>
                <c:pt idx="445">
                  <c:v>0.2225</c:v>
                </c:pt>
                <c:pt idx="446">
                  <c:v>0.223</c:v>
                </c:pt>
                <c:pt idx="447">
                  <c:v>0.2235</c:v>
                </c:pt>
                <c:pt idx="448">
                  <c:v>0.224</c:v>
                </c:pt>
                <c:pt idx="449">
                  <c:v>0.2245</c:v>
                </c:pt>
                <c:pt idx="450">
                  <c:v>0.225</c:v>
                </c:pt>
                <c:pt idx="451">
                  <c:v>0.2255</c:v>
                </c:pt>
                <c:pt idx="452">
                  <c:v>0.226</c:v>
                </c:pt>
                <c:pt idx="453">
                  <c:v>0.2265</c:v>
                </c:pt>
                <c:pt idx="454">
                  <c:v>0.227</c:v>
                </c:pt>
                <c:pt idx="455">
                  <c:v>0.2275</c:v>
                </c:pt>
                <c:pt idx="456">
                  <c:v>0.228</c:v>
                </c:pt>
                <c:pt idx="457">
                  <c:v>0.2285</c:v>
                </c:pt>
                <c:pt idx="458">
                  <c:v>0.229</c:v>
                </c:pt>
                <c:pt idx="459">
                  <c:v>0.2295</c:v>
                </c:pt>
                <c:pt idx="460">
                  <c:v>0.23</c:v>
                </c:pt>
                <c:pt idx="461">
                  <c:v>0.2305</c:v>
                </c:pt>
                <c:pt idx="462">
                  <c:v>0.231</c:v>
                </c:pt>
                <c:pt idx="463">
                  <c:v>0.2315</c:v>
                </c:pt>
                <c:pt idx="464">
                  <c:v>0.232</c:v>
                </c:pt>
                <c:pt idx="465">
                  <c:v>0.2325</c:v>
                </c:pt>
                <c:pt idx="466">
                  <c:v>0.233</c:v>
                </c:pt>
                <c:pt idx="467">
                  <c:v>0.2335</c:v>
                </c:pt>
                <c:pt idx="468">
                  <c:v>0.234</c:v>
                </c:pt>
                <c:pt idx="469">
                  <c:v>0.2345</c:v>
                </c:pt>
                <c:pt idx="470">
                  <c:v>0.235</c:v>
                </c:pt>
                <c:pt idx="471">
                  <c:v>0.2355</c:v>
                </c:pt>
                <c:pt idx="472">
                  <c:v>0.236</c:v>
                </c:pt>
                <c:pt idx="473">
                  <c:v>0.2365</c:v>
                </c:pt>
                <c:pt idx="474">
                  <c:v>0.237</c:v>
                </c:pt>
                <c:pt idx="475">
                  <c:v>0.2375</c:v>
                </c:pt>
                <c:pt idx="476">
                  <c:v>0.238</c:v>
                </c:pt>
                <c:pt idx="477">
                  <c:v>0.2385</c:v>
                </c:pt>
                <c:pt idx="478">
                  <c:v>0.239</c:v>
                </c:pt>
                <c:pt idx="479">
                  <c:v>0.2395</c:v>
                </c:pt>
                <c:pt idx="480">
                  <c:v>0.24</c:v>
                </c:pt>
                <c:pt idx="481">
                  <c:v>0.2405</c:v>
                </c:pt>
                <c:pt idx="482">
                  <c:v>0.241</c:v>
                </c:pt>
                <c:pt idx="483">
                  <c:v>0.2415</c:v>
                </c:pt>
                <c:pt idx="484">
                  <c:v>0.242</c:v>
                </c:pt>
                <c:pt idx="485">
                  <c:v>0.2425</c:v>
                </c:pt>
                <c:pt idx="486">
                  <c:v>0.243</c:v>
                </c:pt>
                <c:pt idx="487">
                  <c:v>0.2435</c:v>
                </c:pt>
                <c:pt idx="488">
                  <c:v>0.244</c:v>
                </c:pt>
                <c:pt idx="489">
                  <c:v>0.2445</c:v>
                </c:pt>
                <c:pt idx="490">
                  <c:v>0.245</c:v>
                </c:pt>
                <c:pt idx="491">
                  <c:v>0.2455</c:v>
                </c:pt>
                <c:pt idx="492">
                  <c:v>0.246</c:v>
                </c:pt>
                <c:pt idx="493">
                  <c:v>0.2465</c:v>
                </c:pt>
                <c:pt idx="494">
                  <c:v>0.247</c:v>
                </c:pt>
                <c:pt idx="495">
                  <c:v>0.2475</c:v>
                </c:pt>
                <c:pt idx="496">
                  <c:v>0.248</c:v>
                </c:pt>
                <c:pt idx="497">
                  <c:v>0.2485</c:v>
                </c:pt>
                <c:pt idx="498">
                  <c:v>0.249</c:v>
                </c:pt>
                <c:pt idx="499">
                  <c:v>0.2495</c:v>
                </c:pt>
                <c:pt idx="500">
                  <c:v>0.25</c:v>
                </c:pt>
                <c:pt idx="501">
                  <c:v>0.2505</c:v>
                </c:pt>
                <c:pt idx="502">
                  <c:v>0.251</c:v>
                </c:pt>
                <c:pt idx="503">
                  <c:v>0.2515</c:v>
                </c:pt>
                <c:pt idx="504">
                  <c:v>0.252</c:v>
                </c:pt>
                <c:pt idx="505">
                  <c:v>0.2525</c:v>
                </c:pt>
                <c:pt idx="506">
                  <c:v>0.253</c:v>
                </c:pt>
                <c:pt idx="507">
                  <c:v>0.2535</c:v>
                </c:pt>
                <c:pt idx="508">
                  <c:v>0.254</c:v>
                </c:pt>
                <c:pt idx="509">
                  <c:v>0.2545</c:v>
                </c:pt>
                <c:pt idx="510">
                  <c:v>0.255</c:v>
                </c:pt>
                <c:pt idx="511">
                  <c:v>0.2555</c:v>
                </c:pt>
                <c:pt idx="512">
                  <c:v>0.256</c:v>
                </c:pt>
                <c:pt idx="513">
                  <c:v>0.2565</c:v>
                </c:pt>
                <c:pt idx="514">
                  <c:v>0.257</c:v>
                </c:pt>
                <c:pt idx="515">
                  <c:v>0.2575</c:v>
                </c:pt>
                <c:pt idx="516">
                  <c:v>0.258</c:v>
                </c:pt>
                <c:pt idx="517">
                  <c:v>0.2585</c:v>
                </c:pt>
                <c:pt idx="518">
                  <c:v>0.259</c:v>
                </c:pt>
                <c:pt idx="519">
                  <c:v>0.2595</c:v>
                </c:pt>
                <c:pt idx="520">
                  <c:v>0.26</c:v>
                </c:pt>
                <c:pt idx="521">
                  <c:v>0.2605</c:v>
                </c:pt>
                <c:pt idx="522">
                  <c:v>0.261</c:v>
                </c:pt>
                <c:pt idx="523">
                  <c:v>0.2615</c:v>
                </c:pt>
                <c:pt idx="524">
                  <c:v>0.262</c:v>
                </c:pt>
                <c:pt idx="525">
                  <c:v>0.2625</c:v>
                </c:pt>
                <c:pt idx="526">
                  <c:v>0.263</c:v>
                </c:pt>
                <c:pt idx="527">
                  <c:v>0.2635</c:v>
                </c:pt>
                <c:pt idx="528">
                  <c:v>0.264</c:v>
                </c:pt>
                <c:pt idx="529">
                  <c:v>0.2645</c:v>
                </c:pt>
                <c:pt idx="530">
                  <c:v>0.265</c:v>
                </c:pt>
                <c:pt idx="531">
                  <c:v>0.2655</c:v>
                </c:pt>
                <c:pt idx="532">
                  <c:v>0.266</c:v>
                </c:pt>
                <c:pt idx="533">
                  <c:v>0.2665</c:v>
                </c:pt>
                <c:pt idx="534">
                  <c:v>0.267</c:v>
                </c:pt>
                <c:pt idx="535">
                  <c:v>0.2675</c:v>
                </c:pt>
                <c:pt idx="536">
                  <c:v>0.268</c:v>
                </c:pt>
                <c:pt idx="537">
                  <c:v>0.2685</c:v>
                </c:pt>
                <c:pt idx="538">
                  <c:v>0.269</c:v>
                </c:pt>
                <c:pt idx="539">
                  <c:v>0.2695</c:v>
                </c:pt>
                <c:pt idx="540">
                  <c:v>0.27</c:v>
                </c:pt>
                <c:pt idx="541">
                  <c:v>0.2705</c:v>
                </c:pt>
                <c:pt idx="542">
                  <c:v>0.271</c:v>
                </c:pt>
                <c:pt idx="543">
                  <c:v>0.2715</c:v>
                </c:pt>
                <c:pt idx="544">
                  <c:v>0.272</c:v>
                </c:pt>
                <c:pt idx="545">
                  <c:v>0.2725</c:v>
                </c:pt>
                <c:pt idx="546">
                  <c:v>0.273</c:v>
                </c:pt>
                <c:pt idx="547">
                  <c:v>0.2735</c:v>
                </c:pt>
                <c:pt idx="548">
                  <c:v>0.274</c:v>
                </c:pt>
                <c:pt idx="549">
                  <c:v>0.2745</c:v>
                </c:pt>
                <c:pt idx="550">
                  <c:v>0.275</c:v>
                </c:pt>
                <c:pt idx="551">
                  <c:v>0.2755</c:v>
                </c:pt>
                <c:pt idx="552">
                  <c:v>0.276</c:v>
                </c:pt>
                <c:pt idx="553">
                  <c:v>0.2765</c:v>
                </c:pt>
                <c:pt idx="554">
                  <c:v>0.277</c:v>
                </c:pt>
                <c:pt idx="555">
                  <c:v>0.2775</c:v>
                </c:pt>
                <c:pt idx="556">
                  <c:v>0.278</c:v>
                </c:pt>
                <c:pt idx="557">
                  <c:v>0.2785</c:v>
                </c:pt>
                <c:pt idx="558">
                  <c:v>0.279</c:v>
                </c:pt>
                <c:pt idx="559">
                  <c:v>0.2795</c:v>
                </c:pt>
                <c:pt idx="560">
                  <c:v>0.28</c:v>
                </c:pt>
                <c:pt idx="561">
                  <c:v>0.2805</c:v>
                </c:pt>
                <c:pt idx="562">
                  <c:v>0.281</c:v>
                </c:pt>
                <c:pt idx="563">
                  <c:v>0.2815</c:v>
                </c:pt>
                <c:pt idx="564">
                  <c:v>0.282</c:v>
                </c:pt>
                <c:pt idx="565">
                  <c:v>0.2825</c:v>
                </c:pt>
                <c:pt idx="566">
                  <c:v>0.283</c:v>
                </c:pt>
                <c:pt idx="567">
                  <c:v>0.2835</c:v>
                </c:pt>
                <c:pt idx="568">
                  <c:v>0.284</c:v>
                </c:pt>
                <c:pt idx="569">
                  <c:v>0.2845</c:v>
                </c:pt>
                <c:pt idx="570">
                  <c:v>0.285</c:v>
                </c:pt>
                <c:pt idx="571">
                  <c:v>0.2855</c:v>
                </c:pt>
                <c:pt idx="572">
                  <c:v>0.286</c:v>
                </c:pt>
                <c:pt idx="573">
                  <c:v>0.2865</c:v>
                </c:pt>
                <c:pt idx="574">
                  <c:v>0.287</c:v>
                </c:pt>
                <c:pt idx="575">
                  <c:v>0.2875</c:v>
                </c:pt>
                <c:pt idx="576">
                  <c:v>0.288</c:v>
                </c:pt>
                <c:pt idx="577">
                  <c:v>0.2885</c:v>
                </c:pt>
                <c:pt idx="578">
                  <c:v>0.289</c:v>
                </c:pt>
                <c:pt idx="579">
                  <c:v>0.2895</c:v>
                </c:pt>
                <c:pt idx="580">
                  <c:v>0.29</c:v>
                </c:pt>
                <c:pt idx="581">
                  <c:v>0.2905</c:v>
                </c:pt>
                <c:pt idx="582">
                  <c:v>0.291</c:v>
                </c:pt>
                <c:pt idx="583">
                  <c:v>0.2915</c:v>
                </c:pt>
                <c:pt idx="584">
                  <c:v>0.292</c:v>
                </c:pt>
                <c:pt idx="585">
                  <c:v>0.2925</c:v>
                </c:pt>
                <c:pt idx="586">
                  <c:v>0.293</c:v>
                </c:pt>
                <c:pt idx="587">
                  <c:v>0.2935</c:v>
                </c:pt>
                <c:pt idx="588">
                  <c:v>0.294</c:v>
                </c:pt>
                <c:pt idx="589">
                  <c:v>0.2945</c:v>
                </c:pt>
                <c:pt idx="590">
                  <c:v>0.295</c:v>
                </c:pt>
                <c:pt idx="591">
                  <c:v>0.2955</c:v>
                </c:pt>
                <c:pt idx="592">
                  <c:v>0.296</c:v>
                </c:pt>
                <c:pt idx="593">
                  <c:v>0.2965</c:v>
                </c:pt>
                <c:pt idx="594">
                  <c:v>0.297</c:v>
                </c:pt>
                <c:pt idx="595">
                  <c:v>0.2975</c:v>
                </c:pt>
                <c:pt idx="596">
                  <c:v>0.298</c:v>
                </c:pt>
                <c:pt idx="597">
                  <c:v>0.2985</c:v>
                </c:pt>
                <c:pt idx="598">
                  <c:v>0.299</c:v>
                </c:pt>
                <c:pt idx="599">
                  <c:v>0.2995</c:v>
                </c:pt>
                <c:pt idx="600">
                  <c:v>0.3</c:v>
                </c:pt>
                <c:pt idx="601">
                  <c:v>0.3005</c:v>
                </c:pt>
                <c:pt idx="602">
                  <c:v>0.301</c:v>
                </c:pt>
                <c:pt idx="603">
                  <c:v>0.3015</c:v>
                </c:pt>
                <c:pt idx="604">
                  <c:v>0.302</c:v>
                </c:pt>
                <c:pt idx="605">
                  <c:v>0.3025</c:v>
                </c:pt>
                <c:pt idx="606">
                  <c:v>0.303</c:v>
                </c:pt>
                <c:pt idx="607">
                  <c:v>0.3035</c:v>
                </c:pt>
                <c:pt idx="608">
                  <c:v>0.304</c:v>
                </c:pt>
                <c:pt idx="609">
                  <c:v>0.3045</c:v>
                </c:pt>
                <c:pt idx="610">
                  <c:v>0.305</c:v>
                </c:pt>
                <c:pt idx="611">
                  <c:v>0.3055</c:v>
                </c:pt>
                <c:pt idx="612">
                  <c:v>0.306</c:v>
                </c:pt>
                <c:pt idx="613">
                  <c:v>0.3065</c:v>
                </c:pt>
                <c:pt idx="614">
                  <c:v>0.307</c:v>
                </c:pt>
                <c:pt idx="615">
                  <c:v>0.3075</c:v>
                </c:pt>
                <c:pt idx="616">
                  <c:v>0.308</c:v>
                </c:pt>
                <c:pt idx="617">
                  <c:v>0.3085</c:v>
                </c:pt>
                <c:pt idx="618">
                  <c:v>0.309</c:v>
                </c:pt>
                <c:pt idx="619">
                  <c:v>0.3095</c:v>
                </c:pt>
                <c:pt idx="620">
                  <c:v>0.31</c:v>
                </c:pt>
                <c:pt idx="621">
                  <c:v>0.3105</c:v>
                </c:pt>
                <c:pt idx="622">
                  <c:v>0.311</c:v>
                </c:pt>
                <c:pt idx="623">
                  <c:v>0.3115</c:v>
                </c:pt>
                <c:pt idx="624">
                  <c:v>0.312</c:v>
                </c:pt>
                <c:pt idx="625">
                  <c:v>0.3125</c:v>
                </c:pt>
                <c:pt idx="626">
                  <c:v>0.313</c:v>
                </c:pt>
                <c:pt idx="627">
                  <c:v>0.3135</c:v>
                </c:pt>
                <c:pt idx="628">
                  <c:v>0.314</c:v>
                </c:pt>
                <c:pt idx="629">
                  <c:v>0.3145</c:v>
                </c:pt>
                <c:pt idx="630">
                  <c:v>0.315</c:v>
                </c:pt>
                <c:pt idx="631">
                  <c:v>0.3155</c:v>
                </c:pt>
                <c:pt idx="632">
                  <c:v>0.316</c:v>
                </c:pt>
                <c:pt idx="633">
                  <c:v>0.3165</c:v>
                </c:pt>
                <c:pt idx="634">
                  <c:v>0.317</c:v>
                </c:pt>
                <c:pt idx="635">
                  <c:v>0.3175</c:v>
                </c:pt>
                <c:pt idx="636">
                  <c:v>0.318</c:v>
                </c:pt>
                <c:pt idx="637">
                  <c:v>0.3185</c:v>
                </c:pt>
                <c:pt idx="638">
                  <c:v>0.319</c:v>
                </c:pt>
                <c:pt idx="639">
                  <c:v>0.3195</c:v>
                </c:pt>
                <c:pt idx="640">
                  <c:v>0.32</c:v>
                </c:pt>
                <c:pt idx="641">
                  <c:v>0.3205</c:v>
                </c:pt>
                <c:pt idx="642">
                  <c:v>0.321</c:v>
                </c:pt>
                <c:pt idx="643">
                  <c:v>0.3215</c:v>
                </c:pt>
                <c:pt idx="644">
                  <c:v>0.322</c:v>
                </c:pt>
                <c:pt idx="645">
                  <c:v>0.3225</c:v>
                </c:pt>
                <c:pt idx="646">
                  <c:v>0.323</c:v>
                </c:pt>
                <c:pt idx="647">
                  <c:v>0.3235</c:v>
                </c:pt>
                <c:pt idx="648">
                  <c:v>0.324</c:v>
                </c:pt>
                <c:pt idx="649">
                  <c:v>0.3245</c:v>
                </c:pt>
                <c:pt idx="650">
                  <c:v>0.325</c:v>
                </c:pt>
                <c:pt idx="651">
                  <c:v>0.3255</c:v>
                </c:pt>
                <c:pt idx="652">
                  <c:v>0.326</c:v>
                </c:pt>
                <c:pt idx="653">
                  <c:v>0.3265</c:v>
                </c:pt>
                <c:pt idx="654">
                  <c:v>0.327</c:v>
                </c:pt>
                <c:pt idx="655">
                  <c:v>0.3275</c:v>
                </c:pt>
                <c:pt idx="656">
                  <c:v>0.328</c:v>
                </c:pt>
                <c:pt idx="657">
                  <c:v>0.3285</c:v>
                </c:pt>
                <c:pt idx="658">
                  <c:v>0.329</c:v>
                </c:pt>
                <c:pt idx="659">
                  <c:v>0.3295</c:v>
                </c:pt>
                <c:pt idx="660">
                  <c:v>0.33</c:v>
                </c:pt>
                <c:pt idx="661">
                  <c:v>0.3305</c:v>
                </c:pt>
                <c:pt idx="662">
                  <c:v>0.331</c:v>
                </c:pt>
                <c:pt idx="663">
                  <c:v>0.3315</c:v>
                </c:pt>
                <c:pt idx="664">
                  <c:v>0.332</c:v>
                </c:pt>
                <c:pt idx="665">
                  <c:v>0.3325</c:v>
                </c:pt>
                <c:pt idx="666">
                  <c:v>0.333</c:v>
                </c:pt>
                <c:pt idx="667">
                  <c:v>0.3335</c:v>
                </c:pt>
                <c:pt idx="668">
                  <c:v>0.334</c:v>
                </c:pt>
                <c:pt idx="669">
                  <c:v>0.3345</c:v>
                </c:pt>
                <c:pt idx="670">
                  <c:v>0.335</c:v>
                </c:pt>
                <c:pt idx="671">
                  <c:v>0.3355</c:v>
                </c:pt>
                <c:pt idx="672">
                  <c:v>0.336</c:v>
                </c:pt>
                <c:pt idx="673">
                  <c:v>0.3365</c:v>
                </c:pt>
                <c:pt idx="674">
                  <c:v>0.337</c:v>
                </c:pt>
                <c:pt idx="675">
                  <c:v>0.3375</c:v>
                </c:pt>
                <c:pt idx="676">
                  <c:v>0.338</c:v>
                </c:pt>
                <c:pt idx="677">
                  <c:v>0.3385</c:v>
                </c:pt>
                <c:pt idx="678">
                  <c:v>0.339</c:v>
                </c:pt>
                <c:pt idx="679">
                  <c:v>0.3395</c:v>
                </c:pt>
                <c:pt idx="680">
                  <c:v>0.34</c:v>
                </c:pt>
                <c:pt idx="681">
                  <c:v>0.3405</c:v>
                </c:pt>
                <c:pt idx="682">
                  <c:v>0.341</c:v>
                </c:pt>
                <c:pt idx="683">
                  <c:v>0.3415</c:v>
                </c:pt>
                <c:pt idx="684">
                  <c:v>0.342</c:v>
                </c:pt>
                <c:pt idx="685">
                  <c:v>0.3425</c:v>
                </c:pt>
                <c:pt idx="686">
                  <c:v>0.343</c:v>
                </c:pt>
                <c:pt idx="687">
                  <c:v>0.3435</c:v>
                </c:pt>
                <c:pt idx="688">
                  <c:v>0.344</c:v>
                </c:pt>
                <c:pt idx="689">
                  <c:v>0.3445</c:v>
                </c:pt>
                <c:pt idx="690">
                  <c:v>0.345</c:v>
                </c:pt>
                <c:pt idx="691">
                  <c:v>0.3455</c:v>
                </c:pt>
                <c:pt idx="692">
                  <c:v>0.346</c:v>
                </c:pt>
                <c:pt idx="693">
                  <c:v>0.3465</c:v>
                </c:pt>
                <c:pt idx="694">
                  <c:v>0.347</c:v>
                </c:pt>
                <c:pt idx="695">
                  <c:v>0.3475</c:v>
                </c:pt>
                <c:pt idx="696">
                  <c:v>0.348</c:v>
                </c:pt>
                <c:pt idx="697">
                  <c:v>0.3485</c:v>
                </c:pt>
                <c:pt idx="698">
                  <c:v>0.349</c:v>
                </c:pt>
                <c:pt idx="699">
                  <c:v>0.3495</c:v>
                </c:pt>
                <c:pt idx="700">
                  <c:v>0.35</c:v>
                </c:pt>
                <c:pt idx="701">
                  <c:v>0.3505</c:v>
                </c:pt>
                <c:pt idx="702">
                  <c:v>0.351</c:v>
                </c:pt>
                <c:pt idx="703">
                  <c:v>0.3515</c:v>
                </c:pt>
                <c:pt idx="704">
                  <c:v>0.352</c:v>
                </c:pt>
                <c:pt idx="705">
                  <c:v>0.3525</c:v>
                </c:pt>
                <c:pt idx="706">
                  <c:v>0.353</c:v>
                </c:pt>
                <c:pt idx="707">
                  <c:v>0.3535</c:v>
                </c:pt>
                <c:pt idx="708">
                  <c:v>0.354</c:v>
                </c:pt>
                <c:pt idx="709">
                  <c:v>0.3545</c:v>
                </c:pt>
                <c:pt idx="710">
                  <c:v>0.355</c:v>
                </c:pt>
                <c:pt idx="711">
                  <c:v>0.3555</c:v>
                </c:pt>
                <c:pt idx="712">
                  <c:v>0.356</c:v>
                </c:pt>
                <c:pt idx="713">
                  <c:v>0.3565</c:v>
                </c:pt>
                <c:pt idx="714">
                  <c:v>0.357</c:v>
                </c:pt>
                <c:pt idx="715">
                  <c:v>0.3575</c:v>
                </c:pt>
                <c:pt idx="716">
                  <c:v>0.358</c:v>
                </c:pt>
                <c:pt idx="717">
                  <c:v>0.3585</c:v>
                </c:pt>
                <c:pt idx="718">
                  <c:v>0.359</c:v>
                </c:pt>
                <c:pt idx="719">
                  <c:v>0.3595</c:v>
                </c:pt>
                <c:pt idx="720">
                  <c:v>0.36</c:v>
                </c:pt>
                <c:pt idx="721">
                  <c:v>0.3605</c:v>
                </c:pt>
                <c:pt idx="722">
                  <c:v>0.361</c:v>
                </c:pt>
                <c:pt idx="723">
                  <c:v>0.3615</c:v>
                </c:pt>
                <c:pt idx="724">
                  <c:v>0.362</c:v>
                </c:pt>
                <c:pt idx="725">
                  <c:v>0.3625</c:v>
                </c:pt>
                <c:pt idx="726">
                  <c:v>0.363</c:v>
                </c:pt>
                <c:pt idx="727">
                  <c:v>0.3635</c:v>
                </c:pt>
                <c:pt idx="728">
                  <c:v>0.364</c:v>
                </c:pt>
                <c:pt idx="729">
                  <c:v>0.3645</c:v>
                </c:pt>
                <c:pt idx="730">
                  <c:v>0.365</c:v>
                </c:pt>
                <c:pt idx="731">
                  <c:v>0.3655</c:v>
                </c:pt>
                <c:pt idx="732">
                  <c:v>0.366</c:v>
                </c:pt>
                <c:pt idx="733">
                  <c:v>0.3665</c:v>
                </c:pt>
                <c:pt idx="734">
                  <c:v>0.367</c:v>
                </c:pt>
                <c:pt idx="735">
                  <c:v>0.3675</c:v>
                </c:pt>
                <c:pt idx="736">
                  <c:v>0.368</c:v>
                </c:pt>
                <c:pt idx="737">
                  <c:v>0.3685</c:v>
                </c:pt>
                <c:pt idx="738">
                  <c:v>0.369</c:v>
                </c:pt>
                <c:pt idx="739">
                  <c:v>0.3695</c:v>
                </c:pt>
                <c:pt idx="740">
                  <c:v>0.37</c:v>
                </c:pt>
                <c:pt idx="741">
                  <c:v>0.3705</c:v>
                </c:pt>
                <c:pt idx="742">
                  <c:v>0.371</c:v>
                </c:pt>
                <c:pt idx="743">
                  <c:v>0.3715</c:v>
                </c:pt>
                <c:pt idx="744">
                  <c:v>0.372</c:v>
                </c:pt>
                <c:pt idx="745">
                  <c:v>0.3725</c:v>
                </c:pt>
                <c:pt idx="746">
                  <c:v>0.373</c:v>
                </c:pt>
                <c:pt idx="747">
                  <c:v>0.3735</c:v>
                </c:pt>
                <c:pt idx="748">
                  <c:v>0.374</c:v>
                </c:pt>
                <c:pt idx="749">
                  <c:v>0.3745</c:v>
                </c:pt>
                <c:pt idx="750">
                  <c:v>0.375</c:v>
                </c:pt>
                <c:pt idx="751">
                  <c:v>0.3755</c:v>
                </c:pt>
                <c:pt idx="752">
                  <c:v>0.376</c:v>
                </c:pt>
                <c:pt idx="753">
                  <c:v>0.3765</c:v>
                </c:pt>
                <c:pt idx="754">
                  <c:v>0.377</c:v>
                </c:pt>
                <c:pt idx="755">
                  <c:v>0.3775</c:v>
                </c:pt>
                <c:pt idx="756">
                  <c:v>0.378</c:v>
                </c:pt>
                <c:pt idx="757">
                  <c:v>0.3785</c:v>
                </c:pt>
                <c:pt idx="758">
                  <c:v>0.379</c:v>
                </c:pt>
                <c:pt idx="759">
                  <c:v>0.3795</c:v>
                </c:pt>
                <c:pt idx="760">
                  <c:v>0.38</c:v>
                </c:pt>
                <c:pt idx="761">
                  <c:v>0.3805</c:v>
                </c:pt>
                <c:pt idx="762">
                  <c:v>0.381</c:v>
                </c:pt>
                <c:pt idx="763">
                  <c:v>0.3815</c:v>
                </c:pt>
                <c:pt idx="764">
                  <c:v>0.382</c:v>
                </c:pt>
                <c:pt idx="765">
                  <c:v>0.3825</c:v>
                </c:pt>
                <c:pt idx="766">
                  <c:v>0.383</c:v>
                </c:pt>
                <c:pt idx="767">
                  <c:v>0.3835</c:v>
                </c:pt>
                <c:pt idx="768">
                  <c:v>0.384</c:v>
                </c:pt>
                <c:pt idx="769">
                  <c:v>0.3845</c:v>
                </c:pt>
                <c:pt idx="770">
                  <c:v>0.385</c:v>
                </c:pt>
                <c:pt idx="771">
                  <c:v>0.3855</c:v>
                </c:pt>
                <c:pt idx="772">
                  <c:v>0.386</c:v>
                </c:pt>
                <c:pt idx="773">
                  <c:v>0.3865</c:v>
                </c:pt>
                <c:pt idx="774">
                  <c:v>0.387</c:v>
                </c:pt>
                <c:pt idx="775">
                  <c:v>0.3875</c:v>
                </c:pt>
                <c:pt idx="776">
                  <c:v>0.388</c:v>
                </c:pt>
                <c:pt idx="777">
                  <c:v>0.3885</c:v>
                </c:pt>
                <c:pt idx="778">
                  <c:v>0.389</c:v>
                </c:pt>
                <c:pt idx="779">
                  <c:v>0.3895</c:v>
                </c:pt>
                <c:pt idx="780">
                  <c:v>0.39</c:v>
                </c:pt>
                <c:pt idx="781">
                  <c:v>0.3905</c:v>
                </c:pt>
                <c:pt idx="782">
                  <c:v>0.391</c:v>
                </c:pt>
                <c:pt idx="783">
                  <c:v>0.3915</c:v>
                </c:pt>
                <c:pt idx="784">
                  <c:v>0.392</c:v>
                </c:pt>
                <c:pt idx="785">
                  <c:v>0.3925</c:v>
                </c:pt>
                <c:pt idx="786">
                  <c:v>0.393</c:v>
                </c:pt>
                <c:pt idx="787">
                  <c:v>0.3935</c:v>
                </c:pt>
                <c:pt idx="788">
                  <c:v>0.394</c:v>
                </c:pt>
                <c:pt idx="789">
                  <c:v>0.3945</c:v>
                </c:pt>
                <c:pt idx="790">
                  <c:v>0.395</c:v>
                </c:pt>
                <c:pt idx="791">
                  <c:v>0.3955</c:v>
                </c:pt>
                <c:pt idx="792">
                  <c:v>0.396</c:v>
                </c:pt>
                <c:pt idx="793">
                  <c:v>0.3965</c:v>
                </c:pt>
                <c:pt idx="794">
                  <c:v>0.397</c:v>
                </c:pt>
                <c:pt idx="795">
                  <c:v>0.3975</c:v>
                </c:pt>
                <c:pt idx="796">
                  <c:v>0.398</c:v>
                </c:pt>
                <c:pt idx="797">
                  <c:v>0.3985</c:v>
                </c:pt>
                <c:pt idx="798">
                  <c:v>0.399</c:v>
                </c:pt>
                <c:pt idx="799">
                  <c:v>0.3995</c:v>
                </c:pt>
                <c:pt idx="800">
                  <c:v>0.4</c:v>
                </c:pt>
                <c:pt idx="801">
                  <c:v>0.4005</c:v>
                </c:pt>
                <c:pt idx="802">
                  <c:v>0.401</c:v>
                </c:pt>
                <c:pt idx="803">
                  <c:v>0.4015</c:v>
                </c:pt>
                <c:pt idx="804">
                  <c:v>0.402</c:v>
                </c:pt>
                <c:pt idx="805">
                  <c:v>0.4025</c:v>
                </c:pt>
                <c:pt idx="806">
                  <c:v>0.403</c:v>
                </c:pt>
                <c:pt idx="807">
                  <c:v>0.4035</c:v>
                </c:pt>
                <c:pt idx="808">
                  <c:v>0.404</c:v>
                </c:pt>
                <c:pt idx="809">
                  <c:v>0.4045</c:v>
                </c:pt>
                <c:pt idx="810">
                  <c:v>0.405</c:v>
                </c:pt>
                <c:pt idx="811">
                  <c:v>0.4055</c:v>
                </c:pt>
                <c:pt idx="812">
                  <c:v>0.406</c:v>
                </c:pt>
                <c:pt idx="813">
                  <c:v>0.4065</c:v>
                </c:pt>
                <c:pt idx="814">
                  <c:v>0.407</c:v>
                </c:pt>
                <c:pt idx="815">
                  <c:v>0.4075</c:v>
                </c:pt>
                <c:pt idx="816">
                  <c:v>0.408</c:v>
                </c:pt>
                <c:pt idx="817">
                  <c:v>0.4085</c:v>
                </c:pt>
                <c:pt idx="818">
                  <c:v>0.409</c:v>
                </c:pt>
                <c:pt idx="819">
                  <c:v>0.4095</c:v>
                </c:pt>
                <c:pt idx="820">
                  <c:v>0.41</c:v>
                </c:pt>
                <c:pt idx="821">
                  <c:v>0.4105</c:v>
                </c:pt>
                <c:pt idx="822">
                  <c:v>0.411</c:v>
                </c:pt>
                <c:pt idx="823">
                  <c:v>0.4115</c:v>
                </c:pt>
                <c:pt idx="824">
                  <c:v>0.412</c:v>
                </c:pt>
                <c:pt idx="825">
                  <c:v>0.4125</c:v>
                </c:pt>
                <c:pt idx="826">
                  <c:v>0.413</c:v>
                </c:pt>
                <c:pt idx="827">
                  <c:v>0.4135</c:v>
                </c:pt>
                <c:pt idx="828">
                  <c:v>0.414</c:v>
                </c:pt>
                <c:pt idx="829">
                  <c:v>0.4145</c:v>
                </c:pt>
                <c:pt idx="830">
                  <c:v>0.415</c:v>
                </c:pt>
                <c:pt idx="831">
                  <c:v>0.4155</c:v>
                </c:pt>
                <c:pt idx="832">
                  <c:v>0.416</c:v>
                </c:pt>
                <c:pt idx="833">
                  <c:v>0.4165</c:v>
                </c:pt>
                <c:pt idx="834">
                  <c:v>0.417</c:v>
                </c:pt>
                <c:pt idx="835">
                  <c:v>0.4175</c:v>
                </c:pt>
                <c:pt idx="836">
                  <c:v>0.418</c:v>
                </c:pt>
                <c:pt idx="837">
                  <c:v>0.4185</c:v>
                </c:pt>
                <c:pt idx="838">
                  <c:v>0.419</c:v>
                </c:pt>
                <c:pt idx="839">
                  <c:v>0.4195</c:v>
                </c:pt>
                <c:pt idx="840">
                  <c:v>0.42</c:v>
                </c:pt>
                <c:pt idx="841">
                  <c:v>0.4205</c:v>
                </c:pt>
                <c:pt idx="842">
                  <c:v>0.421</c:v>
                </c:pt>
                <c:pt idx="843">
                  <c:v>0.4215</c:v>
                </c:pt>
                <c:pt idx="844">
                  <c:v>0.422</c:v>
                </c:pt>
                <c:pt idx="845">
                  <c:v>0.4225</c:v>
                </c:pt>
                <c:pt idx="846">
                  <c:v>0.423</c:v>
                </c:pt>
                <c:pt idx="847">
                  <c:v>0.4235</c:v>
                </c:pt>
                <c:pt idx="848">
                  <c:v>0.424</c:v>
                </c:pt>
                <c:pt idx="849">
                  <c:v>0.4245</c:v>
                </c:pt>
                <c:pt idx="850">
                  <c:v>0.425</c:v>
                </c:pt>
                <c:pt idx="851">
                  <c:v>0.4255</c:v>
                </c:pt>
                <c:pt idx="852">
                  <c:v>0.426</c:v>
                </c:pt>
                <c:pt idx="853">
                  <c:v>0.4265</c:v>
                </c:pt>
                <c:pt idx="854">
                  <c:v>0.427</c:v>
                </c:pt>
                <c:pt idx="855">
                  <c:v>0.4275</c:v>
                </c:pt>
                <c:pt idx="856">
                  <c:v>0.428</c:v>
                </c:pt>
                <c:pt idx="857">
                  <c:v>0.4285</c:v>
                </c:pt>
                <c:pt idx="858">
                  <c:v>0.429</c:v>
                </c:pt>
                <c:pt idx="859">
                  <c:v>0.4295</c:v>
                </c:pt>
                <c:pt idx="860">
                  <c:v>0.43</c:v>
                </c:pt>
                <c:pt idx="861">
                  <c:v>0.4305</c:v>
                </c:pt>
                <c:pt idx="862">
                  <c:v>0.431</c:v>
                </c:pt>
                <c:pt idx="863">
                  <c:v>0.4315</c:v>
                </c:pt>
                <c:pt idx="864">
                  <c:v>0.432</c:v>
                </c:pt>
                <c:pt idx="865">
                  <c:v>0.4325</c:v>
                </c:pt>
                <c:pt idx="866">
                  <c:v>0.433</c:v>
                </c:pt>
                <c:pt idx="867">
                  <c:v>0.4335</c:v>
                </c:pt>
                <c:pt idx="868">
                  <c:v>0.434</c:v>
                </c:pt>
                <c:pt idx="869">
                  <c:v>0.4345</c:v>
                </c:pt>
                <c:pt idx="870">
                  <c:v>0.435</c:v>
                </c:pt>
                <c:pt idx="871">
                  <c:v>0.4355</c:v>
                </c:pt>
                <c:pt idx="872">
                  <c:v>0.436</c:v>
                </c:pt>
                <c:pt idx="873">
                  <c:v>0.4365</c:v>
                </c:pt>
                <c:pt idx="874">
                  <c:v>0.437</c:v>
                </c:pt>
                <c:pt idx="875">
                  <c:v>0.4375</c:v>
                </c:pt>
                <c:pt idx="876">
                  <c:v>0.438</c:v>
                </c:pt>
                <c:pt idx="877">
                  <c:v>0.4385</c:v>
                </c:pt>
                <c:pt idx="878">
                  <c:v>0.439</c:v>
                </c:pt>
                <c:pt idx="879">
                  <c:v>0.4395</c:v>
                </c:pt>
                <c:pt idx="880">
                  <c:v>0.44</c:v>
                </c:pt>
                <c:pt idx="881">
                  <c:v>0.4405</c:v>
                </c:pt>
                <c:pt idx="882">
                  <c:v>0.441</c:v>
                </c:pt>
                <c:pt idx="883">
                  <c:v>0.4415</c:v>
                </c:pt>
                <c:pt idx="884">
                  <c:v>0.442</c:v>
                </c:pt>
                <c:pt idx="885">
                  <c:v>0.4425</c:v>
                </c:pt>
                <c:pt idx="886">
                  <c:v>0.443</c:v>
                </c:pt>
                <c:pt idx="887">
                  <c:v>0.4435</c:v>
                </c:pt>
                <c:pt idx="888">
                  <c:v>0.444</c:v>
                </c:pt>
                <c:pt idx="889">
                  <c:v>0.4445</c:v>
                </c:pt>
                <c:pt idx="890">
                  <c:v>0.445</c:v>
                </c:pt>
                <c:pt idx="891">
                  <c:v>0.4455</c:v>
                </c:pt>
                <c:pt idx="892">
                  <c:v>0.446</c:v>
                </c:pt>
                <c:pt idx="893">
                  <c:v>0.4465</c:v>
                </c:pt>
                <c:pt idx="894">
                  <c:v>0.447</c:v>
                </c:pt>
                <c:pt idx="895">
                  <c:v>0.4475</c:v>
                </c:pt>
                <c:pt idx="896">
                  <c:v>0.448</c:v>
                </c:pt>
                <c:pt idx="897">
                  <c:v>0.4485</c:v>
                </c:pt>
                <c:pt idx="898">
                  <c:v>0.449</c:v>
                </c:pt>
                <c:pt idx="899">
                  <c:v>0.4495</c:v>
                </c:pt>
                <c:pt idx="900">
                  <c:v>0.45</c:v>
                </c:pt>
                <c:pt idx="901">
                  <c:v>0.4505</c:v>
                </c:pt>
                <c:pt idx="902">
                  <c:v>0.451</c:v>
                </c:pt>
                <c:pt idx="903">
                  <c:v>0.4515</c:v>
                </c:pt>
                <c:pt idx="904">
                  <c:v>0.452</c:v>
                </c:pt>
                <c:pt idx="905">
                  <c:v>0.4525</c:v>
                </c:pt>
                <c:pt idx="906">
                  <c:v>0.453</c:v>
                </c:pt>
                <c:pt idx="907">
                  <c:v>0.4535</c:v>
                </c:pt>
                <c:pt idx="908">
                  <c:v>0.454</c:v>
                </c:pt>
                <c:pt idx="909">
                  <c:v>0.4545</c:v>
                </c:pt>
                <c:pt idx="910">
                  <c:v>0.455</c:v>
                </c:pt>
                <c:pt idx="911">
                  <c:v>0.4555</c:v>
                </c:pt>
                <c:pt idx="912">
                  <c:v>0.456</c:v>
                </c:pt>
                <c:pt idx="913">
                  <c:v>0.4565</c:v>
                </c:pt>
                <c:pt idx="914">
                  <c:v>0.457</c:v>
                </c:pt>
                <c:pt idx="915">
                  <c:v>0.4575</c:v>
                </c:pt>
                <c:pt idx="916">
                  <c:v>0.458</c:v>
                </c:pt>
                <c:pt idx="917">
                  <c:v>0.4585</c:v>
                </c:pt>
                <c:pt idx="918">
                  <c:v>0.459</c:v>
                </c:pt>
                <c:pt idx="919">
                  <c:v>0.4595</c:v>
                </c:pt>
                <c:pt idx="920">
                  <c:v>0.46</c:v>
                </c:pt>
                <c:pt idx="921">
                  <c:v>0.4605</c:v>
                </c:pt>
                <c:pt idx="922">
                  <c:v>0.461</c:v>
                </c:pt>
                <c:pt idx="923">
                  <c:v>0.4615</c:v>
                </c:pt>
                <c:pt idx="924">
                  <c:v>0.462</c:v>
                </c:pt>
                <c:pt idx="925">
                  <c:v>0.4625</c:v>
                </c:pt>
                <c:pt idx="926">
                  <c:v>0.463</c:v>
                </c:pt>
                <c:pt idx="927">
                  <c:v>0.4635</c:v>
                </c:pt>
                <c:pt idx="928">
                  <c:v>0.464</c:v>
                </c:pt>
                <c:pt idx="929">
                  <c:v>0.4645</c:v>
                </c:pt>
                <c:pt idx="930">
                  <c:v>0.465</c:v>
                </c:pt>
                <c:pt idx="931">
                  <c:v>0.4655</c:v>
                </c:pt>
                <c:pt idx="932">
                  <c:v>0.466</c:v>
                </c:pt>
                <c:pt idx="933">
                  <c:v>0.4665</c:v>
                </c:pt>
                <c:pt idx="934">
                  <c:v>0.467</c:v>
                </c:pt>
                <c:pt idx="935">
                  <c:v>0.4675</c:v>
                </c:pt>
                <c:pt idx="936">
                  <c:v>0.468</c:v>
                </c:pt>
                <c:pt idx="937">
                  <c:v>0.4685</c:v>
                </c:pt>
                <c:pt idx="938">
                  <c:v>0.469</c:v>
                </c:pt>
                <c:pt idx="939">
                  <c:v>0.4695</c:v>
                </c:pt>
                <c:pt idx="940">
                  <c:v>0.47</c:v>
                </c:pt>
                <c:pt idx="941">
                  <c:v>0.4705</c:v>
                </c:pt>
                <c:pt idx="942">
                  <c:v>0.471</c:v>
                </c:pt>
                <c:pt idx="943">
                  <c:v>0.4715</c:v>
                </c:pt>
                <c:pt idx="944">
                  <c:v>0.472</c:v>
                </c:pt>
                <c:pt idx="945">
                  <c:v>0.4725</c:v>
                </c:pt>
                <c:pt idx="946">
                  <c:v>0.473</c:v>
                </c:pt>
                <c:pt idx="947">
                  <c:v>0.4735</c:v>
                </c:pt>
                <c:pt idx="948">
                  <c:v>0.474</c:v>
                </c:pt>
                <c:pt idx="949">
                  <c:v>0.4745</c:v>
                </c:pt>
                <c:pt idx="950">
                  <c:v>0.475</c:v>
                </c:pt>
                <c:pt idx="951">
                  <c:v>0.4755</c:v>
                </c:pt>
                <c:pt idx="952">
                  <c:v>0.476</c:v>
                </c:pt>
                <c:pt idx="953">
                  <c:v>0.4765</c:v>
                </c:pt>
                <c:pt idx="954">
                  <c:v>0.477</c:v>
                </c:pt>
                <c:pt idx="955">
                  <c:v>0.4775</c:v>
                </c:pt>
                <c:pt idx="956">
                  <c:v>0.478</c:v>
                </c:pt>
                <c:pt idx="957">
                  <c:v>0.4785</c:v>
                </c:pt>
                <c:pt idx="958">
                  <c:v>0.479</c:v>
                </c:pt>
                <c:pt idx="959">
                  <c:v>0.4795</c:v>
                </c:pt>
                <c:pt idx="960">
                  <c:v>0.48</c:v>
                </c:pt>
                <c:pt idx="961">
                  <c:v>0.4805</c:v>
                </c:pt>
                <c:pt idx="962">
                  <c:v>0.481</c:v>
                </c:pt>
                <c:pt idx="963">
                  <c:v>0.4815</c:v>
                </c:pt>
                <c:pt idx="964">
                  <c:v>0.482</c:v>
                </c:pt>
                <c:pt idx="965">
                  <c:v>0.4825</c:v>
                </c:pt>
                <c:pt idx="966">
                  <c:v>0.483</c:v>
                </c:pt>
                <c:pt idx="967">
                  <c:v>0.4835</c:v>
                </c:pt>
                <c:pt idx="968">
                  <c:v>0.484</c:v>
                </c:pt>
                <c:pt idx="969">
                  <c:v>0.4845</c:v>
                </c:pt>
                <c:pt idx="970">
                  <c:v>0.485</c:v>
                </c:pt>
                <c:pt idx="971">
                  <c:v>0.4855</c:v>
                </c:pt>
                <c:pt idx="972">
                  <c:v>0.486</c:v>
                </c:pt>
                <c:pt idx="973">
                  <c:v>0.4865</c:v>
                </c:pt>
                <c:pt idx="974">
                  <c:v>0.487</c:v>
                </c:pt>
                <c:pt idx="975">
                  <c:v>0.4875</c:v>
                </c:pt>
                <c:pt idx="976">
                  <c:v>0.488</c:v>
                </c:pt>
                <c:pt idx="977">
                  <c:v>0.4885</c:v>
                </c:pt>
                <c:pt idx="978">
                  <c:v>0.489</c:v>
                </c:pt>
                <c:pt idx="979">
                  <c:v>0.4895</c:v>
                </c:pt>
                <c:pt idx="980">
                  <c:v>0.49</c:v>
                </c:pt>
                <c:pt idx="981">
                  <c:v>0.4905</c:v>
                </c:pt>
                <c:pt idx="982">
                  <c:v>0.491</c:v>
                </c:pt>
                <c:pt idx="983">
                  <c:v>0.4915</c:v>
                </c:pt>
                <c:pt idx="984">
                  <c:v>0.492</c:v>
                </c:pt>
                <c:pt idx="985">
                  <c:v>0.4925</c:v>
                </c:pt>
                <c:pt idx="986">
                  <c:v>0.493</c:v>
                </c:pt>
                <c:pt idx="987">
                  <c:v>0.4935</c:v>
                </c:pt>
                <c:pt idx="988">
                  <c:v>0.494</c:v>
                </c:pt>
                <c:pt idx="989">
                  <c:v>0.4945</c:v>
                </c:pt>
                <c:pt idx="990">
                  <c:v>0.495</c:v>
                </c:pt>
                <c:pt idx="991">
                  <c:v>0.4955</c:v>
                </c:pt>
                <c:pt idx="992">
                  <c:v>0.496</c:v>
                </c:pt>
                <c:pt idx="993">
                  <c:v>0.4965</c:v>
                </c:pt>
                <c:pt idx="994">
                  <c:v>0.497</c:v>
                </c:pt>
                <c:pt idx="995">
                  <c:v>0.4975</c:v>
                </c:pt>
                <c:pt idx="996">
                  <c:v>0.498</c:v>
                </c:pt>
                <c:pt idx="997">
                  <c:v>0.4985</c:v>
                </c:pt>
                <c:pt idx="998">
                  <c:v>0.499</c:v>
                </c:pt>
                <c:pt idx="999">
                  <c:v>0.4995</c:v>
                </c:pt>
                <c:pt idx="1000">
                  <c:v>0.5</c:v>
                </c:pt>
                <c:pt idx="1001">
                  <c:v>0.5005</c:v>
                </c:pt>
                <c:pt idx="1002">
                  <c:v>0.501</c:v>
                </c:pt>
                <c:pt idx="1003">
                  <c:v>0.5015</c:v>
                </c:pt>
                <c:pt idx="1004">
                  <c:v>0.502</c:v>
                </c:pt>
                <c:pt idx="1005">
                  <c:v>0.5025</c:v>
                </c:pt>
                <c:pt idx="1006">
                  <c:v>0.503</c:v>
                </c:pt>
                <c:pt idx="1007">
                  <c:v>0.5035</c:v>
                </c:pt>
                <c:pt idx="1008">
                  <c:v>0.504</c:v>
                </c:pt>
                <c:pt idx="1009">
                  <c:v>0.5045</c:v>
                </c:pt>
                <c:pt idx="1010">
                  <c:v>0.505</c:v>
                </c:pt>
                <c:pt idx="1011">
                  <c:v>0.5055</c:v>
                </c:pt>
                <c:pt idx="1012">
                  <c:v>0.506</c:v>
                </c:pt>
                <c:pt idx="1013">
                  <c:v>0.5065</c:v>
                </c:pt>
                <c:pt idx="1014">
                  <c:v>0.507</c:v>
                </c:pt>
                <c:pt idx="1015">
                  <c:v>0.5075</c:v>
                </c:pt>
                <c:pt idx="1016">
                  <c:v>0.508</c:v>
                </c:pt>
                <c:pt idx="1017">
                  <c:v>0.5085</c:v>
                </c:pt>
                <c:pt idx="1018">
                  <c:v>0.509</c:v>
                </c:pt>
                <c:pt idx="1019">
                  <c:v>0.5095</c:v>
                </c:pt>
                <c:pt idx="1020">
                  <c:v>0.51</c:v>
                </c:pt>
                <c:pt idx="1021">
                  <c:v>0.5105</c:v>
                </c:pt>
                <c:pt idx="1022">
                  <c:v>0.511</c:v>
                </c:pt>
                <c:pt idx="1023">
                  <c:v>0.5115</c:v>
                </c:pt>
                <c:pt idx="1024">
                  <c:v>0.512</c:v>
                </c:pt>
                <c:pt idx="1025">
                  <c:v>0.5125</c:v>
                </c:pt>
                <c:pt idx="1026">
                  <c:v>0.513</c:v>
                </c:pt>
                <c:pt idx="1027">
                  <c:v>0.5135</c:v>
                </c:pt>
                <c:pt idx="1028">
                  <c:v>0.514</c:v>
                </c:pt>
                <c:pt idx="1029">
                  <c:v>0.5145</c:v>
                </c:pt>
                <c:pt idx="1030">
                  <c:v>0.515</c:v>
                </c:pt>
                <c:pt idx="1031">
                  <c:v>0.5155</c:v>
                </c:pt>
                <c:pt idx="1032">
                  <c:v>0.516</c:v>
                </c:pt>
                <c:pt idx="1033">
                  <c:v>0.5165</c:v>
                </c:pt>
                <c:pt idx="1034">
                  <c:v>0.517</c:v>
                </c:pt>
                <c:pt idx="1035">
                  <c:v>0.5175</c:v>
                </c:pt>
                <c:pt idx="1036">
                  <c:v>0.518</c:v>
                </c:pt>
                <c:pt idx="1037">
                  <c:v>0.5185</c:v>
                </c:pt>
                <c:pt idx="1038">
                  <c:v>0.519</c:v>
                </c:pt>
                <c:pt idx="1039">
                  <c:v>0.5195</c:v>
                </c:pt>
                <c:pt idx="1040">
                  <c:v>0.52</c:v>
                </c:pt>
                <c:pt idx="1041">
                  <c:v>0.5205</c:v>
                </c:pt>
                <c:pt idx="1042">
                  <c:v>0.521</c:v>
                </c:pt>
                <c:pt idx="1043">
                  <c:v>0.5215</c:v>
                </c:pt>
                <c:pt idx="1044">
                  <c:v>0.522</c:v>
                </c:pt>
                <c:pt idx="1045">
                  <c:v>0.5225</c:v>
                </c:pt>
                <c:pt idx="1046">
                  <c:v>0.523</c:v>
                </c:pt>
                <c:pt idx="1047">
                  <c:v>0.5235</c:v>
                </c:pt>
                <c:pt idx="1048">
                  <c:v>0.524</c:v>
                </c:pt>
                <c:pt idx="1049">
                  <c:v>0.5245</c:v>
                </c:pt>
                <c:pt idx="1050">
                  <c:v>0.525</c:v>
                </c:pt>
                <c:pt idx="1051">
                  <c:v>0.5255</c:v>
                </c:pt>
                <c:pt idx="1052">
                  <c:v>0.526</c:v>
                </c:pt>
                <c:pt idx="1053">
                  <c:v>0.5265</c:v>
                </c:pt>
                <c:pt idx="1054">
                  <c:v>0.527</c:v>
                </c:pt>
                <c:pt idx="1055">
                  <c:v>0.5275</c:v>
                </c:pt>
                <c:pt idx="1056">
                  <c:v>0.528</c:v>
                </c:pt>
                <c:pt idx="1057">
                  <c:v>0.5285</c:v>
                </c:pt>
                <c:pt idx="1058">
                  <c:v>0.529</c:v>
                </c:pt>
                <c:pt idx="1059">
                  <c:v>0.5295</c:v>
                </c:pt>
                <c:pt idx="1060">
                  <c:v>0.53</c:v>
                </c:pt>
                <c:pt idx="1061">
                  <c:v>0.5305</c:v>
                </c:pt>
                <c:pt idx="1062">
                  <c:v>0.531</c:v>
                </c:pt>
                <c:pt idx="1063">
                  <c:v>0.5315</c:v>
                </c:pt>
                <c:pt idx="1064">
                  <c:v>0.532</c:v>
                </c:pt>
                <c:pt idx="1065">
                  <c:v>0.5325</c:v>
                </c:pt>
                <c:pt idx="1066">
                  <c:v>0.533</c:v>
                </c:pt>
                <c:pt idx="1067">
                  <c:v>0.5335</c:v>
                </c:pt>
                <c:pt idx="1068">
                  <c:v>0.534</c:v>
                </c:pt>
                <c:pt idx="1069">
                  <c:v>0.5345</c:v>
                </c:pt>
                <c:pt idx="1070">
                  <c:v>0.535</c:v>
                </c:pt>
                <c:pt idx="1071">
                  <c:v>0.5355</c:v>
                </c:pt>
                <c:pt idx="1072">
                  <c:v>0.536</c:v>
                </c:pt>
                <c:pt idx="1073">
                  <c:v>0.5365</c:v>
                </c:pt>
                <c:pt idx="1074">
                  <c:v>0.537</c:v>
                </c:pt>
                <c:pt idx="1075">
                  <c:v>0.5375</c:v>
                </c:pt>
                <c:pt idx="1076">
                  <c:v>0.538</c:v>
                </c:pt>
                <c:pt idx="1077">
                  <c:v>0.5385</c:v>
                </c:pt>
                <c:pt idx="1078">
                  <c:v>0.539</c:v>
                </c:pt>
                <c:pt idx="1079">
                  <c:v>0.5395</c:v>
                </c:pt>
                <c:pt idx="1080">
                  <c:v>0.54</c:v>
                </c:pt>
                <c:pt idx="1081">
                  <c:v>0.5405</c:v>
                </c:pt>
                <c:pt idx="1082">
                  <c:v>0.541</c:v>
                </c:pt>
                <c:pt idx="1083">
                  <c:v>0.5415</c:v>
                </c:pt>
                <c:pt idx="1084">
                  <c:v>0.542</c:v>
                </c:pt>
                <c:pt idx="1085">
                  <c:v>0.5425</c:v>
                </c:pt>
                <c:pt idx="1086">
                  <c:v>0.543</c:v>
                </c:pt>
                <c:pt idx="1087">
                  <c:v>0.5435</c:v>
                </c:pt>
                <c:pt idx="1088">
                  <c:v>0.544</c:v>
                </c:pt>
                <c:pt idx="1089">
                  <c:v>0.5445</c:v>
                </c:pt>
                <c:pt idx="1090">
                  <c:v>0.545</c:v>
                </c:pt>
                <c:pt idx="1091">
                  <c:v>0.5455</c:v>
                </c:pt>
                <c:pt idx="1092">
                  <c:v>0.546</c:v>
                </c:pt>
                <c:pt idx="1093">
                  <c:v>0.5465</c:v>
                </c:pt>
                <c:pt idx="1094">
                  <c:v>0.547</c:v>
                </c:pt>
                <c:pt idx="1095">
                  <c:v>0.5475</c:v>
                </c:pt>
                <c:pt idx="1096">
                  <c:v>0.548</c:v>
                </c:pt>
                <c:pt idx="1097">
                  <c:v>0.5485</c:v>
                </c:pt>
                <c:pt idx="1098">
                  <c:v>0.549</c:v>
                </c:pt>
                <c:pt idx="1099">
                  <c:v>0.5495</c:v>
                </c:pt>
                <c:pt idx="1100">
                  <c:v>0.55</c:v>
                </c:pt>
                <c:pt idx="1101">
                  <c:v>0.5505</c:v>
                </c:pt>
                <c:pt idx="1102">
                  <c:v>0.551</c:v>
                </c:pt>
                <c:pt idx="1103">
                  <c:v>0.5515</c:v>
                </c:pt>
                <c:pt idx="1104">
                  <c:v>0.552</c:v>
                </c:pt>
                <c:pt idx="1105">
                  <c:v>0.5525</c:v>
                </c:pt>
                <c:pt idx="1106">
                  <c:v>0.553</c:v>
                </c:pt>
                <c:pt idx="1107">
                  <c:v>0.5535</c:v>
                </c:pt>
                <c:pt idx="1108">
                  <c:v>0.554</c:v>
                </c:pt>
                <c:pt idx="1109">
                  <c:v>0.5545</c:v>
                </c:pt>
                <c:pt idx="1110">
                  <c:v>0.555</c:v>
                </c:pt>
                <c:pt idx="1111">
                  <c:v>0.5555</c:v>
                </c:pt>
                <c:pt idx="1112">
                  <c:v>0.556</c:v>
                </c:pt>
                <c:pt idx="1113">
                  <c:v>0.5565</c:v>
                </c:pt>
                <c:pt idx="1114">
                  <c:v>0.557</c:v>
                </c:pt>
                <c:pt idx="1115">
                  <c:v>0.5575</c:v>
                </c:pt>
                <c:pt idx="1116">
                  <c:v>0.558</c:v>
                </c:pt>
                <c:pt idx="1117">
                  <c:v>0.5585</c:v>
                </c:pt>
                <c:pt idx="1118">
                  <c:v>0.559</c:v>
                </c:pt>
                <c:pt idx="1119">
                  <c:v>0.5595</c:v>
                </c:pt>
                <c:pt idx="1120">
                  <c:v>0.56</c:v>
                </c:pt>
                <c:pt idx="1121">
                  <c:v>0.5605</c:v>
                </c:pt>
                <c:pt idx="1122">
                  <c:v>0.561</c:v>
                </c:pt>
                <c:pt idx="1123">
                  <c:v>0.5615</c:v>
                </c:pt>
                <c:pt idx="1124">
                  <c:v>0.562</c:v>
                </c:pt>
                <c:pt idx="1125">
                  <c:v>0.5625</c:v>
                </c:pt>
                <c:pt idx="1126">
                  <c:v>0.563</c:v>
                </c:pt>
                <c:pt idx="1127">
                  <c:v>0.5635</c:v>
                </c:pt>
                <c:pt idx="1128">
                  <c:v>0.564</c:v>
                </c:pt>
                <c:pt idx="1129">
                  <c:v>0.5645</c:v>
                </c:pt>
                <c:pt idx="1130">
                  <c:v>0.565</c:v>
                </c:pt>
                <c:pt idx="1131">
                  <c:v>0.5655</c:v>
                </c:pt>
                <c:pt idx="1132">
                  <c:v>0.566</c:v>
                </c:pt>
                <c:pt idx="1133">
                  <c:v>0.5665</c:v>
                </c:pt>
                <c:pt idx="1134">
                  <c:v>0.567</c:v>
                </c:pt>
                <c:pt idx="1135">
                  <c:v>0.5675</c:v>
                </c:pt>
                <c:pt idx="1136">
                  <c:v>0.568</c:v>
                </c:pt>
                <c:pt idx="1137">
                  <c:v>0.5685</c:v>
                </c:pt>
                <c:pt idx="1138">
                  <c:v>0.569</c:v>
                </c:pt>
                <c:pt idx="1139">
                  <c:v>0.5695</c:v>
                </c:pt>
                <c:pt idx="1140">
                  <c:v>0.57</c:v>
                </c:pt>
                <c:pt idx="1141">
                  <c:v>0.5705</c:v>
                </c:pt>
                <c:pt idx="1142">
                  <c:v>0.571</c:v>
                </c:pt>
                <c:pt idx="1143">
                  <c:v>0.5715</c:v>
                </c:pt>
                <c:pt idx="1144">
                  <c:v>0.572</c:v>
                </c:pt>
                <c:pt idx="1145">
                  <c:v>0.5725</c:v>
                </c:pt>
                <c:pt idx="1146">
                  <c:v>0.573</c:v>
                </c:pt>
                <c:pt idx="1147">
                  <c:v>0.5735</c:v>
                </c:pt>
                <c:pt idx="1148">
                  <c:v>0.574</c:v>
                </c:pt>
                <c:pt idx="1149">
                  <c:v>0.5745</c:v>
                </c:pt>
                <c:pt idx="1150">
                  <c:v>0.575</c:v>
                </c:pt>
                <c:pt idx="1151">
                  <c:v>0.5755</c:v>
                </c:pt>
                <c:pt idx="1152">
                  <c:v>0.576</c:v>
                </c:pt>
                <c:pt idx="1153">
                  <c:v>0.5765</c:v>
                </c:pt>
                <c:pt idx="1154">
                  <c:v>0.577</c:v>
                </c:pt>
                <c:pt idx="1155">
                  <c:v>0.5775</c:v>
                </c:pt>
                <c:pt idx="1156">
                  <c:v>0.578</c:v>
                </c:pt>
                <c:pt idx="1157">
                  <c:v>0.5785</c:v>
                </c:pt>
                <c:pt idx="1158">
                  <c:v>0.579</c:v>
                </c:pt>
                <c:pt idx="1159">
                  <c:v>0.5795</c:v>
                </c:pt>
                <c:pt idx="1160">
                  <c:v>0.58</c:v>
                </c:pt>
                <c:pt idx="1161">
                  <c:v>0.5805</c:v>
                </c:pt>
                <c:pt idx="1162">
                  <c:v>0.581</c:v>
                </c:pt>
                <c:pt idx="1163">
                  <c:v>0.5815</c:v>
                </c:pt>
                <c:pt idx="1164">
                  <c:v>0.582</c:v>
                </c:pt>
                <c:pt idx="1165">
                  <c:v>0.5825</c:v>
                </c:pt>
                <c:pt idx="1166">
                  <c:v>0.583</c:v>
                </c:pt>
                <c:pt idx="1167">
                  <c:v>0.5835</c:v>
                </c:pt>
                <c:pt idx="1168">
                  <c:v>0.584</c:v>
                </c:pt>
                <c:pt idx="1169">
                  <c:v>0.5845</c:v>
                </c:pt>
                <c:pt idx="1170">
                  <c:v>0.585</c:v>
                </c:pt>
                <c:pt idx="1171">
                  <c:v>0.5855</c:v>
                </c:pt>
                <c:pt idx="1172">
                  <c:v>0.586</c:v>
                </c:pt>
                <c:pt idx="1173">
                  <c:v>0.5865</c:v>
                </c:pt>
                <c:pt idx="1174">
                  <c:v>0.587</c:v>
                </c:pt>
                <c:pt idx="1175">
                  <c:v>0.5875</c:v>
                </c:pt>
                <c:pt idx="1176">
                  <c:v>0.588</c:v>
                </c:pt>
                <c:pt idx="1177">
                  <c:v>0.5885</c:v>
                </c:pt>
                <c:pt idx="1178">
                  <c:v>0.589</c:v>
                </c:pt>
                <c:pt idx="1179">
                  <c:v>0.5895</c:v>
                </c:pt>
                <c:pt idx="1180">
                  <c:v>0.59</c:v>
                </c:pt>
                <c:pt idx="1181">
                  <c:v>0.5905</c:v>
                </c:pt>
                <c:pt idx="1182">
                  <c:v>0.591</c:v>
                </c:pt>
                <c:pt idx="1183">
                  <c:v>0.5915</c:v>
                </c:pt>
                <c:pt idx="1184">
                  <c:v>0.592</c:v>
                </c:pt>
                <c:pt idx="1185">
                  <c:v>0.5925</c:v>
                </c:pt>
                <c:pt idx="1186">
                  <c:v>0.593</c:v>
                </c:pt>
                <c:pt idx="1187">
                  <c:v>0.5935</c:v>
                </c:pt>
                <c:pt idx="1188">
                  <c:v>0.594</c:v>
                </c:pt>
                <c:pt idx="1189">
                  <c:v>0.5945</c:v>
                </c:pt>
                <c:pt idx="1190">
                  <c:v>0.595</c:v>
                </c:pt>
                <c:pt idx="1191">
                  <c:v>0.5955</c:v>
                </c:pt>
                <c:pt idx="1192">
                  <c:v>0.596</c:v>
                </c:pt>
                <c:pt idx="1193">
                  <c:v>0.5965</c:v>
                </c:pt>
                <c:pt idx="1194">
                  <c:v>0.597</c:v>
                </c:pt>
                <c:pt idx="1195">
                  <c:v>0.5975</c:v>
                </c:pt>
                <c:pt idx="1196">
                  <c:v>0.598</c:v>
                </c:pt>
                <c:pt idx="1197">
                  <c:v>0.5985</c:v>
                </c:pt>
                <c:pt idx="1198">
                  <c:v>0.599</c:v>
                </c:pt>
                <c:pt idx="1199">
                  <c:v>0.5995</c:v>
                </c:pt>
                <c:pt idx="1200">
                  <c:v>0.6</c:v>
                </c:pt>
                <c:pt idx="1201">
                  <c:v>0.6005</c:v>
                </c:pt>
                <c:pt idx="1202">
                  <c:v>0.601</c:v>
                </c:pt>
                <c:pt idx="1203">
                  <c:v>0.6015</c:v>
                </c:pt>
                <c:pt idx="1204">
                  <c:v>0.602</c:v>
                </c:pt>
                <c:pt idx="1205">
                  <c:v>0.6025</c:v>
                </c:pt>
                <c:pt idx="1206">
                  <c:v>0.603</c:v>
                </c:pt>
                <c:pt idx="1207">
                  <c:v>0.6035</c:v>
                </c:pt>
                <c:pt idx="1208">
                  <c:v>0.604</c:v>
                </c:pt>
                <c:pt idx="1209">
                  <c:v>0.6045</c:v>
                </c:pt>
                <c:pt idx="1210">
                  <c:v>0.605</c:v>
                </c:pt>
                <c:pt idx="1211">
                  <c:v>0.6055</c:v>
                </c:pt>
                <c:pt idx="1212">
                  <c:v>0.606</c:v>
                </c:pt>
                <c:pt idx="1213">
                  <c:v>0.6065</c:v>
                </c:pt>
                <c:pt idx="1214">
                  <c:v>0.607</c:v>
                </c:pt>
                <c:pt idx="1215">
                  <c:v>0.6075</c:v>
                </c:pt>
                <c:pt idx="1216">
                  <c:v>0.608</c:v>
                </c:pt>
                <c:pt idx="1217">
                  <c:v>0.6085</c:v>
                </c:pt>
                <c:pt idx="1218">
                  <c:v>0.609</c:v>
                </c:pt>
                <c:pt idx="1219">
                  <c:v>0.6095</c:v>
                </c:pt>
                <c:pt idx="1220">
                  <c:v>0.61</c:v>
                </c:pt>
                <c:pt idx="1221">
                  <c:v>0.6105</c:v>
                </c:pt>
                <c:pt idx="1222">
                  <c:v>0.611</c:v>
                </c:pt>
                <c:pt idx="1223">
                  <c:v>0.6115</c:v>
                </c:pt>
                <c:pt idx="1224">
                  <c:v>0.612</c:v>
                </c:pt>
                <c:pt idx="1225">
                  <c:v>0.6125</c:v>
                </c:pt>
                <c:pt idx="1226">
                  <c:v>0.613</c:v>
                </c:pt>
                <c:pt idx="1227">
                  <c:v>0.6135</c:v>
                </c:pt>
                <c:pt idx="1228">
                  <c:v>0.614</c:v>
                </c:pt>
                <c:pt idx="1229">
                  <c:v>0.6145</c:v>
                </c:pt>
                <c:pt idx="1230">
                  <c:v>0.615</c:v>
                </c:pt>
                <c:pt idx="1231">
                  <c:v>0.6155</c:v>
                </c:pt>
                <c:pt idx="1232">
                  <c:v>0.616</c:v>
                </c:pt>
                <c:pt idx="1233">
                  <c:v>0.6165</c:v>
                </c:pt>
                <c:pt idx="1234">
                  <c:v>0.617</c:v>
                </c:pt>
                <c:pt idx="1235">
                  <c:v>0.6175</c:v>
                </c:pt>
                <c:pt idx="1236">
                  <c:v>0.618</c:v>
                </c:pt>
                <c:pt idx="1237">
                  <c:v>0.6185</c:v>
                </c:pt>
                <c:pt idx="1238">
                  <c:v>0.619</c:v>
                </c:pt>
                <c:pt idx="1239">
                  <c:v>0.6195</c:v>
                </c:pt>
                <c:pt idx="1240">
                  <c:v>0.62</c:v>
                </c:pt>
                <c:pt idx="1241">
                  <c:v>0.6205</c:v>
                </c:pt>
                <c:pt idx="1242">
                  <c:v>0.621</c:v>
                </c:pt>
                <c:pt idx="1243">
                  <c:v>0.6215</c:v>
                </c:pt>
                <c:pt idx="1244">
                  <c:v>0.622</c:v>
                </c:pt>
                <c:pt idx="1245">
                  <c:v>0.6225</c:v>
                </c:pt>
                <c:pt idx="1246">
                  <c:v>0.623</c:v>
                </c:pt>
                <c:pt idx="1247">
                  <c:v>0.6235</c:v>
                </c:pt>
                <c:pt idx="1248">
                  <c:v>0.624</c:v>
                </c:pt>
                <c:pt idx="1249">
                  <c:v>0.6245</c:v>
                </c:pt>
                <c:pt idx="1250">
                  <c:v>0.625</c:v>
                </c:pt>
                <c:pt idx="1251">
                  <c:v>0.6255</c:v>
                </c:pt>
                <c:pt idx="1252">
                  <c:v>0.626</c:v>
                </c:pt>
                <c:pt idx="1253">
                  <c:v>0.6265</c:v>
                </c:pt>
                <c:pt idx="1254">
                  <c:v>0.627</c:v>
                </c:pt>
                <c:pt idx="1255">
                  <c:v>0.6275</c:v>
                </c:pt>
                <c:pt idx="1256">
                  <c:v>0.628</c:v>
                </c:pt>
                <c:pt idx="1257">
                  <c:v>0.6285</c:v>
                </c:pt>
                <c:pt idx="1258">
                  <c:v>0.629</c:v>
                </c:pt>
                <c:pt idx="1259">
                  <c:v>0.6295</c:v>
                </c:pt>
                <c:pt idx="1260">
                  <c:v>0.63</c:v>
                </c:pt>
                <c:pt idx="1261">
                  <c:v>0.6305</c:v>
                </c:pt>
                <c:pt idx="1262">
                  <c:v>0.631</c:v>
                </c:pt>
                <c:pt idx="1263">
                  <c:v>0.6315</c:v>
                </c:pt>
                <c:pt idx="1264">
                  <c:v>0.632</c:v>
                </c:pt>
                <c:pt idx="1265">
                  <c:v>0.6325</c:v>
                </c:pt>
                <c:pt idx="1266">
                  <c:v>0.633</c:v>
                </c:pt>
                <c:pt idx="1267">
                  <c:v>0.6335</c:v>
                </c:pt>
                <c:pt idx="1268">
                  <c:v>0.634</c:v>
                </c:pt>
                <c:pt idx="1269">
                  <c:v>0.6345</c:v>
                </c:pt>
                <c:pt idx="1270">
                  <c:v>0.635</c:v>
                </c:pt>
                <c:pt idx="1271">
                  <c:v>0.6355</c:v>
                </c:pt>
                <c:pt idx="1272">
                  <c:v>0.636</c:v>
                </c:pt>
                <c:pt idx="1273">
                  <c:v>0.6365</c:v>
                </c:pt>
                <c:pt idx="1274">
                  <c:v>0.637</c:v>
                </c:pt>
                <c:pt idx="1275">
                  <c:v>0.6375</c:v>
                </c:pt>
                <c:pt idx="1276">
                  <c:v>0.638</c:v>
                </c:pt>
                <c:pt idx="1277">
                  <c:v>0.6385</c:v>
                </c:pt>
                <c:pt idx="1278">
                  <c:v>0.639</c:v>
                </c:pt>
                <c:pt idx="1279">
                  <c:v>0.6395</c:v>
                </c:pt>
                <c:pt idx="1280">
                  <c:v>0.64</c:v>
                </c:pt>
                <c:pt idx="1281">
                  <c:v>0.6405</c:v>
                </c:pt>
                <c:pt idx="1282">
                  <c:v>0.641</c:v>
                </c:pt>
                <c:pt idx="1283">
                  <c:v>0.6415</c:v>
                </c:pt>
                <c:pt idx="1284">
                  <c:v>0.642</c:v>
                </c:pt>
                <c:pt idx="1285">
                  <c:v>0.6425</c:v>
                </c:pt>
                <c:pt idx="1286">
                  <c:v>0.643</c:v>
                </c:pt>
                <c:pt idx="1287">
                  <c:v>0.6435</c:v>
                </c:pt>
                <c:pt idx="1288">
                  <c:v>0.644</c:v>
                </c:pt>
                <c:pt idx="1289">
                  <c:v>0.6445</c:v>
                </c:pt>
                <c:pt idx="1290">
                  <c:v>0.645</c:v>
                </c:pt>
                <c:pt idx="1291">
                  <c:v>0.6455</c:v>
                </c:pt>
                <c:pt idx="1292">
                  <c:v>0.646</c:v>
                </c:pt>
                <c:pt idx="1293">
                  <c:v>0.6465</c:v>
                </c:pt>
                <c:pt idx="1294">
                  <c:v>0.647</c:v>
                </c:pt>
                <c:pt idx="1295">
                  <c:v>0.6475</c:v>
                </c:pt>
                <c:pt idx="1296">
                  <c:v>0.648</c:v>
                </c:pt>
                <c:pt idx="1297">
                  <c:v>0.6485</c:v>
                </c:pt>
                <c:pt idx="1298">
                  <c:v>0.649</c:v>
                </c:pt>
                <c:pt idx="1299">
                  <c:v>0.6495</c:v>
                </c:pt>
                <c:pt idx="1300">
                  <c:v>0.65</c:v>
                </c:pt>
                <c:pt idx="1301">
                  <c:v>0.6505</c:v>
                </c:pt>
                <c:pt idx="1302">
                  <c:v>0.651</c:v>
                </c:pt>
                <c:pt idx="1303">
                  <c:v>0.6515</c:v>
                </c:pt>
                <c:pt idx="1304">
                  <c:v>0.652</c:v>
                </c:pt>
                <c:pt idx="1305">
                  <c:v>0.6525</c:v>
                </c:pt>
                <c:pt idx="1306">
                  <c:v>0.653</c:v>
                </c:pt>
                <c:pt idx="1307">
                  <c:v>0.6535</c:v>
                </c:pt>
                <c:pt idx="1308">
                  <c:v>0.654</c:v>
                </c:pt>
                <c:pt idx="1309">
                  <c:v>0.6545</c:v>
                </c:pt>
                <c:pt idx="1310">
                  <c:v>0.655</c:v>
                </c:pt>
                <c:pt idx="1311">
                  <c:v>0.6555</c:v>
                </c:pt>
                <c:pt idx="1312">
                  <c:v>0.656</c:v>
                </c:pt>
                <c:pt idx="1313">
                  <c:v>0.6565</c:v>
                </c:pt>
                <c:pt idx="1314">
                  <c:v>0.657</c:v>
                </c:pt>
                <c:pt idx="1315">
                  <c:v>0.6575</c:v>
                </c:pt>
                <c:pt idx="1316">
                  <c:v>0.658</c:v>
                </c:pt>
                <c:pt idx="1317">
                  <c:v>0.6585</c:v>
                </c:pt>
                <c:pt idx="1318">
                  <c:v>0.659</c:v>
                </c:pt>
                <c:pt idx="1319">
                  <c:v>0.6595</c:v>
                </c:pt>
                <c:pt idx="1320">
                  <c:v>0.66</c:v>
                </c:pt>
                <c:pt idx="1321">
                  <c:v>0.6605</c:v>
                </c:pt>
                <c:pt idx="1322">
                  <c:v>0.661</c:v>
                </c:pt>
                <c:pt idx="1323">
                  <c:v>0.6615</c:v>
                </c:pt>
                <c:pt idx="1324">
                  <c:v>0.662</c:v>
                </c:pt>
                <c:pt idx="1325">
                  <c:v>0.6625</c:v>
                </c:pt>
                <c:pt idx="1326">
                  <c:v>0.663</c:v>
                </c:pt>
                <c:pt idx="1327">
                  <c:v>0.6635</c:v>
                </c:pt>
                <c:pt idx="1328">
                  <c:v>0.664</c:v>
                </c:pt>
                <c:pt idx="1329">
                  <c:v>0.6645</c:v>
                </c:pt>
                <c:pt idx="1330">
                  <c:v>0.665</c:v>
                </c:pt>
                <c:pt idx="1331">
                  <c:v>0.6655</c:v>
                </c:pt>
                <c:pt idx="1332">
                  <c:v>0.666</c:v>
                </c:pt>
                <c:pt idx="1333">
                  <c:v>0.6665</c:v>
                </c:pt>
                <c:pt idx="1334">
                  <c:v>0.667</c:v>
                </c:pt>
                <c:pt idx="1335">
                  <c:v>0.6675</c:v>
                </c:pt>
                <c:pt idx="1336">
                  <c:v>0.668</c:v>
                </c:pt>
                <c:pt idx="1337">
                  <c:v>0.6685</c:v>
                </c:pt>
                <c:pt idx="1338">
                  <c:v>0.669</c:v>
                </c:pt>
                <c:pt idx="1339">
                  <c:v>0.6695</c:v>
                </c:pt>
                <c:pt idx="1340">
                  <c:v>0.67</c:v>
                </c:pt>
                <c:pt idx="1341">
                  <c:v>0.6705</c:v>
                </c:pt>
                <c:pt idx="1342">
                  <c:v>0.671</c:v>
                </c:pt>
                <c:pt idx="1343">
                  <c:v>0.6715</c:v>
                </c:pt>
                <c:pt idx="1344">
                  <c:v>0.672</c:v>
                </c:pt>
                <c:pt idx="1345">
                  <c:v>0.6725</c:v>
                </c:pt>
                <c:pt idx="1346">
                  <c:v>0.673</c:v>
                </c:pt>
                <c:pt idx="1347">
                  <c:v>0.6735</c:v>
                </c:pt>
                <c:pt idx="1348">
                  <c:v>0.674</c:v>
                </c:pt>
                <c:pt idx="1349">
                  <c:v>0.6745</c:v>
                </c:pt>
                <c:pt idx="1350">
                  <c:v>0.675</c:v>
                </c:pt>
                <c:pt idx="1351">
                  <c:v>0.6755</c:v>
                </c:pt>
                <c:pt idx="1352">
                  <c:v>0.676</c:v>
                </c:pt>
                <c:pt idx="1353">
                  <c:v>0.6765</c:v>
                </c:pt>
                <c:pt idx="1354">
                  <c:v>0.677</c:v>
                </c:pt>
                <c:pt idx="1355">
                  <c:v>0.6775</c:v>
                </c:pt>
                <c:pt idx="1356">
                  <c:v>0.678</c:v>
                </c:pt>
                <c:pt idx="1357">
                  <c:v>0.6785</c:v>
                </c:pt>
                <c:pt idx="1358">
                  <c:v>0.679</c:v>
                </c:pt>
                <c:pt idx="1359">
                  <c:v>0.6795</c:v>
                </c:pt>
                <c:pt idx="1360">
                  <c:v>0.68</c:v>
                </c:pt>
                <c:pt idx="1361">
                  <c:v>0.6805</c:v>
                </c:pt>
                <c:pt idx="1362">
                  <c:v>0.681</c:v>
                </c:pt>
                <c:pt idx="1363">
                  <c:v>0.6815</c:v>
                </c:pt>
                <c:pt idx="1364">
                  <c:v>0.682</c:v>
                </c:pt>
                <c:pt idx="1365">
                  <c:v>0.6825</c:v>
                </c:pt>
                <c:pt idx="1366">
                  <c:v>0.683</c:v>
                </c:pt>
                <c:pt idx="1367">
                  <c:v>0.6835</c:v>
                </c:pt>
                <c:pt idx="1368">
                  <c:v>0.684</c:v>
                </c:pt>
                <c:pt idx="1369">
                  <c:v>0.6845</c:v>
                </c:pt>
                <c:pt idx="1370">
                  <c:v>0.685</c:v>
                </c:pt>
                <c:pt idx="1371">
                  <c:v>0.6855</c:v>
                </c:pt>
                <c:pt idx="1372">
                  <c:v>0.686</c:v>
                </c:pt>
                <c:pt idx="1373">
                  <c:v>0.6865</c:v>
                </c:pt>
                <c:pt idx="1374">
                  <c:v>0.687</c:v>
                </c:pt>
                <c:pt idx="1375">
                  <c:v>0.6875</c:v>
                </c:pt>
                <c:pt idx="1376">
                  <c:v>0.688</c:v>
                </c:pt>
                <c:pt idx="1377">
                  <c:v>0.6885</c:v>
                </c:pt>
                <c:pt idx="1378">
                  <c:v>0.689</c:v>
                </c:pt>
                <c:pt idx="1379">
                  <c:v>0.6895</c:v>
                </c:pt>
                <c:pt idx="1380">
                  <c:v>0.69</c:v>
                </c:pt>
                <c:pt idx="1381">
                  <c:v>0.6905</c:v>
                </c:pt>
                <c:pt idx="1382">
                  <c:v>0.691</c:v>
                </c:pt>
                <c:pt idx="1383">
                  <c:v>0.6915</c:v>
                </c:pt>
                <c:pt idx="1384">
                  <c:v>0.692</c:v>
                </c:pt>
                <c:pt idx="1385">
                  <c:v>0.6925</c:v>
                </c:pt>
                <c:pt idx="1386">
                  <c:v>0.693</c:v>
                </c:pt>
                <c:pt idx="1387">
                  <c:v>0.6935</c:v>
                </c:pt>
                <c:pt idx="1388">
                  <c:v>0.694</c:v>
                </c:pt>
                <c:pt idx="1389">
                  <c:v>0.6945</c:v>
                </c:pt>
                <c:pt idx="1390">
                  <c:v>0.695</c:v>
                </c:pt>
                <c:pt idx="1391">
                  <c:v>0.6955</c:v>
                </c:pt>
                <c:pt idx="1392">
                  <c:v>0.696</c:v>
                </c:pt>
                <c:pt idx="1393">
                  <c:v>0.6965</c:v>
                </c:pt>
                <c:pt idx="1394">
                  <c:v>0.697</c:v>
                </c:pt>
                <c:pt idx="1395">
                  <c:v>0.6975</c:v>
                </c:pt>
                <c:pt idx="1396">
                  <c:v>0.698</c:v>
                </c:pt>
                <c:pt idx="1397">
                  <c:v>0.6985</c:v>
                </c:pt>
                <c:pt idx="1398">
                  <c:v>0.699</c:v>
                </c:pt>
                <c:pt idx="1399">
                  <c:v>0.6995</c:v>
                </c:pt>
                <c:pt idx="1400">
                  <c:v>0.7</c:v>
                </c:pt>
                <c:pt idx="1401">
                  <c:v>0.7005</c:v>
                </c:pt>
                <c:pt idx="1402">
                  <c:v>0.701</c:v>
                </c:pt>
                <c:pt idx="1403">
                  <c:v>0.7015</c:v>
                </c:pt>
                <c:pt idx="1404">
                  <c:v>0.702</c:v>
                </c:pt>
                <c:pt idx="1405">
                  <c:v>0.7025</c:v>
                </c:pt>
                <c:pt idx="1406">
                  <c:v>0.703</c:v>
                </c:pt>
                <c:pt idx="1407">
                  <c:v>0.7035</c:v>
                </c:pt>
                <c:pt idx="1408">
                  <c:v>0.704</c:v>
                </c:pt>
                <c:pt idx="1409">
                  <c:v>0.7045</c:v>
                </c:pt>
                <c:pt idx="1410">
                  <c:v>0.705</c:v>
                </c:pt>
                <c:pt idx="1411">
                  <c:v>0.7055</c:v>
                </c:pt>
                <c:pt idx="1412">
                  <c:v>0.706</c:v>
                </c:pt>
                <c:pt idx="1413">
                  <c:v>0.7065</c:v>
                </c:pt>
                <c:pt idx="1414">
                  <c:v>0.707</c:v>
                </c:pt>
                <c:pt idx="1415">
                  <c:v>0.7075</c:v>
                </c:pt>
                <c:pt idx="1416">
                  <c:v>0.708</c:v>
                </c:pt>
                <c:pt idx="1417">
                  <c:v>0.7085</c:v>
                </c:pt>
                <c:pt idx="1418">
                  <c:v>0.709</c:v>
                </c:pt>
                <c:pt idx="1419">
                  <c:v>0.7095</c:v>
                </c:pt>
                <c:pt idx="1420">
                  <c:v>0.71</c:v>
                </c:pt>
                <c:pt idx="1421">
                  <c:v>0.7105</c:v>
                </c:pt>
                <c:pt idx="1422">
                  <c:v>0.711</c:v>
                </c:pt>
                <c:pt idx="1423">
                  <c:v>0.7115</c:v>
                </c:pt>
                <c:pt idx="1424">
                  <c:v>0.712</c:v>
                </c:pt>
                <c:pt idx="1425">
                  <c:v>0.7125</c:v>
                </c:pt>
                <c:pt idx="1426">
                  <c:v>0.713</c:v>
                </c:pt>
                <c:pt idx="1427">
                  <c:v>0.7135</c:v>
                </c:pt>
                <c:pt idx="1428">
                  <c:v>0.714</c:v>
                </c:pt>
                <c:pt idx="1429">
                  <c:v>0.7145</c:v>
                </c:pt>
                <c:pt idx="1430">
                  <c:v>0.715</c:v>
                </c:pt>
                <c:pt idx="1431">
                  <c:v>0.7155</c:v>
                </c:pt>
                <c:pt idx="1432">
                  <c:v>0.716</c:v>
                </c:pt>
                <c:pt idx="1433">
                  <c:v>0.7165</c:v>
                </c:pt>
                <c:pt idx="1434">
                  <c:v>0.717</c:v>
                </c:pt>
                <c:pt idx="1435">
                  <c:v>0.7175</c:v>
                </c:pt>
                <c:pt idx="1436">
                  <c:v>0.718</c:v>
                </c:pt>
                <c:pt idx="1437">
                  <c:v>0.7185</c:v>
                </c:pt>
                <c:pt idx="1438">
                  <c:v>0.719</c:v>
                </c:pt>
                <c:pt idx="1439">
                  <c:v>0.7195</c:v>
                </c:pt>
                <c:pt idx="1440">
                  <c:v>0.72</c:v>
                </c:pt>
                <c:pt idx="1441">
                  <c:v>0.7205</c:v>
                </c:pt>
                <c:pt idx="1442">
                  <c:v>0.721</c:v>
                </c:pt>
                <c:pt idx="1443">
                  <c:v>0.7215</c:v>
                </c:pt>
                <c:pt idx="1444">
                  <c:v>0.722</c:v>
                </c:pt>
                <c:pt idx="1445">
                  <c:v>0.7225</c:v>
                </c:pt>
                <c:pt idx="1446">
                  <c:v>0.723</c:v>
                </c:pt>
                <c:pt idx="1447">
                  <c:v>0.7235</c:v>
                </c:pt>
                <c:pt idx="1448">
                  <c:v>0.724</c:v>
                </c:pt>
                <c:pt idx="1449">
                  <c:v>0.7245</c:v>
                </c:pt>
                <c:pt idx="1450">
                  <c:v>0.725</c:v>
                </c:pt>
                <c:pt idx="1451">
                  <c:v>0.7255</c:v>
                </c:pt>
                <c:pt idx="1452">
                  <c:v>0.726</c:v>
                </c:pt>
                <c:pt idx="1453">
                  <c:v>0.7265</c:v>
                </c:pt>
                <c:pt idx="1454">
                  <c:v>0.727</c:v>
                </c:pt>
                <c:pt idx="1455">
                  <c:v>0.7275</c:v>
                </c:pt>
                <c:pt idx="1456">
                  <c:v>0.728</c:v>
                </c:pt>
                <c:pt idx="1457">
                  <c:v>0.7285</c:v>
                </c:pt>
                <c:pt idx="1458">
                  <c:v>0.729</c:v>
                </c:pt>
                <c:pt idx="1459">
                  <c:v>0.7295</c:v>
                </c:pt>
                <c:pt idx="1460">
                  <c:v>0.73</c:v>
                </c:pt>
                <c:pt idx="1461">
                  <c:v>0.7305</c:v>
                </c:pt>
                <c:pt idx="1462">
                  <c:v>0.731</c:v>
                </c:pt>
                <c:pt idx="1463">
                  <c:v>0.7315</c:v>
                </c:pt>
                <c:pt idx="1464">
                  <c:v>0.732</c:v>
                </c:pt>
                <c:pt idx="1465">
                  <c:v>0.7325</c:v>
                </c:pt>
                <c:pt idx="1466">
                  <c:v>0.733</c:v>
                </c:pt>
                <c:pt idx="1467">
                  <c:v>0.7335</c:v>
                </c:pt>
                <c:pt idx="1468">
                  <c:v>0.734</c:v>
                </c:pt>
                <c:pt idx="1469">
                  <c:v>0.7345</c:v>
                </c:pt>
                <c:pt idx="1470">
                  <c:v>0.735</c:v>
                </c:pt>
                <c:pt idx="1471">
                  <c:v>0.7355</c:v>
                </c:pt>
                <c:pt idx="1472">
                  <c:v>0.736</c:v>
                </c:pt>
                <c:pt idx="1473">
                  <c:v>0.7365</c:v>
                </c:pt>
                <c:pt idx="1474">
                  <c:v>0.737</c:v>
                </c:pt>
                <c:pt idx="1475">
                  <c:v>0.7375</c:v>
                </c:pt>
                <c:pt idx="1476">
                  <c:v>0.738</c:v>
                </c:pt>
                <c:pt idx="1477">
                  <c:v>0.7385</c:v>
                </c:pt>
                <c:pt idx="1478">
                  <c:v>0.739</c:v>
                </c:pt>
                <c:pt idx="1479">
                  <c:v>0.7395</c:v>
                </c:pt>
                <c:pt idx="1480">
                  <c:v>0.74</c:v>
                </c:pt>
                <c:pt idx="1481">
                  <c:v>0.7405</c:v>
                </c:pt>
                <c:pt idx="1482">
                  <c:v>0.741</c:v>
                </c:pt>
                <c:pt idx="1483">
                  <c:v>0.7415</c:v>
                </c:pt>
                <c:pt idx="1484">
                  <c:v>0.742</c:v>
                </c:pt>
                <c:pt idx="1485">
                  <c:v>0.7425</c:v>
                </c:pt>
                <c:pt idx="1486">
                  <c:v>0.743</c:v>
                </c:pt>
                <c:pt idx="1487">
                  <c:v>0.7435</c:v>
                </c:pt>
                <c:pt idx="1488">
                  <c:v>0.744</c:v>
                </c:pt>
                <c:pt idx="1489">
                  <c:v>0.7445</c:v>
                </c:pt>
                <c:pt idx="1490">
                  <c:v>0.745</c:v>
                </c:pt>
                <c:pt idx="1491">
                  <c:v>0.7455</c:v>
                </c:pt>
                <c:pt idx="1492">
                  <c:v>0.746</c:v>
                </c:pt>
                <c:pt idx="1493">
                  <c:v>0.7465</c:v>
                </c:pt>
                <c:pt idx="1494">
                  <c:v>0.747</c:v>
                </c:pt>
                <c:pt idx="1495">
                  <c:v>0.7475</c:v>
                </c:pt>
                <c:pt idx="1496">
                  <c:v>0.748</c:v>
                </c:pt>
                <c:pt idx="1497">
                  <c:v>0.7485</c:v>
                </c:pt>
                <c:pt idx="1498">
                  <c:v>0.749</c:v>
                </c:pt>
                <c:pt idx="1499">
                  <c:v>0.7495</c:v>
                </c:pt>
                <c:pt idx="1500">
                  <c:v>0.75</c:v>
                </c:pt>
                <c:pt idx="1501">
                  <c:v>0.7505</c:v>
                </c:pt>
                <c:pt idx="1502">
                  <c:v>0.751</c:v>
                </c:pt>
                <c:pt idx="1503">
                  <c:v>0.7515</c:v>
                </c:pt>
                <c:pt idx="1504">
                  <c:v>0.752</c:v>
                </c:pt>
                <c:pt idx="1505">
                  <c:v>0.7525</c:v>
                </c:pt>
                <c:pt idx="1506">
                  <c:v>0.753</c:v>
                </c:pt>
                <c:pt idx="1507">
                  <c:v>0.7535</c:v>
                </c:pt>
                <c:pt idx="1508">
                  <c:v>0.754</c:v>
                </c:pt>
                <c:pt idx="1509">
                  <c:v>0.7545</c:v>
                </c:pt>
                <c:pt idx="1510">
                  <c:v>0.755</c:v>
                </c:pt>
                <c:pt idx="1511">
                  <c:v>0.7555</c:v>
                </c:pt>
                <c:pt idx="1512">
                  <c:v>0.756</c:v>
                </c:pt>
                <c:pt idx="1513">
                  <c:v>0.7565</c:v>
                </c:pt>
                <c:pt idx="1514">
                  <c:v>0.757</c:v>
                </c:pt>
                <c:pt idx="1515">
                  <c:v>0.7575</c:v>
                </c:pt>
                <c:pt idx="1516">
                  <c:v>0.758</c:v>
                </c:pt>
                <c:pt idx="1517">
                  <c:v>0.7585</c:v>
                </c:pt>
                <c:pt idx="1518">
                  <c:v>0.759</c:v>
                </c:pt>
                <c:pt idx="1519">
                  <c:v>0.7595</c:v>
                </c:pt>
                <c:pt idx="1520">
                  <c:v>0.76</c:v>
                </c:pt>
                <c:pt idx="1521">
                  <c:v>0.7605</c:v>
                </c:pt>
                <c:pt idx="1522">
                  <c:v>0.761</c:v>
                </c:pt>
                <c:pt idx="1523">
                  <c:v>0.7615</c:v>
                </c:pt>
                <c:pt idx="1524">
                  <c:v>0.762</c:v>
                </c:pt>
                <c:pt idx="1525">
                  <c:v>0.7625</c:v>
                </c:pt>
                <c:pt idx="1526">
                  <c:v>0.763</c:v>
                </c:pt>
                <c:pt idx="1527">
                  <c:v>0.7635</c:v>
                </c:pt>
                <c:pt idx="1528">
                  <c:v>0.764</c:v>
                </c:pt>
                <c:pt idx="1529">
                  <c:v>0.7645</c:v>
                </c:pt>
                <c:pt idx="1530">
                  <c:v>0.765</c:v>
                </c:pt>
                <c:pt idx="1531">
                  <c:v>0.7655</c:v>
                </c:pt>
                <c:pt idx="1532">
                  <c:v>0.766</c:v>
                </c:pt>
                <c:pt idx="1533">
                  <c:v>0.7665</c:v>
                </c:pt>
                <c:pt idx="1534">
                  <c:v>0.767</c:v>
                </c:pt>
                <c:pt idx="1535">
                  <c:v>0.7675</c:v>
                </c:pt>
                <c:pt idx="1536">
                  <c:v>0.768</c:v>
                </c:pt>
                <c:pt idx="1537">
                  <c:v>0.7685</c:v>
                </c:pt>
                <c:pt idx="1538">
                  <c:v>0.769</c:v>
                </c:pt>
                <c:pt idx="1539">
                  <c:v>0.7695</c:v>
                </c:pt>
                <c:pt idx="1540">
                  <c:v>0.77</c:v>
                </c:pt>
                <c:pt idx="1541">
                  <c:v>0.7705</c:v>
                </c:pt>
                <c:pt idx="1542">
                  <c:v>0.771</c:v>
                </c:pt>
                <c:pt idx="1543">
                  <c:v>0.7715</c:v>
                </c:pt>
                <c:pt idx="1544">
                  <c:v>0.772</c:v>
                </c:pt>
                <c:pt idx="1545">
                  <c:v>0.7725</c:v>
                </c:pt>
                <c:pt idx="1546">
                  <c:v>0.773</c:v>
                </c:pt>
                <c:pt idx="1547">
                  <c:v>0.7735</c:v>
                </c:pt>
                <c:pt idx="1548">
                  <c:v>0.774</c:v>
                </c:pt>
                <c:pt idx="1549">
                  <c:v>0.7745</c:v>
                </c:pt>
                <c:pt idx="1550">
                  <c:v>0.775</c:v>
                </c:pt>
                <c:pt idx="1551">
                  <c:v>0.7755</c:v>
                </c:pt>
                <c:pt idx="1552">
                  <c:v>0.776</c:v>
                </c:pt>
                <c:pt idx="1553">
                  <c:v>0.7765</c:v>
                </c:pt>
                <c:pt idx="1554">
                  <c:v>0.777</c:v>
                </c:pt>
                <c:pt idx="1555">
                  <c:v>0.7775</c:v>
                </c:pt>
                <c:pt idx="1556">
                  <c:v>0.778</c:v>
                </c:pt>
                <c:pt idx="1557">
                  <c:v>0.7785</c:v>
                </c:pt>
                <c:pt idx="1558">
                  <c:v>0.779</c:v>
                </c:pt>
                <c:pt idx="1559">
                  <c:v>0.7795</c:v>
                </c:pt>
                <c:pt idx="1560">
                  <c:v>0.78</c:v>
                </c:pt>
                <c:pt idx="1561">
                  <c:v>0.7805</c:v>
                </c:pt>
                <c:pt idx="1562">
                  <c:v>0.781</c:v>
                </c:pt>
                <c:pt idx="1563">
                  <c:v>0.7815</c:v>
                </c:pt>
                <c:pt idx="1564">
                  <c:v>0.782</c:v>
                </c:pt>
                <c:pt idx="1565">
                  <c:v>0.7825</c:v>
                </c:pt>
                <c:pt idx="1566">
                  <c:v>0.783</c:v>
                </c:pt>
                <c:pt idx="1567">
                  <c:v>0.7835</c:v>
                </c:pt>
                <c:pt idx="1568">
                  <c:v>0.784</c:v>
                </c:pt>
                <c:pt idx="1569">
                  <c:v>0.7845</c:v>
                </c:pt>
                <c:pt idx="1570">
                  <c:v>0.785</c:v>
                </c:pt>
                <c:pt idx="1571">
                  <c:v>0.7855</c:v>
                </c:pt>
                <c:pt idx="1572">
                  <c:v>0.786</c:v>
                </c:pt>
                <c:pt idx="1573">
                  <c:v>0.7865</c:v>
                </c:pt>
                <c:pt idx="1574">
                  <c:v>0.787</c:v>
                </c:pt>
                <c:pt idx="1575">
                  <c:v>0.7875</c:v>
                </c:pt>
                <c:pt idx="1576">
                  <c:v>0.788</c:v>
                </c:pt>
                <c:pt idx="1577">
                  <c:v>0.7885</c:v>
                </c:pt>
                <c:pt idx="1578">
                  <c:v>0.789</c:v>
                </c:pt>
                <c:pt idx="1579">
                  <c:v>0.7895</c:v>
                </c:pt>
                <c:pt idx="1580">
                  <c:v>0.79</c:v>
                </c:pt>
                <c:pt idx="1581">
                  <c:v>0.7905</c:v>
                </c:pt>
                <c:pt idx="1582">
                  <c:v>0.791</c:v>
                </c:pt>
                <c:pt idx="1583">
                  <c:v>0.7915</c:v>
                </c:pt>
                <c:pt idx="1584">
                  <c:v>0.792</c:v>
                </c:pt>
                <c:pt idx="1585">
                  <c:v>0.7925</c:v>
                </c:pt>
                <c:pt idx="1586">
                  <c:v>0.793</c:v>
                </c:pt>
                <c:pt idx="1587">
                  <c:v>0.7935</c:v>
                </c:pt>
                <c:pt idx="1588">
                  <c:v>0.794</c:v>
                </c:pt>
                <c:pt idx="1589">
                  <c:v>0.7945</c:v>
                </c:pt>
                <c:pt idx="1590">
                  <c:v>0.795</c:v>
                </c:pt>
                <c:pt idx="1591">
                  <c:v>0.7955</c:v>
                </c:pt>
                <c:pt idx="1592">
                  <c:v>0.796</c:v>
                </c:pt>
                <c:pt idx="1593">
                  <c:v>0.7965</c:v>
                </c:pt>
                <c:pt idx="1594">
                  <c:v>0.797</c:v>
                </c:pt>
                <c:pt idx="1595">
                  <c:v>0.7975</c:v>
                </c:pt>
                <c:pt idx="1596">
                  <c:v>0.798</c:v>
                </c:pt>
                <c:pt idx="1597">
                  <c:v>0.7985</c:v>
                </c:pt>
                <c:pt idx="1598">
                  <c:v>0.799</c:v>
                </c:pt>
                <c:pt idx="1599">
                  <c:v>0.7995</c:v>
                </c:pt>
                <c:pt idx="1600">
                  <c:v>0.8</c:v>
                </c:pt>
                <c:pt idx="1601">
                  <c:v>0.8005</c:v>
                </c:pt>
                <c:pt idx="1602">
                  <c:v>0.801</c:v>
                </c:pt>
                <c:pt idx="1603">
                  <c:v>0.8015</c:v>
                </c:pt>
                <c:pt idx="1604">
                  <c:v>0.802</c:v>
                </c:pt>
                <c:pt idx="1605">
                  <c:v>0.8025</c:v>
                </c:pt>
                <c:pt idx="1606">
                  <c:v>0.803</c:v>
                </c:pt>
                <c:pt idx="1607">
                  <c:v>0.8035</c:v>
                </c:pt>
                <c:pt idx="1608">
                  <c:v>0.804</c:v>
                </c:pt>
                <c:pt idx="1609">
                  <c:v>0.8045</c:v>
                </c:pt>
                <c:pt idx="1610">
                  <c:v>0.805</c:v>
                </c:pt>
                <c:pt idx="1611">
                  <c:v>0.8055</c:v>
                </c:pt>
                <c:pt idx="1612">
                  <c:v>0.806</c:v>
                </c:pt>
                <c:pt idx="1613">
                  <c:v>0.8065</c:v>
                </c:pt>
                <c:pt idx="1614">
                  <c:v>0.807</c:v>
                </c:pt>
                <c:pt idx="1615">
                  <c:v>0.8075</c:v>
                </c:pt>
                <c:pt idx="1616">
                  <c:v>0.808</c:v>
                </c:pt>
                <c:pt idx="1617">
                  <c:v>0.8085</c:v>
                </c:pt>
                <c:pt idx="1618">
                  <c:v>0.809</c:v>
                </c:pt>
                <c:pt idx="1619">
                  <c:v>0.8095</c:v>
                </c:pt>
                <c:pt idx="1620">
                  <c:v>0.81</c:v>
                </c:pt>
                <c:pt idx="1621">
                  <c:v>0.8105</c:v>
                </c:pt>
                <c:pt idx="1622">
                  <c:v>0.811</c:v>
                </c:pt>
                <c:pt idx="1623">
                  <c:v>0.8115</c:v>
                </c:pt>
                <c:pt idx="1624">
                  <c:v>0.812</c:v>
                </c:pt>
                <c:pt idx="1625">
                  <c:v>0.8125</c:v>
                </c:pt>
                <c:pt idx="1626">
                  <c:v>0.813</c:v>
                </c:pt>
                <c:pt idx="1627">
                  <c:v>0.8135</c:v>
                </c:pt>
                <c:pt idx="1628">
                  <c:v>0.814</c:v>
                </c:pt>
                <c:pt idx="1629">
                  <c:v>0.8145</c:v>
                </c:pt>
                <c:pt idx="1630">
                  <c:v>0.815</c:v>
                </c:pt>
                <c:pt idx="1631">
                  <c:v>0.8155</c:v>
                </c:pt>
                <c:pt idx="1632">
                  <c:v>0.816</c:v>
                </c:pt>
                <c:pt idx="1633">
                  <c:v>0.8165</c:v>
                </c:pt>
                <c:pt idx="1634">
                  <c:v>0.817</c:v>
                </c:pt>
                <c:pt idx="1635">
                  <c:v>0.8175</c:v>
                </c:pt>
                <c:pt idx="1636">
                  <c:v>0.818</c:v>
                </c:pt>
                <c:pt idx="1637">
                  <c:v>0.8185</c:v>
                </c:pt>
                <c:pt idx="1638">
                  <c:v>0.819</c:v>
                </c:pt>
                <c:pt idx="1639">
                  <c:v>0.8195</c:v>
                </c:pt>
                <c:pt idx="1640">
                  <c:v>0.82</c:v>
                </c:pt>
                <c:pt idx="1641">
                  <c:v>0.8205</c:v>
                </c:pt>
                <c:pt idx="1642">
                  <c:v>0.821</c:v>
                </c:pt>
                <c:pt idx="1643">
                  <c:v>0.8215</c:v>
                </c:pt>
                <c:pt idx="1644">
                  <c:v>0.822</c:v>
                </c:pt>
                <c:pt idx="1645">
                  <c:v>0.8225</c:v>
                </c:pt>
                <c:pt idx="1646">
                  <c:v>0.823</c:v>
                </c:pt>
                <c:pt idx="1647">
                  <c:v>0.8235</c:v>
                </c:pt>
                <c:pt idx="1648">
                  <c:v>0.824</c:v>
                </c:pt>
                <c:pt idx="1649">
                  <c:v>0.8245</c:v>
                </c:pt>
                <c:pt idx="1650">
                  <c:v>0.825</c:v>
                </c:pt>
                <c:pt idx="1651">
                  <c:v>0.8255</c:v>
                </c:pt>
                <c:pt idx="1652">
                  <c:v>0.826</c:v>
                </c:pt>
                <c:pt idx="1653">
                  <c:v>0.8265</c:v>
                </c:pt>
                <c:pt idx="1654">
                  <c:v>0.827</c:v>
                </c:pt>
                <c:pt idx="1655">
                  <c:v>0.8275</c:v>
                </c:pt>
                <c:pt idx="1656">
                  <c:v>0.828</c:v>
                </c:pt>
                <c:pt idx="1657">
                  <c:v>0.8285</c:v>
                </c:pt>
                <c:pt idx="1658">
                  <c:v>0.829</c:v>
                </c:pt>
                <c:pt idx="1659">
                  <c:v>0.8295</c:v>
                </c:pt>
                <c:pt idx="1660">
                  <c:v>0.83</c:v>
                </c:pt>
                <c:pt idx="1661">
                  <c:v>0.8305</c:v>
                </c:pt>
                <c:pt idx="1662">
                  <c:v>0.831</c:v>
                </c:pt>
                <c:pt idx="1663">
                  <c:v>0.8315</c:v>
                </c:pt>
                <c:pt idx="1664">
                  <c:v>0.832</c:v>
                </c:pt>
                <c:pt idx="1665">
                  <c:v>0.8325</c:v>
                </c:pt>
                <c:pt idx="1666">
                  <c:v>0.833</c:v>
                </c:pt>
                <c:pt idx="1667">
                  <c:v>0.8335</c:v>
                </c:pt>
                <c:pt idx="1668">
                  <c:v>0.834</c:v>
                </c:pt>
                <c:pt idx="1669">
                  <c:v>0.8345</c:v>
                </c:pt>
                <c:pt idx="1670">
                  <c:v>0.835</c:v>
                </c:pt>
                <c:pt idx="1671">
                  <c:v>0.8355</c:v>
                </c:pt>
                <c:pt idx="1672">
                  <c:v>0.836</c:v>
                </c:pt>
                <c:pt idx="1673">
                  <c:v>0.8365</c:v>
                </c:pt>
                <c:pt idx="1674">
                  <c:v>0.837</c:v>
                </c:pt>
                <c:pt idx="1675">
                  <c:v>0.8375</c:v>
                </c:pt>
                <c:pt idx="1676">
                  <c:v>0.838</c:v>
                </c:pt>
                <c:pt idx="1677">
                  <c:v>0.8385</c:v>
                </c:pt>
                <c:pt idx="1678">
                  <c:v>0.839</c:v>
                </c:pt>
                <c:pt idx="1679">
                  <c:v>0.8395</c:v>
                </c:pt>
                <c:pt idx="1680">
                  <c:v>0.84</c:v>
                </c:pt>
                <c:pt idx="1681">
                  <c:v>0.8405</c:v>
                </c:pt>
                <c:pt idx="1682">
                  <c:v>0.841</c:v>
                </c:pt>
                <c:pt idx="1683">
                  <c:v>0.8415</c:v>
                </c:pt>
                <c:pt idx="1684">
                  <c:v>0.842</c:v>
                </c:pt>
                <c:pt idx="1685">
                  <c:v>0.8425</c:v>
                </c:pt>
                <c:pt idx="1686">
                  <c:v>0.843</c:v>
                </c:pt>
                <c:pt idx="1687">
                  <c:v>0.8435</c:v>
                </c:pt>
                <c:pt idx="1688">
                  <c:v>0.844</c:v>
                </c:pt>
                <c:pt idx="1689">
                  <c:v>0.8445</c:v>
                </c:pt>
                <c:pt idx="1690">
                  <c:v>0.845</c:v>
                </c:pt>
                <c:pt idx="1691">
                  <c:v>0.8455</c:v>
                </c:pt>
                <c:pt idx="1692">
                  <c:v>0.846</c:v>
                </c:pt>
                <c:pt idx="1693">
                  <c:v>0.8465</c:v>
                </c:pt>
                <c:pt idx="1694">
                  <c:v>0.847</c:v>
                </c:pt>
                <c:pt idx="1695">
                  <c:v>0.8475</c:v>
                </c:pt>
                <c:pt idx="1696">
                  <c:v>0.848</c:v>
                </c:pt>
                <c:pt idx="1697">
                  <c:v>0.8485</c:v>
                </c:pt>
                <c:pt idx="1698">
                  <c:v>0.849</c:v>
                </c:pt>
                <c:pt idx="1699">
                  <c:v>0.8495</c:v>
                </c:pt>
                <c:pt idx="1700">
                  <c:v>0.85</c:v>
                </c:pt>
                <c:pt idx="1701">
                  <c:v>0.8505</c:v>
                </c:pt>
                <c:pt idx="1702">
                  <c:v>0.851</c:v>
                </c:pt>
                <c:pt idx="1703">
                  <c:v>0.8515</c:v>
                </c:pt>
                <c:pt idx="1704">
                  <c:v>0.852</c:v>
                </c:pt>
                <c:pt idx="1705">
                  <c:v>0.8525</c:v>
                </c:pt>
                <c:pt idx="1706">
                  <c:v>0.853</c:v>
                </c:pt>
                <c:pt idx="1707">
                  <c:v>0.8535</c:v>
                </c:pt>
                <c:pt idx="1708">
                  <c:v>0.854</c:v>
                </c:pt>
                <c:pt idx="1709">
                  <c:v>0.8545</c:v>
                </c:pt>
                <c:pt idx="1710">
                  <c:v>0.855</c:v>
                </c:pt>
                <c:pt idx="1711">
                  <c:v>0.8555</c:v>
                </c:pt>
                <c:pt idx="1712">
                  <c:v>0.856</c:v>
                </c:pt>
                <c:pt idx="1713">
                  <c:v>0.8565</c:v>
                </c:pt>
                <c:pt idx="1714">
                  <c:v>0.857</c:v>
                </c:pt>
                <c:pt idx="1715">
                  <c:v>0.8575</c:v>
                </c:pt>
                <c:pt idx="1716">
                  <c:v>0.858</c:v>
                </c:pt>
                <c:pt idx="1717">
                  <c:v>0.8585</c:v>
                </c:pt>
                <c:pt idx="1718">
                  <c:v>0.859</c:v>
                </c:pt>
                <c:pt idx="1719">
                  <c:v>0.8595</c:v>
                </c:pt>
                <c:pt idx="1720">
                  <c:v>0.86</c:v>
                </c:pt>
                <c:pt idx="1721">
                  <c:v>0.8605</c:v>
                </c:pt>
                <c:pt idx="1722">
                  <c:v>0.861</c:v>
                </c:pt>
                <c:pt idx="1723">
                  <c:v>0.8615</c:v>
                </c:pt>
                <c:pt idx="1724">
                  <c:v>0.862</c:v>
                </c:pt>
                <c:pt idx="1725">
                  <c:v>0.8625</c:v>
                </c:pt>
                <c:pt idx="1726">
                  <c:v>0.863</c:v>
                </c:pt>
                <c:pt idx="1727">
                  <c:v>0.8635</c:v>
                </c:pt>
                <c:pt idx="1728">
                  <c:v>0.864</c:v>
                </c:pt>
                <c:pt idx="1729">
                  <c:v>0.8645</c:v>
                </c:pt>
                <c:pt idx="1730">
                  <c:v>0.865</c:v>
                </c:pt>
                <c:pt idx="1731">
                  <c:v>0.8655</c:v>
                </c:pt>
                <c:pt idx="1732">
                  <c:v>0.866</c:v>
                </c:pt>
                <c:pt idx="1733">
                  <c:v>0.8665</c:v>
                </c:pt>
                <c:pt idx="1734">
                  <c:v>0.867</c:v>
                </c:pt>
                <c:pt idx="1735">
                  <c:v>0.8675</c:v>
                </c:pt>
                <c:pt idx="1736">
                  <c:v>0.868</c:v>
                </c:pt>
                <c:pt idx="1737">
                  <c:v>0.8685</c:v>
                </c:pt>
                <c:pt idx="1738">
                  <c:v>0.869</c:v>
                </c:pt>
                <c:pt idx="1739">
                  <c:v>0.8695</c:v>
                </c:pt>
                <c:pt idx="1740">
                  <c:v>0.87</c:v>
                </c:pt>
                <c:pt idx="1741">
                  <c:v>0.8705</c:v>
                </c:pt>
                <c:pt idx="1742">
                  <c:v>0.871</c:v>
                </c:pt>
                <c:pt idx="1743">
                  <c:v>0.8715</c:v>
                </c:pt>
                <c:pt idx="1744">
                  <c:v>0.872</c:v>
                </c:pt>
                <c:pt idx="1745">
                  <c:v>0.8725</c:v>
                </c:pt>
                <c:pt idx="1746">
                  <c:v>0.873</c:v>
                </c:pt>
                <c:pt idx="1747">
                  <c:v>0.8735</c:v>
                </c:pt>
                <c:pt idx="1748">
                  <c:v>0.874</c:v>
                </c:pt>
                <c:pt idx="1749">
                  <c:v>0.8745</c:v>
                </c:pt>
                <c:pt idx="1750">
                  <c:v>0.875</c:v>
                </c:pt>
                <c:pt idx="1751">
                  <c:v>0.8755</c:v>
                </c:pt>
                <c:pt idx="1752">
                  <c:v>0.876</c:v>
                </c:pt>
                <c:pt idx="1753">
                  <c:v>0.8765</c:v>
                </c:pt>
                <c:pt idx="1754">
                  <c:v>0.877</c:v>
                </c:pt>
                <c:pt idx="1755">
                  <c:v>0.8775</c:v>
                </c:pt>
                <c:pt idx="1756">
                  <c:v>0.878</c:v>
                </c:pt>
                <c:pt idx="1757">
                  <c:v>0.8785</c:v>
                </c:pt>
                <c:pt idx="1758">
                  <c:v>0.879</c:v>
                </c:pt>
                <c:pt idx="1759">
                  <c:v>0.8795</c:v>
                </c:pt>
                <c:pt idx="1760">
                  <c:v>0.88</c:v>
                </c:pt>
                <c:pt idx="1761">
                  <c:v>0.8805</c:v>
                </c:pt>
                <c:pt idx="1762">
                  <c:v>0.881</c:v>
                </c:pt>
                <c:pt idx="1763">
                  <c:v>0.8815</c:v>
                </c:pt>
                <c:pt idx="1764">
                  <c:v>0.882</c:v>
                </c:pt>
                <c:pt idx="1765">
                  <c:v>0.8825</c:v>
                </c:pt>
                <c:pt idx="1766">
                  <c:v>0.883</c:v>
                </c:pt>
                <c:pt idx="1767">
                  <c:v>0.8835</c:v>
                </c:pt>
                <c:pt idx="1768">
                  <c:v>0.884</c:v>
                </c:pt>
                <c:pt idx="1769">
                  <c:v>0.8845</c:v>
                </c:pt>
                <c:pt idx="1770">
                  <c:v>0.885</c:v>
                </c:pt>
                <c:pt idx="1771">
                  <c:v>0.8855</c:v>
                </c:pt>
                <c:pt idx="1772">
                  <c:v>0.886</c:v>
                </c:pt>
                <c:pt idx="1773">
                  <c:v>0.8865</c:v>
                </c:pt>
                <c:pt idx="1774">
                  <c:v>0.887</c:v>
                </c:pt>
                <c:pt idx="1775">
                  <c:v>0.8875</c:v>
                </c:pt>
                <c:pt idx="1776">
                  <c:v>0.888</c:v>
                </c:pt>
                <c:pt idx="1777">
                  <c:v>0.8885</c:v>
                </c:pt>
                <c:pt idx="1778">
                  <c:v>0.889</c:v>
                </c:pt>
                <c:pt idx="1779">
                  <c:v>0.8895</c:v>
                </c:pt>
                <c:pt idx="1780">
                  <c:v>0.89</c:v>
                </c:pt>
                <c:pt idx="1781">
                  <c:v>0.8905</c:v>
                </c:pt>
                <c:pt idx="1782">
                  <c:v>0.891</c:v>
                </c:pt>
                <c:pt idx="1783">
                  <c:v>0.8915</c:v>
                </c:pt>
                <c:pt idx="1784">
                  <c:v>0.892</c:v>
                </c:pt>
                <c:pt idx="1785">
                  <c:v>0.8925</c:v>
                </c:pt>
                <c:pt idx="1786">
                  <c:v>0.893</c:v>
                </c:pt>
                <c:pt idx="1787">
                  <c:v>0.8935</c:v>
                </c:pt>
                <c:pt idx="1788">
                  <c:v>0.894</c:v>
                </c:pt>
                <c:pt idx="1789">
                  <c:v>0.8945</c:v>
                </c:pt>
                <c:pt idx="1790">
                  <c:v>0.895</c:v>
                </c:pt>
                <c:pt idx="1791">
                  <c:v>0.8955</c:v>
                </c:pt>
                <c:pt idx="1792">
                  <c:v>0.896</c:v>
                </c:pt>
                <c:pt idx="1793">
                  <c:v>0.8965</c:v>
                </c:pt>
                <c:pt idx="1794">
                  <c:v>0.897</c:v>
                </c:pt>
                <c:pt idx="1795">
                  <c:v>0.8975</c:v>
                </c:pt>
                <c:pt idx="1796">
                  <c:v>0.898</c:v>
                </c:pt>
                <c:pt idx="1797">
                  <c:v>0.8985</c:v>
                </c:pt>
                <c:pt idx="1798">
                  <c:v>0.899</c:v>
                </c:pt>
                <c:pt idx="1799">
                  <c:v>0.8995</c:v>
                </c:pt>
                <c:pt idx="1800">
                  <c:v>0.9</c:v>
                </c:pt>
                <c:pt idx="1801">
                  <c:v>0.9005</c:v>
                </c:pt>
                <c:pt idx="1802">
                  <c:v>0.901</c:v>
                </c:pt>
                <c:pt idx="1803">
                  <c:v>0.9015</c:v>
                </c:pt>
                <c:pt idx="1804">
                  <c:v>0.902</c:v>
                </c:pt>
                <c:pt idx="1805">
                  <c:v>0.9025</c:v>
                </c:pt>
                <c:pt idx="1806">
                  <c:v>0.903</c:v>
                </c:pt>
                <c:pt idx="1807">
                  <c:v>0.9035</c:v>
                </c:pt>
                <c:pt idx="1808">
                  <c:v>0.904</c:v>
                </c:pt>
                <c:pt idx="1809">
                  <c:v>0.9045</c:v>
                </c:pt>
                <c:pt idx="1810">
                  <c:v>0.905</c:v>
                </c:pt>
                <c:pt idx="1811">
                  <c:v>0.9055</c:v>
                </c:pt>
                <c:pt idx="1812">
                  <c:v>0.906</c:v>
                </c:pt>
                <c:pt idx="1813">
                  <c:v>0.9065</c:v>
                </c:pt>
                <c:pt idx="1814">
                  <c:v>0.907</c:v>
                </c:pt>
                <c:pt idx="1815">
                  <c:v>0.9075</c:v>
                </c:pt>
                <c:pt idx="1816">
                  <c:v>0.908</c:v>
                </c:pt>
                <c:pt idx="1817">
                  <c:v>0.9085</c:v>
                </c:pt>
                <c:pt idx="1818">
                  <c:v>0.909</c:v>
                </c:pt>
                <c:pt idx="1819">
                  <c:v>0.9095</c:v>
                </c:pt>
                <c:pt idx="1820">
                  <c:v>0.91</c:v>
                </c:pt>
                <c:pt idx="1821">
                  <c:v>0.9105</c:v>
                </c:pt>
                <c:pt idx="1822">
                  <c:v>0.911</c:v>
                </c:pt>
                <c:pt idx="1823">
                  <c:v>0.9115</c:v>
                </c:pt>
                <c:pt idx="1824">
                  <c:v>0.912</c:v>
                </c:pt>
                <c:pt idx="1825">
                  <c:v>0.9125</c:v>
                </c:pt>
                <c:pt idx="1826">
                  <c:v>0.913</c:v>
                </c:pt>
                <c:pt idx="1827">
                  <c:v>0.9135</c:v>
                </c:pt>
                <c:pt idx="1828">
                  <c:v>0.914</c:v>
                </c:pt>
                <c:pt idx="1829">
                  <c:v>0.9145</c:v>
                </c:pt>
                <c:pt idx="1830">
                  <c:v>0.915</c:v>
                </c:pt>
                <c:pt idx="1831">
                  <c:v>0.9155</c:v>
                </c:pt>
                <c:pt idx="1832">
                  <c:v>0.916</c:v>
                </c:pt>
                <c:pt idx="1833">
                  <c:v>0.9165</c:v>
                </c:pt>
                <c:pt idx="1834">
                  <c:v>0.917</c:v>
                </c:pt>
                <c:pt idx="1835">
                  <c:v>0.9175</c:v>
                </c:pt>
                <c:pt idx="1836">
                  <c:v>0.918</c:v>
                </c:pt>
                <c:pt idx="1837">
                  <c:v>0.9185</c:v>
                </c:pt>
                <c:pt idx="1838">
                  <c:v>0.919</c:v>
                </c:pt>
                <c:pt idx="1839">
                  <c:v>0.9195</c:v>
                </c:pt>
                <c:pt idx="1840">
                  <c:v>0.92</c:v>
                </c:pt>
                <c:pt idx="1841">
                  <c:v>0.9205</c:v>
                </c:pt>
                <c:pt idx="1842">
                  <c:v>0.921</c:v>
                </c:pt>
                <c:pt idx="1843">
                  <c:v>0.9215</c:v>
                </c:pt>
                <c:pt idx="1844">
                  <c:v>0.922</c:v>
                </c:pt>
                <c:pt idx="1845">
                  <c:v>0.9225</c:v>
                </c:pt>
                <c:pt idx="1846">
                  <c:v>0.923</c:v>
                </c:pt>
                <c:pt idx="1847">
                  <c:v>0.9235</c:v>
                </c:pt>
                <c:pt idx="1848">
                  <c:v>0.924</c:v>
                </c:pt>
                <c:pt idx="1849">
                  <c:v>0.9245</c:v>
                </c:pt>
                <c:pt idx="1850">
                  <c:v>0.925</c:v>
                </c:pt>
                <c:pt idx="1851">
                  <c:v>0.9255</c:v>
                </c:pt>
                <c:pt idx="1852">
                  <c:v>0.926</c:v>
                </c:pt>
                <c:pt idx="1853">
                  <c:v>0.9265</c:v>
                </c:pt>
                <c:pt idx="1854">
                  <c:v>0.927</c:v>
                </c:pt>
                <c:pt idx="1855">
                  <c:v>0.9275</c:v>
                </c:pt>
                <c:pt idx="1856">
                  <c:v>0.928</c:v>
                </c:pt>
                <c:pt idx="1857">
                  <c:v>0.9285</c:v>
                </c:pt>
                <c:pt idx="1858">
                  <c:v>0.929</c:v>
                </c:pt>
                <c:pt idx="1859">
                  <c:v>0.9295</c:v>
                </c:pt>
                <c:pt idx="1860">
                  <c:v>0.93</c:v>
                </c:pt>
                <c:pt idx="1861">
                  <c:v>0.9305</c:v>
                </c:pt>
                <c:pt idx="1862">
                  <c:v>0.931</c:v>
                </c:pt>
                <c:pt idx="1863">
                  <c:v>0.9315</c:v>
                </c:pt>
                <c:pt idx="1864">
                  <c:v>0.932</c:v>
                </c:pt>
                <c:pt idx="1865">
                  <c:v>0.9325</c:v>
                </c:pt>
                <c:pt idx="1866">
                  <c:v>0.933</c:v>
                </c:pt>
                <c:pt idx="1867">
                  <c:v>0.9335</c:v>
                </c:pt>
                <c:pt idx="1868">
                  <c:v>0.934</c:v>
                </c:pt>
                <c:pt idx="1869">
                  <c:v>0.9345</c:v>
                </c:pt>
                <c:pt idx="1870">
                  <c:v>0.935</c:v>
                </c:pt>
                <c:pt idx="1871">
                  <c:v>0.9355</c:v>
                </c:pt>
                <c:pt idx="1872">
                  <c:v>0.936</c:v>
                </c:pt>
                <c:pt idx="1873">
                  <c:v>0.9365</c:v>
                </c:pt>
                <c:pt idx="1874">
                  <c:v>0.937</c:v>
                </c:pt>
                <c:pt idx="1875">
                  <c:v>0.9375</c:v>
                </c:pt>
                <c:pt idx="1876">
                  <c:v>0.938</c:v>
                </c:pt>
                <c:pt idx="1877">
                  <c:v>0.9385</c:v>
                </c:pt>
                <c:pt idx="1878">
                  <c:v>0.939</c:v>
                </c:pt>
                <c:pt idx="1879">
                  <c:v>0.9395</c:v>
                </c:pt>
                <c:pt idx="1880">
                  <c:v>0.94</c:v>
                </c:pt>
                <c:pt idx="1881">
                  <c:v>0.9405</c:v>
                </c:pt>
                <c:pt idx="1882">
                  <c:v>0.941</c:v>
                </c:pt>
                <c:pt idx="1883">
                  <c:v>0.9415</c:v>
                </c:pt>
                <c:pt idx="1884">
                  <c:v>0.942</c:v>
                </c:pt>
                <c:pt idx="1885">
                  <c:v>0.9425</c:v>
                </c:pt>
                <c:pt idx="1886">
                  <c:v>0.943</c:v>
                </c:pt>
                <c:pt idx="1887">
                  <c:v>0.9435</c:v>
                </c:pt>
                <c:pt idx="1888">
                  <c:v>0.944</c:v>
                </c:pt>
                <c:pt idx="1889">
                  <c:v>0.9445</c:v>
                </c:pt>
                <c:pt idx="1890">
                  <c:v>0.945</c:v>
                </c:pt>
                <c:pt idx="1891">
                  <c:v>0.9455</c:v>
                </c:pt>
                <c:pt idx="1892">
                  <c:v>0.946</c:v>
                </c:pt>
                <c:pt idx="1893">
                  <c:v>0.9465</c:v>
                </c:pt>
                <c:pt idx="1894">
                  <c:v>0.947</c:v>
                </c:pt>
                <c:pt idx="1895">
                  <c:v>0.9475</c:v>
                </c:pt>
                <c:pt idx="1896">
                  <c:v>0.948</c:v>
                </c:pt>
                <c:pt idx="1897">
                  <c:v>0.9485</c:v>
                </c:pt>
                <c:pt idx="1898">
                  <c:v>0.949</c:v>
                </c:pt>
                <c:pt idx="1899">
                  <c:v>0.9495</c:v>
                </c:pt>
                <c:pt idx="1900">
                  <c:v>0.95</c:v>
                </c:pt>
                <c:pt idx="1901">
                  <c:v>0.9505</c:v>
                </c:pt>
                <c:pt idx="1902">
                  <c:v>0.951</c:v>
                </c:pt>
                <c:pt idx="1903">
                  <c:v>0.9515</c:v>
                </c:pt>
                <c:pt idx="1904">
                  <c:v>0.952</c:v>
                </c:pt>
                <c:pt idx="1905">
                  <c:v>0.9525</c:v>
                </c:pt>
                <c:pt idx="1906">
                  <c:v>0.953</c:v>
                </c:pt>
                <c:pt idx="1907">
                  <c:v>0.9535</c:v>
                </c:pt>
                <c:pt idx="1908">
                  <c:v>0.954</c:v>
                </c:pt>
                <c:pt idx="1909">
                  <c:v>0.9545</c:v>
                </c:pt>
                <c:pt idx="1910">
                  <c:v>0.955</c:v>
                </c:pt>
                <c:pt idx="1911">
                  <c:v>0.9555</c:v>
                </c:pt>
                <c:pt idx="1912">
                  <c:v>0.956</c:v>
                </c:pt>
                <c:pt idx="1913">
                  <c:v>0.9565</c:v>
                </c:pt>
                <c:pt idx="1914">
                  <c:v>0.957</c:v>
                </c:pt>
                <c:pt idx="1915">
                  <c:v>0.9575</c:v>
                </c:pt>
                <c:pt idx="1916">
                  <c:v>0.958</c:v>
                </c:pt>
                <c:pt idx="1917">
                  <c:v>0.9585</c:v>
                </c:pt>
                <c:pt idx="1918">
                  <c:v>0.959</c:v>
                </c:pt>
                <c:pt idx="1919">
                  <c:v>0.9595</c:v>
                </c:pt>
                <c:pt idx="1920">
                  <c:v>0.96</c:v>
                </c:pt>
                <c:pt idx="1921">
                  <c:v>0.9605</c:v>
                </c:pt>
                <c:pt idx="1922">
                  <c:v>0.961</c:v>
                </c:pt>
                <c:pt idx="1923">
                  <c:v>0.9615</c:v>
                </c:pt>
                <c:pt idx="1924">
                  <c:v>0.962</c:v>
                </c:pt>
                <c:pt idx="1925">
                  <c:v>0.9625</c:v>
                </c:pt>
                <c:pt idx="1926">
                  <c:v>0.963</c:v>
                </c:pt>
                <c:pt idx="1927">
                  <c:v>0.9635</c:v>
                </c:pt>
                <c:pt idx="1928">
                  <c:v>0.964</c:v>
                </c:pt>
                <c:pt idx="1929">
                  <c:v>0.9645</c:v>
                </c:pt>
                <c:pt idx="1930">
                  <c:v>0.965</c:v>
                </c:pt>
                <c:pt idx="1931">
                  <c:v>0.9655</c:v>
                </c:pt>
                <c:pt idx="1932">
                  <c:v>0.966</c:v>
                </c:pt>
                <c:pt idx="1933">
                  <c:v>0.9665</c:v>
                </c:pt>
                <c:pt idx="1934">
                  <c:v>0.967</c:v>
                </c:pt>
                <c:pt idx="1935">
                  <c:v>0.9675</c:v>
                </c:pt>
                <c:pt idx="1936">
                  <c:v>0.968</c:v>
                </c:pt>
                <c:pt idx="1937">
                  <c:v>0.9685</c:v>
                </c:pt>
                <c:pt idx="1938">
                  <c:v>0.969</c:v>
                </c:pt>
                <c:pt idx="1939">
                  <c:v>0.9695</c:v>
                </c:pt>
                <c:pt idx="1940">
                  <c:v>0.97</c:v>
                </c:pt>
                <c:pt idx="1941">
                  <c:v>0.9705</c:v>
                </c:pt>
                <c:pt idx="1942">
                  <c:v>0.971</c:v>
                </c:pt>
                <c:pt idx="1943">
                  <c:v>0.9715</c:v>
                </c:pt>
                <c:pt idx="1944">
                  <c:v>0.972</c:v>
                </c:pt>
                <c:pt idx="1945">
                  <c:v>0.9725</c:v>
                </c:pt>
                <c:pt idx="1946">
                  <c:v>0.973</c:v>
                </c:pt>
                <c:pt idx="1947">
                  <c:v>0.9735</c:v>
                </c:pt>
                <c:pt idx="1948">
                  <c:v>0.974</c:v>
                </c:pt>
                <c:pt idx="1949">
                  <c:v>0.9745</c:v>
                </c:pt>
                <c:pt idx="1950">
                  <c:v>0.975</c:v>
                </c:pt>
                <c:pt idx="1951">
                  <c:v>0.9755</c:v>
                </c:pt>
                <c:pt idx="1952">
                  <c:v>0.976</c:v>
                </c:pt>
                <c:pt idx="1953">
                  <c:v>0.9765</c:v>
                </c:pt>
                <c:pt idx="1954">
                  <c:v>0.977</c:v>
                </c:pt>
                <c:pt idx="1955">
                  <c:v>0.9775</c:v>
                </c:pt>
                <c:pt idx="1956">
                  <c:v>0.978</c:v>
                </c:pt>
                <c:pt idx="1957">
                  <c:v>0.9785</c:v>
                </c:pt>
                <c:pt idx="1958">
                  <c:v>0.979</c:v>
                </c:pt>
                <c:pt idx="1959">
                  <c:v>0.9795</c:v>
                </c:pt>
                <c:pt idx="1960">
                  <c:v>0.98</c:v>
                </c:pt>
                <c:pt idx="1961">
                  <c:v>0.9805</c:v>
                </c:pt>
                <c:pt idx="1962">
                  <c:v>0.981</c:v>
                </c:pt>
                <c:pt idx="1963">
                  <c:v>0.9815</c:v>
                </c:pt>
                <c:pt idx="1964">
                  <c:v>0.982</c:v>
                </c:pt>
                <c:pt idx="1965">
                  <c:v>0.9825</c:v>
                </c:pt>
                <c:pt idx="1966">
                  <c:v>0.983</c:v>
                </c:pt>
                <c:pt idx="1967">
                  <c:v>0.9835</c:v>
                </c:pt>
                <c:pt idx="1968">
                  <c:v>0.984</c:v>
                </c:pt>
                <c:pt idx="1969">
                  <c:v>0.9845</c:v>
                </c:pt>
                <c:pt idx="1970">
                  <c:v>0.985</c:v>
                </c:pt>
                <c:pt idx="1971">
                  <c:v>0.9855</c:v>
                </c:pt>
                <c:pt idx="1972">
                  <c:v>0.986</c:v>
                </c:pt>
                <c:pt idx="1973">
                  <c:v>0.9865</c:v>
                </c:pt>
                <c:pt idx="1974">
                  <c:v>0.987</c:v>
                </c:pt>
                <c:pt idx="1975">
                  <c:v>0.9875</c:v>
                </c:pt>
                <c:pt idx="1976">
                  <c:v>0.988</c:v>
                </c:pt>
                <c:pt idx="1977">
                  <c:v>0.9885</c:v>
                </c:pt>
                <c:pt idx="1978">
                  <c:v>0.989</c:v>
                </c:pt>
                <c:pt idx="1979">
                  <c:v>0.9895</c:v>
                </c:pt>
                <c:pt idx="1980">
                  <c:v>0.99</c:v>
                </c:pt>
                <c:pt idx="1981">
                  <c:v>0.9905</c:v>
                </c:pt>
                <c:pt idx="1982">
                  <c:v>0.991</c:v>
                </c:pt>
                <c:pt idx="1983">
                  <c:v>0.9915</c:v>
                </c:pt>
                <c:pt idx="1984">
                  <c:v>0.992</c:v>
                </c:pt>
                <c:pt idx="1985">
                  <c:v>0.9925</c:v>
                </c:pt>
                <c:pt idx="1986">
                  <c:v>0.993</c:v>
                </c:pt>
                <c:pt idx="1987">
                  <c:v>0.9935</c:v>
                </c:pt>
                <c:pt idx="1988">
                  <c:v>0.994</c:v>
                </c:pt>
                <c:pt idx="1989">
                  <c:v>0.9945</c:v>
                </c:pt>
                <c:pt idx="1990">
                  <c:v>0.995</c:v>
                </c:pt>
                <c:pt idx="1991">
                  <c:v>0.9955</c:v>
                </c:pt>
                <c:pt idx="1992">
                  <c:v>0.996</c:v>
                </c:pt>
                <c:pt idx="1993">
                  <c:v>0.9965</c:v>
                </c:pt>
                <c:pt idx="1994">
                  <c:v>0.997</c:v>
                </c:pt>
                <c:pt idx="1995">
                  <c:v>0.9975</c:v>
                </c:pt>
                <c:pt idx="1996">
                  <c:v>0.998</c:v>
                </c:pt>
                <c:pt idx="1997">
                  <c:v>0.9985</c:v>
                </c:pt>
                <c:pt idx="1998">
                  <c:v>0.999</c:v>
                </c:pt>
                <c:pt idx="1999">
                  <c:v>0.9995</c:v>
                </c:pt>
                <c:pt idx="2000">
                  <c:v>1</c:v>
                </c:pt>
                <c:pt idx="2001">
                  <c:v>0.39325</c:v>
                </c:pt>
                <c:pt idx="2002">
                  <c:v>0.39325</c:v>
                </c:pt>
              </c:numCache>
            </c:numRef>
          </c:xVal>
          <c:yVal>
            <c:numRef>
              <c:f>Sheet1!$D$2:$D$2004</c:f>
              <c:numCache>
                <c:formatCode>General</c:formatCode>
                <c:ptCount val="2003"/>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
                </c:pt>
                <c:pt idx="361">
                  <c:v/>
                </c:pt>
                <c:pt idx="362">
                  <c:v/>
                </c:pt>
                <c:pt idx="363">
                  <c:v/>
                </c:pt>
                <c:pt idx="364">
                  <c:v/>
                </c:pt>
                <c:pt idx="365">
                  <c:v/>
                </c:pt>
                <c:pt idx="366">
                  <c:v/>
                </c:pt>
                <c:pt idx="367">
                  <c:v/>
                </c:pt>
                <c:pt idx="368">
                  <c:v/>
                </c:pt>
                <c:pt idx="369">
                  <c:v/>
                </c:pt>
                <c:pt idx="370">
                  <c:v/>
                </c:pt>
                <c:pt idx="371">
                  <c:v/>
                </c:pt>
                <c:pt idx="372">
                  <c:v/>
                </c:pt>
                <c:pt idx="373">
                  <c:v/>
                </c:pt>
                <c:pt idx="374">
                  <c:v/>
                </c:pt>
                <c:pt idx="375">
                  <c:v/>
                </c:pt>
                <c:pt idx="376">
                  <c:v/>
                </c:pt>
                <c:pt idx="377">
                  <c:v/>
                </c:pt>
                <c:pt idx="378">
                  <c:v/>
                </c:pt>
                <c:pt idx="379">
                  <c:v/>
                </c:pt>
                <c:pt idx="380">
                  <c:v/>
                </c:pt>
                <c:pt idx="381">
                  <c:v/>
                </c:pt>
                <c:pt idx="382">
                  <c:v/>
                </c:pt>
                <c:pt idx="383">
                  <c:v/>
                </c:pt>
                <c:pt idx="384">
                  <c:v/>
                </c:pt>
                <c:pt idx="385">
                  <c:v/>
                </c:pt>
                <c:pt idx="386">
                  <c:v/>
                </c:pt>
                <c:pt idx="387">
                  <c:v/>
                </c:pt>
                <c:pt idx="388">
                  <c:v/>
                </c:pt>
                <c:pt idx="389">
                  <c:v/>
                </c:pt>
                <c:pt idx="390">
                  <c:v/>
                </c:pt>
                <c:pt idx="391">
                  <c:v/>
                </c:pt>
                <c:pt idx="392">
                  <c:v/>
                </c:pt>
                <c:pt idx="393">
                  <c:v/>
                </c:pt>
                <c:pt idx="394">
                  <c:v/>
                </c:pt>
                <c:pt idx="395">
                  <c:v/>
                </c:pt>
                <c:pt idx="396">
                  <c:v/>
                </c:pt>
                <c:pt idx="397">
                  <c:v/>
                </c:pt>
                <c:pt idx="398">
                  <c:v/>
                </c:pt>
                <c:pt idx="399">
                  <c:v/>
                </c:pt>
                <c:pt idx="400">
                  <c:v/>
                </c:pt>
                <c:pt idx="401">
                  <c:v/>
                </c:pt>
                <c:pt idx="402">
                  <c:v/>
                </c:pt>
                <c:pt idx="403">
                  <c:v/>
                </c:pt>
                <c:pt idx="404">
                  <c:v/>
                </c:pt>
                <c:pt idx="405">
                  <c:v/>
                </c:pt>
                <c:pt idx="406">
                  <c:v/>
                </c:pt>
                <c:pt idx="407">
                  <c:v/>
                </c:pt>
                <c:pt idx="408">
                  <c:v/>
                </c:pt>
                <c:pt idx="409">
                  <c:v/>
                </c:pt>
                <c:pt idx="410">
                  <c:v/>
                </c:pt>
                <c:pt idx="411">
                  <c:v/>
                </c:pt>
                <c:pt idx="412">
                  <c:v/>
                </c:pt>
                <c:pt idx="413">
                  <c:v/>
                </c:pt>
                <c:pt idx="414">
                  <c:v/>
                </c:pt>
                <c:pt idx="415">
                  <c:v/>
                </c:pt>
                <c:pt idx="416">
                  <c:v/>
                </c:pt>
                <c:pt idx="417">
                  <c:v/>
                </c:pt>
                <c:pt idx="418">
                  <c:v/>
                </c:pt>
                <c:pt idx="419">
                  <c:v/>
                </c:pt>
                <c:pt idx="420">
                  <c:v/>
                </c:pt>
                <c:pt idx="421">
                  <c:v/>
                </c:pt>
                <c:pt idx="422">
                  <c:v/>
                </c:pt>
                <c:pt idx="423">
                  <c:v/>
                </c:pt>
                <c:pt idx="424">
                  <c:v/>
                </c:pt>
                <c:pt idx="425">
                  <c:v/>
                </c:pt>
                <c:pt idx="426">
                  <c:v/>
                </c:pt>
                <c:pt idx="427">
                  <c:v/>
                </c:pt>
                <c:pt idx="428">
                  <c:v/>
                </c:pt>
                <c:pt idx="429">
                  <c:v/>
                </c:pt>
                <c:pt idx="430">
                  <c:v/>
                </c:pt>
                <c:pt idx="431">
                  <c:v/>
                </c:pt>
                <c:pt idx="432">
                  <c:v/>
                </c:pt>
                <c:pt idx="433">
                  <c:v/>
                </c:pt>
                <c:pt idx="434">
                  <c:v/>
                </c:pt>
                <c:pt idx="435">
                  <c:v/>
                </c:pt>
                <c:pt idx="436">
                  <c:v/>
                </c:pt>
                <c:pt idx="437">
                  <c:v/>
                </c:pt>
                <c:pt idx="438">
                  <c:v/>
                </c:pt>
                <c:pt idx="439">
                  <c:v/>
                </c:pt>
                <c:pt idx="440">
                  <c:v/>
                </c:pt>
                <c:pt idx="441">
                  <c:v/>
                </c:pt>
                <c:pt idx="442">
                  <c:v/>
                </c:pt>
                <c:pt idx="443">
                  <c:v/>
                </c:pt>
                <c:pt idx="444">
                  <c:v/>
                </c:pt>
                <c:pt idx="445">
                  <c:v/>
                </c:pt>
                <c:pt idx="446">
                  <c:v/>
                </c:pt>
                <c:pt idx="447">
                  <c:v/>
                </c:pt>
                <c:pt idx="448">
                  <c:v/>
                </c:pt>
                <c:pt idx="449">
                  <c:v/>
                </c:pt>
                <c:pt idx="450">
                  <c:v/>
                </c:pt>
                <c:pt idx="451">
                  <c:v/>
                </c:pt>
                <c:pt idx="452">
                  <c:v/>
                </c:pt>
                <c:pt idx="453">
                  <c:v/>
                </c:pt>
                <c:pt idx="454">
                  <c:v/>
                </c:pt>
                <c:pt idx="455">
                  <c:v/>
                </c:pt>
                <c:pt idx="456">
                  <c:v/>
                </c:pt>
                <c:pt idx="457">
                  <c:v/>
                </c:pt>
                <c:pt idx="458">
                  <c:v/>
                </c:pt>
                <c:pt idx="459">
                  <c:v/>
                </c:pt>
                <c:pt idx="460">
                  <c:v/>
                </c:pt>
                <c:pt idx="461">
                  <c:v/>
                </c:pt>
                <c:pt idx="462">
                  <c:v/>
                </c:pt>
                <c:pt idx="463">
                  <c:v/>
                </c:pt>
                <c:pt idx="464">
                  <c:v/>
                </c:pt>
                <c:pt idx="465">
                  <c:v/>
                </c:pt>
                <c:pt idx="466">
                  <c:v/>
                </c:pt>
                <c:pt idx="467">
                  <c:v/>
                </c:pt>
                <c:pt idx="468">
                  <c:v/>
                </c:pt>
                <c:pt idx="469">
                  <c:v/>
                </c:pt>
                <c:pt idx="470">
                  <c:v/>
                </c:pt>
                <c:pt idx="471">
                  <c:v/>
                </c:pt>
                <c:pt idx="472">
                  <c:v/>
                </c:pt>
                <c:pt idx="473">
                  <c:v/>
                </c:pt>
                <c:pt idx="474">
                  <c:v/>
                </c:pt>
                <c:pt idx="475">
                  <c:v/>
                </c:pt>
                <c:pt idx="476">
                  <c:v/>
                </c:pt>
                <c:pt idx="477">
                  <c:v/>
                </c:pt>
                <c:pt idx="478">
                  <c:v/>
                </c:pt>
                <c:pt idx="479">
                  <c:v/>
                </c:pt>
                <c:pt idx="480">
                  <c:v/>
                </c:pt>
                <c:pt idx="481">
                  <c:v/>
                </c:pt>
                <c:pt idx="482">
                  <c:v/>
                </c:pt>
                <c:pt idx="483">
                  <c:v/>
                </c:pt>
                <c:pt idx="484">
                  <c:v/>
                </c:pt>
                <c:pt idx="485">
                  <c:v/>
                </c:pt>
                <c:pt idx="486">
                  <c:v/>
                </c:pt>
                <c:pt idx="487">
                  <c:v/>
                </c:pt>
                <c:pt idx="488">
                  <c:v/>
                </c:pt>
                <c:pt idx="489">
                  <c:v/>
                </c:pt>
                <c:pt idx="490">
                  <c:v/>
                </c:pt>
                <c:pt idx="491">
                  <c:v/>
                </c:pt>
                <c:pt idx="492">
                  <c:v/>
                </c:pt>
                <c:pt idx="493">
                  <c:v/>
                </c:pt>
                <c:pt idx="494">
                  <c:v/>
                </c:pt>
                <c:pt idx="495">
                  <c:v/>
                </c:pt>
                <c:pt idx="496">
                  <c:v/>
                </c:pt>
                <c:pt idx="497">
                  <c:v/>
                </c:pt>
                <c:pt idx="498">
                  <c:v/>
                </c:pt>
                <c:pt idx="499">
                  <c:v/>
                </c:pt>
                <c:pt idx="500">
                  <c:v/>
                </c:pt>
                <c:pt idx="501">
                  <c:v/>
                </c:pt>
                <c:pt idx="502">
                  <c:v/>
                </c:pt>
                <c:pt idx="503">
                  <c:v/>
                </c:pt>
                <c:pt idx="504">
                  <c:v/>
                </c:pt>
                <c:pt idx="505">
                  <c:v/>
                </c:pt>
                <c:pt idx="506">
                  <c:v/>
                </c:pt>
                <c:pt idx="507">
                  <c:v/>
                </c:pt>
                <c:pt idx="508">
                  <c:v/>
                </c:pt>
                <c:pt idx="509">
                  <c:v/>
                </c:pt>
                <c:pt idx="510">
                  <c:v/>
                </c:pt>
                <c:pt idx="511">
                  <c:v/>
                </c:pt>
                <c:pt idx="512">
                  <c:v/>
                </c:pt>
                <c:pt idx="513">
                  <c:v/>
                </c:pt>
                <c:pt idx="514">
                  <c:v/>
                </c:pt>
                <c:pt idx="515">
                  <c:v/>
                </c:pt>
                <c:pt idx="516">
                  <c:v/>
                </c:pt>
                <c:pt idx="517">
                  <c:v/>
                </c:pt>
                <c:pt idx="518">
                  <c:v/>
                </c:pt>
                <c:pt idx="519">
                  <c:v/>
                </c:pt>
                <c:pt idx="520">
                  <c:v/>
                </c:pt>
                <c:pt idx="521">
                  <c:v/>
                </c:pt>
                <c:pt idx="522">
                  <c:v/>
                </c:pt>
                <c:pt idx="523">
                  <c:v/>
                </c:pt>
                <c:pt idx="524">
                  <c:v/>
                </c:pt>
                <c:pt idx="525">
                  <c:v/>
                </c:pt>
                <c:pt idx="526">
                  <c:v/>
                </c:pt>
                <c:pt idx="527">
                  <c:v/>
                </c:pt>
                <c:pt idx="528">
                  <c:v/>
                </c:pt>
                <c:pt idx="529">
                  <c:v/>
                </c:pt>
                <c:pt idx="530">
                  <c:v/>
                </c:pt>
                <c:pt idx="531">
                  <c:v/>
                </c:pt>
                <c:pt idx="532">
                  <c:v/>
                </c:pt>
                <c:pt idx="533">
                  <c:v/>
                </c:pt>
                <c:pt idx="534">
                  <c:v/>
                </c:pt>
                <c:pt idx="535">
                  <c:v/>
                </c:pt>
                <c:pt idx="536">
                  <c:v/>
                </c:pt>
                <c:pt idx="537">
                  <c:v/>
                </c:pt>
                <c:pt idx="538">
                  <c:v/>
                </c:pt>
                <c:pt idx="539">
                  <c:v/>
                </c:pt>
                <c:pt idx="540">
                  <c:v/>
                </c:pt>
                <c:pt idx="541">
                  <c:v/>
                </c:pt>
                <c:pt idx="542">
                  <c:v/>
                </c:pt>
                <c:pt idx="543">
                  <c:v/>
                </c:pt>
                <c:pt idx="544">
                  <c:v/>
                </c:pt>
                <c:pt idx="545">
                  <c:v/>
                </c:pt>
                <c:pt idx="546">
                  <c:v/>
                </c:pt>
                <c:pt idx="547">
                  <c:v/>
                </c:pt>
                <c:pt idx="548">
                  <c:v/>
                </c:pt>
                <c:pt idx="549">
                  <c:v/>
                </c:pt>
                <c:pt idx="550">
                  <c:v/>
                </c:pt>
                <c:pt idx="551">
                  <c:v/>
                </c:pt>
                <c:pt idx="552">
                  <c:v/>
                </c:pt>
                <c:pt idx="553">
                  <c:v/>
                </c:pt>
                <c:pt idx="554">
                  <c:v/>
                </c:pt>
                <c:pt idx="555">
                  <c:v/>
                </c:pt>
                <c:pt idx="556">
                  <c:v/>
                </c:pt>
                <c:pt idx="557">
                  <c:v/>
                </c:pt>
                <c:pt idx="558">
                  <c:v/>
                </c:pt>
                <c:pt idx="559">
                  <c:v/>
                </c:pt>
                <c:pt idx="560">
                  <c:v/>
                </c:pt>
                <c:pt idx="561">
                  <c:v/>
                </c:pt>
                <c:pt idx="562">
                  <c:v/>
                </c:pt>
                <c:pt idx="563">
                  <c:v/>
                </c:pt>
                <c:pt idx="564">
                  <c:v/>
                </c:pt>
                <c:pt idx="565">
                  <c:v/>
                </c:pt>
                <c:pt idx="566">
                  <c:v/>
                </c:pt>
                <c:pt idx="567">
                  <c:v/>
                </c:pt>
                <c:pt idx="568">
                  <c:v/>
                </c:pt>
                <c:pt idx="569">
                  <c:v/>
                </c:pt>
                <c:pt idx="570">
                  <c:v/>
                </c:pt>
                <c:pt idx="571">
                  <c:v/>
                </c:pt>
                <c:pt idx="572">
                  <c:v/>
                </c:pt>
                <c:pt idx="573">
                  <c:v/>
                </c:pt>
                <c:pt idx="574">
                  <c:v/>
                </c:pt>
                <c:pt idx="575">
                  <c:v/>
                </c:pt>
                <c:pt idx="576">
                  <c:v/>
                </c:pt>
                <c:pt idx="577">
                  <c:v/>
                </c:pt>
                <c:pt idx="578">
                  <c:v/>
                </c:pt>
                <c:pt idx="579">
                  <c:v/>
                </c:pt>
                <c:pt idx="580">
                  <c:v/>
                </c:pt>
                <c:pt idx="581">
                  <c:v/>
                </c:pt>
                <c:pt idx="582">
                  <c:v/>
                </c:pt>
                <c:pt idx="583">
                  <c:v/>
                </c:pt>
                <c:pt idx="584">
                  <c:v/>
                </c:pt>
                <c:pt idx="585">
                  <c:v/>
                </c:pt>
                <c:pt idx="586">
                  <c:v/>
                </c:pt>
                <c:pt idx="587">
                  <c:v/>
                </c:pt>
                <c:pt idx="588">
                  <c:v/>
                </c:pt>
                <c:pt idx="589">
                  <c:v/>
                </c:pt>
                <c:pt idx="590">
                  <c:v/>
                </c:pt>
                <c:pt idx="591">
                  <c:v/>
                </c:pt>
                <c:pt idx="592">
                  <c:v/>
                </c:pt>
                <c:pt idx="593">
                  <c:v/>
                </c:pt>
                <c:pt idx="594">
                  <c:v/>
                </c:pt>
                <c:pt idx="595">
                  <c:v/>
                </c:pt>
                <c:pt idx="596">
                  <c:v/>
                </c:pt>
                <c:pt idx="597">
                  <c:v/>
                </c:pt>
                <c:pt idx="598">
                  <c:v/>
                </c:pt>
                <c:pt idx="599">
                  <c:v/>
                </c:pt>
                <c:pt idx="600">
                  <c:v/>
                </c:pt>
                <c:pt idx="601">
                  <c:v/>
                </c:pt>
                <c:pt idx="602">
                  <c:v/>
                </c:pt>
                <c:pt idx="603">
                  <c:v/>
                </c:pt>
                <c:pt idx="604">
                  <c:v/>
                </c:pt>
                <c:pt idx="605">
                  <c:v/>
                </c:pt>
                <c:pt idx="606">
                  <c:v/>
                </c:pt>
                <c:pt idx="607">
                  <c:v/>
                </c:pt>
                <c:pt idx="608">
                  <c:v/>
                </c:pt>
                <c:pt idx="609">
                  <c:v/>
                </c:pt>
                <c:pt idx="610">
                  <c:v/>
                </c:pt>
                <c:pt idx="611">
                  <c:v/>
                </c:pt>
                <c:pt idx="612">
                  <c:v/>
                </c:pt>
                <c:pt idx="613">
                  <c:v/>
                </c:pt>
                <c:pt idx="614">
                  <c:v/>
                </c:pt>
                <c:pt idx="615">
                  <c:v/>
                </c:pt>
                <c:pt idx="616">
                  <c:v/>
                </c:pt>
                <c:pt idx="617">
                  <c:v/>
                </c:pt>
                <c:pt idx="618">
                  <c:v/>
                </c:pt>
                <c:pt idx="619">
                  <c:v/>
                </c:pt>
                <c:pt idx="620">
                  <c:v/>
                </c:pt>
                <c:pt idx="621">
                  <c:v/>
                </c:pt>
                <c:pt idx="622">
                  <c:v/>
                </c:pt>
                <c:pt idx="623">
                  <c:v/>
                </c:pt>
                <c:pt idx="624">
                  <c:v/>
                </c:pt>
                <c:pt idx="625">
                  <c:v/>
                </c:pt>
                <c:pt idx="626">
                  <c:v/>
                </c:pt>
                <c:pt idx="627">
                  <c:v/>
                </c:pt>
                <c:pt idx="628">
                  <c:v/>
                </c:pt>
                <c:pt idx="629">
                  <c:v/>
                </c:pt>
                <c:pt idx="630">
                  <c:v/>
                </c:pt>
                <c:pt idx="631">
                  <c:v/>
                </c:pt>
                <c:pt idx="632">
                  <c:v/>
                </c:pt>
                <c:pt idx="633">
                  <c:v/>
                </c:pt>
                <c:pt idx="634">
                  <c:v/>
                </c:pt>
                <c:pt idx="635">
                  <c:v/>
                </c:pt>
                <c:pt idx="636">
                  <c:v/>
                </c:pt>
                <c:pt idx="637">
                  <c:v/>
                </c:pt>
                <c:pt idx="638">
                  <c:v/>
                </c:pt>
                <c:pt idx="639">
                  <c:v/>
                </c:pt>
                <c:pt idx="640">
                  <c:v/>
                </c:pt>
                <c:pt idx="641">
                  <c:v/>
                </c:pt>
                <c:pt idx="642">
                  <c:v/>
                </c:pt>
                <c:pt idx="643">
                  <c:v/>
                </c:pt>
                <c:pt idx="644">
                  <c:v/>
                </c:pt>
                <c:pt idx="645">
                  <c:v/>
                </c:pt>
                <c:pt idx="646">
                  <c:v/>
                </c:pt>
                <c:pt idx="647">
                  <c:v/>
                </c:pt>
                <c:pt idx="648">
                  <c:v/>
                </c:pt>
                <c:pt idx="649">
                  <c:v/>
                </c:pt>
                <c:pt idx="650">
                  <c:v/>
                </c:pt>
                <c:pt idx="651">
                  <c:v/>
                </c:pt>
                <c:pt idx="652">
                  <c:v/>
                </c:pt>
                <c:pt idx="653">
                  <c:v/>
                </c:pt>
                <c:pt idx="654">
                  <c:v/>
                </c:pt>
                <c:pt idx="655">
                  <c:v/>
                </c:pt>
                <c:pt idx="656">
                  <c:v/>
                </c:pt>
                <c:pt idx="657">
                  <c:v/>
                </c:pt>
                <c:pt idx="658">
                  <c:v/>
                </c:pt>
                <c:pt idx="659">
                  <c:v/>
                </c:pt>
                <c:pt idx="660">
                  <c:v/>
                </c:pt>
                <c:pt idx="661">
                  <c:v/>
                </c:pt>
                <c:pt idx="662">
                  <c:v/>
                </c:pt>
                <c:pt idx="663">
                  <c:v/>
                </c:pt>
                <c:pt idx="664">
                  <c:v/>
                </c:pt>
                <c:pt idx="665">
                  <c:v/>
                </c:pt>
                <c:pt idx="666">
                  <c:v/>
                </c:pt>
                <c:pt idx="667">
                  <c:v/>
                </c:pt>
                <c:pt idx="668">
                  <c:v/>
                </c:pt>
                <c:pt idx="669">
                  <c:v/>
                </c:pt>
                <c:pt idx="670">
                  <c:v/>
                </c:pt>
                <c:pt idx="671">
                  <c:v/>
                </c:pt>
                <c:pt idx="672">
                  <c:v/>
                </c:pt>
                <c:pt idx="673">
                  <c:v/>
                </c:pt>
                <c:pt idx="674">
                  <c:v/>
                </c:pt>
                <c:pt idx="675">
                  <c:v/>
                </c:pt>
                <c:pt idx="676">
                  <c:v/>
                </c:pt>
                <c:pt idx="677">
                  <c:v/>
                </c:pt>
                <c:pt idx="678">
                  <c:v/>
                </c:pt>
                <c:pt idx="679">
                  <c:v/>
                </c:pt>
                <c:pt idx="680">
                  <c:v/>
                </c:pt>
                <c:pt idx="681">
                  <c:v/>
                </c:pt>
                <c:pt idx="682">
                  <c:v/>
                </c:pt>
                <c:pt idx="683">
                  <c:v/>
                </c:pt>
                <c:pt idx="684">
                  <c:v/>
                </c:pt>
                <c:pt idx="685">
                  <c:v/>
                </c:pt>
                <c:pt idx="686">
                  <c:v/>
                </c:pt>
                <c:pt idx="687">
                  <c:v/>
                </c:pt>
                <c:pt idx="688">
                  <c:v/>
                </c:pt>
                <c:pt idx="689">
                  <c:v/>
                </c:pt>
                <c:pt idx="690">
                  <c:v/>
                </c:pt>
                <c:pt idx="691">
                  <c:v/>
                </c:pt>
                <c:pt idx="692">
                  <c:v/>
                </c:pt>
                <c:pt idx="693">
                  <c:v/>
                </c:pt>
                <c:pt idx="694">
                  <c:v/>
                </c:pt>
                <c:pt idx="695">
                  <c:v/>
                </c:pt>
                <c:pt idx="696">
                  <c:v/>
                </c:pt>
                <c:pt idx="697">
                  <c:v/>
                </c:pt>
                <c:pt idx="698">
                  <c:v/>
                </c:pt>
                <c:pt idx="699">
                  <c:v/>
                </c:pt>
                <c:pt idx="700">
                  <c:v/>
                </c:pt>
                <c:pt idx="701">
                  <c:v/>
                </c:pt>
                <c:pt idx="702">
                  <c:v/>
                </c:pt>
                <c:pt idx="703">
                  <c:v/>
                </c:pt>
                <c:pt idx="704">
                  <c:v/>
                </c:pt>
                <c:pt idx="705">
                  <c:v/>
                </c:pt>
                <c:pt idx="706">
                  <c:v/>
                </c:pt>
                <c:pt idx="707">
                  <c:v/>
                </c:pt>
                <c:pt idx="708">
                  <c:v/>
                </c:pt>
                <c:pt idx="709">
                  <c:v/>
                </c:pt>
                <c:pt idx="710">
                  <c:v/>
                </c:pt>
                <c:pt idx="711">
                  <c:v/>
                </c:pt>
                <c:pt idx="712">
                  <c:v/>
                </c:pt>
                <c:pt idx="713">
                  <c:v/>
                </c:pt>
                <c:pt idx="714">
                  <c:v/>
                </c:pt>
                <c:pt idx="715">
                  <c:v/>
                </c:pt>
                <c:pt idx="716">
                  <c:v/>
                </c:pt>
                <c:pt idx="717">
                  <c:v/>
                </c:pt>
                <c:pt idx="718">
                  <c:v/>
                </c:pt>
                <c:pt idx="719">
                  <c:v/>
                </c:pt>
                <c:pt idx="720">
                  <c:v/>
                </c:pt>
                <c:pt idx="721">
                  <c:v/>
                </c:pt>
                <c:pt idx="722">
                  <c:v/>
                </c:pt>
                <c:pt idx="723">
                  <c:v/>
                </c:pt>
                <c:pt idx="724">
                  <c:v/>
                </c:pt>
                <c:pt idx="725">
                  <c:v/>
                </c:pt>
                <c:pt idx="726">
                  <c:v/>
                </c:pt>
                <c:pt idx="727">
                  <c:v/>
                </c:pt>
                <c:pt idx="728">
                  <c:v/>
                </c:pt>
                <c:pt idx="729">
                  <c:v/>
                </c:pt>
                <c:pt idx="730">
                  <c:v/>
                </c:pt>
                <c:pt idx="731">
                  <c:v/>
                </c:pt>
                <c:pt idx="732">
                  <c:v/>
                </c:pt>
                <c:pt idx="733">
                  <c:v/>
                </c:pt>
                <c:pt idx="734">
                  <c:v/>
                </c:pt>
                <c:pt idx="735">
                  <c:v/>
                </c:pt>
                <c:pt idx="736">
                  <c:v/>
                </c:pt>
                <c:pt idx="737">
                  <c:v/>
                </c:pt>
                <c:pt idx="738">
                  <c:v/>
                </c:pt>
                <c:pt idx="739">
                  <c:v/>
                </c:pt>
                <c:pt idx="740">
                  <c:v/>
                </c:pt>
                <c:pt idx="741">
                  <c:v/>
                </c:pt>
                <c:pt idx="742">
                  <c:v/>
                </c:pt>
                <c:pt idx="743">
                  <c:v/>
                </c:pt>
                <c:pt idx="744">
                  <c:v/>
                </c:pt>
                <c:pt idx="745">
                  <c:v/>
                </c:pt>
                <c:pt idx="746">
                  <c:v/>
                </c:pt>
                <c:pt idx="747">
                  <c:v/>
                </c:pt>
                <c:pt idx="748">
                  <c:v/>
                </c:pt>
                <c:pt idx="749">
                  <c:v/>
                </c:pt>
                <c:pt idx="750">
                  <c:v/>
                </c:pt>
                <c:pt idx="751">
                  <c:v/>
                </c:pt>
                <c:pt idx="752">
                  <c:v/>
                </c:pt>
                <c:pt idx="753">
                  <c:v/>
                </c:pt>
                <c:pt idx="754">
                  <c:v/>
                </c:pt>
                <c:pt idx="755">
                  <c:v/>
                </c:pt>
                <c:pt idx="756">
                  <c:v/>
                </c:pt>
                <c:pt idx="757">
                  <c:v/>
                </c:pt>
                <c:pt idx="758">
                  <c:v/>
                </c:pt>
                <c:pt idx="759">
                  <c:v/>
                </c:pt>
                <c:pt idx="760">
                  <c:v/>
                </c:pt>
                <c:pt idx="761">
                  <c:v/>
                </c:pt>
                <c:pt idx="762">
                  <c:v/>
                </c:pt>
                <c:pt idx="763">
                  <c:v/>
                </c:pt>
                <c:pt idx="764">
                  <c:v/>
                </c:pt>
                <c:pt idx="765">
                  <c:v/>
                </c:pt>
                <c:pt idx="766">
                  <c:v/>
                </c:pt>
                <c:pt idx="767">
                  <c:v/>
                </c:pt>
                <c:pt idx="768">
                  <c:v/>
                </c:pt>
                <c:pt idx="769">
                  <c:v/>
                </c:pt>
                <c:pt idx="770">
                  <c:v/>
                </c:pt>
                <c:pt idx="771">
                  <c:v/>
                </c:pt>
                <c:pt idx="772">
                  <c:v/>
                </c:pt>
                <c:pt idx="773">
                  <c:v/>
                </c:pt>
                <c:pt idx="774">
                  <c:v/>
                </c:pt>
                <c:pt idx="775">
                  <c:v/>
                </c:pt>
                <c:pt idx="776">
                  <c:v/>
                </c:pt>
                <c:pt idx="777">
                  <c:v/>
                </c:pt>
                <c:pt idx="778">
                  <c:v/>
                </c:pt>
                <c:pt idx="779">
                  <c:v/>
                </c:pt>
                <c:pt idx="780">
                  <c:v/>
                </c:pt>
                <c:pt idx="781">
                  <c:v/>
                </c:pt>
                <c:pt idx="782">
                  <c:v/>
                </c:pt>
                <c:pt idx="783">
                  <c:v/>
                </c:pt>
                <c:pt idx="784">
                  <c:v/>
                </c:pt>
                <c:pt idx="785">
                  <c:v/>
                </c:pt>
                <c:pt idx="786">
                  <c:v/>
                </c:pt>
                <c:pt idx="787">
                  <c:v/>
                </c:pt>
                <c:pt idx="788">
                  <c:v/>
                </c:pt>
                <c:pt idx="789">
                  <c:v/>
                </c:pt>
                <c:pt idx="790">
                  <c:v/>
                </c:pt>
                <c:pt idx="791">
                  <c:v/>
                </c:pt>
                <c:pt idx="792">
                  <c:v/>
                </c:pt>
                <c:pt idx="793">
                  <c:v/>
                </c:pt>
                <c:pt idx="794">
                  <c:v/>
                </c:pt>
                <c:pt idx="795">
                  <c:v/>
                </c:pt>
                <c:pt idx="796">
                  <c:v/>
                </c:pt>
                <c:pt idx="797">
                  <c:v/>
                </c:pt>
                <c:pt idx="798">
                  <c:v/>
                </c:pt>
                <c:pt idx="799">
                  <c:v/>
                </c:pt>
                <c:pt idx="800">
                  <c:v/>
                </c:pt>
                <c:pt idx="801">
                  <c:v/>
                </c:pt>
                <c:pt idx="802">
                  <c:v/>
                </c:pt>
                <c:pt idx="803">
                  <c:v/>
                </c:pt>
                <c:pt idx="804">
                  <c:v/>
                </c:pt>
                <c:pt idx="805">
                  <c:v/>
                </c:pt>
                <c:pt idx="806">
                  <c:v/>
                </c:pt>
                <c:pt idx="807">
                  <c:v/>
                </c:pt>
                <c:pt idx="808">
                  <c:v/>
                </c:pt>
                <c:pt idx="809">
                  <c:v/>
                </c:pt>
                <c:pt idx="810">
                  <c:v/>
                </c:pt>
                <c:pt idx="811">
                  <c:v/>
                </c:pt>
                <c:pt idx="812">
                  <c:v/>
                </c:pt>
                <c:pt idx="813">
                  <c:v/>
                </c:pt>
                <c:pt idx="814">
                  <c:v/>
                </c:pt>
                <c:pt idx="815">
                  <c:v/>
                </c:pt>
                <c:pt idx="816">
                  <c:v/>
                </c:pt>
                <c:pt idx="817">
                  <c:v/>
                </c:pt>
                <c:pt idx="818">
                  <c:v/>
                </c:pt>
                <c:pt idx="819">
                  <c:v/>
                </c:pt>
                <c:pt idx="820">
                  <c:v/>
                </c:pt>
                <c:pt idx="821">
                  <c:v/>
                </c:pt>
                <c:pt idx="822">
                  <c:v/>
                </c:pt>
                <c:pt idx="823">
                  <c:v/>
                </c:pt>
                <c:pt idx="824">
                  <c:v/>
                </c:pt>
                <c:pt idx="825">
                  <c:v/>
                </c:pt>
                <c:pt idx="826">
                  <c:v/>
                </c:pt>
                <c:pt idx="827">
                  <c:v/>
                </c:pt>
                <c:pt idx="828">
                  <c:v/>
                </c:pt>
                <c:pt idx="829">
                  <c:v/>
                </c:pt>
                <c:pt idx="830">
                  <c:v/>
                </c:pt>
                <c:pt idx="831">
                  <c:v/>
                </c:pt>
                <c:pt idx="832">
                  <c:v/>
                </c:pt>
                <c:pt idx="833">
                  <c:v/>
                </c:pt>
                <c:pt idx="834">
                  <c:v/>
                </c:pt>
                <c:pt idx="835">
                  <c:v/>
                </c:pt>
                <c:pt idx="836">
                  <c:v/>
                </c:pt>
                <c:pt idx="837">
                  <c:v/>
                </c:pt>
                <c:pt idx="838">
                  <c:v/>
                </c:pt>
                <c:pt idx="839">
                  <c:v/>
                </c:pt>
                <c:pt idx="840">
                  <c:v/>
                </c:pt>
                <c:pt idx="841">
                  <c:v/>
                </c:pt>
                <c:pt idx="842">
                  <c:v/>
                </c:pt>
                <c:pt idx="843">
                  <c:v/>
                </c:pt>
                <c:pt idx="844">
                  <c:v/>
                </c:pt>
                <c:pt idx="845">
                  <c:v/>
                </c:pt>
                <c:pt idx="846">
                  <c:v/>
                </c:pt>
                <c:pt idx="847">
                  <c:v/>
                </c:pt>
                <c:pt idx="848">
                  <c:v/>
                </c:pt>
                <c:pt idx="849">
                  <c:v/>
                </c:pt>
                <c:pt idx="850">
                  <c:v/>
                </c:pt>
                <c:pt idx="851">
                  <c:v/>
                </c:pt>
                <c:pt idx="852">
                  <c:v/>
                </c:pt>
                <c:pt idx="853">
                  <c:v/>
                </c:pt>
                <c:pt idx="854">
                  <c:v/>
                </c:pt>
                <c:pt idx="855">
                  <c:v/>
                </c:pt>
                <c:pt idx="856">
                  <c:v/>
                </c:pt>
                <c:pt idx="857">
                  <c:v/>
                </c:pt>
                <c:pt idx="858">
                  <c:v/>
                </c:pt>
                <c:pt idx="859">
                  <c:v/>
                </c:pt>
                <c:pt idx="860">
                  <c:v/>
                </c:pt>
                <c:pt idx="861">
                  <c:v/>
                </c:pt>
                <c:pt idx="862">
                  <c:v/>
                </c:pt>
                <c:pt idx="863">
                  <c:v/>
                </c:pt>
                <c:pt idx="864">
                  <c:v/>
                </c:pt>
                <c:pt idx="865">
                  <c:v/>
                </c:pt>
                <c:pt idx="866">
                  <c:v/>
                </c:pt>
                <c:pt idx="867">
                  <c:v/>
                </c:pt>
                <c:pt idx="868">
                  <c:v/>
                </c:pt>
                <c:pt idx="869">
                  <c:v/>
                </c:pt>
                <c:pt idx="870">
                  <c:v/>
                </c:pt>
                <c:pt idx="871">
                  <c:v/>
                </c:pt>
                <c:pt idx="872">
                  <c:v/>
                </c:pt>
                <c:pt idx="873">
                  <c:v/>
                </c:pt>
                <c:pt idx="874">
                  <c:v/>
                </c:pt>
                <c:pt idx="875">
                  <c:v/>
                </c:pt>
                <c:pt idx="876">
                  <c:v/>
                </c:pt>
                <c:pt idx="877">
                  <c:v/>
                </c:pt>
                <c:pt idx="878">
                  <c:v/>
                </c:pt>
                <c:pt idx="879">
                  <c:v/>
                </c:pt>
                <c:pt idx="880">
                  <c:v/>
                </c:pt>
                <c:pt idx="881">
                  <c:v/>
                </c:pt>
                <c:pt idx="882">
                  <c:v/>
                </c:pt>
                <c:pt idx="883">
                  <c:v/>
                </c:pt>
                <c:pt idx="884">
                  <c:v/>
                </c:pt>
                <c:pt idx="885">
                  <c:v/>
                </c:pt>
                <c:pt idx="886">
                  <c:v/>
                </c:pt>
                <c:pt idx="887">
                  <c:v/>
                </c:pt>
                <c:pt idx="888">
                  <c:v/>
                </c:pt>
                <c:pt idx="889">
                  <c:v/>
                </c:pt>
                <c:pt idx="890">
                  <c:v/>
                </c:pt>
                <c:pt idx="891">
                  <c:v/>
                </c:pt>
                <c:pt idx="892">
                  <c:v/>
                </c:pt>
                <c:pt idx="893">
                  <c:v/>
                </c:pt>
                <c:pt idx="894">
                  <c:v/>
                </c:pt>
                <c:pt idx="895">
                  <c:v/>
                </c:pt>
                <c:pt idx="896">
                  <c:v/>
                </c:pt>
                <c:pt idx="897">
                  <c:v/>
                </c:pt>
                <c:pt idx="898">
                  <c:v/>
                </c:pt>
                <c:pt idx="899">
                  <c:v/>
                </c:pt>
                <c:pt idx="900">
                  <c:v/>
                </c:pt>
                <c:pt idx="901">
                  <c:v/>
                </c:pt>
                <c:pt idx="902">
                  <c:v/>
                </c:pt>
                <c:pt idx="903">
                  <c:v/>
                </c:pt>
                <c:pt idx="904">
                  <c:v/>
                </c:pt>
                <c:pt idx="905">
                  <c:v/>
                </c:pt>
                <c:pt idx="906">
                  <c:v/>
                </c:pt>
                <c:pt idx="907">
                  <c:v/>
                </c:pt>
                <c:pt idx="908">
                  <c:v/>
                </c:pt>
                <c:pt idx="909">
                  <c:v/>
                </c:pt>
                <c:pt idx="910">
                  <c:v/>
                </c:pt>
                <c:pt idx="911">
                  <c:v/>
                </c:pt>
                <c:pt idx="912">
                  <c:v/>
                </c:pt>
                <c:pt idx="913">
                  <c:v/>
                </c:pt>
                <c:pt idx="914">
                  <c:v/>
                </c:pt>
                <c:pt idx="915">
                  <c:v/>
                </c:pt>
                <c:pt idx="916">
                  <c:v/>
                </c:pt>
                <c:pt idx="917">
                  <c:v/>
                </c:pt>
                <c:pt idx="918">
                  <c:v/>
                </c:pt>
                <c:pt idx="919">
                  <c:v/>
                </c:pt>
                <c:pt idx="920">
                  <c:v/>
                </c:pt>
                <c:pt idx="921">
                  <c:v/>
                </c:pt>
                <c:pt idx="922">
                  <c:v/>
                </c:pt>
                <c:pt idx="923">
                  <c:v/>
                </c:pt>
                <c:pt idx="924">
                  <c:v/>
                </c:pt>
                <c:pt idx="925">
                  <c:v/>
                </c:pt>
                <c:pt idx="926">
                  <c:v/>
                </c:pt>
                <c:pt idx="927">
                  <c:v/>
                </c:pt>
                <c:pt idx="928">
                  <c:v/>
                </c:pt>
                <c:pt idx="929">
                  <c:v/>
                </c:pt>
                <c:pt idx="930">
                  <c:v/>
                </c:pt>
                <c:pt idx="931">
                  <c:v/>
                </c:pt>
                <c:pt idx="932">
                  <c:v/>
                </c:pt>
                <c:pt idx="933">
                  <c:v/>
                </c:pt>
                <c:pt idx="934">
                  <c:v/>
                </c:pt>
                <c:pt idx="935">
                  <c:v/>
                </c:pt>
                <c:pt idx="936">
                  <c:v/>
                </c:pt>
                <c:pt idx="937">
                  <c:v/>
                </c:pt>
                <c:pt idx="938">
                  <c:v/>
                </c:pt>
                <c:pt idx="939">
                  <c:v/>
                </c:pt>
                <c:pt idx="940">
                  <c:v/>
                </c:pt>
                <c:pt idx="941">
                  <c:v/>
                </c:pt>
                <c:pt idx="942">
                  <c:v/>
                </c:pt>
                <c:pt idx="943">
                  <c:v/>
                </c:pt>
                <c:pt idx="944">
                  <c:v/>
                </c:pt>
                <c:pt idx="945">
                  <c:v/>
                </c:pt>
                <c:pt idx="946">
                  <c:v/>
                </c:pt>
                <c:pt idx="947">
                  <c:v/>
                </c:pt>
                <c:pt idx="948">
                  <c:v/>
                </c:pt>
                <c:pt idx="949">
                  <c:v/>
                </c:pt>
                <c:pt idx="950">
                  <c:v/>
                </c:pt>
                <c:pt idx="951">
                  <c:v/>
                </c:pt>
                <c:pt idx="952">
                  <c:v/>
                </c:pt>
                <c:pt idx="953">
                  <c:v/>
                </c:pt>
                <c:pt idx="954">
                  <c:v/>
                </c:pt>
                <c:pt idx="955">
                  <c:v/>
                </c:pt>
                <c:pt idx="956">
                  <c:v/>
                </c:pt>
                <c:pt idx="957">
                  <c:v/>
                </c:pt>
                <c:pt idx="958">
                  <c:v/>
                </c:pt>
                <c:pt idx="959">
                  <c:v/>
                </c:pt>
                <c:pt idx="960">
                  <c:v/>
                </c:pt>
                <c:pt idx="961">
                  <c:v/>
                </c:pt>
                <c:pt idx="962">
                  <c:v/>
                </c:pt>
                <c:pt idx="963">
                  <c:v/>
                </c:pt>
                <c:pt idx="964">
                  <c:v/>
                </c:pt>
                <c:pt idx="965">
                  <c:v/>
                </c:pt>
                <c:pt idx="966">
                  <c:v/>
                </c:pt>
                <c:pt idx="967">
                  <c:v/>
                </c:pt>
                <c:pt idx="968">
                  <c:v/>
                </c:pt>
                <c:pt idx="969">
                  <c:v/>
                </c:pt>
                <c:pt idx="970">
                  <c:v/>
                </c:pt>
                <c:pt idx="971">
                  <c:v/>
                </c:pt>
                <c:pt idx="972">
                  <c:v/>
                </c:pt>
                <c:pt idx="973">
                  <c:v/>
                </c:pt>
                <c:pt idx="974">
                  <c:v/>
                </c:pt>
                <c:pt idx="975">
                  <c:v/>
                </c:pt>
                <c:pt idx="976">
                  <c:v/>
                </c:pt>
                <c:pt idx="977">
                  <c:v/>
                </c:pt>
                <c:pt idx="978">
                  <c:v/>
                </c:pt>
                <c:pt idx="979">
                  <c:v/>
                </c:pt>
                <c:pt idx="980">
                  <c:v/>
                </c:pt>
                <c:pt idx="981">
                  <c:v/>
                </c:pt>
                <c:pt idx="982">
                  <c:v/>
                </c:pt>
                <c:pt idx="983">
                  <c:v/>
                </c:pt>
                <c:pt idx="984">
                  <c:v/>
                </c:pt>
                <c:pt idx="985">
                  <c:v/>
                </c:pt>
                <c:pt idx="986">
                  <c:v/>
                </c:pt>
                <c:pt idx="987">
                  <c:v/>
                </c:pt>
                <c:pt idx="988">
                  <c:v/>
                </c:pt>
                <c:pt idx="989">
                  <c:v/>
                </c:pt>
                <c:pt idx="990">
                  <c:v/>
                </c:pt>
                <c:pt idx="991">
                  <c:v/>
                </c:pt>
                <c:pt idx="992">
                  <c:v/>
                </c:pt>
                <c:pt idx="993">
                  <c:v/>
                </c:pt>
                <c:pt idx="994">
                  <c:v/>
                </c:pt>
                <c:pt idx="995">
                  <c:v/>
                </c:pt>
                <c:pt idx="996">
                  <c:v/>
                </c:pt>
                <c:pt idx="997">
                  <c:v/>
                </c:pt>
                <c:pt idx="998">
                  <c:v/>
                </c:pt>
                <c:pt idx="999">
                  <c:v/>
                </c:pt>
                <c:pt idx="1000">
                  <c:v/>
                </c:pt>
                <c:pt idx="1001">
                  <c:v/>
                </c:pt>
                <c:pt idx="1002">
                  <c:v/>
                </c:pt>
                <c:pt idx="1003">
                  <c:v/>
                </c:pt>
                <c:pt idx="1004">
                  <c:v/>
                </c:pt>
                <c:pt idx="1005">
                  <c:v/>
                </c:pt>
                <c:pt idx="1006">
                  <c:v/>
                </c:pt>
                <c:pt idx="1007">
                  <c:v/>
                </c:pt>
                <c:pt idx="1008">
                  <c:v/>
                </c:pt>
                <c:pt idx="1009">
                  <c:v/>
                </c:pt>
                <c:pt idx="1010">
                  <c:v/>
                </c:pt>
                <c:pt idx="1011">
                  <c:v/>
                </c:pt>
                <c:pt idx="1012">
                  <c:v/>
                </c:pt>
                <c:pt idx="1013">
                  <c:v/>
                </c:pt>
                <c:pt idx="1014">
                  <c:v/>
                </c:pt>
                <c:pt idx="1015">
                  <c:v/>
                </c:pt>
                <c:pt idx="1016">
                  <c:v/>
                </c:pt>
                <c:pt idx="1017">
                  <c:v/>
                </c:pt>
                <c:pt idx="1018">
                  <c:v/>
                </c:pt>
                <c:pt idx="1019">
                  <c:v/>
                </c:pt>
                <c:pt idx="1020">
                  <c:v/>
                </c:pt>
                <c:pt idx="1021">
                  <c:v/>
                </c:pt>
                <c:pt idx="1022">
                  <c:v/>
                </c:pt>
                <c:pt idx="1023">
                  <c:v/>
                </c:pt>
                <c:pt idx="1024">
                  <c:v/>
                </c:pt>
                <c:pt idx="1025">
                  <c:v/>
                </c:pt>
                <c:pt idx="1026">
                  <c:v/>
                </c:pt>
                <c:pt idx="1027">
                  <c:v/>
                </c:pt>
                <c:pt idx="1028">
                  <c:v/>
                </c:pt>
                <c:pt idx="1029">
                  <c:v/>
                </c:pt>
                <c:pt idx="1030">
                  <c:v/>
                </c:pt>
                <c:pt idx="1031">
                  <c:v/>
                </c:pt>
                <c:pt idx="1032">
                  <c:v/>
                </c:pt>
                <c:pt idx="1033">
                  <c:v/>
                </c:pt>
                <c:pt idx="1034">
                  <c:v/>
                </c:pt>
                <c:pt idx="1035">
                  <c:v/>
                </c:pt>
                <c:pt idx="1036">
                  <c:v/>
                </c:pt>
                <c:pt idx="1037">
                  <c:v/>
                </c:pt>
                <c:pt idx="1038">
                  <c:v/>
                </c:pt>
                <c:pt idx="1039">
                  <c:v/>
                </c:pt>
                <c:pt idx="1040">
                  <c:v/>
                </c:pt>
                <c:pt idx="1041">
                  <c:v/>
                </c:pt>
                <c:pt idx="1042">
                  <c:v/>
                </c:pt>
                <c:pt idx="1043">
                  <c:v/>
                </c:pt>
                <c:pt idx="1044">
                  <c:v/>
                </c:pt>
                <c:pt idx="1045">
                  <c:v/>
                </c:pt>
                <c:pt idx="1046">
                  <c:v/>
                </c:pt>
                <c:pt idx="1047">
                  <c:v/>
                </c:pt>
                <c:pt idx="1048">
                  <c:v/>
                </c:pt>
                <c:pt idx="1049">
                  <c:v/>
                </c:pt>
                <c:pt idx="1050">
                  <c:v/>
                </c:pt>
                <c:pt idx="1051">
                  <c:v/>
                </c:pt>
                <c:pt idx="1052">
                  <c:v/>
                </c:pt>
                <c:pt idx="1053">
                  <c:v/>
                </c:pt>
                <c:pt idx="1054">
                  <c:v/>
                </c:pt>
                <c:pt idx="1055">
                  <c:v/>
                </c:pt>
                <c:pt idx="1056">
                  <c:v/>
                </c:pt>
                <c:pt idx="1057">
                  <c:v/>
                </c:pt>
                <c:pt idx="1058">
                  <c:v/>
                </c:pt>
                <c:pt idx="1059">
                  <c:v/>
                </c:pt>
                <c:pt idx="1060">
                  <c:v/>
                </c:pt>
                <c:pt idx="1061">
                  <c:v/>
                </c:pt>
                <c:pt idx="1062">
                  <c:v/>
                </c:pt>
                <c:pt idx="1063">
                  <c:v/>
                </c:pt>
                <c:pt idx="1064">
                  <c:v/>
                </c:pt>
                <c:pt idx="1065">
                  <c:v/>
                </c:pt>
                <c:pt idx="1066">
                  <c:v/>
                </c:pt>
                <c:pt idx="1067">
                  <c:v/>
                </c:pt>
                <c:pt idx="1068">
                  <c:v/>
                </c:pt>
                <c:pt idx="1069">
                  <c:v/>
                </c:pt>
                <c:pt idx="1070">
                  <c:v/>
                </c:pt>
                <c:pt idx="1071">
                  <c:v/>
                </c:pt>
                <c:pt idx="1072">
                  <c:v/>
                </c:pt>
                <c:pt idx="1073">
                  <c:v/>
                </c:pt>
                <c:pt idx="1074">
                  <c:v/>
                </c:pt>
                <c:pt idx="1075">
                  <c:v/>
                </c:pt>
                <c:pt idx="1076">
                  <c:v/>
                </c:pt>
                <c:pt idx="1077">
                  <c:v/>
                </c:pt>
                <c:pt idx="1078">
                  <c:v/>
                </c:pt>
                <c:pt idx="1079">
                  <c:v/>
                </c:pt>
                <c:pt idx="1080">
                  <c:v/>
                </c:pt>
                <c:pt idx="1081">
                  <c:v/>
                </c:pt>
                <c:pt idx="1082">
                  <c:v/>
                </c:pt>
                <c:pt idx="1083">
                  <c:v/>
                </c:pt>
                <c:pt idx="1084">
                  <c:v/>
                </c:pt>
                <c:pt idx="1085">
                  <c:v/>
                </c:pt>
                <c:pt idx="1086">
                  <c:v/>
                </c:pt>
                <c:pt idx="1087">
                  <c:v/>
                </c:pt>
                <c:pt idx="1088">
                  <c:v/>
                </c:pt>
                <c:pt idx="1089">
                  <c:v/>
                </c:pt>
                <c:pt idx="1090">
                  <c:v/>
                </c:pt>
                <c:pt idx="1091">
                  <c:v/>
                </c:pt>
                <c:pt idx="1092">
                  <c:v/>
                </c:pt>
                <c:pt idx="1093">
                  <c:v/>
                </c:pt>
                <c:pt idx="1094">
                  <c:v/>
                </c:pt>
                <c:pt idx="1095">
                  <c:v/>
                </c:pt>
                <c:pt idx="1096">
                  <c:v/>
                </c:pt>
                <c:pt idx="1097">
                  <c:v/>
                </c:pt>
                <c:pt idx="1098">
                  <c:v/>
                </c:pt>
                <c:pt idx="1099">
                  <c:v/>
                </c:pt>
                <c:pt idx="1100">
                  <c:v/>
                </c:pt>
                <c:pt idx="1101">
                  <c:v/>
                </c:pt>
                <c:pt idx="1102">
                  <c:v/>
                </c:pt>
                <c:pt idx="1103">
                  <c:v/>
                </c:pt>
                <c:pt idx="1104">
                  <c:v/>
                </c:pt>
                <c:pt idx="1105">
                  <c:v/>
                </c:pt>
                <c:pt idx="1106">
                  <c:v/>
                </c:pt>
                <c:pt idx="1107">
                  <c:v/>
                </c:pt>
                <c:pt idx="1108">
                  <c:v/>
                </c:pt>
                <c:pt idx="1109">
                  <c:v/>
                </c:pt>
                <c:pt idx="1110">
                  <c:v/>
                </c:pt>
                <c:pt idx="1111">
                  <c:v/>
                </c:pt>
                <c:pt idx="1112">
                  <c:v/>
                </c:pt>
                <c:pt idx="1113">
                  <c:v/>
                </c:pt>
                <c:pt idx="1114">
                  <c:v/>
                </c:pt>
                <c:pt idx="1115">
                  <c:v/>
                </c:pt>
                <c:pt idx="1116">
                  <c:v/>
                </c:pt>
                <c:pt idx="1117">
                  <c:v/>
                </c:pt>
                <c:pt idx="1118">
                  <c:v/>
                </c:pt>
                <c:pt idx="1119">
                  <c:v/>
                </c:pt>
                <c:pt idx="1120">
                  <c:v/>
                </c:pt>
                <c:pt idx="1121">
                  <c:v/>
                </c:pt>
                <c:pt idx="1122">
                  <c:v/>
                </c:pt>
                <c:pt idx="1123">
                  <c:v/>
                </c:pt>
                <c:pt idx="1124">
                  <c:v/>
                </c:pt>
                <c:pt idx="1125">
                  <c:v/>
                </c:pt>
                <c:pt idx="1126">
                  <c:v/>
                </c:pt>
                <c:pt idx="1127">
                  <c:v/>
                </c:pt>
                <c:pt idx="1128">
                  <c:v/>
                </c:pt>
                <c:pt idx="1129">
                  <c:v/>
                </c:pt>
                <c:pt idx="1130">
                  <c:v/>
                </c:pt>
                <c:pt idx="1131">
                  <c:v/>
                </c:pt>
                <c:pt idx="1132">
                  <c:v/>
                </c:pt>
                <c:pt idx="1133">
                  <c:v/>
                </c:pt>
                <c:pt idx="1134">
                  <c:v/>
                </c:pt>
                <c:pt idx="1135">
                  <c:v/>
                </c:pt>
                <c:pt idx="1136">
                  <c:v/>
                </c:pt>
                <c:pt idx="1137">
                  <c:v/>
                </c:pt>
                <c:pt idx="1138">
                  <c:v/>
                </c:pt>
                <c:pt idx="1139">
                  <c:v/>
                </c:pt>
                <c:pt idx="1140">
                  <c:v/>
                </c:pt>
                <c:pt idx="1141">
                  <c:v/>
                </c:pt>
                <c:pt idx="1142">
                  <c:v/>
                </c:pt>
                <c:pt idx="1143">
                  <c:v/>
                </c:pt>
                <c:pt idx="1144">
                  <c:v/>
                </c:pt>
                <c:pt idx="1145">
                  <c:v/>
                </c:pt>
                <c:pt idx="1146">
                  <c:v/>
                </c:pt>
                <c:pt idx="1147">
                  <c:v/>
                </c:pt>
                <c:pt idx="1148">
                  <c:v/>
                </c:pt>
                <c:pt idx="1149">
                  <c:v/>
                </c:pt>
                <c:pt idx="1150">
                  <c:v/>
                </c:pt>
                <c:pt idx="1151">
                  <c:v/>
                </c:pt>
                <c:pt idx="1152">
                  <c:v/>
                </c:pt>
                <c:pt idx="1153">
                  <c:v/>
                </c:pt>
                <c:pt idx="1154">
                  <c:v/>
                </c:pt>
                <c:pt idx="1155">
                  <c:v/>
                </c:pt>
                <c:pt idx="1156">
                  <c:v/>
                </c:pt>
                <c:pt idx="1157">
                  <c:v/>
                </c:pt>
                <c:pt idx="1158">
                  <c:v/>
                </c:pt>
                <c:pt idx="1159">
                  <c:v/>
                </c:pt>
                <c:pt idx="1160">
                  <c:v/>
                </c:pt>
                <c:pt idx="1161">
                  <c:v/>
                </c:pt>
                <c:pt idx="1162">
                  <c:v/>
                </c:pt>
                <c:pt idx="1163">
                  <c:v/>
                </c:pt>
                <c:pt idx="1164">
                  <c:v/>
                </c:pt>
                <c:pt idx="1165">
                  <c:v/>
                </c:pt>
                <c:pt idx="1166">
                  <c:v/>
                </c:pt>
                <c:pt idx="1167">
                  <c:v/>
                </c:pt>
                <c:pt idx="1168">
                  <c:v/>
                </c:pt>
                <c:pt idx="1169">
                  <c:v/>
                </c:pt>
                <c:pt idx="1170">
                  <c:v/>
                </c:pt>
                <c:pt idx="1171">
                  <c:v/>
                </c:pt>
                <c:pt idx="1172">
                  <c:v/>
                </c:pt>
                <c:pt idx="1173">
                  <c:v/>
                </c:pt>
                <c:pt idx="1174">
                  <c:v/>
                </c:pt>
                <c:pt idx="1175">
                  <c:v/>
                </c:pt>
                <c:pt idx="1176">
                  <c:v/>
                </c:pt>
                <c:pt idx="1177">
                  <c:v/>
                </c:pt>
                <c:pt idx="1178">
                  <c:v/>
                </c:pt>
                <c:pt idx="1179">
                  <c:v/>
                </c:pt>
                <c:pt idx="1180">
                  <c:v/>
                </c:pt>
                <c:pt idx="1181">
                  <c:v/>
                </c:pt>
                <c:pt idx="1182">
                  <c:v/>
                </c:pt>
                <c:pt idx="1183">
                  <c:v/>
                </c:pt>
                <c:pt idx="1184">
                  <c:v/>
                </c:pt>
                <c:pt idx="1185">
                  <c:v/>
                </c:pt>
                <c:pt idx="1186">
                  <c:v/>
                </c:pt>
                <c:pt idx="1187">
                  <c:v/>
                </c:pt>
                <c:pt idx="1188">
                  <c:v/>
                </c:pt>
                <c:pt idx="1189">
                  <c:v/>
                </c:pt>
                <c:pt idx="1190">
                  <c:v/>
                </c:pt>
                <c:pt idx="1191">
                  <c:v/>
                </c:pt>
                <c:pt idx="1192">
                  <c:v/>
                </c:pt>
                <c:pt idx="1193">
                  <c:v/>
                </c:pt>
                <c:pt idx="1194">
                  <c:v/>
                </c:pt>
                <c:pt idx="1195">
                  <c:v/>
                </c:pt>
                <c:pt idx="1196">
                  <c:v/>
                </c:pt>
                <c:pt idx="1197">
                  <c:v/>
                </c:pt>
                <c:pt idx="1198">
                  <c:v/>
                </c:pt>
                <c:pt idx="1199">
                  <c:v/>
                </c:pt>
                <c:pt idx="1200">
                  <c:v/>
                </c:pt>
                <c:pt idx="1201">
                  <c:v/>
                </c:pt>
                <c:pt idx="1202">
                  <c:v/>
                </c:pt>
                <c:pt idx="1203">
                  <c:v/>
                </c:pt>
                <c:pt idx="1204">
                  <c:v/>
                </c:pt>
                <c:pt idx="1205">
                  <c:v/>
                </c:pt>
                <c:pt idx="1206">
                  <c:v/>
                </c:pt>
                <c:pt idx="1207">
                  <c:v/>
                </c:pt>
                <c:pt idx="1208">
                  <c:v/>
                </c:pt>
                <c:pt idx="1209">
                  <c:v/>
                </c:pt>
                <c:pt idx="1210">
                  <c:v/>
                </c:pt>
                <c:pt idx="1211">
                  <c:v/>
                </c:pt>
                <c:pt idx="1212">
                  <c:v/>
                </c:pt>
                <c:pt idx="1213">
                  <c:v/>
                </c:pt>
                <c:pt idx="1214">
                  <c:v/>
                </c:pt>
                <c:pt idx="1215">
                  <c:v/>
                </c:pt>
                <c:pt idx="1216">
                  <c:v/>
                </c:pt>
                <c:pt idx="1217">
                  <c:v/>
                </c:pt>
                <c:pt idx="1218">
                  <c:v/>
                </c:pt>
                <c:pt idx="1219">
                  <c:v/>
                </c:pt>
                <c:pt idx="1220">
                  <c:v/>
                </c:pt>
                <c:pt idx="1221">
                  <c:v/>
                </c:pt>
                <c:pt idx="1222">
                  <c:v/>
                </c:pt>
                <c:pt idx="1223">
                  <c:v/>
                </c:pt>
                <c:pt idx="1224">
                  <c:v/>
                </c:pt>
                <c:pt idx="1225">
                  <c:v/>
                </c:pt>
                <c:pt idx="1226">
                  <c:v/>
                </c:pt>
                <c:pt idx="1227">
                  <c:v/>
                </c:pt>
                <c:pt idx="1228">
                  <c:v/>
                </c:pt>
                <c:pt idx="1229">
                  <c:v/>
                </c:pt>
                <c:pt idx="1230">
                  <c:v/>
                </c:pt>
                <c:pt idx="1231">
                  <c:v/>
                </c:pt>
                <c:pt idx="1232">
                  <c:v/>
                </c:pt>
                <c:pt idx="1233">
                  <c:v/>
                </c:pt>
                <c:pt idx="1234">
                  <c:v/>
                </c:pt>
                <c:pt idx="1235">
                  <c:v/>
                </c:pt>
                <c:pt idx="1236">
                  <c:v/>
                </c:pt>
                <c:pt idx="1237">
                  <c:v/>
                </c:pt>
                <c:pt idx="1238">
                  <c:v/>
                </c:pt>
                <c:pt idx="1239">
                  <c:v/>
                </c:pt>
                <c:pt idx="1240">
                  <c:v/>
                </c:pt>
                <c:pt idx="1241">
                  <c:v/>
                </c:pt>
                <c:pt idx="1242">
                  <c:v/>
                </c:pt>
                <c:pt idx="1243">
                  <c:v/>
                </c:pt>
                <c:pt idx="1244">
                  <c:v/>
                </c:pt>
                <c:pt idx="1245">
                  <c:v/>
                </c:pt>
                <c:pt idx="1246">
                  <c:v/>
                </c:pt>
                <c:pt idx="1247">
                  <c:v/>
                </c:pt>
                <c:pt idx="1248">
                  <c:v/>
                </c:pt>
                <c:pt idx="1249">
                  <c:v/>
                </c:pt>
                <c:pt idx="1250">
                  <c:v/>
                </c:pt>
                <c:pt idx="1251">
                  <c:v/>
                </c:pt>
                <c:pt idx="1252">
                  <c:v/>
                </c:pt>
                <c:pt idx="1253">
                  <c:v/>
                </c:pt>
                <c:pt idx="1254">
                  <c:v/>
                </c:pt>
                <c:pt idx="1255">
                  <c:v/>
                </c:pt>
                <c:pt idx="1256">
                  <c:v/>
                </c:pt>
                <c:pt idx="1257">
                  <c:v/>
                </c:pt>
                <c:pt idx="1258">
                  <c:v/>
                </c:pt>
                <c:pt idx="1259">
                  <c:v/>
                </c:pt>
                <c:pt idx="1260">
                  <c:v/>
                </c:pt>
                <c:pt idx="1261">
                  <c:v/>
                </c:pt>
                <c:pt idx="1262">
                  <c:v/>
                </c:pt>
                <c:pt idx="1263">
                  <c:v/>
                </c:pt>
                <c:pt idx="1264">
                  <c:v/>
                </c:pt>
                <c:pt idx="1265">
                  <c:v/>
                </c:pt>
                <c:pt idx="1266">
                  <c:v/>
                </c:pt>
                <c:pt idx="1267">
                  <c:v/>
                </c:pt>
                <c:pt idx="1268">
                  <c:v/>
                </c:pt>
                <c:pt idx="1269">
                  <c:v/>
                </c:pt>
                <c:pt idx="1270">
                  <c:v/>
                </c:pt>
                <c:pt idx="1271">
                  <c:v/>
                </c:pt>
                <c:pt idx="1272">
                  <c:v/>
                </c:pt>
                <c:pt idx="1273">
                  <c:v/>
                </c:pt>
                <c:pt idx="1274">
                  <c:v/>
                </c:pt>
                <c:pt idx="1275">
                  <c:v/>
                </c:pt>
                <c:pt idx="1276">
                  <c:v/>
                </c:pt>
                <c:pt idx="1277">
                  <c:v/>
                </c:pt>
                <c:pt idx="1278">
                  <c:v/>
                </c:pt>
                <c:pt idx="1279">
                  <c:v/>
                </c:pt>
                <c:pt idx="1280">
                  <c:v/>
                </c:pt>
                <c:pt idx="1281">
                  <c:v/>
                </c:pt>
                <c:pt idx="1282">
                  <c:v/>
                </c:pt>
                <c:pt idx="1283">
                  <c:v/>
                </c:pt>
                <c:pt idx="1284">
                  <c:v/>
                </c:pt>
                <c:pt idx="1285">
                  <c:v/>
                </c:pt>
                <c:pt idx="1286">
                  <c:v/>
                </c:pt>
                <c:pt idx="1287">
                  <c:v/>
                </c:pt>
                <c:pt idx="1288">
                  <c:v/>
                </c:pt>
                <c:pt idx="1289">
                  <c:v/>
                </c:pt>
                <c:pt idx="1290">
                  <c:v/>
                </c:pt>
                <c:pt idx="1291">
                  <c:v/>
                </c:pt>
                <c:pt idx="1292">
                  <c:v/>
                </c:pt>
                <c:pt idx="1293">
                  <c:v/>
                </c:pt>
                <c:pt idx="1294">
                  <c:v/>
                </c:pt>
                <c:pt idx="1295">
                  <c:v/>
                </c:pt>
                <c:pt idx="1296">
                  <c:v/>
                </c:pt>
                <c:pt idx="1297">
                  <c:v/>
                </c:pt>
                <c:pt idx="1298">
                  <c:v/>
                </c:pt>
                <c:pt idx="1299">
                  <c:v/>
                </c:pt>
                <c:pt idx="1300">
                  <c:v/>
                </c:pt>
                <c:pt idx="1301">
                  <c:v/>
                </c:pt>
                <c:pt idx="1302">
                  <c:v/>
                </c:pt>
                <c:pt idx="1303">
                  <c:v/>
                </c:pt>
                <c:pt idx="1304">
                  <c:v/>
                </c:pt>
                <c:pt idx="1305">
                  <c:v/>
                </c:pt>
                <c:pt idx="1306">
                  <c:v/>
                </c:pt>
                <c:pt idx="1307">
                  <c:v/>
                </c:pt>
                <c:pt idx="1308">
                  <c:v/>
                </c:pt>
                <c:pt idx="1309">
                  <c:v/>
                </c:pt>
                <c:pt idx="1310">
                  <c:v/>
                </c:pt>
                <c:pt idx="1311">
                  <c:v/>
                </c:pt>
                <c:pt idx="1312">
                  <c:v/>
                </c:pt>
                <c:pt idx="1313">
                  <c:v/>
                </c:pt>
                <c:pt idx="1314">
                  <c:v/>
                </c:pt>
                <c:pt idx="1315">
                  <c:v/>
                </c:pt>
                <c:pt idx="1316">
                  <c:v/>
                </c:pt>
                <c:pt idx="1317">
                  <c:v/>
                </c:pt>
                <c:pt idx="1318">
                  <c:v/>
                </c:pt>
                <c:pt idx="1319">
                  <c:v/>
                </c:pt>
                <c:pt idx="1320">
                  <c:v/>
                </c:pt>
                <c:pt idx="1321">
                  <c:v/>
                </c:pt>
                <c:pt idx="1322">
                  <c:v/>
                </c:pt>
                <c:pt idx="1323">
                  <c:v/>
                </c:pt>
                <c:pt idx="1324">
                  <c:v/>
                </c:pt>
                <c:pt idx="1325">
                  <c:v/>
                </c:pt>
                <c:pt idx="1326">
                  <c:v/>
                </c:pt>
                <c:pt idx="1327">
                  <c:v/>
                </c:pt>
                <c:pt idx="1328">
                  <c:v/>
                </c:pt>
                <c:pt idx="1329">
                  <c:v/>
                </c:pt>
                <c:pt idx="1330">
                  <c:v/>
                </c:pt>
                <c:pt idx="1331">
                  <c:v/>
                </c:pt>
                <c:pt idx="1332">
                  <c:v/>
                </c:pt>
                <c:pt idx="1333">
                  <c:v/>
                </c:pt>
                <c:pt idx="1334">
                  <c:v/>
                </c:pt>
                <c:pt idx="1335">
                  <c:v/>
                </c:pt>
                <c:pt idx="1336">
                  <c:v/>
                </c:pt>
                <c:pt idx="1337">
                  <c:v/>
                </c:pt>
                <c:pt idx="1338">
                  <c:v/>
                </c:pt>
                <c:pt idx="1339">
                  <c:v/>
                </c:pt>
                <c:pt idx="1340">
                  <c:v/>
                </c:pt>
                <c:pt idx="1341">
                  <c:v/>
                </c:pt>
                <c:pt idx="1342">
                  <c:v/>
                </c:pt>
                <c:pt idx="1343">
                  <c:v/>
                </c:pt>
                <c:pt idx="1344">
                  <c:v/>
                </c:pt>
                <c:pt idx="1345">
                  <c:v/>
                </c:pt>
                <c:pt idx="1346">
                  <c:v/>
                </c:pt>
                <c:pt idx="1347">
                  <c:v/>
                </c:pt>
                <c:pt idx="1348">
                  <c:v/>
                </c:pt>
                <c:pt idx="1349">
                  <c:v/>
                </c:pt>
                <c:pt idx="1350">
                  <c:v/>
                </c:pt>
                <c:pt idx="1351">
                  <c:v/>
                </c:pt>
                <c:pt idx="1352">
                  <c:v/>
                </c:pt>
                <c:pt idx="1353">
                  <c:v/>
                </c:pt>
                <c:pt idx="1354">
                  <c:v/>
                </c:pt>
                <c:pt idx="1355">
                  <c:v/>
                </c:pt>
                <c:pt idx="1356">
                  <c:v/>
                </c:pt>
                <c:pt idx="1357">
                  <c:v/>
                </c:pt>
                <c:pt idx="1358">
                  <c:v/>
                </c:pt>
                <c:pt idx="1359">
                  <c:v/>
                </c:pt>
                <c:pt idx="1360">
                  <c:v/>
                </c:pt>
                <c:pt idx="1361">
                  <c:v/>
                </c:pt>
                <c:pt idx="1362">
                  <c:v/>
                </c:pt>
                <c:pt idx="1363">
                  <c:v/>
                </c:pt>
                <c:pt idx="1364">
                  <c:v/>
                </c:pt>
                <c:pt idx="1365">
                  <c:v/>
                </c:pt>
                <c:pt idx="1366">
                  <c:v/>
                </c:pt>
                <c:pt idx="1367">
                  <c:v/>
                </c:pt>
                <c:pt idx="1368">
                  <c:v/>
                </c:pt>
                <c:pt idx="1369">
                  <c:v/>
                </c:pt>
                <c:pt idx="1370">
                  <c:v/>
                </c:pt>
                <c:pt idx="1371">
                  <c:v/>
                </c:pt>
                <c:pt idx="1372">
                  <c:v/>
                </c:pt>
                <c:pt idx="1373">
                  <c:v/>
                </c:pt>
                <c:pt idx="1374">
                  <c:v/>
                </c:pt>
                <c:pt idx="1375">
                  <c:v/>
                </c:pt>
                <c:pt idx="1376">
                  <c:v/>
                </c:pt>
                <c:pt idx="1377">
                  <c:v/>
                </c:pt>
                <c:pt idx="1378">
                  <c:v/>
                </c:pt>
                <c:pt idx="1379">
                  <c:v/>
                </c:pt>
                <c:pt idx="1380">
                  <c:v/>
                </c:pt>
                <c:pt idx="1381">
                  <c:v/>
                </c:pt>
                <c:pt idx="1382">
                  <c:v/>
                </c:pt>
                <c:pt idx="1383">
                  <c:v/>
                </c:pt>
                <c:pt idx="1384">
                  <c:v/>
                </c:pt>
                <c:pt idx="1385">
                  <c:v/>
                </c:pt>
                <c:pt idx="1386">
                  <c:v/>
                </c:pt>
                <c:pt idx="1387">
                  <c:v/>
                </c:pt>
                <c:pt idx="1388">
                  <c:v/>
                </c:pt>
                <c:pt idx="1389">
                  <c:v/>
                </c:pt>
                <c:pt idx="1390">
                  <c:v/>
                </c:pt>
                <c:pt idx="1391">
                  <c:v/>
                </c:pt>
                <c:pt idx="1392">
                  <c:v/>
                </c:pt>
                <c:pt idx="1393">
                  <c:v/>
                </c:pt>
                <c:pt idx="1394">
                  <c:v/>
                </c:pt>
                <c:pt idx="1395">
                  <c:v/>
                </c:pt>
                <c:pt idx="1396">
                  <c:v/>
                </c:pt>
                <c:pt idx="1397">
                  <c:v/>
                </c:pt>
                <c:pt idx="1398">
                  <c:v/>
                </c:pt>
                <c:pt idx="1399">
                  <c:v/>
                </c:pt>
                <c:pt idx="1400">
                  <c:v/>
                </c:pt>
                <c:pt idx="1401">
                  <c:v/>
                </c:pt>
                <c:pt idx="1402">
                  <c:v/>
                </c:pt>
                <c:pt idx="1403">
                  <c:v/>
                </c:pt>
                <c:pt idx="1404">
                  <c:v/>
                </c:pt>
                <c:pt idx="1405">
                  <c:v/>
                </c:pt>
                <c:pt idx="1406">
                  <c:v/>
                </c:pt>
                <c:pt idx="1407">
                  <c:v/>
                </c:pt>
                <c:pt idx="1408">
                  <c:v/>
                </c:pt>
                <c:pt idx="1409">
                  <c:v/>
                </c:pt>
                <c:pt idx="1410">
                  <c:v/>
                </c:pt>
                <c:pt idx="1411">
                  <c:v/>
                </c:pt>
                <c:pt idx="1412">
                  <c:v/>
                </c:pt>
                <c:pt idx="1413">
                  <c:v/>
                </c:pt>
                <c:pt idx="1414">
                  <c:v/>
                </c:pt>
                <c:pt idx="1415">
                  <c:v/>
                </c:pt>
                <c:pt idx="1416">
                  <c:v/>
                </c:pt>
                <c:pt idx="1417">
                  <c:v/>
                </c:pt>
                <c:pt idx="1418">
                  <c:v/>
                </c:pt>
                <c:pt idx="1419">
                  <c:v/>
                </c:pt>
                <c:pt idx="1420">
                  <c:v/>
                </c:pt>
                <c:pt idx="1421">
                  <c:v/>
                </c:pt>
                <c:pt idx="1422">
                  <c:v/>
                </c:pt>
                <c:pt idx="1423">
                  <c:v/>
                </c:pt>
                <c:pt idx="1424">
                  <c:v/>
                </c:pt>
                <c:pt idx="1425">
                  <c:v/>
                </c:pt>
                <c:pt idx="1426">
                  <c:v/>
                </c:pt>
                <c:pt idx="1427">
                  <c:v/>
                </c:pt>
                <c:pt idx="1428">
                  <c:v/>
                </c:pt>
                <c:pt idx="1429">
                  <c:v/>
                </c:pt>
                <c:pt idx="1430">
                  <c:v/>
                </c:pt>
                <c:pt idx="1431">
                  <c:v/>
                </c:pt>
                <c:pt idx="1432">
                  <c:v/>
                </c:pt>
                <c:pt idx="1433">
                  <c:v/>
                </c:pt>
                <c:pt idx="1434">
                  <c:v/>
                </c:pt>
                <c:pt idx="1435">
                  <c:v/>
                </c:pt>
                <c:pt idx="1436">
                  <c:v/>
                </c:pt>
                <c:pt idx="1437">
                  <c:v/>
                </c:pt>
                <c:pt idx="1438">
                  <c:v/>
                </c:pt>
                <c:pt idx="1439">
                  <c:v/>
                </c:pt>
                <c:pt idx="1440">
                  <c:v/>
                </c:pt>
                <c:pt idx="1441">
                  <c:v/>
                </c:pt>
                <c:pt idx="1442">
                  <c:v/>
                </c:pt>
                <c:pt idx="1443">
                  <c:v/>
                </c:pt>
                <c:pt idx="1444">
                  <c:v/>
                </c:pt>
                <c:pt idx="1445">
                  <c:v/>
                </c:pt>
                <c:pt idx="1446">
                  <c:v/>
                </c:pt>
                <c:pt idx="1447">
                  <c:v/>
                </c:pt>
                <c:pt idx="1448">
                  <c:v/>
                </c:pt>
                <c:pt idx="1449">
                  <c:v/>
                </c:pt>
                <c:pt idx="1450">
                  <c:v/>
                </c:pt>
                <c:pt idx="1451">
                  <c:v/>
                </c:pt>
                <c:pt idx="1452">
                  <c:v/>
                </c:pt>
                <c:pt idx="1453">
                  <c:v/>
                </c:pt>
                <c:pt idx="1454">
                  <c:v/>
                </c:pt>
                <c:pt idx="1455">
                  <c:v/>
                </c:pt>
                <c:pt idx="1456">
                  <c:v/>
                </c:pt>
                <c:pt idx="1457">
                  <c:v/>
                </c:pt>
                <c:pt idx="1458">
                  <c:v/>
                </c:pt>
                <c:pt idx="1459">
                  <c:v/>
                </c:pt>
                <c:pt idx="1460">
                  <c:v/>
                </c:pt>
                <c:pt idx="1461">
                  <c:v/>
                </c:pt>
                <c:pt idx="1462">
                  <c:v/>
                </c:pt>
                <c:pt idx="1463">
                  <c:v/>
                </c:pt>
                <c:pt idx="1464">
                  <c:v/>
                </c:pt>
                <c:pt idx="1465">
                  <c:v/>
                </c:pt>
                <c:pt idx="1466">
                  <c:v/>
                </c:pt>
                <c:pt idx="1467">
                  <c:v/>
                </c:pt>
                <c:pt idx="1468">
                  <c:v/>
                </c:pt>
                <c:pt idx="1469">
                  <c:v/>
                </c:pt>
                <c:pt idx="1470">
                  <c:v/>
                </c:pt>
                <c:pt idx="1471">
                  <c:v/>
                </c:pt>
                <c:pt idx="1472">
                  <c:v/>
                </c:pt>
                <c:pt idx="1473">
                  <c:v/>
                </c:pt>
                <c:pt idx="1474">
                  <c:v/>
                </c:pt>
                <c:pt idx="1475">
                  <c:v/>
                </c:pt>
                <c:pt idx="1476">
                  <c:v/>
                </c:pt>
                <c:pt idx="1477">
                  <c:v/>
                </c:pt>
                <c:pt idx="1478">
                  <c:v/>
                </c:pt>
                <c:pt idx="1479">
                  <c:v/>
                </c:pt>
                <c:pt idx="1480">
                  <c:v/>
                </c:pt>
                <c:pt idx="1481">
                  <c:v/>
                </c:pt>
                <c:pt idx="1482">
                  <c:v/>
                </c:pt>
                <c:pt idx="1483">
                  <c:v/>
                </c:pt>
                <c:pt idx="1484">
                  <c:v/>
                </c:pt>
                <c:pt idx="1485">
                  <c:v/>
                </c:pt>
                <c:pt idx="1486">
                  <c:v/>
                </c:pt>
                <c:pt idx="1487">
                  <c:v/>
                </c:pt>
                <c:pt idx="1488">
                  <c:v/>
                </c:pt>
                <c:pt idx="1489">
                  <c:v/>
                </c:pt>
                <c:pt idx="1490">
                  <c:v/>
                </c:pt>
                <c:pt idx="1491">
                  <c:v/>
                </c:pt>
                <c:pt idx="1492">
                  <c:v/>
                </c:pt>
                <c:pt idx="1493">
                  <c:v/>
                </c:pt>
                <c:pt idx="1494">
                  <c:v/>
                </c:pt>
                <c:pt idx="1495">
                  <c:v/>
                </c:pt>
                <c:pt idx="1496">
                  <c:v/>
                </c:pt>
                <c:pt idx="1497">
                  <c:v/>
                </c:pt>
                <c:pt idx="1498">
                  <c:v/>
                </c:pt>
                <c:pt idx="1499">
                  <c:v/>
                </c:pt>
                <c:pt idx="1500">
                  <c:v/>
                </c:pt>
                <c:pt idx="1501">
                  <c:v/>
                </c:pt>
                <c:pt idx="1502">
                  <c:v/>
                </c:pt>
                <c:pt idx="1503">
                  <c:v/>
                </c:pt>
                <c:pt idx="1504">
                  <c:v/>
                </c:pt>
                <c:pt idx="1505">
                  <c:v/>
                </c:pt>
                <c:pt idx="1506">
                  <c:v/>
                </c:pt>
                <c:pt idx="1507">
                  <c:v/>
                </c:pt>
                <c:pt idx="1508">
                  <c:v/>
                </c:pt>
                <c:pt idx="1509">
                  <c:v/>
                </c:pt>
                <c:pt idx="1510">
                  <c:v/>
                </c:pt>
                <c:pt idx="1511">
                  <c:v/>
                </c:pt>
                <c:pt idx="1512">
                  <c:v/>
                </c:pt>
                <c:pt idx="1513">
                  <c:v/>
                </c:pt>
                <c:pt idx="1514">
                  <c:v/>
                </c:pt>
                <c:pt idx="1515">
                  <c:v/>
                </c:pt>
                <c:pt idx="1516">
                  <c:v/>
                </c:pt>
                <c:pt idx="1517">
                  <c:v/>
                </c:pt>
                <c:pt idx="1518">
                  <c:v/>
                </c:pt>
                <c:pt idx="1519">
                  <c:v/>
                </c:pt>
                <c:pt idx="1520">
                  <c:v/>
                </c:pt>
                <c:pt idx="1521">
                  <c:v/>
                </c:pt>
                <c:pt idx="1522">
                  <c:v/>
                </c:pt>
                <c:pt idx="1523">
                  <c:v/>
                </c:pt>
                <c:pt idx="1524">
                  <c:v/>
                </c:pt>
                <c:pt idx="1525">
                  <c:v/>
                </c:pt>
                <c:pt idx="1526">
                  <c:v/>
                </c:pt>
                <c:pt idx="1527">
                  <c:v/>
                </c:pt>
                <c:pt idx="1528">
                  <c:v/>
                </c:pt>
                <c:pt idx="1529">
                  <c:v/>
                </c:pt>
                <c:pt idx="1530">
                  <c:v/>
                </c:pt>
                <c:pt idx="1531">
                  <c:v/>
                </c:pt>
                <c:pt idx="1532">
                  <c:v/>
                </c:pt>
                <c:pt idx="1533">
                  <c:v/>
                </c:pt>
                <c:pt idx="1534">
                  <c:v/>
                </c:pt>
                <c:pt idx="1535">
                  <c:v/>
                </c:pt>
                <c:pt idx="1536">
                  <c:v/>
                </c:pt>
                <c:pt idx="1537">
                  <c:v/>
                </c:pt>
                <c:pt idx="1538">
                  <c:v/>
                </c:pt>
                <c:pt idx="1539">
                  <c:v/>
                </c:pt>
                <c:pt idx="1540">
                  <c:v/>
                </c:pt>
                <c:pt idx="1541">
                  <c:v/>
                </c:pt>
                <c:pt idx="1542">
                  <c:v/>
                </c:pt>
                <c:pt idx="1543">
                  <c:v/>
                </c:pt>
                <c:pt idx="1544">
                  <c:v/>
                </c:pt>
                <c:pt idx="1545">
                  <c:v/>
                </c:pt>
                <c:pt idx="1546">
                  <c:v/>
                </c:pt>
                <c:pt idx="1547">
                  <c:v/>
                </c:pt>
                <c:pt idx="1548">
                  <c:v/>
                </c:pt>
                <c:pt idx="1549">
                  <c:v/>
                </c:pt>
                <c:pt idx="1550">
                  <c:v/>
                </c:pt>
                <c:pt idx="1551">
                  <c:v/>
                </c:pt>
                <c:pt idx="1552">
                  <c:v/>
                </c:pt>
                <c:pt idx="1553">
                  <c:v/>
                </c:pt>
                <c:pt idx="1554">
                  <c:v/>
                </c:pt>
                <c:pt idx="1555">
                  <c:v/>
                </c:pt>
                <c:pt idx="1556">
                  <c:v/>
                </c:pt>
                <c:pt idx="1557">
                  <c:v/>
                </c:pt>
                <c:pt idx="1558">
                  <c:v/>
                </c:pt>
                <c:pt idx="1559">
                  <c:v/>
                </c:pt>
                <c:pt idx="1560">
                  <c:v/>
                </c:pt>
                <c:pt idx="1561">
                  <c:v/>
                </c:pt>
                <c:pt idx="1562">
                  <c:v/>
                </c:pt>
                <c:pt idx="1563">
                  <c:v/>
                </c:pt>
                <c:pt idx="1564">
                  <c:v/>
                </c:pt>
                <c:pt idx="1565">
                  <c:v/>
                </c:pt>
                <c:pt idx="1566">
                  <c:v/>
                </c:pt>
                <c:pt idx="1567">
                  <c:v/>
                </c:pt>
                <c:pt idx="1568">
                  <c:v/>
                </c:pt>
                <c:pt idx="1569">
                  <c:v/>
                </c:pt>
                <c:pt idx="1570">
                  <c:v/>
                </c:pt>
                <c:pt idx="1571">
                  <c:v/>
                </c:pt>
                <c:pt idx="1572">
                  <c:v/>
                </c:pt>
                <c:pt idx="1573">
                  <c:v/>
                </c:pt>
                <c:pt idx="1574">
                  <c:v/>
                </c:pt>
                <c:pt idx="1575">
                  <c:v/>
                </c:pt>
                <c:pt idx="1576">
                  <c:v/>
                </c:pt>
                <c:pt idx="1577">
                  <c:v/>
                </c:pt>
                <c:pt idx="1578">
                  <c:v/>
                </c:pt>
                <c:pt idx="1579">
                  <c:v/>
                </c:pt>
                <c:pt idx="1580">
                  <c:v/>
                </c:pt>
                <c:pt idx="1581">
                  <c:v/>
                </c:pt>
                <c:pt idx="1582">
                  <c:v/>
                </c:pt>
                <c:pt idx="1583">
                  <c:v/>
                </c:pt>
                <c:pt idx="1584">
                  <c:v/>
                </c:pt>
                <c:pt idx="1585">
                  <c:v/>
                </c:pt>
                <c:pt idx="1586">
                  <c:v/>
                </c:pt>
                <c:pt idx="1587">
                  <c:v/>
                </c:pt>
                <c:pt idx="1588">
                  <c:v/>
                </c:pt>
                <c:pt idx="1589">
                  <c:v/>
                </c:pt>
                <c:pt idx="1590">
                  <c:v/>
                </c:pt>
                <c:pt idx="1591">
                  <c:v/>
                </c:pt>
                <c:pt idx="1592">
                  <c:v/>
                </c:pt>
                <c:pt idx="1593">
                  <c:v/>
                </c:pt>
                <c:pt idx="1594">
                  <c:v/>
                </c:pt>
                <c:pt idx="1595">
                  <c:v/>
                </c:pt>
                <c:pt idx="1596">
                  <c:v/>
                </c:pt>
                <c:pt idx="1597">
                  <c:v/>
                </c:pt>
                <c:pt idx="1598">
                  <c:v/>
                </c:pt>
                <c:pt idx="1599">
                  <c:v/>
                </c:pt>
                <c:pt idx="1600">
                  <c:v/>
                </c:pt>
                <c:pt idx="1601">
                  <c:v/>
                </c:pt>
                <c:pt idx="1602">
                  <c:v/>
                </c:pt>
                <c:pt idx="1603">
                  <c:v/>
                </c:pt>
                <c:pt idx="1604">
                  <c:v/>
                </c:pt>
                <c:pt idx="1605">
                  <c:v/>
                </c:pt>
                <c:pt idx="1606">
                  <c:v/>
                </c:pt>
                <c:pt idx="1607">
                  <c:v/>
                </c:pt>
                <c:pt idx="1608">
                  <c:v/>
                </c:pt>
                <c:pt idx="1609">
                  <c:v/>
                </c:pt>
                <c:pt idx="1610">
                  <c:v/>
                </c:pt>
                <c:pt idx="1611">
                  <c:v/>
                </c:pt>
                <c:pt idx="1612">
                  <c:v/>
                </c:pt>
                <c:pt idx="1613">
                  <c:v/>
                </c:pt>
                <c:pt idx="1614">
                  <c:v/>
                </c:pt>
                <c:pt idx="1615">
                  <c:v/>
                </c:pt>
                <c:pt idx="1616">
                  <c:v/>
                </c:pt>
                <c:pt idx="1617">
                  <c:v/>
                </c:pt>
                <c:pt idx="1618">
                  <c:v/>
                </c:pt>
                <c:pt idx="1619">
                  <c:v/>
                </c:pt>
                <c:pt idx="1620">
                  <c:v/>
                </c:pt>
                <c:pt idx="1621">
                  <c:v/>
                </c:pt>
                <c:pt idx="1622">
                  <c:v/>
                </c:pt>
                <c:pt idx="1623">
                  <c:v/>
                </c:pt>
                <c:pt idx="1624">
                  <c:v/>
                </c:pt>
                <c:pt idx="1625">
                  <c:v/>
                </c:pt>
                <c:pt idx="1626">
                  <c:v/>
                </c:pt>
                <c:pt idx="1627">
                  <c:v/>
                </c:pt>
                <c:pt idx="1628">
                  <c:v/>
                </c:pt>
                <c:pt idx="1629">
                  <c:v/>
                </c:pt>
                <c:pt idx="1630">
                  <c:v/>
                </c:pt>
                <c:pt idx="1631">
                  <c:v/>
                </c:pt>
                <c:pt idx="1632">
                  <c:v/>
                </c:pt>
                <c:pt idx="1633">
                  <c:v/>
                </c:pt>
                <c:pt idx="1634">
                  <c:v/>
                </c:pt>
                <c:pt idx="1635">
                  <c:v/>
                </c:pt>
                <c:pt idx="1636">
                  <c:v/>
                </c:pt>
                <c:pt idx="1637">
                  <c:v/>
                </c:pt>
                <c:pt idx="1638">
                  <c:v/>
                </c:pt>
                <c:pt idx="1639">
                  <c:v/>
                </c:pt>
                <c:pt idx="1640">
                  <c:v/>
                </c:pt>
                <c:pt idx="1641">
                  <c:v/>
                </c:pt>
                <c:pt idx="1642">
                  <c:v/>
                </c:pt>
                <c:pt idx="1643">
                  <c:v/>
                </c:pt>
                <c:pt idx="1644">
                  <c:v/>
                </c:pt>
                <c:pt idx="1645">
                  <c:v/>
                </c:pt>
                <c:pt idx="1646">
                  <c:v/>
                </c:pt>
                <c:pt idx="1647">
                  <c:v/>
                </c:pt>
                <c:pt idx="1648">
                  <c:v/>
                </c:pt>
                <c:pt idx="1649">
                  <c:v/>
                </c:pt>
                <c:pt idx="1650">
                  <c:v/>
                </c:pt>
                <c:pt idx="1651">
                  <c:v/>
                </c:pt>
                <c:pt idx="1652">
                  <c:v/>
                </c:pt>
                <c:pt idx="1653">
                  <c:v/>
                </c:pt>
                <c:pt idx="1654">
                  <c:v/>
                </c:pt>
                <c:pt idx="1655">
                  <c:v/>
                </c:pt>
                <c:pt idx="1656">
                  <c:v/>
                </c:pt>
                <c:pt idx="1657">
                  <c:v/>
                </c:pt>
                <c:pt idx="1658">
                  <c:v/>
                </c:pt>
                <c:pt idx="1659">
                  <c:v/>
                </c:pt>
                <c:pt idx="1660">
                  <c:v/>
                </c:pt>
                <c:pt idx="1661">
                  <c:v/>
                </c:pt>
                <c:pt idx="1662">
                  <c:v/>
                </c:pt>
                <c:pt idx="1663">
                  <c:v/>
                </c:pt>
                <c:pt idx="1664">
                  <c:v/>
                </c:pt>
                <c:pt idx="1665">
                  <c:v/>
                </c:pt>
                <c:pt idx="1666">
                  <c:v/>
                </c:pt>
                <c:pt idx="1667">
                  <c:v/>
                </c:pt>
                <c:pt idx="1668">
                  <c:v/>
                </c:pt>
                <c:pt idx="1669">
                  <c:v/>
                </c:pt>
                <c:pt idx="1670">
                  <c:v/>
                </c:pt>
                <c:pt idx="1671">
                  <c:v/>
                </c:pt>
                <c:pt idx="1672">
                  <c:v/>
                </c:pt>
                <c:pt idx="1673">
                  <c:v/>
                </c:pt>
                <c:pt idx="1674">
                  <c:v/>
                </c:pt>
                <c:pt idx="1675">
                  <c:v/>
                </c:pt>
                <c:pt idx="1676">
                  <c:v/>
                </c:pt>
                <c:pt idx="1677">
                  <c:v/>
                </c:pt>
                <c:pt idx="1678">
                  <c:v/>
                </c:pt>
                <c:pt idx="1679">
                  <c:v/>
                </c:pt>
                <c:pt idx="1680">
                  <c:v/>
                </c:pt>
                <c:pt idx="1681">
                  <c:v/>
                </c:pt>
                <c:pt idx="1682">
                  <c:v/>
                </c:pt>
                <c:pt idx="1683">
                  <c:v/>
                </c:pt>
                <c:pt idx="1684">
                  <c:v/>
                </c:pt>
                <c:pt idx="1685">
                  <c:v/>
                </c:pt>
                <c:pt idx="1686">
                  <c:v/>
                </c:pt>
                <c:pt idx="1687">
                  <c:v/>
                </c:pt>
                <c:pt idx="1688">
                  <c:v/>
                </c:pt>
                <c:pt idx="1689">
                  <c:v/>
                </c:pt>
                <c:pt idx="1690">
                  <c:v/>
                </c:pt>
                <c:pt idx="1691">
                  <c:v/>
                </c:pt>
                <c:pt idx="1692">
                  <c:v/>
                </c:pt>
                <c:pt idx="1693">
                  <c:v/>
                </c:pt>
                <c:pt idx="1694">
                  <c:v/>
                </c:pt>
                <c:pt idx="1695">
                  <c:v/>
                </c:pt>
                <c:pt idx="1696">
                  <c:v/>
                </c:pt>
                <c:pt idx="1697">
                  <c:v/>
                </c:pt>
                <c:pt idx="1698">
                  <c:v/>
                </c:pt>
                <c:pt idx="1699">
                  <c:v/>
                </c:pt>
                <c:pt idx="1700">
                  <c:v/>
                </c:pt>
                <c:pt idx="1701">
                  <c:v/>
                </c:pt>
                <c:pt idx="1702">
                  <c:v/>
                </c:pt>
                <c:pt idx="1703">
                  <c:v/>
                </c:pt>
                <c:pt idx="1704">
                  <c:v/>
                </c:pt>
                <c:pt idx="1705">
                  <c:v/>
                </c:pt>
                <c:pt idx="1706">
                  <c:v/>
                </c:pt>
                <c:pt idx="1707">
                  <c:v/>
                </c:pt>
                <c:pt idx="1708">
                  <c:v/>
                </c:pt>
                <c:pt idx="1709">
                  <c:v/>
                </c:pt>
                <c:pt idx="1710">
                  <c:v/>
                </c:pt>
                <c:pt idx="1711">
                  <c:v/>
                </c:pt>
                <c:pt idx="1712">
                  <c:v/>
                </c:pt>
                <c:pt idx="1713">
                  <c:v/>
                </c:pt>
                <c:pt idx="1714">
                  <c:v/>
                </c:pt>
                <c:pt idx="1715">
                  <c:v/>
                </c:pt>
                <c:pt idx="1716">
                  <c:v/>
                </c:pt>
                <c:pt idx="1717">
                  <c:v/>
                </c:pt>
                <c:pt idx="1718">
                  <c:v/>
                </c:pt>
                <c:pt idx="1719">
                  <c:v/>
                </c:pt>
                <c:pt idx="1720">
                  <c:v/>
                </c:pt>
                <c:pt idx="1721">
                  <c:v/>
                </c:pt>
                <c:pt idx="1722">
                  <c:v/>
                </c:pt>
                <c:pt idx="1723">
                  <c:v/>
                </c:pt>
                <c:pt idx="1724">
                  <c:v/>
                </c:pt>
                <c:pt idx="1725">
                  <c:v/>
                </c:pt>
                <c:pt idx="1726">
                  <c:v/>
                </c:pt>
                <c:pt idx="1727">
                  <c:v/>
                </c:pt>
                <c:pt idx="1728">
                  <c:v/>
                </c:pt>
                <c:pt idx="1729">
                  <c:v/>
                </c:pt>
                <c:pt idx="1730">
                  <c:v/>
                </c:pt>
                <c:pt idx="1731">
                  <c:v/>
                </c:pt>
                <c:pt idx="1732">
                  <c:v/>
                </c:pt>
                <c:pt idx="1733">
                  <c:v/>
                </c:pt>
                <c:pt idx="1734">
                  <c:v/>
                </c:pt>
                <c:pt idx="1735">
                  <c:v/>
                </c:pt>
                <c:pt idx="1736">
                  <c:v/>
                </c:pt>
                <c:pt idx="1737">
                  <c:v/>
                </c:pt>
                <c:pt idx="1738">
                  <c:v/>
                </c:pt>
                <c:pt idx="1739">
                  <c:v/>
                </c:pt>
                <c:pt idx="1740">
                  <c:v/>
                </c:pt>
                <c:pt idx="1741">
                  <c:v/>
                </c:pt>
                <c:pt idx="1742">
                  <c:v/>
                </c:pt>
                <c:pt idx="1743">
                  <c:v/>
                </c:pt>
                <c:pt idx="1744">
                  <c:v/>
                </c:pt>
                <c:pt idx="1745">
                  <c:v/>
                </c:pt>
                <c:pt idx="1746">
                  <c:v/>
                </c:pt>
                <c:pt idx="1747">
                  <c:v/>
                </c:pt>
                <c:pt idx="1748">
                  <c:v/>
                </c:pt>
                <c:pt idx="1749">
                  <c:v/>
                </c:pt>
                <c:pt idx="1750">
                  <c:v/>
                </c:pt>
                <c:pt idx="1751">
                  <c:v/>
                </c:pt>
                <c:pt idx="1752">
                  <c:v/>
                </c:pt>
                <c:pt idx="1753">
                  <c:v/>
                </c:pt>
                <c:pt idx="1754">
                  <c:v/>
                </c:pt>
                <c:pt idx="1755">
                  <c:v/>
                </c:pt>
                <c:pt idx="1756">
                  <c:v/>
                </c:pt>
                <c:pt idx="1757">
                  <c:v/>
                </c:pt>
                <c:pt idx="1758">
                  <c:v/>
                </c:pt>
                <c:pt idx="1759">
                  <c:v/>
                </c:pt>
                <c:pt idx="1760">
                  <c:v/>
                </c:pt>
                <c:pt idx="1761">
                  <c:v/>
                </c:pt>
                <c:pt idx="1762">
                  <c:v/>
                </c:pt>
                <c:pt idx="1763">
                  <c:v/>
                </c:pt>
                <c:pt idx="1764">
                  <c:v/>
                </c:pt>
                <c:pt idx="1765">
                  <c:v/>
                </c:pt>
                <c:pt idx="1766">
                  <c:v/>
                </c:pt>
                <c:pt idx="1767">
                  <c:v/>
                </c:pt>
                <c:pt idx="1768">
                  <c:v/>
                </c:pt>
                <c:pt idx="1769">
                  <c:v/>
                </c:pt>
                <c:pt idx="1770">
                  <c:v/>
                </c:pt>
                <c:pt idx="1771">
                  <c:v/>
                </c:pt>
                <c:pt idx="1772">
                  <c:v/>
                </c:pt>
                <c:pt idx="1773">
                  <c:v/>
                </c:pt>
                <c:pt idx="1774">
                  <c:v/>
                </c:pt>
                <c:pt idx="1775">
                  <c:v/>
                </c:pt>
                <c:pt idx="1776">
                  <c:v/>
                </c:pt>
                <c:pt idx="1777">
                  <c:v/>
                </c:pt>
                <c:pt idx="1778">
                  <c:v/>
                </c:pt>
                <c:pt idx="1779">
                  <c:v/>
                </c:pt>
                <c:pt idx="1780">
                  <c:v/>
                </c:pt>
                <c:pt idx="1781">
                  <c:v/>
                </c:pt>
                <c:pt idx="1782">
                  <c:v/>
                </c:pt>
                <c:pt idx="1783">
                  <c:v/>
                </c:pt>
                <c:pt idx="1784">
                  <c:v/>
                </c:pt>
                <c:pt idx="1785">
                  <c:v/>
                </c:pt>
                <c:pt idx="1786">
                  <c:v/>
                </c:pt>
                <c:pt idx="1787">
                  <c:v/>
                </c:pt>
                <c:pt idx="1788">
                  <c:v/>
                </c:pt>
                <c:pt idx="1789">
                  <c:v/>
                </c:pt>
                <c:pt idx="1790">
                  <c:v/>
                </c:pt>
                <c:pt idx="1791">
                  <c:v/>
                </c:pt>
                <c:pt idx="1792">
                  <c:v/>
                </c:pt>
                <c:pt idx="1793">
                  <c:v/>
                </c:pt>
                <c:pt idx="1794">
                  <c:v/>
                </c:pt>
                <c:pt idx="1795">
                  <c:v/>
                </c:pt>
                <c:pt idx="1796">
                  <c:v/>
                </c:pt>
                <c:pt idx="1797">
                  <c:v/>
                </c:pt>
                <c:pt idx="1798">
                  <c:v/>
                </c:pt>
                <c:pt idx="1799">
                  <c:v/>
                </c:pt>
                <c:pt idx="1800">
                  <c:v/>
                </c:pt>
                <c:pt idx="1801">
                  <c:v/>
                </c:pt>
                <c:pt idx="1802">
                  <c:v/>
                </c:pt>
                <c:pt idx="1803">
                  <c:v/>
                </c:pt>
                <c:pt idx="1804">
                  <c:v/>
                </c:pt>
                <c:pt idx="1805">
                  <c:v/>
                </c:pt>
                <c:pt idx="1806">
                  <c:v/>
                </c:pt>
                <c:pt idx="1807">
                  <c:v/>
                </c:pt>
                <c:pt idx="1808">
                  <c:v/>
                </c:pt>
                <c:pt idx="1809">
                  <c:v/>
                </c:pt>
                <c:pt idx="1810">
                  <c:v/>
                </c:pt>
                <c:pt idx="1811">
                  <c:v/>
                </c:pt>
                <c:pt idx="1812">
                  <c:v/>
                </c:pt>
                <c:pt idx="1813">
                  <c:v/>
                </c:pt>
                <c:pt idx="1814">
                  <c:v/>
                </c:pt>
                <c:pt idx="1815">
                  <c:v/>
                </c:pt>
                <c:pt idx="1816">
                  <c:v/>
                </c:pt>
                <c:pt idx="1817">
                  <c:v/>
                </c:pt>
                <c:pt idx="1818">
                  <c:v/>
                </c:pt>
                <c:pt idx="1819">
                  <c:v/>
                </c:pt>
                <c:pt idx="1820">
                  <c:v/>
                </c:pt>
                <c:pt idx="1821">
                  <c:v/>
                </c:pt>
                <c:pt idx="1822">
                  <c:v/>
                </c:pt>
                <c:pt idx="1823">
                  <c:v/>
                </c:pt>
                <c:pt idx="1824">
                  <c:v/>
                </c:pt>
                <c:pt idx="1825">
                  <c:v/>
                </c:pt>
                <c:pt idx="1826">
                  <c:v/>
                </c:pt>
                <c:pt idx="1827">
                  <c:v/>
                </c:pt>
                <c:pt idx="1828">
                  <c:v/>
                </c:pt>
                <c:pt idx="1829">
                  <c:v/>
                </c:pt>
                <c:pt idx="1830">
                  <c:v/>
                </c:pt>
                <c:pt idx="1831">
                  <c:v/>
                </c:pt>
                <c:pt idx="1832">
                  <c:v/>
                </c:pt>
                <c:pt idx="1833">
                  <c:v/>
                </c:pt>
                <c:pt idx="1834">
                  <c:v/>
                </c:pt>
                <c:pt idx="1835">
                  <c:v/>
                </c:pt>
                <c:pt idx="1836">
                  <c:v/>
                </c:pt>
                <c:pt idx="1837">
                  <c:v/>
                </c:pt>
                <c:pt idx="1838">
                  <c:v/>
                </c:pt>
                <c:pt idx="1839">
                  <c:v/>
                </c:pt>
                <c:pt idx="1840">
                  <c:v/>
                </c:pt>
                <c:pt idx="1841">
                  <c:v/>
                </c:pt>
                <c:pt idx="1842">
                  <c:v/>
                </c:pt>
                <c:pt idx="1843">
                  <c:v/>
                </c:pt>
                <c:pt idx="1844">
                  <c:v/>
                </c:pt>
                <c:pt idx="1845">
                  <c:v/>
                </c:pt>
                <c:pt idx="1846">
                  <c:v/>
                </c:pt>
                <c:pt idx="1847">
                  <c:v/>
                </c:pt>
                <c:pt idx="1848">
                  <c:v/>
                </c:pt>
                <c:pt idx="1849">
                  <c:v/>
                </c:pt>
                <c:pt idx="1850">
                  <c:v/>
                </c:pt>
                <c:pt idx="1851">
                  <c:v/>
                </c:pt>
                <c:pt idx="1852">
                  <c:v/>
                </c:pt>
                <c:pt idx="1853">
                  <c:v/>
                </c:pt>
                <c:pt idx="1854">
                  <c:v/>
                </c:pt>
                <c:pt idx="1855">
                  <c:v/>
                </c:pt>
                <c:pt idx="1856">
                  <c:v/>
                </c:pt>
                <c:pt idx="1857">
                  <c:v/>
                </c:pt>
                <c:pt idx="1858">
                  <c:v/>
                </c:pt>
                <c:pt idx="1859">
                  <c:v/>
                </c:pt>
                <c:pt idx="1860">
                  <c:v/>
                </c:pt>
                <c:pt idx="1861">
                  <c:v/>
                </c:pt>
                <c:pt idx="1862">
                  <c:v/>
                </c:pt>
                <c:pt idx="1863">
                  <c:v/>
                </c:pt>
                <c:pt idx="1864">
                  <c:v/>
                </c:pt>
                <c:pt idx="1865">
                  <c:v/>
                </c:pt>
                <c:pt idx="1866">
                  <c:v/>
                </c:pt>
                <c:pt idx="1867">
                  <c:v/>
                </c:pt>
                <c:pt idx="1868">
                  <c:v/>
                </c:pt>
                <c:pt idx="1869">
                  <c:v/>
                </c:pt>
                <c:pt idx="1870">
                  <c:v/>
                </c:pt>
                <c:pt idx="1871">
                  <c:v/>
                </c:pt>
                <c:pt idx="1872">
                  <c:v/>
                </c:pt>
                <c:pt idx="1873">
                  <c:v/>
                </c:pt>
                <c:pt idx="1874">
                  <c:v/>
                </c:pt>
                <c:pt idx="1875">
                  <c:v/>
                </c:pt>
                <c:pt idx="1876">
                  <c:v/>
                </c:pt>
                <c:pt idx="1877">
                  <c:v/>
                </c:pt>
                <c:pt idx="1878">
                  <c:v/>
                </c:pt>
                <c:pt idx="1879">
                  <c:v/>
                </c:pt>
                <c:pt idx="1880">
                  <c:v/>
                </c:pt>
                <c:pt idx="1881">
                  <c:v/>
                </c:pt>
                <c:pt idx="1882">
                  <c:v/>
                </c:pt>
                <c:pt idx="1883">
                  <c:v/>
                </c:pt>
                <c:pt idx="1884">
                  <c:v/>
                </c:pt>
                <c:pt idx="1885">
                  <c:v/>
                </c:pt>
                <c:pt idx="1886">
                  <c:v/>
                </c:pt>
                <c:pt idx="1887">
                  <c:v/>
                </c:pt>
                <c:pt idx="1888">
                  <c:v/>
                </c:pt>
                <c:pt idx="1889">
                  <c:v/>
                </c:pt>
                <c:pt idx="1890">
                  <c:v/>
                </c:pt>
                <c:pt idx="1891">
                  <c:v/>
                </c:pt>
                <c:pt idx="1892">
                  <c:v/>
                </c:pt>
                <c:pt idx="1893">
                  <c:v/>
                </c:pt>
                <c:pt idx="1894">
                  <c:v/>
                </c:pt>
                <c:pt idx="1895">
                  <c:v/>
                </c:pt>
                <c:pt idx="1896">
                  <c:v/>
                </c:pt>
                <c:pt idx="1897">
                  <c:v/>
                </c:pt>
                <c:pt idx="1898">
                  <c:v/>
                </c:pt>
                <c:pt idx="1899">
                  <c:v/>
                </c:pt>
                <c:pt idx="1900">
                  <c:v/>
                </c:pt>
                <c:pt idx="1901">
                  <c:v/>
                </c:pt>
                <c:pt idx="1902">
                  <c:v/>
                </c:pt>
                <c:pt idx="1903">
                  <c:v/>
                </c:pt>
                <c:pt idx="1904">
                  <c:v/>
                </c:pt>
                <c:pt idx="1905">
                  <c:v/>
                </c:pt>
                <c:pt idx="1906">
                  <c:v/>
                </c:pt>
                <c:pt idx="1907">
                  <c:v/>
                </c:pt>
                <c:pt idx="1908">
                  <c:v/>
                </c:pt>
                <c:pt idx="1909">
                  <c:v/>
                </c:pt>
                <c:pt idx="1910">
                  <c:v/>
                </c:pt>
                <c:pt idx="1911">
                  <c:v/>
                </c:pt>
                <c:pt idx="1912">
                  <c:v/>
                </c:pt>
                <c:pt idx="1913">
                  <c:v/>
                </c:pt>
                <c:pt idx="1914">
                  <c:v/>
                </c:pt>
                <c:pt idx="1915">
                  <c:v/>
                </c:pt>
                <c:pt idx="1916">
                  <c:v/>
                </c:pt>
                <c:pt idx="1917">
                  <c:v/>
                </c:pt>
                <c:pt idx="1918">
                  <c:v/>
                </c:pt>
                <c:pt idx="1919">
                  <c:v/>
                </c:pt>
                <c:pt idx="1920">
                  <c:v/>
                </c:pt>
                <c:pt idx="1921">
                  <c:v/>
                </c:pt>
                <c:pt idx="1922">
                  <c:v/>
                </c:pt>
                <c:pt idx="1923">
                  <c:v/>
                </c:pt>
                <c:pt idx="1924">
                  <c:v/>
                </c:pt>
                <c:pt idx="1925">
                  <c:v/>
                </c:pt>
                <c:pt idx="1926">
                  <c:v/>
                </c:pt>
                <c:pt idx="1927">
                  <c:v/>
                </c:pt>
                <c:pt idx="1928">
                  <c:v/>
                </c:pt>
                <c:pt idx="1929">
                  <c:v/>
                </c:pt>
                <c:pt idx="1930">
                  <c:v/>
                </c:pt>
                <c:pt idx="1931">
                  <c:v/>
                </c:pt>
                <c:pt idx="1932">
                  <c:v/>
                </c:pt>
                <c:pt idx="1933">
                  <c:v/>
                </c:pt>
                <c:pt idx="1934">
                  <c:v/>
                </c:pt>
                <c:pt idx="1935">
                  <c:v/>
                </c:pt>
                <c:pt idx="1936">
                  <c:v/>
                </c:pt>
                <c:pt idx="1937">
                  <c:v/>
                </c:pt>
                <c:pt idx="1938">
                  <c:v/>
                </c:pt>
                <c:pt idx="1939">
                  <c:v/>
                </c:pt>
                <c:pt idx="1940">
                  <c:v/>
                </c:pt>
                <c:pt idx="1941">
                  <c:v/>
                </c:pt>
                <c:pt idx="1942">
                  <c:v/>
                </c:pt>
                <c:pt idx="1943">
                  <c:v/>
                </c:pt>
                <c:pt idx="1944">
                  <c:v/>
                </c:pt>
                <c:pt idx="1945">
                  <c:v/>
                </c:pt>
                <c:pt idx="1946">
                  <c:v/>
                </c:pt>
                <c:pt idx="1947">
                  <c:v/>
                </c:pt>
                <c:pt idx="1948">
                  <c:v/>
                </c:pt>
                <c:pt idx="1949">
                  <c:v/>
                </c:pt>
                <c:pt idx="1950">
                  <c:v/>
                </c:pt>
                <c:pt idx="1951">
                  <c:v/>
                </c:pt>
                <c:pt idx="1952">
                  <c:v/>
                </c:pt>
                <c:pt idx="1953">
                  <c:v/>
                </c:pt>
                <c:pt idx="1954">
                  <c:v/>
                </c:pt>
                <c:pt idx="1955">
                  <c:v/>
                </c:pt>
                <c:pt idx="1956">
                  <c:v/>
                </c:pt>
                <c:pt idx="1957">
                  <c:v/>
                </c:pt>
                <c:pt idx="1958">
                  <c:v/>
                </c:pt>
                <c:pt idx="1959">
                  <c:v/>
                </c:pt>
                <c:pt idx="1960">
                  <c:v/>
                </c:pt>
                <c:pt idx="1961">
                  <c:v/>
                </c:pt>
                <c:pt idx="1962">
                  <c:v/>
                </c:pt>
                <c:pt idx="1963">
                  <c:v/>
                </c:pt>
                <c:pt idx="1964">
                  <c:v/>
                </c:pt>
                <c:pt idx="1965">
                  <c:v/>
                </c:pt>
                <c:pt idx="1966">
                  <c:v/>
                </c:pt>
                <c:pt idx="1967">
                  <c:v/>
                </c:pt>
                <c:pt idx="1968">
                  <c:v/>
                </c:pt>
                <c:pt idx="1969">
                  <c:v/>
                </c:pt>
                <c:pt idx="1970">
                  <c:v/>
                </c:pt>
                <c:pt idx="1971">
                  <c:v/>
                </c:pt>
                <c:pt idx="1972">
                  <c:v/>
                </c:pt>
                <c:pt idx="1973">
                  <c:v/>
                </c:pt>
                <c:pt idx="1974">
                  <c:v/>
                </c:pt>
                <c:pt idx="1975">
                  <c:v/>
                </c:pt>
                <c:pt idx="1976">
                  <c:v/>
                </c:pt>
                <c:pt idx="1977">
                  <c:v/>
                </c:pt>
                <c:pt idx="1978">
                  <c:v/>
                </c:pt>
                <c:pt idx="1979">
                  <c:v/>
                </c:pt>
                <c:pt idx="1980">
                  <c:v/>
                </c:pt>
                <c:pt idx="1981">
                  <c:v/>
                </c:pt>
                <c:pt idx="1982">
                  <c:v/>
                </c:pt>
                <c:pt idx="1983">
                  <c:v/>
                </c:pt>
                <c:pt idx="1984">
                  <c:v/>
                </c:pt>
                <c:pt idx="1985">
                  <c:v/>
                </c:pt>
                <c:pt idx="1986">
                  <c:v/>
                </c:pt>
                <c:pt idx="1987">
                  <c:v/>
                </c:pt>
                <c:pt idx="1988">
                  <c:v/>
                </c:pt>
                <c:pt idx="1989">
                  <c:v/>
                </c:pt>
                <c:pt idx="1990">
                  <c:v/>
                </c:pt>
                <c:pt idx="1991">
                  <c:v/>
                </c:pt>
                <c:pt idx="1992">
                  <c:v/>
                </c:pt>
                <c:pt idx="1993">
                  <c:v/>
                </c:pt>
                <c:pt idx="1994">
                  <c:v/>
                </c:pt>
                <c:pt idx="1995">
                  <c:v/>
                </c:pt>
                <c:pt idx="1996">
                  <c:v/>
                </c:pt>
                <c:pt idx="1997">
                  <c:v/>
                </c:pt>
                <c:pt idx="1998">
                  <c:v/>
                </c:pt>
                <c:pt idx="1999">
                  <c:v/>
                </c:pt>
                <c:pt idx="2000">
                  <c:v/>
                </c:pt>
                <c:pt idx="2001">
                  <c:v>-100</c:v>
                </c:pt>
                <c:pt idx="2002">
                  <c:v>100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
          <c:min val="0"/>
        </c:scaling>
        <c:delete val="0"/>
        <c:axPos val="b"/>
        <c:title>
          <c:tx>
            <c:rich>
              <a:bodyPr/>
              <a:lstStyle/>
              <a:p>
                <a:pPr>
                  <a:defRPr sz="1100" b="0" i="0" u="none" strike="noStrike">
                    <a:solidFill>
                      <a:srgbClr val="3C5566"/>
                    </a:solidFill>
                    <a:latin typeface="+mn-lt"/>
                  </a:defRPr>
                </a:pPr>
                <a:r>
                  <a:rPr sz="1100" b="0" i="0" u="none" strike="noStrike">
                    <a:solidFill>
                      <a:srgbClr val="3C5566"/>
                    </a:solidFill>
                    <a:latin typeface="+mn-lt"/>
                  </a:rPr>
                  <a:t>time t [s]</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3C5566"/>
                </a:solidFill>
                <a:latin typeface="+mn-lt"/>
              </a:defRPr>
            </a:pPr>
            <a:endParaRPr lang="en-US"/>
          </a:p>
        </c:txPr>
        <c:crossAx val="2094734552"/>
        <c:crossesAt val="-100"/>
        <c:auto val="1"/>
        <c:lblAlgn val="ctr"/>
        <c:noMultiLvlLbl val="1"/>
        <c:majorUnit val="0.2"/>
      </c:valAx>
      <c:valAx>
        <c:axId val="2094734552"/>
        <c:scaling>
          <c:orientation val="minMax"/>
          <c:max val="100"/>
          <c:min val="-100"/>
        </c:scaling>
        <c:delete val="0"/>
        <c:axPos val="l"/>
        <c:majorGridlines>
          <c:spPr>
            <a:ln w="6350" cap="flat">
              <a:solidFill>
                <a:srgbClr val="E3E8EB"/>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3C5566"/>
                </a:solidFill>
                <a:latin typeface="+mn-lt"/>
              </a:defRPr>
            </a:pPr>
            <a:endParaRPr lang="en-US"/>
          </a:p>
        </c:txPr>
        <c:crossAx val="2094734554"/>
        <c:crosses val="autoZero"/>
        <c:crossBetween val="midCat"/>
        <c:majorUnit val="50"/>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Exact solution</c:v>
                </c:pt>
              </c:strCache>
            </c:strRef>
          </c:tx>
          <c:spPr>
            <a:solidFill>
              <a:srgbClr val="AEB8C0"/>
            </a:solidFill>
            <a:ln w="19050" cap="flat">
              <a:solidFill>
                <a:srgbClr val="AEB8C0"/>
              </a:solidFill>
              <a:prstDash val="solid"/>
              <a:round/>
            </a:ln>
            <a:effectLst/>
          </c:spPr>
          <c:marker>
            <c:symbol val="none"/>
            <c:size val="6"/>
            <c:spPr>
              <a:solidFill>
                <a:srgbClr val="AEB8C0"/>
              </a:solidFill>
              <a:ln w="9525" cap="flat">
                <a:solidFill>
                  <a:srgbClr val="AEB8C0"/>
                </a:solidFill>
                <a:prstDash val="solid"/>
                <a:round/>
              </a:ln>
              <a:effectLst/>
            </c:spPr>
          </c:marker>
          <c:xVal>
            <c:numRef>
              <c:f>Sheet1!$A$2:$A$602</c:f>
              <c:numCache>
                <c:formatCode>General</c:formatCode>
                <c:ptCount val="601"/>
                <c:pt idx="0">
                  <c:v>0</c:v>
                </c:pt>
                <c:pt idx="1">
                  <c:v>0.0005</c:v>
                </c:pt>
                <c:pt idx="2">
                  <c:v>0.001</c:v>
                </c:pt>
                <c:pt idx="3">
                  <c:v>0.0015</c:v>
                </c:pt>
                <c:pt idx="4">
                  <c:v>0.002</c:v>
                </c:pt>
                <c:pt idx="5">
                  <c:v>0.0025</c:v>
                </c:pt>
                <c:pt idx="6">
                  <c:v>0.003</c:v>
                </c:pt>
                <c:pt idx="7">
                  <c:v>0.0035</c:v>
                </c:pt>
                <c:pt idx="8">
                  <c:v>0.004</c:v>
                </c:pt>
                <c:pt idx="9">
                  <c:v>0.0045</c:v>
                </c:pt>
                <c:pt idx="10">
                  <c:v>0.005</c:v>
                </c:pt>
                <c:pt idx="11">
                  <c:v>0.0055</c:v>
                </c:pt>
                <c:pt idx="12">
                  <c:v>0.006</c:v>
                </c:pt>
                <c:pt idx="13">
                  <c:v>0.0065</c:v>
                </c:pt>
                <c:pt idx="14">
                  <c:v>0.007</c:v>
                </c:pt>
                <c:pt idx="15">
                  <c:v>0.0075</c:v>
                </c:pt>
                <c:pt idx="16">
                  <c:v>0.008</c:v>
                </c:pt>
                <c:pt idx="17">
                  <c:v>0.0085</c:v>
                </c:pt>
                <c:pt idx="18">
                  <c:v>0.009</c:v>
                </c:pt>
                <c:pt idx="19">
                  <c:v>0.0095</c:v>
                </c:pt>
                <c:pt idx="20">
                  <c:v>0.01</c:v>
                </c:pt>
                <c:pt idx="21">
                  <c:v>0.0105</c:v>
                </c:pt>
                <c:pt idx="22">
                  <c:v>0.011</c:v>
                </c:pt>
                <c:pt idx="23">
                  <c:v>0.0115</c:v>
                </c:pt>
                <c:pt idx="24">
                  <c:v>0.012</c:v>
                </c:pt>
                <c:pt idx="25">
                  <c:v>0.0125</c:v>
                </c:pt>
                <c:pt idx="26">
                  <c:v>0.013</c:v>
                </c:pt>
                <c:pt idx="27">
                  <c:v>0.0135</c:v>
                </c:pt>
                <c:pt idx="28">
                  <c:v>0.014</c:v>
                </c:pt>
                <c:pt idx="29">
                  <c:v>0.0145</c:v>
                </c:pt>
                <c:pt idx="30">
                  <c:v>0.015</c:v>
                </c:pt>
                <c:pt idx="31">
                  <c:v>0.0155</c:v>
                </c:pt>
                <c:pt idx="32">
                  <c:v>0.016</c:v>
                </c:pt>
                <c:pt idx="33">
                  <c:v>0.0165</c:v>
                </c:pt>
                <c:pt idx="34">
                  <c:v>0.017</c:v>
                </c:pt>
                <c:pt idx="35">
                  <c:v>0.0175</c:v>
                </c:pt>
                <c:pt idx="36">
                  <c:v>0.018</c:v>
                </c:pt>
                <c:pt idx="37">
                  <c:v>0.0185</c:v>
                </c:pt>
                <c:pt idx="38">
                  <c:v>0.019</c:v>
                </c:pt>
                <c:pt idx="39">
                  <c:v>0.0195</c:v>
                </c:pt>
                <c:pt idx="40">
                  <c:v>0.02</c:v>
                </c:pt>
                <c:pt idx="41">
                  <c:v>0.0205</c:v>
                </c:pt>
                <c:pt idx="42">
                  <c:v>0.021</c:v>
                </c:pt>
                <c:pt idx="43">
                  <c:v>0.0215</c:v>
                </c:pt>
                <c:pt idx="44">
                  <c:v>0.022</c:v>
                </c:pt>
                <c:pt idx="45">
                  <c:v>0.0225</c:v>
                </c:pt>
                <c:pt idx="46">
                  <c:v>0.023</c:v>
                </c:pt>
                <c:pt idx="47">
                  <c:v>0.0235</c:v>
                </c:pt>
                <c:pt idx="48">
                  <c:v>0.024</c:v>
                </c:pt>
                <c:pt idx="49">
                  <c:v>0.0245</c:v>
                </c:pt>
                <c:pt idx="50">
                  <c:v>0.025</c:v>
                </c:pt>
                <c:pt idx="51">
                  <c:v>0.0255</c:v>
                </c:pt>
                <c:pt idx="52">
                  <c:v>0.026</c:v>
                </c:pt>
                <c:pt idx="53">
                  <c:v>0.0265</c:v>
                </c:pt>
                <c:pt idx="54">
                  <c:v>0.027</c:v>
                </c:pt>
                <c:pt idx="55">
                  <c:v>0.0275</c:v>
                </c:pt>
                <c:pt idx="56">
                  <c:v>0.028</c:v>
                </c:pt>
                <c:pt idx="57">
                  <c:v>0.0285</c:v>
                </c:pt>
                <c:pt idx="58">
                  <c:v>0.029</c:v>
                </c:pt>
                <c:pt idx="59">
                  <c:v>0.0295</c:v>
                </c:pt>
                <c:pt idx="60">
                  <c:v>0.03</c:v>
                </c:pt>
                <c:pt idx="61">
                  <c:v>0.0305</c:v>
                </c:pt>
                <c:pt idx="62">
                  <c:v>0.031</c:v>
                </c:pt>
                <c:pt idx="63">
                  <c:v>0.0315</c:v>
                </c:pt>
                <c:pt idx="64">
                  <c:v>0.032</c:v>
                </c:pt>
                <c:pt idx="65">
                  <c:v>0.0325</c:v>
                </c:pt>
                <c:pt idx="66">
                  <c:v>0.033</c:v>
                </c:pt>
                <c:pt idx="67">
                  <c:v>0.0335</c:v>
                </c:pt>
                <c:pt idx="68">
                  <c:v>0.034</c:v>
                </c:pt>
                <c:pt idx="69">
                  <c:v>0.0345</c:v>
                </c:pt>
                <c:pt idx="70">
                  <c:v>0.035</c:v>
                </c:pt>
                <c:pt idx="71">
                  <c:v>0.0355</c:v>
                </c:pt>
                <c:pt idx="72">
                  <c:v>0.036</c:v>
                </c:pt>
                <c:pt idx="73">
                  <c:v>0.0365</c:v>
                </c:pt>
                <c:pt idx="74">
                  <c:v>0.037</c:v>
                </c:pt>
                <c:pt idx="75">
                  <c:v>0.0375</c:v>
                </c:pt>
                <c:pt idx="76">
                  <c:v>0.038</c:v>
                </c:pt>
                <c:pt idx="77">
                  <c:v>0.0385</c:v>
                </c:pt>
                <c:pt idx="78">
                  <c:v>0.039</c:v>
                </c:pt>
                <c:pt idx="79">
                  <c:v>0.0395</c:v>
                </c:pt>
                <c:pt idx="80">
                  <c:v>0.04</c:v>
                </c:pt>
                <c:pt idx="81">
                  <c:v>0.0405</c:v>
                </c:pt>
                <c:pt idx="82">
                  <c:v>0.041</c:v>
                </c:pt>
                <c:pt idx="83">
                  <c:v>0.0415</c:v>
                </c:pt>
                <c:pt idx="84">
                  <c:v>0.042</c:v>
                </c:pt>
                <c:pt idx="85">
                  <c:v>0.0425</c:v>
                </c:pt>
                <c:pt idx="86">
                  <c:v>0.043</c:v>
                </c:pt>
                <c:pt idx="87">
                  <c:v>0.0435</c:v>
                </c:pt>
                <c:pt idx="88">
                  <c:v>0.044</c:v>
                </c:pt>
                <c:pt idx="89">
                  <c:v>0.0445</c:v>
                </c:pt>
                <c:pt idx="90">
                  <c:v>0.045</c:v>
                </c:pt>
                <c:pt idx="91">
                  <c:v>0.0455</c:v>
                </c:pt>
                <c:pt idx="92">
                  <c:v>0.046</c:v>
                </c:pt>
                <c:pt idx="93">
                  <c:v>0.0465</c:v>
                </c:pt>
                <c:pt idx="94">
                  <c:v>0.047</c:v>
                </c:pt>
                <c:pt idx="95">
                  <c:v>0.0475</c:v>
                </c:pt>
                <c:pt idx="96">
                  <c:v>0.048</c:v>
                </c:pt>
                <c:pt idx="97">
                  <c:v>0.0485</c:v>
                </c:pt>
                <c:pt idx="98">
                  <c:v>0.049</c:v>
                </c:pt>
                <c:pt idx="99">
                  <c:v>0.0495</c:v>
                </c:pt>
                <c:pt idx="100">
                  <c:v>0.05</c:v>
                </c:pt>
                <c:pt idx="101">
                  <c:v>0.0505</c:v>
                </c:pt>
                <c:pt idx="102">
                  <c:v>0.051</c:v>
                </c:pt>
                <c:pt idx="103">
                  <c:v>0.0515</c:v>
                </c:pt>
                <c:pt idx="104">
                  <c:v>0.052</c:v>
                </c:pt>
                <c:pt idx="105">
                  <c:v>0.0525</c:v>
                </c:pt>
                <c:pt idx="106">
                  <c:v>0.053</c:v>
                </c:pt>
                <c:pt idx="107">
                  <c:v>0.0535</c:v>
                </c:pt>
                <c:pt idx="108">
                  <c:v>0.054</c:v>
                </c:pt>
                <c:pt idx="109">
                  <c:v>0.0545</c:v>
                </c:pt>
                <c:pt idx="110">
                  <c:v>0.055</c:v>
                </c:pt>
                <c:pt idx="111">
                  <c:v>0.0555</c:v>
                </c:pt>
                <c:pt idx="112">
                  <c:v>0.056</c:v>
                </c:pt>
                <c:pt idx="113">
                  <c:v>0.0565</c:v>
                </c:pt>
                <c:pt idx="114">
                  <c:v>0.057</c:v>
                </c:pt>
                <c:pt idx="115">
                  <c:v>0.0575</c:v>
                </c:pt>
                <c:pt idx="116">
                  <c:v>0.058</c:v>
                </c:pt>
                <c:pt idx="117">
                  <c:v>0.0585</c:v>
                </c:pt>
                <c:pt idx="118">
                  <c:v>0.059</c:v>
                </c:pt>
                <c:pt idx="119">
                  <c:v>0.0595</c:v>
                </c:pt>
                <c:pt idx="120">
                  <c:v>0.06</c:v>
                </c:pt>
                <c:pt idx="121">
                  <c:v>0.0605</c:v>
                </c:pt>
                <c:pt idx="122">
                  <c:v>0.061</c:v>
                </c:pt>
                <c:pt idx="123">
                  <c:v>0.0615</c:v>
                </c:pt>
                <c:pt idx="124">
                  <c:v>0.062</c:v>
                </c:pt>
                <c:pt idx="125">
                  <c:v>0.0625</c:v>
                </c:pt>
                <c:pt idx="126">
                  <c:v>0.063</c:v>
                </c:pt>
                <c:pt idx="127">
                  <c:v>0.0635</c:v>
                </c:pt>
                <c:pt idx="128">
                  <c:v>0.064</c:v>
                </c:pt>
                <c:pt idx="129">
                  <c:v>0.0645</c:v>
                </c:pt>
                <c:pt idx="130">
                  <c:v>0.065</c:v>
                </c:pt>
                <c:pt idx="131">
                  <c:v>0.0655</c:v>
                </c:pt>
                <c:pt idx="132">
                  <c:v>0.066</c:v>
                </c:pt>
                <c:pt idx="133">
                  <c:v>0.0665</c:v>
                </c:pt>
                <c:pt idx="134">
                  <c:v>0.067</c:v>
                </c:pt>
                <c:pt idx="135">
                  <c:v>0.0675</c:v>
                </c:pt>
                <c:pt idx="136">
                  <c:v>0.068</c:v>
                </c:pt>
                <c:pt idx="137">
                  <c:v>0.0685</c:v>
                </c:pt>
                <c:pt idx="138">
                  <c:v>0.069</c:v>
                </c:pt>
                <c:pt idx="139">
                  <c:v>0.0695</c:v>
                </c:pt>
                <c:pt idx="140">
                  <c:v>0.07</c:v>
                </c:pt>
                <c:pt idx="141">
                  <c:v>0.0705</c:v>
                </c:pt>
                <c:pt idx="142">
                  <c:v>0.071</c:v>
                </c:pt>
                <c:pt idx="143">
                  <c:v>0.0715</c:v>
                </c:pt>
                <c:pt idx="144">
                  <c:v>0.072</c:v>
                </c:pt>
                <c:pt idx="145">
                  <c:v>0.0725</c:v>
                </c:pt>
                <c:pt idx="146">
                  <c:v>0.073</c:v>
                </c:pt>
                <c:pt idx="147">
                  <c:v>0.0735</c:v>
                </c:pt>
                <c:pt idx="148">
                  <c:v>0.074</c:v>
                </c:pt>
                <c:pt idx="149">
                  <c:v>0.0745</c:v>
                </c:pt>
                <c:pt idx="150">
                  <c:v>0.075</c:v>
                </c:pt>
                <c:pt idx="151">
                  <c:v>0.0755</c:v>
                </c:pt>
                <c:pt idx="152">
                  <c:v>0.076</c:v>
                </c:pt>
                <c:pt idx="153">
                  <c:v>0.0765</c:v>
                </c:pt>
                <c:pt idx="154">
                  <c:v>0.077</c:v>
                </c:pt>
                <c:pt idx="155">
                  <c:v>0.0775</c:v>
                </c:pt>
                <c:pt idx="156">
                  <c:v>0.078</c:v>
                </c:pt>
                <c:pt idx="157">
                  <c:v>0.0785</c:v>
                </c:pt>
                <c:pt idx="158">
                  <c:v>0.079</c:v>
                </c:pt>
                <c:pt idx="159">
                  <c:v>0.0795</c:v>
                </c:pt>
                <c:pt idx="160">
                  <c:v>0.08</c:v>
                </c:pt>
                <c:pt idx="161">
                  <c:v>0.0805</c:v>
                </c:pt>
                <c:pt idx="162">
                  <c:v>0.081</c:v>
                </c:pt>
                <c:pt idx="163">
                  <c:v>0.0815</c:v>
                </c:pt>
                <c:pt idx="164">
                  <c:v>0.082</c:v>
                </c:pt>
                <c:pt idx="165">
                  <c:v>0.0825</c:v>
                </c:pt>
                <c:pt idx="166">
                  <c:v>0.083</c:v>
                </c:pt>
                <c:pt idx="167">
                  <c:v>0.0835</c:v>
                </c:pt>
                <c:pt idx="168">
                  <c:v>0.084</c:v>
                </c:pt>
                <c:pt idx="169">
                  <c:v>0.0845</c:v>
                </c:pt>
                <c:pt idx="170">
                  <c:v>0.085</c:v>
                </c:pt>
                <c:pt idx="171">
                  <c:v>0.0855</c:v>
                </c:pt>
                <c:pt idx="172">
                  <c:v>0.086</c:v>
                </c:pt>
                <c:pt idx="173">
                  <c:v>0.0865</c:v>
                </c:pt>
                <c:pt idx="174">
                  <c:v>0.087</c:v>
                </c:pt>
                <c:pt idx="175">
                  <c:v>0.0875</c:v>
                </c:pt>
                <c:pt idx="176">
                  <c:v>0.088</c:v>
                </c:pt>
                <c:pt idx="177">
                  <c:v>0.0885</c:v>
                </c:pt>
                <c:pt idx="178">
                  <c:v>0.089</c:v>
                </c:pt>
                <c:pt idx="179">
                  <c:v>0.0895</c:v>
                </c:pt>
                <c:pt idx="180">
                  <c:v>0.09</c:v>
                </c:pt>
                <c:pt idx="181">
                  <c:v>0.0905</c:v>
                </c:pt>
                <c:pt idx="182">
                  <c:v>0.091</c:v>
                </c:pt>
                <c:pt idx="183">
                  <c:v>0.0915</c:v>
                </c:pt>
                <c:pt idx="184">
                  <c:v>0.092</c:v>
                </c:pt>
                <c:pt idx="185">
                  <c:v>0.0925</c:v>
                </c:pt>
                <c:pt idx="186">
                  <c:v>0.093</c:v>
                </c:pt>
                <c:pt idx="187">
                  <c:v>0.0935</c:v>
                </c:pt>
                <c:pt idx="188">
                  <c:v>0.094</c:v>
                </c:pt>
                <c:pt idx="189">
                  <c:v>0.0945</c:v>
                </c:pt>
                <c:pt idx="190">
                  <c:v>0.095</c:v>
                </c:pt>
                <c:pt idx="191">
                  <c:v>0.0955</c:v>
                </c:pt>
                <c:pt idx="192">
                  <c:v>0.096</c:v>
                </c:pt>
                <c:pt idx="193">
                  <c:v>0.0965</c:v>
                </c:pt>
                <c:pt idx="194">
                  <c:v>0.097</c:v>
                </c:pt>
                <c:pt idx="195">
                  <c:v>0.0975</c:v>
                </c:pt>
                <c:pt idx="196">
                  <c:v>0.098</c:v>
                </c:pt>
                <c:pt idx="197">
                  <c:v>0.0985</c:v>
                </c:pt>
                <c:pt idx="198">
                  <c:v>0.099</c:v>
                </c:pt>
                <c:pt idx="199">
                  <c:v>0.0995</c:v>
                </c:pt>
                <c:pt idx="200">
                  <c:v>0.1</c:v>
                </c:pt>
                <c:pt idx="201">
                  <c:v>0.1005</c:v>
                </c:pt>
                <c:pt idx="202">
                  <c:v>0.101</c:v>
                </c:pt>
                <c:pt idx="203">
                  <c:v>0.1015</c:v>
                </c:pt>
                <c:pt idx="204">
                  <c:v>0.102</c:v>
                </c:pt>
                <c:pt idx="205">
                  <c:v>0.1025</c:v>
                </c:pt>
                <c:pt idx="206">
                  <c:v>0.103</c:v>
                </c:pt>
                <c:pt idx="207">
                  <c:v>0.1035</c:v>
                </c:pt>
                <c:pt idx="208">
                  <c:v>0.104</c:v>
                </c:pt>
                <c:pt idx="209">
                  <c:v>0.1045</c:v>
                </c:pt>
                <c:pt idx="210">
                  <c:v>0.105</c:v>
                </c:pt>
                <c:pt idx="211">
                  <c:v>0.1055</c:v>
                </c:pt>
                <c:pt idx="212">
                  <c:v>0.106</c:v>
                </c:pt>
                <c:pt idx="213">
                  <c:v>0.1065</c:v>
                </c:pt>
                <c:pt idx="214">
                  <c:v>0.107</c:v>
                </c:pt>
                <c:pt idx="215">
                  <c:v>0.1075</c:v>
                </c:pt>
                <c:pt idx="216">
                  <c:v>0.108</c:v>
                </c:pt>
                <c:pt idx="217">
                  <c:v>0.1085</c:v>
                </c:pt>
                <c:pt idx="218">
                  <c:v>0.109</c:v>
                </c:pt>
                <c:pt idx="219">
                  <c:v>0.1095</c:v>
                </c:pt>
                <c:pt idx="220">
                  <c:v>0.11</c:v>
                </c:pt>
                <c:pt idx="221">
                  <c:v>0.1105</c:v>
                </c:pt>
                <c:pt idx="222">
                  <c:v>0.111</c:v>
                </c:pt>
                <c:pt idx="223">
                  <c:v>0.1115</c:v>
                </c:pt>
                <c:pt idx="224">
                  <c:v>0.112</c:v>
                </c:pt>
                <c:pt idx="225">
                  <c:v>0.1125</c:v>
                </c:pt>
                <c:pt idx="226">
                  <c:v>0.113</c:v>
                </c:pt>
                <c:pt idx="227">
                  <c:v>0.1135</c:v>
                </c:pt>
                <c:pt idx="228">
                  <c:v>0.114</c:v>
                </c:pt>
                <c:pt idx="229">
                  <c:v>0.1145</c:v>
                </c:pt>
                <c:pt idx="230">
                  <c:v>0.115</c:v>
                </c:pt>
                <c:pt idx="231">
                  <c:v>0.1155</c:v>
                </c:pt>
                <c:pt idx="232">
                  <c:v>0.116</c:v>
                </c:pt>
                <c:pt idx="233">
                  <c:v>0.1165</c:v>
                </c:pt>
                <c:pt idx="234">
                  <c:v>0.117</c:v>
                </c:pt>
                <c:pt idx="235">
                  <c:v>0.1175</c:v>
                </c:pt>
                <c:pt idx="236">
                  <c:v>0.118</c:v>
                </c:pt>
                <c:pt idx="237">
                  <c:v>0.1185</c:v>
                </c:pt>
                <c:pt idx="238">
                  <c:v>0.119</c:v>
                </c:pt>
                <c:pt idx="239">
                  <c:v>0.1195</c:v>
                </c:pt>
                <c:pt idx="240">
                  <c:v>0.12</c:v>
                </c:pt>
                <c:pt idx="241">
                  <c:v>0.1205</c:v>
                </c:pt>
                <c:pt idx="242">
                  <c:v>0.121</c:v>
                </c:pt>
                <c:pt idx="243">
                  <c:v>0.1215</c:v>
                </c:pt>
                <c:pt idx="244">
                  <c:v>0.122</c:v>
                </c:pt>
                <c:pt idx="245">
                  <c:v>0.1225</c:v>
                </c:pt>
                <c:pt idx="246">
                  <c:v>0.123</c:v>
                </c:pt>
                <c:pt idx="247">
                  <c:v>0.1235</c:v>
                </c:pt>
                <c:pt idx="248">
                  <c:v>0.124</c:v>
                </c:pt>
                <c:pt idx="249">
                  <c:v>0.1245</c:v>
                </c:pt>
                <c:pt idx="250">
                  <c:v>0.125</c:v>
                </c:pt>
                <c:pt idx="251">
                  <c:v>0.1255</c:v>
                </c:pt>
                <c:pt idx="252">
                  <c:v>0.126</c:v>
                </c:pt>
                <c:pt idx="253">
                  <c:v>0.1265</c:v>
                </c:pt>
                <c:pt idx="254">
                  <c:v>0.127</c:v>
                </c:pt>
                <c:pt idx="255">
                  <c:v>0.1275</c:v>
                </c:pt>
                <c:pt idx="256">
                  <c:v>0.128</c:v>
                </c:pt>
                <c:pt idx="257">
                  <c:v>0.1285</c:v>
                </c:pt>
                <c:pt idx="258">
                  <c:v>0.129</c:v>
                </c:pt>
                <c:pt idx="259">
                  <c:v>0.1295</c:v>
                </c:pt>
                <c:pt idx="260">
                  <c:v>0.13</c:v>
                </c:pt>
                <c:pt idx="261">
                  <c:v>0.1305</c:v>
                </c:pt>
                <c:pt idx="262">
                  <c:v>0.131</c:v>
                </c:pt>
                <c:pt idx="263">
                  <c:v>0.1315</c:v>
                </c:pt>
                <c:pt idx="264">
                  <c:v>0.132</c:v>
                </c:pt>
                <c:pt idx="265">
                  <c:v>0.1325</c:v>
                </c:pt>
                <c:pt idx="266">
                  <c:v>0.133</c:v>
                </c:pt>
                <c:pt idx="267">
                  <c:v>0.1335</c:v>
                </c:pt>
                <c:pt idx="268">
                  <c:v>0.134</c:v>
                </c:pt>
                <c:pt idx="269">
                  <c:v>0.1345</c:v>
                </c:pt>
                <c:pt idx="270">
                  <c:v>0.135</c:v>
                </c:pt>
                <c:pt idx="271">
                  <c:v>0.1355</c:v>
                </c:pt>
                <c:pt idx="272">
                  <c:v>0.136</c:v>
                </c:pt>
                <c:pt idx="273">
                  <c:v>0.1365</c:v>
                </c:pt>
                <c:pt idx="274">
                  <c:v>0.137</c:v>
                </c:pt>
                <c:pt idx="275">
                  <c:v>0.1375</c:v>
                </c:pt>
                <c:pt idx="276">
                  <c:v>0.138</c:v>
                </c:pt>
                <c:pt idx="277">
                  <c:v>0.1385</c:v>
                </c:pt>
                <c:pt idx="278">
                  <c:v>0.139</c:v>
                </c:pt>
                <c:pt idx="279">
                  <c:v>0.1395</c:v>
                </c:pt>
                <c:pt idx="280">
                  <c:v>0.14</c:v>
                </c:pt>
                <c:pt idx="281">
                  <c:v>0.1405</c:v>
                </c:pt>
                <c:pt idx="282">
                  <c:v>0.141</c:v>
                </c:pt>
                <c:pt idx="283">
                  <c:v>0.1415</c:v>
                </c:pt>
                <c:pt idx="284">
                  <c:v>0.142</c:v>
                </c:pt>
                <c:pt idx="285">
                  <c:v>0.1425</c:v>
                </c:pt>
                <c:pt idx="286">
                  <c:v>0.143</c:v>
                </c:pt>
                <c:pt idx="287">
                  <c:v>0.1435</c:v>
                </c:pt>
                <c:pt idx="288">
                  <c:v>0.144</c:v>
                </c:pt>
                <c:pt idx="289">
                  <c:v>0.1445</c:v>
                </c:pt>
                <c:pt idx="290">
                  <c:v>0.145</c:v>
                </c:pt>
                <c:pt idx="291">
                  <c:v>0.1455</c:v>
                </c:pt>
                <c:pt idx="292">
                  <c:v>0.146</c:v>
                </c:pt>
                <c:pt idx="293">
                  <c:v>0.1465</c:v>
                </c:pt>
                <c:pt idx="294">
                  <c:v>0.147</c:v>
                </c:pt>
                <c:pt idx="295">
                  <c:v>0.1475</c:v>
                </c:pt>
                <c:pt idx="296">
                  <c:v>0.148</c:v>
                </c:pt>
                <c:pt idx="297">
                  <c:v>0.1485</c:v>
                </c:pt>
                <c:pt idx="298">
                  <c:v>0.149</c:v>
                </c:pt>
                <c:pt idx="299">
                  <c:v>0.1495</c:v>
                </c:pt>
                <c:pt idx="300">
                  <c:v>0.15</c:v>
                </c:pt>
                <c:pt idx="301">
                  <c:v>0.1505</c:v>
                </c:pt>
                <c:pt idx="302">
                  <c:v>0.151</c:v>
                </c:pt>
                <c:pt idx="303">
                  <c:v>0.1515</c:v>
                </c:pt>
                <c:pt idx="304">
                  <c:v>0.152</c:v>
                </c:pt>
                <c:pt idx="305">
                  <c:v>0.1525</c:v>
                </c:pt>
                <c:pt idx="306">
                  <c:v>0.153</c:v>
                </c:pt>
                <c:pt idx="307">
                  <c:v>0.1535</c:v>
                </c:pt>
                <c:pt idx="308">
                  <c:v>0.154</c:v>
                </c:pt>
                <c:pt idx="309">
                  <c:v>0.1545</c:v>
                </c:pt>
                <c:pt idx="310">
                  <c:v>0.155</c:v>
                </c:pt>
                <c:pt idx="311">
                  <c:v>0.1555</c:v>
                </c:pt>
                <c:pt idx="312">
                  <c:v>0.156</c:v>
                </c:pt>
                <c:pt idx="313">
                  <c:v>0.1565</c:v>
                </c:pt>
                <c:pt idx="314">
                  <c:v>0.157</c:v>
                </c:pt>
                <c:pt idx="315">
                  <c:v>0.1575</c:v>
                </c:pt>
                <c:pt idx="316">
                  <c:v>0.158</c:v>
                </c:pt>
                <c:pt idx="317">
                  <c:v>0.1585</c:v>
                </c:pt>
                <c:pt idx="318">
                  <c:v>0.159</c:v>
                </c:pt>
                <c:pt idx="319">
                  <c:v>0.1595</c:v>
                </c:pt>
                <c:pt idx="320">
                  <c:v>0.16</c:v>
                </c:pt>
                <c:pt idx="321">
                  <c:v>0.1605</c:v>
                </c:pt>
                <c:pt idx="322">
                  <c:v>0.161</c:v>
                </c:pt>
                <c:pt idx="323">
                  <c:v>0.1615</c:v>
                </c:pt>
                <c:pt idx="324">
                  <c:v>0.162</c:v>
                </c:pt>
                <c:pt idx="325">
                  <c:v>0.1625</c:v>
                </c:pt>
                <c:pt idx="326">
                  <c:v>0.163</c:v>
                </c:pt>
                <c:pt idx="327">
                  <c:v>0.1635</c:v>
                </c:pt>
                <c:pt idx="328">
                  <c:v>0.164</c:v>
                </c:pt>
                <c:pt idx="329">
                  <c:v>0.1645</c:v>
                </c:pt>
                <c:pt idx="330">
                  <c:v>0.165</c:v>
                </c:pt>
                <c:pt idx="331">
                  <c:v>0.1655</c:v>
                </c:pt>
                <c:pt idx="332">
                  <c:v>0.166</c:v>
                </c:pt>
                <c:pt idx="333">
                  <c:v>0.1665</c:v>
                </c:pt>
                <c:pt idx="334">
                  <c:v>0.167</c:v>
                </c:pt>
                <c:pt idx="335">
                  <c:v>0.1675</c:v>
                </c:pt>
                <c:pt idx="336">
                  <c:v>0.168</c:v>
                </c:pt>
                <c:pt idx="337">
                  <c:v>0.1685</c:v>
                </c:pt>
                <c:pt idx="338">
                  <c:v>0.169</c:v>
                </c:pt>
                <c:pt idx="339">
                  <c:v>0.1695</c:v>
                </c:pt>
                <c:pt idx="340">
                  <c:v>0.17</c:v>
                </c:pt>
                <c:pt idx="341">
                  <c:v>0.1705</c:v>
                </c:pt>
                <c:pt idx="342">
                  <c:v>0.171</c:v>
                </c:pt>
                <c:pt idx="343">
                  <c:v>0.1715</c:v>
                </c:pt>
                <c:pt idx="344">
                  <c:v>0.172</c:v>
                </c:pt>
                <c:pt idx="345">
                  <c:v>0.1725</c:v>
                </c:pt>
                <c:pt idx="346">
                  <c:v>0.173</c:v>
                </c:pt>
                <c:pt idx="347">
                  <c:v>0.1735</c:v>
                </c:pt>
                <c:pt idx="348">
                  <c:v>0.174</c:v>
                </c:pt>
                <c:pt idx="349">
                  <c:v>0.1745</c:v>
                </c:pt>
                <c:pt idx="350">
                  <c:v>0.175</c:v>
                </c:pt>
                <c:pt idx="351">
                  <c:v>0.1755</c:v>
                </c:pt>
                <c:pt idx="352">
                  <c:v>0.176</c:v>
                </c:pt>
                <c:pt idx="353">
                  <c:v>0.1765</c:v>
                </c:pt>
                <c:pt idx="354">
                  <c:v>0.177</c:v>
                </c:pt>
                <c:pt idx="355">
                  <c:v>0.1775</c:v>
                </c:pt>
                <c:pt idx="356">
                  <c:v>0.178</c:v>
                </c:pt>
                <c:pt idx="357">
                  <c:v>0.1785</c:v>
                </c:pt>
                <c:pt idx="358">
                  <c:v>0.179</c:v>
                </c:pt>
                <c:pt idx="359">
                  <c:v>0.1795</c:v>
                </c:pt>
                <c:pt idx="360">
                  <c:v>0.18</c:v>
                </c:pt>
                <c:pt idx="361">
                  <c:v>0.1805</c:v>
                </c:pt>
                <c:pt idx="362">
                  <c:v>0.181</c:v>
                </c:pt>
                <c:pt idx="363">
                  <c:v>0.1815</c:v>
                </c:pt>
                <c:pt idx="364">
                  <c:v>0.182</c:v>
                </c:pt>
                <c:pt idx="365">
                  <c:v>0.1825</c:v>
                </c:pt>
                <c:pt idx="366">
                  <c:v>0.183</c:v>
                </c:pt>
                <c:pt idx="367">
                  <c:v>0.1835</c:v>
                </c:pt>
                <c:pt idx="368">
                  <c:v>0.184</c:v>
                </c:pt>
                <c:pt idx="369">
                  <c:v>0.1845</c:v>
                </c:pt>
                <c:pt idx="370">
                  <c:v>0.185</c:v>
                </c:pt>
                <c:pt idx="371">
                  <c:v>0.1855</c:v>
                </c:pt>
                <c:pt idx="372">
                  <c:v>0.186</c:v>
                </c:pt>
                <c:pt idx="373">
                  <c:v>0.1865</c:v>
                </c:pt>
                <c:pt idx="374">
                  <c:v>0.187</c:v>
                </c:pt>
                <c:pt idx="375">
                  <c:v>0.1875</c:v>
                </c:pt>
                <c:pt idx="376">
                  <c:v>0.188</c:v>
                </c:pt>
                <c:pt idx="377">
                  <c:v>0.1885</c:v>
                </c:pt>
                <c:pt idx="378">
                  <c:v>0.189</c:v>
                </c:pt>
                <c:pt idx="379">
                  <c:v>0.1895</c:v>
                </c:pt>
                <c:pt idx="380">
                  <c:v>0.19</c:v>
                </c:pt>
                <c:pt idx="381">
                  <c:v>0.1905</c:v>
                </c:pt>
                <c:pt idx="382">
                  <c:v>0.191</c:v>
                </c:pt>
                <c:pt idx="383">
                  <c:v>0.1915</c:v>
                </c:pt>
                <c:pt idx="384">
                  <c:v>0.192</c:v>
                </c:pt>
                <c:pt idx="385">
                  <c:v>0.1925</c:v>
                </c:pt>
                <c:pt idx="386">
                  <c:v>0.193</c:v>
                </c:pt>
                <c:pt idx="387">
                  <c:v>0.1935</c:v>
                </c:pt>
                <c:pt idx="388">
                  <c:v>0.194</c:v>
                </c:pt>
                <c:pt idx="389">
                  <c:v>0.1945</c:v>
                </c:pt>
                <c:pt idx="390">
                  <c:v>0.195</c:v>
                </c:pt>
                <c:pt idx="391">
                  <c:v>0.1955</c:v>
                </c:pt>
                <c:pt idx="392">
                  <c:v>0.196</c:v>
                </c:pt>
                <c:pt idx="393">
                  <c:v>0.1965</c:v>
                </c:pt>
                <c:pt idx="394">
                  <c:v>0.197</c:v>
                </c:pt>
                <c:pt idx="395">
                  <c:v>0.1975</c:v>
                </c:pt>
                <c:pt idx="396">
                  <c:v>0.198</c:v>
                </c:pt>
                <c:pt idx="397">
                  <c:v>0.1985</c:v>
                </c:pt>
                <c:pt idx="398">
                  <c:v>0.199</c:v>
                </c:pt>
                <c:pt idx="399">
                  <c:v>0.1995</c:v>
                </c:pt>
                <c:pt idx="400">
                  <c:v>0.2</c:v>
                </c:pt>
                <c:pt idx="401">
                  <c:v>0.2005</c:v>
                </c:pt>
                <c:pt idx="402">
                  <c:v>0.201</c:v>
                </c:pt>
                <c:pt idx="403">
                  <c:v>0.2015</c:v>
                </c:pt>
                <c:pt idx="404">
                  <c:v>0.202</c:v>
                </c:pt>
                <c:pt idx="405">
                  <c:v>0.2025</c:v>
                </c:pt>
                <c:pt idx="406">
                  <c:v>0.203</c:v>
                </c:pt>
                <c:pt idx="407">
                  <c:v>0.2035</c:v>
                </c:pt>
                <c:pt idx="408">
                  <c:v>0.204</c:v>
                </c:pt>
                <c:pt idx="409">
                  <c:v>0.2045</c:v>
                </c:pt>
                <c:pt idx="410">
                  <c:v>0.205</c:v>
                </c:pt>
                <c:pt idx="411">
                  <c:v>0.2055</c:v>
                </c:pt>
                <c:pt idx="412">
                  <c:v>0.206</c:v>
                </c:pt>
                <c:pt idx="413">
                  <c:v>0.2065</c:v>
                </c:pt>
                <c:pt idx="414">
                  <c:v>0.207</c:v>
                </c:pt>
                <c:pt idx="415">
                  <c:v>0.2075</c:v>
                </c:pt>
                <c:pt idx="416">
                  <c:v>0.208</c:v>
                </c:pt>
                <c:pt idx="417">
                  <c:v>0.2085</c:v>
                </c:pt>
                <c:pt idx="418">
                  <c:v>0.209</c:v>
                </c:pt>
                <c:pt idx="419">
                  <c:v>0.2095</c:v>
                </c:pt>
                <c:pt idx="420">
                  <c:v>0.21</c:v>
                </c:pt>
                <c:pt idx="421">
                  <c:v>0.2105</c:v>
                </c:pt>
                <c:pt idx="422">
                  <c:v>0.211</c:v>
                </c:pt>
                <c:pt idx="423">
                  <c:v>0.2115</c:v>
                </c:pt>
                <c:pt idx="424">
                  <c:v>0.212</c:v>
                </c:pt>
                <c:pt idx="425">
                  <c:v>0.2125</c:v>
                </c:pt>
                <c:pt idx="426">
                  <c:v>0.213</c:v>
                </c:pt>
                <c:pt idx="427">
                  <c:v>0.2135</c:v>
                </c:pt>
                <c:pt idx="428">
                  <c:v>0.214</c:v>
                </c:pt>
                <c:pt idx="429">
                  <c:v>0.2145</c:v>
                </c:pt>
                <c:pt idx="430">
                  <c:v>0.215</c:v>
                </c:pt>
                <c:pt idx="431">
                  <c:v>0.2155</c:v>
                </c:pt>
                <c:pt idx="432">
                  <c:v>0.216</c:v>
                </c:pt>
                <c:pt idx="433">
                  <c:v>0.2165</c:v>
                </c:pt>
                <c:pt idx="434">
                  <c:v>0.217</c:v>
                </c:pt>
                <c:pt idx="435">
                  <c:v>0.2175</c:v>
                </c:pt>
                <c:pt idx="436">
                  <c:v>0.218</c:v>
                </c:pt>
                <c:pt idx="437">
                  <c:v>0.2185</c:v>
                </c:pt>
                <c:pt idx="438">
                  <c:v>0.219</c:v>
                </c:pt>
                <c:pt idx="439">
                  <c:v>0.2195</c:v>
                </c:pt>
                <c:pt idx="440">
                  <c:v>0.22</c:v>
                </c:pt>
                <c:pt idx="441">
                  <c:v>0.2205</c:v>
                </c:pt>
                <c:pt idx="442">
                  <c:v>0.221</c:v>
                </c:pt>
                <c:pt idx="443">
                  <c:v>0.2215</c:v>
                </c:pt>
                <c:pt idx="444">
                  <c:v>0.222</c:v>
                </c:pt>
                <c:pt idx="445">
                  <c:v>0.2225</c:v>
                </c:pt>
                <c:pt idx="446">
                  <c:v>0.223</c:v>
                </c:pt>
                <c:pt idx="447">
                  <c:v>0.2235</c:v>
                </c:pt>
                <c:pt idx="448">
                  <c:v>0.224</c:v>
                </c:pt>
                <c:pt idx="449">
                  <c:v>0.2245</c:v>
                </c:pt>
                <c:pt idx="450">
                  <c:v>0.225</c:v>
                </c:pt>
                <c:pt idx="451">
                  <c:v>0.2255</c:v>
                </c:pt>
                <c:pt idx="452">
                  <c:v>0.226</c:v>
                </c:pt>
                <c:pt idx="453">
                  <c:v>0.2265</c:v>
                </c:pt>
                <c:pt idx="454">
                  <c:v>0.227</c:v>
                </c:pt>
                <c:pt idx="455">
                  <c:v>0.2275</c:v>
                </c:pt>
                <c:pt idx="456">
                  <c:v>0.228</c:v>
                </c:pt>
                <c:pt idx="457">
                  <c:v>0.2285</c:v>
                </c:pt>
                <c:pt idx="458">
                  <c:v>0.229</c:v>
                </c:pt>
                <c:pt idx="459">
                  <c:v>0.2295</c:v>
                </c:pt>
                <c:pt idx="460">
                  <c:v>0.23</c:v>
                </c:pt>
                <c:pt idx="461">
                  <c:v>0.2305</c:v>
                </c:pt>
                <c:pt idx="462">
                  <c:v>0.231</c:v>
                </c:pt>
                <c:pt idx="463">
                  <c:v>0.2315</c:v>
                </c:pt>
                <c:pt idx="464">
                  <c:v>0.232</c:v>
                </c:pt>
                <c:pt idx="465">
                  <c:v>0.2325</c:v>
                </c:pt>
                <c:pt idx="466">
                  <c:v>0.233</c:v>
                </c:pt>
                <c:pt idx="467">
                  <c:v>0.2335</c:v>
                </c:pt>
                <c:pt idx="468">
                  <c:v>0.234</c:v>
                </c:pt>
                <c:pt idx="469">
                  <c:v>0.2345</c:v>
                </c:pt>
                <c:pt idx="470">
                  <c:v>0.235</c:v>
                </c:pt>
                <c:pt idx="471">
                  <c:v>0.2355</c:v>
                </c:pt>
                <c:pt idx="472">
                  <c:v>0.236</c:v>
                </c:pt>
                <c:pt idx="473">
                  <c:v>0.2365</c:v>
                </c:pt>
                <c:pt idx="474">
                  <c:v>0.237</c:v>
                </c:pt>
                <c:pt idx="475">
                  <c:v>0.2375</c:v>
                </c:pt>
                <c:pt idx="476">
                  <c:v>0.238</c:v>
                </c:pt>
                <c:pt idx="477">
                  <c:v>0.2385</c:v>
                </c:pt>
                <c:pt idx="478">
                  <c:v>0.239</c:v>
                </c:pt>
                <c:pt idx="479">
                  <c:v>0.2395</c:v>
                </c:pt>
                <c:pt idx="480">
                  <c:v>0.24</c:v>
                </c:pt>
                <c:pt idx="481">
                  <c:v>0.2405</c:v>
                </c:pt>
                <c:pt idx="482">
                  <c:v>0.241</c:v>
                </c:pt>
                <c:pt idx="483">
                  <c:v>0.2415</c:v>
                </c:pt>
                <c:pt idx="484">
                  <c:v>0.242</c:v>
                </c:pt>
                <c:pt idx="485">
                  <c:v>0.2425</c:v>
                </c:pt>
                <c:pt idx="486">
                  <c:v>0.243</c:v>
                </c:pt>
                <c:pt idx="487">
                  <c:v>0.2435</c:v>
                </c:pt>
                <c:pt idx="488">
                  <c:v>0.244</c:v>
                </c:pt>
                <c:pt idx="489">
                  <c:v>0.2445</c:v>
                </c:pt>
                <c:pt idx="490">
                  <c:v>0.245</c:v>
                </c:pt>
                <c:pt idx="491">
                  <c:v>0.2455</c:v>
                </c:pt>
                <c:pt idx="492">
                  <c:v>0.246</c:v>
                </c:pt>
                <c:pt idx="493">
                  <c:v>0.2465</c:v>
                </c:pt>
                <c:pt idx="494">
                  <c:v>0.247</c:v>
                </c:pt>
                <c:pt idx="495">
                  <c:v>0.2475</c:v>
                </c:pt>
                <c:pt idx="496">
                  <c:v>0.248</c:v>
                </c:pt>
                <c:pt idx="497">
                  <c:v>0.2485</c:v>
                </c:pt>
                <c:pt idx="498">
                  <c:v>0.249</c:v>
                </c:pt>
                <c:pt idx="499">
                  <c:v>0.2495</c:v>
                </c:pt>
                <c:pt idx="500">
                  <c:v>0.25</c:v>
                </c:pt>
                <c:pt idx="501">
                  <c:v>0.2505</c:v>
                </c:pt>
                <c:pt idx="502">
                  <c:v>0.251</c:v>
                </c:pt>
                <c:pt idx="503">
                  <c:v>0.2515</c:v>
                </c:pt>
                <c:pt idx="504">
                  <c:v>0.252</c:v>
                </c:pt>
                <c:pt idx="505">
                  <c:v>0.2525</c:v>
                </c:pt>
                <c:pt idx="506">
                  <c:v>0.253</c:v>
                </c:pt>
                <c:pt idx="507">
                  <c:v>0.2535</c:v>
                </c:pt>
                <c:pt idx="508">
                  <c:v>0.254</c:v>
                </c:pt>
                <c:pt idx="509">
                  <c:v>0.2545</c:v>
                </c:pt>
                <c:pt idx="510">
                  <c:v>0.255</c:v>
                </c:pt>
                <c:pt idx="511">
                  <c:v>0.2555</c:v>
                </c:pt>
                <c:pt idx="512">
                  <c:v>0.256</c:v>
                </c:pt>
                <c:pt idx="513">
                  <c:v>0.2565</c:v>
                </c:pt>
                <c:pt idx="514">
                  <c:v>0.257</c:v>
                </c:pt>
                <c:pt idx="515">
                  <c:v>0.2575</c:v>
                </c:pt>
                <c:pt idx="516">
                  <c:v>0.258</c:v>
                </c:pt>
                <c:pt idx="517">
                  <c:v>0.2585</c:v>
                </c:pt>
                <c:pt idx="518">
                  <c:v>0.259</c:v>
                </c:pt>
                <c:pt idx="519">
                  <c:v>0.2595</c:v>
                </c:pt>
                <c:pt idx="520">
                  <c:v>0.26</c:v>
                </c:pt>
                <c:pt idx="521">
                  <c:v>0.2605</c:v>
                </c:pt>
                <c:pt idx="522">
                  <c:v>0.261</c:v>
                </c:pt>
                <c:pt idx="523">
                  <c:v>0.2615</c:v>
                </c:pt>
                <c:pt idx="524">
                  <c:v>0.262</c:v>
                </c:pt>
                <c:pt idx="525">
                  <c:v>0.2625</c:v>
                </c:pt>
                <c:pt idx="526">
                  <c:v>0.263</c:v>
                </c:pt>
                <c:pt idx="527">
                  <c:v>0.2635</c:v>
                </c:pt>
                <c:pt idx="528">
                  <c:v>0.264</c:v>
                </c:pt>
                <c:pt idx="529">
                  <c:v>0.2645</c:v>
                </c:pt>
                <c:pt idx="530">
                  <c:v>0.265</c:v>
                </c:pt>
                <c:pt idx="531">
                  <c:v>0.2655</c:v>
                </c:pt>
                <c:pt idx="532">
                  <c:v>0.266</c:v>
                </c:pt>
                <c:pt idx="533">
                  <c:v>0.2665</c:v>
                </c:pt>
                <c:pt idx="534">
                  <c:v>0.267</c:v>
                </c:pt>
                <c:pt idx="535">
                  <c:v>0.2675</c:v>
                </c:pt>
                <c:pt idx="536">
                  <c:v>0.268</c:v>
                </c:pt>
                <c:pt idx="537">
                  <c:v>0.2685</c:v>
                </c:pt>
                <c:pt idx="538">
                  <c:v>0.269</c:v>
                </c:pt>
                <c:pt idx="539">
                  <c:v>0.2695</c:v>
                </c:pt>
                <c:pt idx="540">
                  <c:v>0.27</c:v>
                </c:pt>
                <c:pt idx="541">
                  <c:v>0.2705</c:v>
                </c:pt>
                <c:pt idx="542">
                  <c:v>0.271</c:v>
                </c:pt>
                <c:pt idx="543">
                  <c:v>0.2715</c:v>
                </c:pt>
                <c:pt idx="544">
                  <c:v>0.272</c:v>
                </c:pt>
                <c:pt idx="545">
                  <c:v>0.2725</c:v>
                </c:pt>
                <c:pt idx="546">
                  <c:v>0.273</c:v>
                </c:pt>
                <c:pt idx="547">
                  <c:v>0.2735</c:v>
                </c:pt>
                <c:pt idx="548">
                  <c:v>0.274</c:v>
                </c:pt>
                <c:pt idx="549">
                  <c:v>0.2745</c:v>
                </c:pt>
                <c:pt idx="550">
                  <c:v>0.275</c:v>
                </c:pt>
                <c:pt idx="551">
                  <c:v>0.2755</c:v>
                </c:pt>
                <c:pt idx="552">
                  <c:v>0.276</c:v>
                </c:pt>
                <c:pt idx="553">
                  <c:v>0.2765</c:v>
                </c:pt>
                <c:pt idx="554">
                  <c:v>0.277</c:v>
                </c:pt>
                <c:pt idx="555">
                  <c:v>0.2775</c:v>
                </c:pt>
                <c:pt idx="556">
                  <c:v>0.278</c:v>
                </c:pt>
                <c:pt idx="557">
                  <c:v>0.2785</c:v>
                </c:pt>
                <c:pt idx="558">
                  <c:v>0.279</c:v>
                </c:pt>
                <c:pt idx="559">
                  <c:v>0.2795</c:v>
                </c:pt>
                <c:pt idx="560">
                  <c:v>0.28</c:v>
                </c:pt>
                <c:pt idx="561">
                  <c:v>0.2805</c:v>
                </c:pt>
                <c:pt idx="562">
                  <c:v>0.281</c:v>
                </c:pt>
                <c:pt idx="563">
                  <c:v>0.2815</c:v>
                </c:pt>
                <c:pt idx="564">
                  <c:v>0.282</c:v>
                </c:pt>
                <c:pt idx="565">
                  <c:v>0.2825</c:v>
                </c:pt>
                <c:pt idx="566">
                  <c:v>0.283</c:v>
                </c:pt>
                <c:pt idx="567">
                  <c:v>0.2835</c:v>
                </c:pt>
                <c:pt idx="568">
                  <c:v>0.284</c:v>
                </c:pt>
                <c:pt idx="569">
                  <c:v>0.2845</c:v>
                </c:pt>
                <c:pt idx="570">
                  <c:v>0.285</c:v>
                </c:pt>
                <c:pt idx="571">
                  <c:v>0.2855</c:v>
                </c:pt>
                <c:pt idx="572">
                  <c:v>0.286</c:v>
                </c:pt>
                <c:pt idx="573">
                  <c:v>0.2865</c:v>
                </c:pt>
                <c:pt idx="574">
                  <c:v>0.287</c:v>
                </c:pt>
                <c:pt idx="575">
                  <c:v>0.2875</c:v>
                </c:pt>
                <c:pt idx="576">
                  <c:v>0.288</c:v>
                </c:pt>
                <c:pt idx="577">
                  <c:v>0.2885</c:v>
                </c:pt>
                <c:pt idx="578">
                  <c:v>0.289</c:v>
                </c:pt>
                <c:pt idx="579">
                  <c:v>0.2895</c:v>
                </c:pt>
                <c:pt idx="580">
                  <c:v>0.29</c:v>
                </c:pt>
                <c:pt idx="581">
                  <c:v>0.2905</c:v>
                </c:pt>
                <c:pt idx="582">
                  <c:v>0.291</c:v>
                </c:pt>
                <c:pt idx="583">
                  <c:v>0.2915</c:v>
                </c:pt>
                <c:pt idx="584">
                  <c:v>0.292</c:v>
                </c:pt>
                <c:pt idx="585">
                  <c:v>0.2925</c:v>
                </c:pt>
                <c:pt idx="586">
                  <c:v>0.293</c:v>
                </c:pt>
                <c:pt idx="587">
                  <c:v>0.2935</c:v>
                </c:pt>
                <c:pt idx="588">
                  <c:v>0.294</c:v>
                </c:pt>
                <c:pt idx="589">
                  <c:v>0.2945</c:v>
                </c:pt>
                <c:pt idx="590">
                  <c:v>0.295</c:v>
                </c:pt>
                <c:pt idx="591">
                  <c:v>0.2955</c:v>
                </c:pt>
                <c:pt idx="592">
                  <c:v>0.296</c:v>
                </c:pt>
                <c:pt idx="593">
                  <c:v>0.2965</c:v>
                </c:pt>
                <c:pt idx="594">
                  <c:v>0.297</c:v>
                </c:pt>
                <c:pt idx="595">
                  <c:v>0.2975</c:v>
                </c:pt>
                <c:pt idx="596">
                  <c:v>0.298</c:v>
                </c:pt>
                <c:pt idx="597">
                  <c:v>0.2985</c:v>
                </c:pt>
                <c:pt idx="598">
                  <c:v>0.299</c:v>
                </c:pt>
                <c:pt idx="599">
                  <c:v>0.2995</c:v>
                </c:pt>
                <c:pt idx="600">
                  <c:v>0.3</c:v>
                </c:pt>
              </c:numCache>
            </c:numRef>
          </c:xVal>
          <c:yVal>
            <c:numRef>
              <c:f>Sheet1!$B$2:$B$602</c:f>
              <c:numCache>
                <c:formatCode>General</c:formatCode>
                <c:ptCount val="601"/>
                <c:pt idx="0">
                  <c:v>80</c:v>
                </c:pt>
                <c:pt idx="1">
                  <c:v>79.833</c:v>
                </c:pt>
                <c:pt idx="2">
                  <c:v>79.333</c:v>
                </c:pt>
                <c:pt idx="3">
                  <c:v>78.504</c:v>
                </c:pt>
                <c:pt idx="4">
                  <c:v>77.349</c:v>
                </c:pt>
                <c:pt idx="5">
                  <c:v>75.876</c:v>
                </c:pt>
                <c:pt idx="6">
                  <c:v>74.092</c:v>
                </c:pt>
                <c:pt idx="7">
                  <c:v>72.004</c:v>
                </c:pt>
                <c:pt idx="8">
                  <c:v>69.623</c:v>
                </c:pt>
                <c:pt idx="9">
                  <c:v>66.959</c:v>
                </c:pt>
                <c:pt idx="10">
                  <c:v>64.026</c:v>
                </c:pt>
                <c:pt idx="11">
                  <c:v>60.835</c:v>
                </c:pt>
                <c:pt idx="12">
                  <c:v>57.402</c:v>
                </c:pt>
                <c:pt idx="13">
                  <c:v>53.741</c:v>
                </c:pt>
                <c:pt idx="14">
                  <c:v>49.869</c:v>
                </c:pt>
                <c:pt idx="15">
                  <c:v>45.802</c:v>
                </c:pt>
                <c:pt idx="16">
                  <c:v>41.559</c:v>
                </c:pt>
                <c:pt idx="17">
                  <c:v>37.156</c:v>
                </c:pt>
                <c:pt idx="18">
                  <c:v>32.615</c:v>
                </c:pt>
                <c:pt idx="19">
                  <c:v>27.953</c:v>
                </c:pt>
                <c:pt idx="20">
                  <c:v>23.19</c:v>
                </c:pt>
                <c:pt idx="21">
                  <c:v>18.348</c:v>
                </c:pt>
                <c:pt idx="22">
                  <c:v>13.447</c:v>
                </c:pt>
                <c:pt idx="23">
                  <c:v>8.506</c:v>
                </c:pt>
                <c:pt idx="24">
                  <c:v>3.547</c:v>
                </c:pt>
                <c:pt idx="25">
                  <c:v>-1.408</c:v>
                </c:pt>
                <c:pt idx="26">
                  <c:v>-6.341</c:v>
                </c:pt>
                <c:pt idx="27">
                  <c:v>-11.229</c:v>
                </c:pt>
                <c:pt idx="28">
                  <c:v>-16.054</c:v>
                </c:pt>
                <c:pt idx="29">
                  <c:v>-20.794</c:v>
                </c:pt>
                <c:pt idx="30">
                  <c:v>-25.431</c:v>
                </c:pt>
                <c:pt idx="31">
                  <c:v>-29.945</c:v>
                </c:pt>
                <c:pt idx="32">
                  <c:v>-34.318</c:v>
                </c:pt>
                <c:pt idx="33">
                  <c:v>-38.533</c:v>
                </c:pt>
                <c:pt idx="34">
                  <c:v>-42.571</c:v>
                </c:pt>
                <c:pt idx="35">
                  <c:v>-46.418</c:v>
                </c:pt>
                <c:pt idx="36">
                  <c:v>-50.057</c:v>
                </c:pt>
                <c:pt idx="37">
                  <c:v>-53.474</c:v>
                </c:pt>
                <c:pt idx="38">
                  <c:v>-56.656</c:v>
                </c:pt>
                <c:pt idx="39">
                  <c:v>-59.591</c:v>
                </c:pt>
                <c:pt idx="40">
                  <c:v>-62.265</c:v>
                </c:pt>
                <c:pt idx="41">
                  <c:v>-64.671</c:v>
                </c:pt>
                <c:pt idx="42">
                  <c:v>-66.798</c:v>
                </c:pt>
                <c:pt idx="43">
                  <c:v>-68.639</c:v>
                </c:pt>
                <c:pt idx="44">
                  <c:v>-70.186</c:v>
                </c:pt>
                <c:pt idx="45">
                  <c:v>-71.435</c:v>
                </c:pt>
                <c:pt idx="46">
                  <c:v>-72.381</c:v>
                </c:pt>
                <c:pt idx="47">
                  <c:v>-73.022</c:v>
                </c:pt>
                <c:pt idx="48">
                  <c:v>-73.355</c:v>
                </c:pt>
                <c:pt idx="49">
                  <c:v>-73.381</c:v>
                </c:pt>
                <c:pt idx="50">
                  <c:v>-73.101</c:v>
                </c:pt>
                <c:pt idx="51">
                  <c:v>-72.516</c:v>
                </c:pt>
                <c:pt idx="52">
                  <c:v>-71.631</c:v>
                </c:pt>
                <c:pt idx="53">
                  <c:v>-70.449</c:v>
                </c:pt>
                <c:pt idx="54">
                  <c:v>-68.978</c:v>
                </c:pt>
                <c:pt idx="55">
                  <c:v>-67.224</c:v>
                </c:pt>
                <c:pt idx="56">
                  <c:v>-65.195</c:v>
                </c:pt>
                <c:pt idx="57">
                  <c:v>-62.901</c:v>
                </c:pt>
                <c:pt idx="58">
                  <c:v>-60.353</c:v>
                </c:pt>
                <c:pt idx="59">
                  <c:v>-57.562</c:v>
                </c:pt>
                <c:pt idx="60">
                  <c:v>-54.54</c:v>
                </c:pt>
                <c:pt idx="61">
                  <c:v>-51.301</c:v>
                </c:pt>
                <c:pt idx="62">
                  <c:v>-47.86</c:v>
                </c:pt>
                <c:pt idx="63">
                  <c:v>-44.23</c:v>
                </c:pt>
                <c:pt idx="64">
                  <c:v>-40.429</c:v>
                </c:pt>
                <c:pt idx="65">
                  <c:v>-36.473</c:v>
                </c:pt>
                <c:pt idx="66">
                  <c:v>-32.378</c:v>
                </c:pt>
                <c:pt idx="67">
                  <c:v>-28.162</c:v>
                </c:pt>
                <c:pt idx="68">
                  <c:v>-23.844</c:v>
                </c:pt>
                <c:pt idx="69">
                  <c:v>-19.442</c:v>
                </c:pt>
                <c:pt idx="70">
                  <c:v>-14.974</c:v>
                </c:pt>
                <c:pt idx="71">
                  <c:v>-10.459</c:v>
                </c:pt>
                <c:pt idx="72">
                  <c:v>-5.916</c:v>
                </c:pt>
                <c:pt idx="73">
                  <c:v>-1.365</c:v>
                </c:pt>
                <c:pt idx="74">
                  <c:v>3.176</c:v>
                </c:pt>
                <c:pt idx="75">
                  <c:v>7.688</c:v>
                </c:pt>
                <c:pt idx="76">
                  <c:v>12.151</c:v>
                </c:pt>
                <c:pt idx="77">
                  <c:v>16.548</c:v>
                </c:pt>
                <c:pt idx="78">
                  <c:v>20.861</c:v>
                </c:pt>
                <c:pt idx="79">
                  <c:v>25.071</c:v>
                </c:pt>
                <c:pt idx="80">
                  <c:v>29.161</c:v>
                </c:pt>
                <c:pt idx="81">
                  <c:v>33.115</c:v>
                </c:pt>
                <c:pt idx="82">
                  <c:v>36.917</c:v>
                </c:pt>
                <c:pt idx="83">
                  <c:v>40.552</c:v>
                </c:pt>
                <c:pt idx="84">
                  <c:v>44.004</c:v>
                </c:pt>
                <c:pt idx="85">
                  <c:v>47.26</c:v>
                </c:pt>
                <c:pt idx="86">
                  <c:v>50.308</c:v>
                </c:pt>
                <c:pt idx="87">
                  <c:v>53.134</c:v>
                </c:pt>
                <c:pt idx="88">
                  <c:v>55.729</c:v>
                </c:pt>
                <c:pt idx="89">
                  <c:v>58.082</c:v>
                </c:pt>
                <c:pt idx="90">
                  <c:v>60.184</c:v>
                </c:pt>
                <c:pt idx="91">
                  <c:v>62.028</c:v>
                </c:pt>
                <c:pt idx="92">
                  <c:v>63.606</c:v>
                </c:pt>
                <c:pt idx="93">
                  <c:v>64.912</c:v>
                </c:pt>
                <c:pt idx="94">
                  <c:v>65.943</c:v>
                </c:pt>
                <c:pt idx="95">
                  <c:v>66.695</c:v>
                </c:pt>
                <c:pt idx="96">
                  <c:v>67.166</c:v>
                </c:pt>
                <c:pt idx="97">
                  <c:v>67.355</c:v>
                </c:pt>
                <c:pt idx="98">
                  <c:v>67.262</c:v>
                </c:pt>
                <c:pt idx="99">
                  <c:v>66.888</c:v>
                </c:pt>
                <c:pt idx="100">
                  <c:v>66.237</c:v>
                </c:pt>
                <c:pt idx="101">
                  <c:v>65.311</c:v>
                </c:pt>
                <c:pt idx="102">
                  <c:v>64.115</c:v>
                </c:pt>
                <c:pt idx="103">
                  <c:v>62.657</c:v>
                </c:pt>
                <c:pt idx="104">
                  <c:v>60.941</c:v>
                </c:pt>
                <c:pt idx="105">
                  <c:v>58.978</c:v>
                </c:pt>
                <c:pt idx="106">
                  <c:v>56.775</c:v>
                </c:pt>
                <c:pt idx="107">
                  <c:v>54.342</c:v>
                </c:pt>
                <c:pt idx="108">
                  <c:v>51.692</c:v>
                </c:pt>
                <c:pt idx="109">
                  <c:v>48.835</c:v>
                </c:pt>
                <c:pt idx="110">
                  <c:v>45.784</c:v>
                </c:pt>
                <c:pt idx="111">
                  <c:v>42.553</c:v>
                </c:pt>
                <c:pt idx="112">
                  <c:v>39.155</c:v>
                </c:pt>
                <c:pt idx="113">
                  <c:v>35.606</c:v>
                </c:pt>
                <c:pt idx="114">
                  <c:v>31.921</c:v>
                </c:pt>
                <c:pt idx="115">
                  <c:v>28.116</c:v>
                </c:pt>
                <c:pt idx="116">
                  <c:v>24.206</c:v>
                </c:pt>
                <c:pt idx="117">
                  <c:v>20.21</c:v>
                </c:pt>
                <c:pt idx="118">
                  <c:v>16.143</c:v>
                </c:pt>
                <c:pt idx="119">
                  <c:v>12.023</c:v>
                </c:pt>
                <c:pt idx="120">
                  <c:v>7.867</c:v>
                </c:pt>
                <c:pt idx="121">
                  <c:v>3.694</c:v>
                </c:pt>
                <c:pt idx="122">
                  <c:v>-0.481</c:v>
                </c:pt>
                <c:pt idx="123">
                  <c:v>-4.638</c:v>
                </c:pt>
                <c:pt idx="124">
                  <c:v>-8.762</c:v>
                </c:pt>
                <c:pt idx="125">
                  <c:v>-12.834</c:v>
                </c:pt>
                <c:pt idx="126">
                  <c:v>-16.839</c:v>
                </c:pt>
                <c:pt idx="127">
                  <c:v>-20.759</c:v>
                </c:pt>
                <c:pt idx="128">
                  <c:v>-24.578</c:v>
                </c:pt>
                <c:pt idx="129">
                  <c:v>-28.281</c:v>
                </c:pt>
                <c:pt idx="130">
                  <c:v>-31.854</c:v>
                </c:pt>
                <c:pt idx="131">
                  <c:v>-35.28</c:v>
                </c:pt>
                <c:pt idx="132">
                  <c:v>-38.547</c:v>
                </c:pt>
                <c:pt idx="133">
                  <c:v>-41.642</c:v>
                </c:pt>
                <c:pt idx="134">
                  <c:v>-44.552</c:v>
                </c:pt>
                <c:pt idx="135">
                  <c:v>-47.265</c:v>
                </c:pt>
                <c:pt idx="136">
                  <c:v>-49.772</c:v>
                </c:pt>
                <c:pt idx="137">
                  <c:v>-52.061</c:v>
                </c:pt>
                <c:pt idx="138">
                  <c:v>-54.126</c:v>
                </c:pt>
                <c:pt idx="139">
                  <c:v>-55.957</c:v>
                </c:pt>
                <c:pt idx="140">
                  <c:v>-57.548</c:v>
                </c:pt>
                <c:pt idx="141">
                  <c:v>-58.893</c:v>
                </c:pt>
                <c:pt idx="142">
                  <c:v>-59.987</c:v>
                </c:pt>
                <c:pt idx="143">
                  <c:v>-60.827</c:v>
                </c:pt>
                <c:pt idx="144">
                  <c:v>-61.41</c:v>
                </c:pt>
                <c:pt idx="145">
                  <c:v>-61.735</c:v>
                </c:pt>
                <c:pt idx="146">
                  <c:v>-61.801</c:v>
                </c:pt>
                <c:pt idx="147">
                  <c:v>-61.608</c:v>
                </c:pt>
                <c:pt idx="148">
                  <c:v>-61.159</c:v>
                </c:pt>
                <c:pt idx="149">
                  <c:v>-60.456</c:v>
                </c:pt>
                <c:pt idx="150">
                  <c:v>-59.503</c:v>
                </c:pt>
                <c:pt idx="151">
                  <c:v>-58.305</c:v>
                </c:pt>
                <c:pt idx="152">
                  <c:v>-56.868</c:v>
                </c:pt>
                <c:pt idx="153">
                  <c:v>-55.198</c:v>
                </c:pt>
                <c:pt idx="154">
                  <c:v>-53.304</c:v>
                </c:pt>
                <c:pt idx="155">
                  <c:v>-51.194</c:v>
                </c:pt>
                <c:pt idx="156">
                  <c:v>-48.878</c:v>
                </c:pt>
                <c:pt idx="157">
                  <c:v>-46.366</c:v>
                </c:pt>
                <c:pt idx="158">
                  <c:v>-43.669</c:v>
                </c:pt>
                <c:pt idx="159">
                  <c:v>-40.799</c:v>
                </c:pt>
                <c:pt idx="160">
                  <c:v>-37.769</c:v>
                </c:pt>
                <c:pt idx="161">
                  <c:v>-34.592</c:v>
                </c:pt>
                <c:pt idx="162">
                  <c:v>-31.282</c:v>
                </c:pt>
                <c:pt idx="163">
                  <c:v>-27.853</c:v>
                </c:pt>
                <c:pt idx="164">
                  <c:v>-24.32</c:v>
                </c:pt>
                <c:pt idx="165">
                  <c:v>-20.697</c:v>
                </c:pt>
                <c:pt idx="166">
                  <c:v>-17.001</c:v>
                </c:pt>
                <c:pt idx="167">
                  <c:v>-13.247</c:v>
                </c:pt>
                <c:pt idx="168">
                  <c:v>-9.451</c:v>
                </c:pt>
                <c:pt idx="169">
                  <c:v>-5.629</c:v>
                </c:pt>
                <c:pt idx="170">
                  <c:v>-1.797</c:v>
                </c:pt>
                <c:pt idx="171">
                  <c:v>2.029</c:v>
                </c:pt>
                <c:pt idx="172">
                  <c:v>5.833</c:v>
                </c:pt>
                <c:pt idx="173">
                  <c:v>9.599</c:v>
                </c:pt>
                <c:pt idx="174">
                  <c:v>13.312</c:v>
                </c:pt>
                <c:pt idx="175">
                  <c:v>16.956</c:v>
                </c:pt>
                <c:pt idx="176">
                  <c:v>20.516</c:v>
                </c:pt>
                <c:pt idx="177">
                  <c:v>23.978</c:v>
                </c:pt>
                <c:pt idx="178">
                  <c:v>27.328</c:v>
                </c:pt>
                <c:pt idx="179">
                  <c:v>30.552</c:v>
                </c:pt>
                <c:pt idx="180">
                  <c:v>33.637</c:v>
                </c:pt>
                <c:pt idx="181">
                  <c:v>36.57</c:v>
                </c:pt>
                <c:pt idx="182">
                  <c:v>39.341</c:v>
                </c:pt>
                <c:pt idx="183">
                  <c:v>41.937</c:v>
                </c:pt>
                <c:pt idx="184">
                  <c:v>44.349</c:v>
                </c:pt>
                <c:pt idx="185">
                  <c:v>46.568</c:v>
                </c:pt>
                <c:pt idx="186">
                  <c:v>48.584</c:v>
                </c:pt>
                <c:pt idx="187">
                  <c:v>50.39</c:v>
                </c:pt>
                <c:pt idx="188">
                  <c:v>51.979</c:v>
                </c:pt>
                <c:pt idx="189">
                  <c:v>53.346</c:v>
                </c:pt>
                <c:pt idx="190">
                  <c:v>54.485</c:v>
                </c:pt>
                <c:pt idx="191">
                  <c:v>55.393</c:v>
                </c:pt>
                <c:pt idx="192">
                  <c:v>56.066</c:v>
                </c:pt>
                <c:pt idx="193">
                  <c:v>56.503</c:v>
                </c:pt>
                <c:pt idx="194">
                  <c:v>56.702</c:v>
                </c:pt>
                <c:pt idx="195">
                  <c:v>56.664</c:v>
                </c:pt>
                <c:pt idx="196">
                  <c:v>56.389</c:v>
                </c:pt>
                <c:pt idx="197">
                  <c:v>55.88</c:v>
                </c:pt>
                <c:pt idx="198">
                  <c:v>55.139</c:v>
                </c:pt>
                <c:pt idx="199">
                  <c:v>54.17</c:v>
                </c:pt>
                <c:pt idx="200">
                  <c:v>52.979</c:v>
                </c:pt>
                <c:pt idx="201">
                  <c:v>51.571</c:v>
                </c:pt>
                <c:pt idx="202">
                  <c:v>49.953</c:v>
                </c:pt>
                <c:pt idx="203">
                  <c:v>48.131</c:v>
                </c:pt>
                <c:pt idx="204">
                  <c:v>46.115</c:v>
                </c:pt>
                <c:pt idx="205">
                  <c:v>43.914</c:v>
                </c:pt>
                <c:pt idx="206">
                  <c:v>41.537</c:v>
                </c:pt>
                <c:pt idx="207">
                  <c:v>38.995</c:v>
                </c:pt>
                <c:pt idx="208">
                  <c:v>36.299</c:v>
                </c:pt>
                <c:pt idx="209">
                  <c:v>33.462</c:v>
                </c:pt>
                <c:pt idx="210">
                  <c:v>30.494</c:v>
                </c:pt>
                <c:pt idx="211">
                  <c:v>27.41</c:v>
                </c:pt>
                <c:pt idx="212">
                  <c:v>24.222</c:v>
                </c:pt>
                <c:pt idx="213">
                  <c:v>20.944</c:v>
                </c:pt>
                <c:pt idx="214">
                  <c:v>17.59</c:v>
                </c:pt>
                <c:pt idx="215">
                  <c:v>14.175</c:v>
                </c:pt>
                <c:pt idx="216">
                  <c:v>10.713</c:v>
                </c:pt>
                <c:pt idx="217">
                  <c:v>7.218</c:v>
                </c:pt>
                <c:pt idx="218">
                  <c:v>3.705</c:v>
                </c:pt>
                <c:pt idx="219">
                  <c:v>0.189</c:v>
                </c:pt>
                <c:pt idx="220">
                  <c:v>-3.315</c:v>
                </c:pt>
                <c:pt idx="221">
                  <c:v>-6.793</c:v>
                </c:pt>
                <c:pt idx="222">
                  <c:v>-10.23</c:v>
                </c:pt>
                <c:pt idx="223">
                  <c:v>-13.612</c:v>
                </c:pt>
                <c:pt idx="224">
                  <c:v>-16.926</c:v>
                </c:pt>
                <c:pt idx="225">
                  <c:v>-20.157</c:v>
                </c:pt>
                <c:pt idx="226">
                  <c:v>-23.292</c:v>
                </c:pt>
                <c:pt idx="227">
                  <c:v>-26.32</c:v>
                </c:pt>
                <c:pt idx="228">
                  <c:v>-29.226</c:v>
                </c:pt>
                <c:pt idx="229">
                  <c:v>-32.001</c:v>
                </c:pt>
                <c:pt idx="230">
                  <c:v>-34.632</c:v>
                </c:pt>
                <c:pt idx="231">
                  <c:v>-37.109</c:v>
                </c:pt>
                <c:pt idx="232">
                  <c:v>-39.422</c:v>
                </c:pt>
                <c:pt idx="233">
                  <c:v>-41.563</c:v>
                </c:pt>
                <c:pt idx="234">
                  <c:v>-43.522</c:v>
                </c:pt>
                <c:pt idx="235">
                  <c:v>-45.293</c:v>
                </c:pt>
                <c:pt idx="236">
                  <c:v>-46.868</c:v>
                </c:pt>
                <c:pt idx="237">
                  <c:v>-48.242</c:v>
                </c:pt>
                <c:pt idx="238">
                  <c:v>-49.41</c:v>
                </c:pt>
                <c:pt idx="239">
                  <c:v>-50.368</c:v>
                </c:pt>
                <c:pt idx="240">
                  <c:v>-51.111</c:v>
                </c:pt>
                <c:pt idx="241">
                  <c:v>-51.639</c:v>
                </c:pt>
                <c:pt idx="242">
                  <c:v>-51.949</c:v>
                </c:pt>
                <c:pt idx="243">
                  <c:v>-52.041</c:v>
                </c:pt>
                <c:pt idx="244">
                  <c:v>-51.916</c:v>
                </c:pt>
                <c:pt idx="245">
                  <c:v>-51.574</c:v>
                </c:pt>
                <c:pt idx="246">
                  <c:v>-51.018</c:v>
                </c:pt>
                <c:pt idx="247">
                  <c:v>-50.251</c:v>
                </c:pt>
                <c:pt idx="248">
                  <c:v>-49.277</c:v>
                </c:pt>
                <c:pt idx="249">
                  <c:v>-48.101</c:v>
                </c:pt>
                <c:pt idx="250">
                  <c:v>-46.728</c:v>
                </c:pt>
                <c:pt idx="251">
                  <c:v>-45.164</c:v>
                </c:pt>
                <c:pt idx="252">
                  <c:v>-43.418</c:v>
                </c:pt>
                <c:pt idx="253">
                  <c:v>-41.497</c:v>
                </c:pt>
                <c:pt idx="254">
                  <c:v>-39.409</c:v>
                </c:pt>
                <c:pt idx="255">
                  <c:v>-37.163</c:v>
                </c:pt>
                <c:pt idx="256">
                  <c:v>-34.771</c:v>
                </c:pt>
                <c:pt idx="257">
                  <c:v>-32.242</c:v>
                </c:pt>
                <c:pt idx="258">
                  <c:v>-29.587</c:v>
                </c:pt>
                <c:pt idx="259">
                  <c:v>-26.818</c:v>
                </c:pt>
                <c:pt idx="260">
                  <c:v>-23.947</c:v>
                </c:pt>
                <c:pt idx="261">
                  <c:v>-20.986</c:v>
                </c:pt>
                <c:pt idx="262">
                  <c:v>-17.948</c:v>
                </c:pt>
                <c:pt idx="263">
                  <c:v>-14.845</c:v>
                </c:pt>
                <c:pt idx="264">
                  <c:v>-11.692</c:v>
                </c:pt>
                <c:pt idx="265">
                  <c:v>-8.501</c:v>
                </c:pt>
                <c:pt idx="266">
                  <c:v>-5.285</c:v>
                </c:pt>
                <c:pt idx="267">
                  <c:v>-2.059</c:v>
                </c:pt>
                <c:pt idx="268">
                  <c:v>1.164</c:v>
                </c:pt>
                <c:pt idx="269">
                  <c:v>4.371</c:v>
                </c:pt>
                <c:pt idx="270">
                  <c:v>7.548</c:v>
                </c:pt>
                <c:pt idx="271">
                  <c:v>10.683</c:v>
                </c:pt>
                <c:pt idx="272">
                  <c:v>13.762</c:v>
                </c:pt>
                <c:pt idx="273">
                  <c:v>16.772</c:v>
                </c:pt>
                <c:pt idx="274">
                  <c:v>19.702</c:v>
                </c:pt>
                <c:pt idx="275">
                  <c:v>22.54</c:v>
                </c:pt>
                <c:pt idx="276">
                  <c:v>25.273</c:v>
                </c:pt>
                <c:pt idx="277">
                  <c:v>27.891</c:v>
                </c:pt>
                <c:pt idx="278">
                  <c:v>30.383</c:v>
                </c:pt>
                <c:pt idx="279">
                  <c:v>32.74</c:v>
                </c:pt>
                <c:pt idx="280">
                  <c:v>34.951</c:v>
                </c:pt>
                <c:pt idx="281">
                  <c:v>37.009</c:v>
                </c:pt>
                <c:pt idx="282">
                  <c:v>38.905</c:v>
                </c:pt>
                <c:pt idx="283">
                  <c:v>40.632</c:v>
                </c:pt>
                <c:pt idx="284">
                  <c:v>42.183</c:v>
                </c:pt>
                <c:pt idx="285">
                  <c:v>43.553</c:v>
                </c:pt>
                <c:pt idx="286">
                  <c:v>44.736</c:v>
                </c:pt>
                <c:pt idx="287">
                  <c:v>45.727</c:v>
                </c:pt>
                <c:pt idx="288">
                  <c:v>46.525</c:v>
                </c:pt>
                <c:pt idx="289">
                  <c:v>47.125</c:v>
                </c:pt>
                <c:pt idx="290">
                  <c:v>47.526</c:v>
                </c:pt>
                <c:pt idx="291">
                  <c:v>47.728</c:v>
                </c:pt>
                <c:pt idx="292">
                  <c:v>47.73</c:v>
                </c:pt>
                <c:pt idx="293">
                  <c:v>47.532</c:v>
                </c:pt>
                <c:pt idx="294">
                  <c:v>47.136</c:v>
                </c:pt>
                <c:pt idx="295">
                  <c:v>46.545</c:v>
                </c:pt>
                <c:pt idx="296">
                  <c:v>45.762</c:v>
                </c:pt>
                <c:pt idx="297">
                  <c:v>44.791</c:v>
                </c:pt>
                <c:pt idx="298">
                  <c:v>43.636</c:v>
                </c:pt>
                <c:pt idx="299">
                  <c:v>42.302</c:v>
                </c:pt>
                <c:pt idx="300">
                  <c:v>40.797</c:v>
                </c:pt>
                <c:pt idx="301">
                  <c:v>39.127</c:v>
                </c:pt>
                <c:pt idx="302">
                  <c:v>37.299</c:v>
                </c:pt>
                <c:pt idx="303">
                  <c:v>35.322</c:v>
                </c:pt>
                <c:pt idx="304">
                  <c:v>33.205</c:v>
                </c:pt>
                <c:pt idx="305">
                  <c:v>30.956</c:v>
                </c:pt>
                <c:pt idx="306">
                  <c:v>28.587</c:v>
                </c:pt>
                <c:pt idx="307">
                  <c:v>26.106</c:v>
                </c:pt>
                <c:pt idx="308">
                  <c:v>23.524</c:v>
                </c:pt>
                <c:pt idx="309">
                  <c:v>20.854</c:v>
                </c:pt>
                <c:pt idx="310">
                  <c:v>18.106</c:v>
                </c:pt>
                <c:pt idx="311">
                  <c:v>15.293</c:v>
                </c:pt>
                <c:pt idx="312">
                  <c:v>12.425</c:v>
                </c:pt>
                <c:pt idx="313">
                  <c:v>9.515</c:v>
                </c:pt>
                <c:pt idx="314">
                  <c:v>6.577</c:v>
                </c:pt>
                <c:pt idx="315">
                  <c:v>3.621</c:v>
                </c:pt>
                <c:pt idx="316">
                  <c:v>0.66</c:v>
                </c:pt>
                <c:pt idx="317">
                  <c:v>-2.293</c:v>
                </c:pt>
                <c:pt idx="318">
                  <c:v>-5.226</c:v>
                </c:pt>
                <c:pt idx="319">
                  <c:v>-8.127</c:v>
                </c:pt>
                <c:pt idx="320">
                  <c:v>-10.983</c:v>
                </c:pt>
                <c:pt idx="321">
                  <c:v>-13.784</c:v>
                </c:pt>
                <c:pt idx="322">
                  <c:v>-16.517</c:v>
                </c:pt>
                <c:pt idx="323">
                  <c:v>-19.171</c:v>
                </c:pt>
                <c:pt idx="324">
                  <c:v>-21.736</c:v>
                </c:pt>
                <c:pt idx="325">
                  <c:v>-24.202</c:v>
                </c:pt>
                <c:pt idx="326">
                  <c:v>-26.557</c:v>
                </c:pt>
                <c:pt idx="327">
                  <c:v>-28.793</c:v>
                </c:pt>
                <c:pt idx="328">
                  <c:v>-30.902</c:v>
                </c:pt>
                <c:pt idx="329">
                  <c:v>-32.873</c:v>
                </c:pt>
                <c:pt idx="330">
                  <c:v>-34.701</c:v>
                </c:pt>
                <c:pt idx="331">
                  <c:v>-36.377</c:v>
                </c:pt>
                <c:pt idx="332">
                  <c:v>-37.895</c:v>
                </c:pt>
                <c:pt idx="333">
                  <c:v>-39.25</c:v>
                </c:pt>
                <c:pt idx="334">
                  <c:v>-40.436</c:v>
                </c:pt>
                <c:pt idx="335">
                  <c:v>-41.449</c:v>
                </c:pt>
                <c:pt idx="336">
                  <c:v>-42.285</c:v>
                </c:pt>
                <c:pt idx="337">
                  <c:v>-42.942</c:v>
                </c:pt>
                <c:pt idx="338">
                  <c:v>-43.417</c:v>
                </c:pt>
                <c:pt idx="339">
                  <c:v>-43.709</c:v>
                </c:pt>
                <c:pt idx="340">
                  <c:v>-43.818</c:v>
                </c:pt>
                <c:pt idx="341">
                  <c:v>-43.743</c:v>
                </c:pt>
                <c:pt idx="342">
                  <c:v>-43.486</c:v>
                </c:pt>
                <c:pt idx="343">
                  <c:v>-43.049</c:v>
                </c:pt>
                <c:pt idx="344">
                  <c:v>-42.433</c:v>
                </c:pt>
                <c:pt idx="345">
                  <c:v>-41.642</c:v>
                </c:pt>
                <c:pt idx="346">
                  <c:v>-40.68</c:v>
                </c:pt>
                <c:pt idx="347">
                  <c:v>-39.551</c:v>
                </c:pt>
                <c:pt idx="348">
                  <c:v>-38.262</c:v>
                </c:pt>
                <c:pt idx="349">
                  <c:v>-36.817</c:v>
                </c:pt>
                <c:pt idx="350">
                  <c:v>-35.223</c:v>
                </c:pt>
                <c:pt idx="351">
                  <c:v>-33.489</c:v>
                </c:pt>
                <c:pt idx="352">
                  <c:v>-31.62</c:v>
                </c:pt>
                <c:pt idx="353">
                  <c:v>-29.626</c:v>
                </c:pt>
                <c:pt idx="354">
                  <c:v>-27.515</c:v>
                </c:pt>
                <c:pt idx="355">
                  <c:v>-25.297</c:v>
                </c:pt>
                <c:pt idx="356">
                  <c:v>-22.981</c:v>
                </c:pt>
                <c:pt idx="357">
                  <c:v>-20.578</c:v>
                </c:pt>
                <c:pt idx="358">
                  <c:v>-18.096</c:v>
                </c:pt>
                <c:pt idx="359">
                  <c:v>-15.549</c:v>
                </c:pt>
                <c:pt idx="360">
                  <c:v>-12.945</c:v>
                </c:pt>
                <c:pt idx="361">
                  <c:v>-10.296</c:v>
                </c:pt>
                <c:pt idx="362">
                  <c:v>-7.614</c:v>
                </c:pt>
                <c:pt idx="363">
                  <c:v>-4.909</c:v>
                </c:pt>
                <c:pt idx="364">
                  <c:v>-2.194</c:v>
                </c:pt>
                <c:pt idx="365">
                  <c:v>0.521</c:v>
                </c:pt>
                <c:pt idx="366">
                  <c:v>3.225</c:v>
                </c:pt>
                <c:pt idx="367">
                  <c:v>5.905</c:v>
                </c:pt>
                <c:pt idx="368">
                  <c:v>8.551</c:v>
                </c:pt>
                <c:pt idx="369">
                  <c:v>11.152</c:v>
                </c:pt>
                <c:pt idx="370">
                  <c:v>13.698</c:v>
                </c:pt>
                <c:pt idx="371">
                  <c:v>16.177</c:v>
                </c:pt>
                <c:pt idx="372">
                  <c:v>18.58</c:v>
                </c:pt>
                <c:pt idx="373">
                  <c:v>20.897</c:v>
                </c:pt>
                <c:pt idx="374">
                  <c:v>23.118</c:v>
                </c:pt>
                <c:pt idx="375">
                  <c:v>25.235</c:v>
                </c:pt>
                <c:pt idx="376">
                  <c:v>27.239</c:v>
                </c:pt>
                <c:pt idx="377">
                  <c:v>29.122</c:v>
                </c:pt>
                <c:pt idx="378">
                  <c:v>30.878</c:v>
                </c:pt>
                <c:pt idx="379">
                  <c:v>32.497</c:v>
                </c:pt>
                <c:pt idx="380">
                  <c:v>33.976</c:v>
                </c:pt>
                <c:pt idx="381">
                  <c:v>35.307</c:v>
                </c:pt>
                <c:pt idx="382">
                  <c:v>36.487</c:v>
                </c:pt>
                <c:pt idx="383">
                  <c:v>37.509</c:v>
                </c:pt>
                <c:pt idx="384">
                  <c:v>38.372</c:v>
                </c:pt>
                <c:pt idx="385">
                  <c:v>39.071</c:v>
                </c:pt>
                <c:pt idx="386">
                  <c:v>39.605</c:v>
                </c:pt>
                <c:pt idx="387">
                  <c:v>39.971</c:v>
                </c:pt>
                <c:pt idx="388">
                  <c:v>40.17</c:v>
                </c:pt>
                <c:pt idx="389">
                  <c:v>40.199</c:v>
                </c:pt>
                <c:pt idx="390">
                  <c:v>40.061</c:v>
                </c:pt>
                <c:pt idx="391">
                  <c:v>39.756</c:v>
                </c:pt>
                <c:pt idx="392">
                  <c:v>39.286</c:v>
                </c:pt>
                <c:pt idx="393">
                  <c:v>38.654</c:v>
                </c:pt>
                <c:pt idx="394">
                  <c:v>37.863</c:v>
                </c:pt>
                <c:pt idx="395">
                  <c:v>36.916</c:v>
                </c:pt>
                <c:pt idx="396">
                  <c:v>35.818</c:v>
                </c:pt>
                <c:pt idx="397">
                  <c:v>34.575</c:v>
                </c:pt>
                <c:pt idx="398">
                  <c:v>33.192</c:v>
                </c:pt>
                <c:pt idx="399">
                  <c:v>31.675</c:v>
                </c:pt>
                <c:pt idx="400">
                  <c:v>30.031</c:v>
                </c:pt>
                <c:pt idx="401">
                  <c:v>28.268</c:v>
                </c:pt>
                <c:pt idx="402">
                  <c:v>26.393</c:v>
                </c:pt>
                <c:pt idx="403">
                  <c:v>24.414</c:v>
                </c:pt>
                <c:pt idx="404">
                  <c:v>22.34</c:v>
                </c:pt>
                <c:pt idx="405">
                  <c:v>20.181</c:v>
                </c:pt>
                <c:pt idx="406">
                  <c:v>17.944</c:v>
                </c:pt>
                <c:pt idx="407">
                  <c:v>15.641</c:v>
                </c:pt>
                <c:pt idx="408">
                  <c:v>13.281</c:v>
                </c:pt>
                <c:pt idx="409">
                  <c:v>10.873</c:v>
                </c:pt>
                <c:pt idx="410">
                  <c:v>8.428</c:v>
                </c:pt>
                <c:pt idx="411">
                  <c:v>5.957</c:v>
                </c:pt>
                <c:pt idx="412">
                  <c:v>3.47</c:v>
                </c:pt>
                <c:pt idx="413">
                  <c:v>0.977</c:v>
                </c:pt>
                <c:pt idx="414">
                  <c:v>-1.511</c:v>
                </c:pt>
                <c:pt idx="415">
                  <c:v>-3.984</c:v>
                </c:pt>
                <c:pt idx="416">
                  <c:v>-6.432</c:v>
                </c:pt>
                <c:pt idx="417">
                  <c:v>-8.844</c:v>
                </c:pt>
                <c:pt idx="418">
                  <c:v>-11.21</c:v>
                </c:pt>
                <c:pt idx="419">
                  <c:v>-13.522</c:v>
                </c:pt>
                <c:pt idx="420">
                  <c:v>-15.769</c:v>
                </c:pt>
                <c:pt idx="421">
                  <c:v>-17.942</c:v>
                </c:pt>
                <c:pt idx="422">
                  <c:v>-20.033</c:v>
                </c:pt>
                <c:pt idx="423">
                  <c:v>-22.032</c:v>
                </c:pt>
                <c:pt idx="424">
                  <c:v>-23.933</c:v>
                </c:pt>
                <c:pt idx="425">
                  <c:v>-25.726</c:v>
                </c:pt>
                <c:pt idx="426">
                  <c:v>-27.406</c:v>
                </c:pt>
                <c:pt idx="427">
                  <c:v>-28.966</c:v>
                </c:pt>
                <c:pt idx="428">
                  <c:v>-30.399</c:v>
                </c:pt>
                <c:pt idx="429">
                  <c:v>-31.7</c:v>
                </c:pt>
                <c:pt idx="430">
                  <c:v>-32.865</c:v>
                </c:pt>
                <c:pt idx="431">
                  <c:v>-33.888</c:v>
                </c:pt>
                <c:pt idx="432">
                  <c:v>-34.765</c:v>
                </c:pt>
                <c:pt idx="433">
                  <c:v>-35.495</c:v>
                </c:pt>
                <c:pt idx="434">
                  <c:v>-36.074</c:v>
                </c:pt>
                <c:pt idx="435">
                  <c:v>-36.5</c:v>
                </c:pt>
                <c:pt idx="436">
                  <c:v>-36.772</c:v>
                </c:pt>
                <c:pt idx="437">
                  <c:v>-36.89</c:v>
                </c:pt>
                <c:pt idx="438">
                  <c:v>-36.853</c:v>
                </c:pt>
                <c:pt idx="439">
                  <c:v>-36.662</c:v>
                </c:pt>
                <c:pt idx="440">
                  <c:v>-36.319</c:v>
                </c:pt>
                <c:pt idx="441">
                  <c:v>-35.826</c:v>
                </c:pt>
                <c:pt idx="442">
                  <c:v>-35.185</c:v>
                </c:pt>
                <c:pt idx="443">
                  <c:v>-34.399</c:v>
                </c:pt>
                <c:pt idx="444">
                  <c:v>-33.472</c:v>
                </c:pt>
                <c:pt idx="445">
                  <c:v>-32.409</c:v>
                </c:pt>
                <c:pt idx="446">
                  <c:v>-31.214</c:v>
                </c:pt>
                <c:pt idx="447">
                  <c:v>-29.893</c:v>
                </c:pt>
                <c:pt idx="448">
                  <c:v>-28.452</c:v>
                </c:pt>
                <c:pt idx="449">
                  <c:v>-26.897</c:v>
                </c:pt>
                <c:pt idx="450">
                  <c:v>-25.236</c:v>
                </c:pt>
                <c:pt idx="451">
                  <c:v>-23.475</c:v>
                </c:pt>
                <c:pt idx="452">
                  <c:v>-21.622</c:v>
                </c:pt>
                <c:pt idx="453">
                  <c:v>-19.685</c:v>
                </c:pt>
                <c:pt idx="454">
                  <c:v>-17.673</c:v>
                </c:pt>
                <c:pt idx="455">
                  <c:v>-15.595</c:v>
                </c:pt>
                <c:pt idx="456">
                  <c:v>-13.458</c:v>
                </c:pt>
                <c:pt idx="457">
                  <c:v>-11.273</c:v>
                </c:pt>
                <c:pt idx="458">
                  <c:v>-9.049</c:v>
                </c:pt>
                <c:pt idx="459">
                  <c:v>-6.794</c:v>
                </c:pt>
                <c:pt idx="460">
                  <c:v>-4.52</c:v>
                </c:pt>
                <c:pt idx="461">
                  <c:v>-2.234</c:v>
                </c:pt>
                <c:pt idx="462">
                  <c:v>0.053</c:v>
                </c:pt>
                <c:pt idx="463">
                  <c:v>2.331</c:v>
                </c:pt>
                <c:pt idx="464">
                  <c:v>4.592</c:v>
                </c:pt>
                <c:pt idx="465">
                  <c:v>6.826</c:v>
                </c:pt>
                <c:pt idx="466">
                  <c:v>9.023</c:v>
                </c:pt>
                <c:pt idx="467">
                  <c:v>11.174</c:v>
                </c:pt>
                <c:pt idx="468">
                  <c:v>13.272</c:v>
                </c:pt>
                <c:pt idx="469">
                  <c:v>15.307</c:v>
                </c:pt>
                <c:pt idx="470">
                  <c:v>17.27</c:v>
                </c:pt>
                <c:pt idx="471">
                  <c:v>19.155</c:v>
                </c:pt>
                <c:pt idx="472">
                  <c:v>20.952</c:v>
                </c:pt>
                <c:pt idx="473">
                  <c:v>22.656</c:v>
                </c:pt>
                <c:pt idx="474">
                  <c:v>24.26</c:v>
                </c:pt>
                <c:pt idx="475">
                  <c:v>25.756</c:v>
                </c:pt>
                <c:pt idx="476">
                  <c:v>27.14</c:v>
                </c:pt>
                <c:pt idx="477">
                  <c:v>28.405</c:v>
                </c:pt>
                <c:pt idx="478">
                  <c:v>29.548</c:v>
                </c:pt>
                <c:pt idx="479">
                  <c:v>30.563</c:v>
                </c:pt>
                <c:pt idx="480">
                  <c:v>31.446</c:v>
                </c:pt>
                <c:pt idx="481">
                  <c:v>32.195</c:v>
                </c:pt>
                <c:pt idx="482">
                  <c:v>32.808</c:v>
                </c:pt>
                <c:pt idx="483">
                  <c:v>33.281</c:v>
                </c:pt>
                <c:pt idx="484">
                  <c:v>33.613</c:v>
                </c:pt>
                <c:pt idx="485">
                  <c:v>33.804</c:v>
                </c:pt>
                <c:pt idx="486">
                  <c:v>33.853</c:v>
                </c:pt>
                <c:pt idx="487">
                  <c:v>33.761</c:v>
                </c:pt>
                <c:pt idx="488">
                  <c:v>33.527</c:v>
                </c:pt>
                <c:pt idx="489">
                  <c:v>33.155</c:v>
                </c:pt>
                <c:pt idx="490">
                  <c:v>32.646</c:v>
                </c:pt>
                <c:pt idx="491">
                  <c:v>32.002</c:v>
                </c:pt>
                <c:pt idx="492">
                  <c:v>31.227</c:v>
                </c:pt>
                <c:pt idx="493">
                  <c:v>30.324</c:v>
                </c:pt>
                <c:pt idx="494">
                  <c:v>29.297</c:v>
                </c:pt>
                <c:pt idx="495">
                  <c:v>28.152</c:v>
                </c:pt>
                <c:pt idx="496">
                  <c:v>26.894</c:v>
                </c:pt>
                <c:pt idx="497">
                  <c:v>25.527</c:v>
                </c:pt>
                <c:pt idx="498">
                  <c:v>24.059</c:v>
                </c:pt>
                <c:pt idx="499">
                  <c:v>22.496</c:v>
                </c:pt>
                <c:pt idx="500">
                  <c:v>20.844</c:v>
                </c:pt>
                <c:pt idx="501">
                  <c:v>19.111</c:v>
                </c:pt>
                <c:pt idx="502">
                  <c:v>17.304</c:v>
                </c:pt>
                <c:pt idx="503">
                  <c:v>15.432</c:v>
                </c:pt>
                <c:pt idx="504">
                  <c:v>13.501</c:v>
                </c:pt>
                <c:pt idx="505">
                  <c:v>11.521</c:v>
                </c:pt>
                <c:pt idx="506">
                  <c:v>9.5</c:v>
                </c:pt>
                <c:pt idx="507">
                  <c:v>7.447</c:v>
                </c:pt>
                <c:pt idx="508">
                  <c:v>5.369</c:v>
                </c:pt>
                <c:pt idx="509">
                  <c:v>3.277</c:v>
                </c:pt>
                <c:pt idx="510">
                  <c:v>1.178</c:v>
                </c:pt>
                <c:pt idx="511">
                  <c:v>-0.918</c:v>
                </c:pt>
                <c:pt idx="512">
                  <c:v>-3.003</c:v>
                </c:pt>
                <c:pt idx="513">
                  <c:v>-5.068</c:v>
                </c:pt>
                <c:pt idx="514">
                  <c:v>-7.105</c:v>
                </c:pt>
                <c:pt idx="515">
                  <c:v>-9.105</c:v>
                </c:pt>
                <c:pt idx="516">
                  <c:v>-11.06</c:v>
                </c:pt>
                <c:pt idx="517">
                  <c:v>-12.961</c:v>
                </c:pt>
                <c:pt idx="518">
                  <c:v>-14.802</c:v>
                </c:pt>
                <c:pt idx="519">
                  <c:v>-16.575</c:v>
                </c:pt>
                <c:pt idx="520">
                  <c:v>-18.272</c:v>
                </c:pt>
                <c:pt idx="521">
                  <c:v>-19.886</c:v>
                </c:pt>
                <c:pt idx="522">
                  <c:v>-21.412</c:v>
                </c:pt>
                <c:pt idx="523">
                  <c:v>-22.843</c:v>
                </c:pt>
                <c:pt idx="524">
                  <c:v>-24.174</c:v>
                </c:pt>
                <c:pt idx="525">
                  <c:v>-25.399</c:v>
                </c:pt>
                <c:pt idx="526">
                  <c:v>-26.514</c:v>
                </c:pt>
                <c:pt idx="527">
                  <c:v>-27.514</c:v>
                </c:pt>
                <c:pt idx="528">
                  <c:v>-28.396</c:v>
                </c:pt>
                <c:pt idx="529">
                  <c:v>-29.156</c:v>
                </c:pt>
                <c:pt idx="530">
                  <c:v>-29.791</c:v>
                </c:pt>
                <c:pt idx="531">
                  <c:v>-30.3</c:v>
                </c:pt>
                <c:pt idx="532">
                  <c:v>-30.681</c:v>
                </c:pt>
                <c:pt idx="533">
                  <c:v>-30.932</c:v>
                </c:pt>
                <c:pt idx="534">
                  <c:v>-31.053</c:v>
                </c:pt>
                <c:pt idx="535">
                  <c:v>-31.044</c:v>
                </c:pt>
                <c:pt idx="536">
                  <c:v>-30.905</c:v>
                </c:pt>
                <c:pt idx="537">
                  <c:v>-30.638</c:v>
                </c:pt>
                <c:pt idx="538">
                  <c:v>-30.244</c:v>
                </c:pt>
                <c:pt idx="539">
                  <c:v>-29.725</c:v>
                </c:pt>
                <c:pt idx="540">
                  <c:v>-29.084</c:v>
                </c:pt>
                <c:pt idx="541">
                  <c:v>-28.323</c:v>
                </c:pt>
                <c:pt idx="542">
                  <c:v>-27.447</c:v>
                </c:pt>
                <c:pt idx="543">
                  <c:v>-26.46</c:v>
                </c:pt>
                <c:pt idx="544">
                  <c:v>-25.365</c:v>
                </c:pt>
                <c:pt idx="545">
                  <c:v>-24.169</c:v>
                </c:pt>
                <c:pt idx="546">
                  <c:v>-22.875</c:v>
                </c:pt>
                <c:pt idx="547">
                  <c:v>-21.491</c:v>
                </c:pt>
                <c:pt idx="548">
                  <c:v>-20.022</c:v>
                </c:pt>
                <c:pt idx="549">
                  <c:v>-18.475</c:v>
                </c:pt>
                <c:pt idx="550">
                  <c:v>-16.855</c:v>
                </c:pt>
                <c:pt idx="551">
                  <c:v>-15.172</c:v>
                </c:pt>
                <c:pt idx="552">
                  <c:v>-13.43</c:v>
                </c:pt>
                <c:pt idx="553">
                  <c:v>-11.639</c:v>
                </c:pt>
                <c:pt idx="554">
                  <c:v>-9.806</c:v>
                </c:pt>
                <c:pt idx="555">
                  <c:v>-7.938</c:v>
                </c:pt>
                <c:pt idx="556">
                  <c:v>-6.043</c:v>
                </c:pt>
                <c:pt idx="557">
                  <c:v>-4.13</c:v>
                </c:pt>
                <c:pt idx="558">
                  <c:v>-2.207</c:v>
                </c:pt>
                <c:pt idx="559">
                  <c:v>-0.281</c:v>
                </c:pt>
                <c:pt idx="560">
                  <c:v>1.639</c:v>
                </c:pt>
                <c:pt idx="561">
                  <c:v>3.546</c:v>
                </c:pt>
                <c:pt idx="562">
                  <c:v>5.431</c:v>
                </c:pt>
                <c:pt idx="563">
                  <c:v>7.286</c:v>
                </c:pt>
                <c:pt idx="564">
                  <c:v>9.105</c:v>
                </c:pt>
                <c:pt idx="565">
                  <c:v>10.879</c:v>
                </c:pt>
                <c:pt idx="566">
                  <c:v>12.602</c:v>
                </c:pt>
                <c:pt idx="567">
                  <c:v>14.266</c:v>
                </c:pt>
                <c:pt idx="568">
                  <c:v>15.864</c:v>
                </c:pt>
                <c:pt idx="569">
                  <c:v>17.391</c:v>
                </c:pt>
                <c:pt idx="570">
                  <c:v>18.84</c:v>
                </c:pt>
                <c:pt idx="571">
                  <c:v>20.204</c:v>
                </c:pt>
                <c:pt idx="572">
                  <c:v>21.48</c:v>
                </c:pt>
                <c:pt idx="573">
                  <c:v>22.661</c:v>
                </c:pt>
                <c:pt idx="574">
                  <c:v>23.744</c:v>
                </c:pt>
                <c:pt idx="575">
                  <c:v>24.723</c:v>
                </c:pt>
                <c:pt idx="576">
                  <c:v>25.596</c:v>
                </c:pt>
                <c:pt idx="577">
                  <c:v>26.359</c:v>
                </c:pt>
                <c:pt idx="578">
                  <c:v>27.01</c:v>
                </c:pt>
                <c:pt idx="579">
                  <c:v>27.545</c:v>
                </c:pt>
                <c:pt idx="580">
                  <c:v>27.963</c:v>
                </c:pt>
                <c:pt idx="581">
                  <c:v>28.263</c:v>
                </c:pt>
                <c:pt idx="582">
                  <c:v>28.444</c:v>
                </c:pt>
                <c:pt idx="583">
                  <c:v>28.505</c:v>
                </c:pt>
                <c:pt idx="584">
                  <c:v>28.448</c:v>
                </c:pt>
                <c:pt idx="585">
                  <c:v>28.271</c:v>
                </c:pt>
                <c:pt idx="586">
                  <c:v>27.977</c:v>
                </c:pt>
                <c:pt idx="587">
                  <c:v>27.568</c:v>
                </c:pt>
                <c:pt idx="588">
                  <c:v>27.045</c:v>
                </c:pt>
                <c:pt idx="589">
                  <c:v>26.411</c:v>
                </c:pt>
                <c:pt idx="590">
                  <c:v>25.668</c:v>
                </c:pt>
                <c:pt idx="591">
                  <c:v>24.821</c:v>
                </c:pt>
                <c:pt idx="592">
                  <c:v>23.874</c:v>
                </c:pt>
                <c:pt idx="593">
                  <c:v>22.83</c:v>
                </c:pt>
                <c:pt idx="594">
                  <c:v>21.695</c:v>
                </c:pt>
                <c:pt idx="595">
                  <c:v>20.473</c:v>
                </c:pt>
                <c:pt idx="596">
                  <c:v>19.169</c:v>
                </c:pt>
                <c:pt idx="597">
                  <c:v>17.791</c:v>
                </c:pt>
                <c:pt idx="598">
                  <c:v>16.343</c:v>
                </c:pt>
                <c:pt idx="599">
                  <c:v>14.831</c:v>
                </c:pt>
                <c:pt idx="600">
                  <c:v>13.264</c:v>
                </c:pt>
              </c:numCache>
            </c:numRef>
          </c:yVal>
          <c:smooth val="0"/>
        </c:ser>
        <c:ser>
          <c:idx val="1"/>
          <c:order val="1"/>
          <c:tx>
            <c:strRef>
              <c:f>Sheet1!$C$1</c:f>
              <c:strCache>
                <c:ptCount val="1"/>
                <c:pt idx="0">
                  <c:v>C0</c:v>
                </c:pt>
              </c:strCache>
            </c:strRef>
          </c:tx>
          <c:spPr>
            <a:solidFill>
              <a:srgbClr val="B5473A"/>
            </a:solidFill>
            <a:ln w="19050" cap="flat">
              <a:solidFill>
                <a:srgbClr val="B5473A"/>
              </a:solidFill>
              <a:prstDash val="solid"/>
              <a:round/>
            </a:ln>
            <a:effectLst/>
          </c:spPr>
          <c:marker>
            <c:symbol val="none"/>
            <c:size val="6"/>
            <c:spPr>
              <a:solidFill>
                <a:srgbClr val="B5473A"/>
              </a:solidFill>
              <a:ln w="9525" cap="flat">
                <a:solidFill>
                  <a:srgbClr val="B5473A"/>
                </a:solidFill>
                <a:prstDash val="solid"/>
                <a:round/>
              </a:ln>
              <a:effectLst/>
            </c:spPr>
          </c:marker>
          <c:xVal>
            <c:numRef>
              <c:f>Sheet1!$A$2:$A$602</c:f>
              <c:numCache>
                <c:formatCode>General</c:formatCode>
                <c:ptCount val="601"/>
                <c:pt idx="0">
                  <c:v>0</c:v>
                </c:pt>
                <c:pt idx="1">
                  <c:v>0.0005</c:v>
                </c:pt>
                <c:pt idx="2">
                  <c:v>0.001</c:v>
                </c:pt>
                <c:pt idx="3">
                  <c:v>0.0015</c:v>
                </c:pt>
                <c:pt idx="4">
                  <c:v>0.002</c:v>
                </c:pt>
                <c:pt idx="5">
                  <c:v>0.0025</c:v>
                </c:pt>
                <c:pt idx="6">
                  <c:v>0.003</c:v>
                </c:pt>
                <c:pt idx="7">
                  <c:v>0.0035</c:v>
                </c:pt>
                <c:pt idx="8">
                  <c:v>0.004</c:v>
                </c:pt>
                <c:pt idx="9">
                  <c:v>0.0045</c:v>
                </c:pt>
                <c:pt idx="10">
                  <c:v>0.005</c:v>
                </c:pt>
                <c:pt idx="11">
                  <c:v>0.0055</c:v>
                </c:pt>
                <c:pt idx="12">
                  <c:v>0.006</c:v>
                </c:pt>
                <c:pt idx="13">
                  <c:v>0.0065</c:v>
                </c:pt>
                <c:pt idx="14">
                  <c:v>0.007</c:v>
                </c:pt>
                <c:pt idx="15">
                  <c:v>0.0075</c:v>
                </c:pt>
                <c:pt idx="16">
                  <c:v>0.008</c:v>
                </c:pt>
                <c:pt idx="17">
                  <c:v>0.0085</c:v>
                </c:pt>
                <c:pt idx="18">
                  <c:v>0.009</c:v>
                </c:pt>
                <c:pt idx="19">
                  <c:v>0.0095</c:v>
                </c:pt>
                <c:pt idx="20">
                  <c:v>0.01</c:v>
                </c:pt>
                <c:pt idx="21">
                  <c:v>0.0105</c:v>
                </c:pt>
                <c:pt idx="22">
                  <c:v>0.011</c:v>
                </c:pt>
                <c:pt idx="23">
                  <c:v>0.0115</c:v>
                </c:pt>
                <c:pt idx="24">
                  <c:v>0.012</c:v>
                </c:pt>
                <c:pt idx="25">
                  <c:v>0.0125</c:v>
                </c:pt>
                <c:pt idx="26">
                  <c:v>0.013</c:v>
                </c:pt>
                <c:pt idx="27">
                  <c:v>0.0135</c:v>
                </c:pt>
                <c:pt idx="28">
                  <c:v>0.014</c:v>
                </c:pt>
                <c:pt idx="29">
                  <c:v>0.0145</c:v>
                </c:pt>
                <c:pt idx="30">
                  <c:v>0.015</c:v>
                </c:pt>
                <c:pt idx="31">
                  <c:v>0.0155</c:v>
                </c:pt>
                <c:pt idx="32">
                  <c:v>0.016</c:v>
                </c:pt>
                <c:pt idx="33">
                  <c:v>0.0165</c:v>
                </c:pt>
                <c:pt idx="34">
                  <c:v>0.017</c:v>
                </c:pt>
                <c:pt idx="35">
                  <c:v>0.0175</c:v>
                </c:pt>
                <c:pt idx="36">
                  <c:v>0.018</c:v>
                </c:pt>
                <c:pt idx="37">
                  <c:v>0.0185</c:v>
                </c:pt>
                <c:pt idx="38">
                  <c:v>0.019</c:v>
                </c:pt>
                <c:pt idx="39">
                  <c:v>0.0195</c:v>
                </c:pt>
                <c:pt idx="40">
                  <c:v>0.02</c:v>
                </c:pt>
                <c:pt idx="41">
                  <c:v>0.0205</c:v>
                </c:pt>
                <c:pt idx="42">
                  <c:v>0.021</c:v>
                </c:pt>
                <c:pt idx="43">
                  <c:v>0.0215</c:v>
                </c:pt>
                <c:pt idx="44">
                  <c:v>0.022</c:v>
                </c:pt>
                <c:pt idx="45">
                  <c:v>0.0225</c:v>
                </c:pt>
                <c:pt idx="46">
                  <c:v>0.023</c:v>
                </c:pt>
                <c:pt idx="47">
                  <c:v>0.0235</c:v>
                </c:pt>
                <c:pt idx="48">
                  <c:v>0.024</c:v>
                </c:pt>
                <c:pt idx="49">
                  <c:v>0.0245</c:v>
                </c:pt>
                <c:pt idx="50">
                  <c:v>0.025</c:v>
                </c:pt>
                <c:pt idx="51">
                  <c:v>0.0255</c:v>
                </c:pt>
                <c:pt idx="52">
                  <c:v>0.026</c:v>
                </c:pt>
                <c:pt idx="53">
                  <c:v>0.0265</c:v>
                </c:pt>
                <c:pt idx="54">
                  <c:v>0.027</c:v>
                </c:pt>
                <c:pt idx="55">
                  <c:v>0.0275</c:v>
                </c:pt>
                <c:pt idx="56">
                  <c:v>0.028</c:v>
                </c:pt>
                <c:pt idx="57">
                  <c:v>0.0285</c:v>
                </c:pt>
                <c:pt idx="58">
                  <c:v>0.029</c:v>
                </c:pt>
                <c:pt idx="59">
                  <c:v>0.0295</c:v>
                </c:pt>
                <c:pt idx="60">
                  <c:v>0.03</c:v>
                </c:pt>
                <c:pt idx="61">
                  <c:v>0.0305</c:v>
                </c:pt>
                <c:pt idx="62">
                  <c:v>0.031</c:v>
                </c:pt>
                <c:pt idx="63">
                  <c:v>0.0315</c:v>
                </c:pt>
                <c:pt idx="64">
                  <c:v>0.032</c:v>
                </c:pt>
                <c:pt idx="65">
                  <c:v>0.0325</c:v>
                </c:pt>
                <c:pt idx="66">
                  <c:v>0.033</c:v>
                </c:pt>
                <c:pt idx="67">
                  <c:v>0.0335</c:v>
                </c:pt>
                <c:pt idx="68">
                  <c:v>0.034</c:v>
                </c:pt>
                <c:pt idx="69">
                  <c:v>0.0345</c:v>
                </c:pt>
                <c:pt idx="70">
                  <c:v>0.035</c:v>
                </c:pt>
                <c:pt idx="71">
                  <c:v>0.0355</c:v>
                </c:pt>
                <c:pt idx="72">
                  <c:v>0.036</c:v>
                </c:pt>
                <c:pt idx="73">
                  <c:v>0.0365</c:v>
                </c:pt>
                <c:pt idx="74">
                  <c:v>0.037</c:v>
                </c:pt>
                <c:pt idx="75">
                  <c:v>0.0375</c:v>
                </c:pt>
                <c:pt idx="76">
                  <c:v>0.038</c:v>
                </c:pt>
                <c:pt idx="77">
                  <c:v>0.0385</c:v>
                </c:pt>
                <c:pt idx="78">
                  <c:v>0.039</c:v>
                </c:pt>
                <c:pt idx="79">
                  <c:v>0.0395</c:v>
                </c:pt>
                <c:pt idx="80">
                  <c:v>0.04</c:v>
                </c:pt>
                <c:pt idx="81">
                  <c:v>0.0405</c:v>
                </c:pt>
                <c:pt idx="82">
                  <c:v>0.041</c:v>
                </c:pt>
                <c:pt idx="83">
                  <c:v>0.0415</c:v>
                </c:pt>
                <c:pt idx="84">
                  <c:v>0.042</c:v>
                </c:pt>
                <c:pt idx="85">
                  <c:v>0.0425</c:v>
                </c:pt>
                <c:pt idx="86">
                  <c:v>0.043</c:v>
                </c:pt>
                <c:pt idx="87">
                  <c:v>0.0435</c:v>
                </c:pt>
                <c:pt idx="88">
                  <c:v>0.044</c:v>
                </c:pt>
                <c:pt idx="89">
                  <c:v>0.0445</c:v>
                </c:pt>
                <c:pt idx="90">
                  <c:v>0.045</c:v>
                </c:pt>
                <c:pt idx="91">
                  <c:v>0.0455</c:v>
                </c:pt>
                <c:pt idx="92">
                  <c:v>0.046</c:v>
                </c:pt>
                <c:pt idx="93">
                  <c:v>0.0465</c:v>
                </c:pt>
                <c:pt idx="94">
                  <c:v>0.047</c:v>
                </c:pt>
                <c:pt idx="95">
                  <c:v>0.0475</c:v>
                </c:pt>
                <c:pt idx="96">
                  <c:v>0.048</c:v>
                </c:pt>
                <c:pt idx="97">
                  <c:v>0.0485</c:v>
                </c:pt>
                <c:pt idx="98">
                  <c:v>0.049</c:v>
                </c:pt>
                <c:pt idx="99">
                  <c:v>0.0495</c:v>
                </c:pt>
                <c:pt idx="100">
                  <c:v>0.05</c:v>
                </c:pt>
                <c:pt idx="101">
                  <c:v>0.0505</c:v>
                </c:pt>
                <c:pt idx="102">
                  <c:v>0.051</c:v>
                </c:pt>
                <c:pt idx="103">
                  <c:v>0.0515</c:v>
                </c:pt>
                <c:pt idx="104">
                  <c:v>0.052</c:v>
                </c:pt>
                <c:pt idx="105">
                  <c:v>0.0525</c:v>
                </c:pt>
                <c:pt idx="106">
                  <c:v>0.053</c:v>
                </c:pt>
                <c:pt idx="107">
                  <c:v>0.0535</c:v>
                </c:pt>
                <c:pt idx="108">
                  <c:v>0.054</c:v>
                </c:pt>
                <c:pt idx="109">
                  <c:v>0.0545</c:v>
                </c:pt>
                <c:pt idx="110">
                  <c:v>0.055</c:v>
                </c:pt>
                <c:pt idx="111">
                  <c:v>0.0555</c:v>
                </c:pt>
                <c:pt idx="112">
                  <c:v>0.056</c:v>
                </c:pt>
                <c:pt idx="113">
                  <c:v>0.0565</c:v>
                </c:pt>
                <c:pt idx="114">
                  <c:v>0.057</c:v>
                </c:pt>
                <c:pt idx="115">
                  <c:v>0.0575</c:v>
                </c:pt>
                <c:pt idx="116">
                  <c:v>0.058</c:v>
                </c:pt>
                <c:pt idx="117">
                  <c:v>0.0585</c:v>
                </c:pt>
                <c:pt idx="118">
                  <c:v>0.059</c:v>
                </c:pt>
                <c:pt idx="119">
                  <c:v>0.0595</c:v>
                </c:pt>
                <c:pt idx="120">
                  <c:v>0.06</c:v>
                </c:pt>
                <c:pt idx="121">
                  <c:v>0.0605</c:v>
                </c:pt>
                <c:pt idx="122">
                  <c:v>0.061</c:v>
                </c:pt>
                <c:pt idx="123">
                  <c:v>0.0615</c:v>
                </c:pt>
                <c:pt idx="124">
                  <c:v>0.062</c:v>
                </c:pt>
                <c:pt idx="125">
                  <c:v>0.0625</c:v>
                </c:pt>
                <c:pt idx="126">
                  <c:v>0.063</c:v>
                </c:pt>
                <c:pt idx="127">
                  <c:v>0.0635</c:v>
                </c:pt>
                <c:pt idx="128">
                  <c:v>0.064</c:v>
                </c:pt>
                <c:pt idx="129">
                  <c:v>0.0645</c:v>
                </c:pt>
                <c:pt idx="130">
                  <c:v>0.065</c:v>
                </c:pt>
                <c:pt idx="131">
                  <c:v>0.0655</c:v>
                </c:pt>
                <c:pt idx="132">
                  <c:v>0.066</c:v>
                </c:pt>
                <c:pt idx="133">
                  <c:v>0.0665</c:v>
                </c:pt>
                <c:pt idx="134">
                  <c:v>0.067</c:v>
                </c:pt>
                <c:pt idx="135">
                  <c:v>0.0675</c:v>
                </c:pt>
                <c:pt idx="136">
                  <c:v>0.068</c:v>
                </c:pt>
                <c:pt idx="137">
                  <c:v>0.0685</c:v>
                </c:pt>
                <c:pt idx="138">
                  <c:v>0.069</c:v>
                </c:pt>
                <c:pt idx="139">
                  <c:v>0.0695</c:v>
                </c:pt>
                <c:pt idx="140">
                  <c:v>0.07</c:v>
                </c:pt>
                <c:pt idx="141">
                  <c:v>0.0705</c:v>
                </c:pt>
                <c:pt idx="142">
                  <c:v>0.071</c:v>
                </c:pt>
                <c:pt idx="143">
                  <c:v>0.0715</c:v>
                </c:pt>
                <c:pt idx="144">
                  <c:v>0.072</c:v>
                </c:pt>
                <c:pt idx="145">
                  <c:v>0.0725</c:v>
                </c:pt>
                <c:pt idx="146">
                  <c:v>0.073</c:v>
                </c:pt>
                <c:pt idx="147">
                  <c:v>0.0735</c:v>
                </c:pt>
                <c:pt idx="148">
                  <c:v>0.074</c:v>
                </c:pt>
                <c:pt idx="149">
                  <c:v>0.0745</c:v>
                </c:pt>
                <c:pt idx="150">
                  <c:v>0.075</c:v>
                </c:pt>
                <c:pt idx="151">
                  <c:v>0.0755</c:v>
                </c:pt>
                <c:pt idx="152">
                  <c:v>0.076</c:v>
                </c:pt>
                <c:pt idx="153">
                  <c:v>0.0765</c:v>
                </c:pt>
                <c:pt idx="154">
                  <c:v>0.077</c:v>
                </c:pt>
                <c:pt idx="155">
                  <c:v>0.0775</c:v>
                </c:pt>
                <c:pt idx="156">
                  <c:v>0.078</c:v>
                </c:pt>
                <c:pt idx="157">
                  <c:v>0.0785</c:v>
                </c:pt>
                <c:pt idx="158">
                  <c:v>0.079</c:v>
                </c:pt>
                <c:pt idx="159">
                  <c:v>0.0795</c:v>
                </c:pt>
                <c:pt idx="160">
                  <c:v>0.08</c:v>
                </c:pt>
                <c:pt idx="161">
                  <c:v>0.0805</c:v>
                </c:pt>
                <c:pt idx="162">
                  <c:v>0.081</c:v>
                </c:pt>
                <c:pt idx="163">
                  <c:v>0.0815</c:v>
                </c:pt>
                <c:pt idx="164">
                  <c:v>0.082</c:v>
                </c:pt>
                <c:pt idx="165">
                  <c:v>0.0825</c:v>
                </c:pt>
                <c:pt idx="166">
                  <c:v>0.083</c:v>
                </c:pt>
                <c:pt idx="167">
                  <c:v>0.0835</c:v>
                </c:pt>
                <c:pt idx="168">
                  <c:v>0.084</c:v>
                </c:pt>
                <c:pt idx="169">
                  <c:v>0.0845</c:v>
                </c:pt>
                <c:pt idx="170">
                  <c:v>0.085</c:v>
                </c:pt>
                <c:pt idx="171">
                  <c:v>0.0855</c:v>
                </c:pt>
                <c:pt idx="172">
                  <c:v>0.086</c:v>
                </c:pt>
                <c:pt idx="173">
                  <c:v>0.0865</c:v>
                </c:pt>
                <c:pt idx="174">
                  <c:v>0.087</c:v>
                </c:pt>
                <c:pt idx="175">
                  <c:v>0.0875</c:v>
                </c:pt>
                <c:pt idx="176">
                  <c:v>0.088</c:v>
                </c:pt>
                <c:pt idx="177">
                  <c:v>0.0885</c:v>
                </c:pt>
                <c:pt idx="178">
                  <c:v>0.089</c:v>
                </c:pt>
                <c:pt idx="179">
                  <c:v>0.0895</c:v>
                </c:pt>
                <c:pt idx="180">
                  <c:v>0.09</c:v>
                </c:pt>
                <c:pt idx="181">
                  <c:v>0.0905</c:v>
                </c:pt>
                <c:pt idx="182">
                  <c:v>0.091</c:v>
                </c:pt>
                <c:pt idx="183">
                  <c:v>0.0915</c:v>
                </c:pt>
                <c:pt idx="184">
                  <c:v>0.092</c:v>
                </c:pt>
                <c:pt idx="185">
                  <c:v>0.0925</c:v>
                </c:pt>
                <c:pt idx="186">
                  <c:v>0.093</c:v>
                </c:pt>
                <c:pt idx="187">
                  <c:v>0.0935</c:v>
                </c:pt>
                <c:pt idx="188">
                  <c:v>0.094</c:v>
                </c:pt>
                <c:pt idx="189">
                  <c:v>0.0945</c:v>
                </c:pt>
                <c:pt idx="190">
                  <c:v>0.095</c:v>
                </c:pt>
                <c:pt idx="191">
                  <c:v>0.0955</c:v>
                </c:pt>
                <c:pt idx="192">
                  <c:v>0.096</c:v>
                </c:pt>
                <c:pt idx="193">
                  <c:v>0.0965</c:v>
                </c:pt>
                <c:pt idx="194">
                  <c:v>0.097</c:v>
                </c:pt>
                <c:pt idx="195">
                  <c:v>0.0975</c:v>
                </c:pt>
                <c:pt idx="196">
                  <c:v>0.098</c:v>
                </c:pt>
                <c:pt idx="197">
                  <c:v>0.0985</c:v>
                </c:pt>
                <c:pt idx="198">
                  <c:v>0.099</c:v>
                </c:pt>
                <c:pt idx="199">
                  <c:v>0.0995</c:v>
                </c:pt>
                <c:pt idx="200">
                  <c:v>0.1</c:v>
                </c:pt>
                <c:pt idx="201">
                  <c:v>0.1005</c:v>
                </c:pt>
                <c:pt idx="202">
                  <c:v>0.101</c:v>
                </c:pt>
                <c:pt idx="203">
                  <c:v>0.1015</c:v>
                </c:pt>
                <c:pt idx="204">
                  <c:v>0.102</c:v>
                </c:pt>
                <c:pt idx="205">
                  <c:v>0.1025</c:v>
                </c:pt>
                <c:pt idx="206">
                  <c:v>0.103</c:v>
                </c:pt>
                <c:pt idx="207">
                  <c:v>0.1035</c:v>
                </c:pt>
                <c:pt idx="208">
                  <c:v>0.104</c:v>
                </c:pt>
                <c:pt idx="209">
                  <c:v>0.1045</c:v>
                </c:pt>
                <c:pt idx="210">
                  <c:v>0.105</c:v>
                </c:pt>
                <c:pt idx="211">
                  <c:v>0.1055</c:v>
                </c:pt>
                <c:pt idx="212">
                  <c:v>0.106</c:v>
                </c:pt>
                <c:pt idx="213">
                  <c:v>0.1065</c:v>
                </c:pt>
                <c:pt idx="214">
                  <c:v>0.107</c:v>
                </c:pt>
                <c:pt idx="215">
                  <c:v>0.1075</c:v>
                </c:pt>
                <c:pt idx="216">
                  <c:v>0.108</c:v>
                </c:pt>
                <c:pt idx="217">
                  <c:v>0.1085</c:v>
                </c:pt>
                <c:pt idx="218">
                  <c:v>0.109</c:v>
                </c:pt>
                <c:pt idx="219">
                  <c:v>0.1095</c:v>
                </c:pt>
                <c:pt idx="220">
                  <c:v>0.11</c:v>
                </c:pt>
                <c:pt idx="221">
                  <c:v>0.1105</c:v>
                </c:pt>
                <c:pt idx="222">
                  <c:v>0.111</c:v>
                </c:pt>
                <c:pt idx="223">
                  <c:v>0.1115</c:v>
                </c:pt>
                <c:pt idx="224">
                  <c:v>0.112</c:v>
                </c:pt>
                <c:pt idx="225">
                  <c:v>0.1125</c:v>
                </c:pt>
                <c:pt idx="226">
                  <c:v>0.113</c:v>
                </c:pt>
                <c:pt idx="227">
                  <c:v>0.1135</c:v>
                </c:pt>
                <c:pt idx="228">
                  <c:v>0.114</c:v>
                </c:pt>
                <c:pt idx="229">
                  <c:v>0.1145</c:v>
                </c:pt>
                <c:pt idx="230">
                  <c:v>0.115</c:v>
                </c:pt>
                <c:pt idx="231">
                  <c:v>0.1155</c:v>
                </c:pt>
                <c:pt idx="232">
                  <c:v>0.116</c:v>
                </c:pt>
                <c:pt idx="233">
                  <c:v>0.1165</c:v>
                </c:pt>
                <c:pt idx="234">
                  <c:v>0.117</c:v>
                </c:pt>
                <c:pt idx="235">
                  <c:v>0.1175</c:v>
                </c:pt>
                <c:pt idx="236">
                  <c:v>0.118</c:v>
                </c:pt>
                <c:pt idx="237">
                  <c:v>0.1185</c:v>
                </c:pt>
                <c:pt idx="238">
                  <c:v>0.119</c:v>
                </c:pt>
                <c:pt idx="239">
                  <c:v>0.1195</c:v>
                </c:pt>
                <c:pt idx="240">
                  <c:v>0.12</c:v>
                </c:pt>
                <c:pt idx="241">
                  <c:v>0.1205</c:v>
                </c:pt>
                <c:pt idx="242">
                  <c:v>0.121</c:v>
                </c:pt>
                <c:pt idx="243">
                  <c:v>0.1215</c:v>
                </c:pt>
                <c:pt idx="244">
                  <c:v>0.122</c:v>
                </c:pt>
                <c:pt idx="245">
                  <c:v>0.1225</c:v>
                </c:pt>
                <c:pt idx="246">
                  <c:v>0.123</c:v>
                </c:pt>
                <c:pt idx="247">
                  <c:v>0.1235</c:v>
                </c:pt>
                <c:pt idx="248">
                  <c:v>0.124</c:v>
                </c:pt>
                <c:pt idx="249">
                  <c:v>0.1245</c:v>
                </c:pt>
                <c:pt idx="250">
                  <c:v>0.125</c:v>
                </c:pt>
                <c:pt idx="251">
                  <c:v>0.1255</c:v>
                </c:pt>
                <c:pt idx="252">
                  <c:v>0.126</c:v>
                </c:pt>
                <c:pt idx="253">
                  <c:v>0.1265</c:v>
                </c:pt>
                <c:pt idx="254">
                  <c:v>0.127</c:v>
                </c:pt>
                <c:pt idx="255">
                  <c:v>0.1275</c:v>
                </c:pt>
                <c:pt idx="256">
                  <c:v>0.128</c:v>
                </c:pt>
                <c:pt idx="257">
                  <c:v>0.1285</c:v>
                </c:pt>
                <c:pt idx="258">
                  <c:v>0.129</c:v>
                </c:pt>
                <c:pt idx="259">
                  <c:v>0.1295</c:v>
                </c:pt>
                <c:pt idx="260">
                  <c:v>0.13</c:v>
                </c:pt>
                <c:pt idx="261">
                  <c:v>0.1305</c:v>
                </c:pt>
                <c:pt idx="262">
                  <c:v>0.131</c:v>
                </c:pt>
                <c:pt idx="263">
                  <c:v>0.1315</c:v>
                </c:pt>
                <c:pt idx="264">
                  <c:v>0.132</c:v>
                </c:pt>
                <c:pt idx="265">
                  <c:v>0.1325</c:v>
                </c:pt>
                <c:pt idx="266">
                  <c:v>0.133</c:v>
                </c:pt>
                <c:pt idx="267">
                  <c:v>0.1335</c:v>
                </c:pt>
                <c:pt idx="268">
                  <c:v>0.134</c:v>
                </c:pt>
                <c:pt idx="269">
                  <c:v>0.1345</c:v>
                </c:pt>
                <c:pt idx="270">
                  <c:v>0.135</c:v>
                </c:pt>
                <c:pt idx="271">
                  <c:v>0.1355</c:v>
                </c:pt>
                <c:pt idx="272">
                  <c:v>0.136</c:v>
                </c:pt>
                <c:pt idx="273">
                  <c:v>0.1365</c:v>
                </c:pt>
                <c:pt idx="274">
                  <c:v>0.137</c:v>
                </c:pt>
                <c:pt idx="275">
                  <c:v>0.1375</c:v>
                </c:pt>
                <c:pt idx="276">
                  <c:v>0.138</c:v>
                </c:pt>
                <c:pt idx="277">
                  <c:v>0.1385</c:v>
                </c:pt>
                <c:pt idx="278">
                  <c:v>0.139</c:v>
                </c:pt>
                <c:pt idx="279">
                  <c:v>0.1395</c:v>
                </c:pt>
                <c:pt idx="280">
                  <c:v>0.14</c:v>
                </c:pt>
                <c:pt idx="281">
                  <c:v>0.1405</c:v>
                </c:pt>
                <c:pt idx="282">
                  <c:v>0.141</c:v>
                </c:pt>
                <c:pt idx="283">
                  <c:v>0.1415</c:v>
                </c:pt>
                <c:pt idx="284">
                  <c:v>0.142</c:v>
                </c:pt>
                <c:pt idx="285">
                  <c:v>0.1425</c:v>
                </c:pt>
                <c:pt idx="286">
                  <c:v>0.143</c:v>
                </c:pt>
                <c:pt idx="287">
                  <c:v>0.1435</c:v>
                </c:pt>
                <c:pt idx="288">
                  <c:v>0.144</c:v>
                </c:pt>
                <c:pt idx="289">
                  <c:v>0.1445</c:v>
                </c:pt>
                <c:pt idx="290">
                  <c:v>0.145</c:v>
                </c:pt>
                <c:pt idx="291">
                  <c:v>0.1455</c:v>
                </c:pt>
                <c:pt idx="292">
                  <c:v>0.146</c:v>
                </c:pt>
                <c:pt idx="293">
                  <c:v>0.1465</c:v>
                </c:pt>
                <c:pt idx="294">
                  <c:v>0.147</c:v>
                </c:pt>
                <c:pt idx="295">
                  <c:v>0.1475</c:v>
                </c:pt>
                <c:pt idx="296">
                  <c:v>0.148</c:v>
                </c:pt>
                <c:pt idx="297">
                  <c:v>0.1485</c:v>
                </c:pt>
                <c:pt idx="298">
                  <c:v>0.149</c:v>
                </c:pt>
                <c:pt idx="299">
                  <c:v>0.1495</c:v>
                </c:pt>
                <c:pt idx="300">
                  <c:v>0.15</c:v>
                </c:pt>
                <c:pt idx="301">
                  <c:v>0.1505</c:v>
                </c:pt>
                <c:pt idx="302">
                  <c:v>0.151</c:v>
                </c:pt>
                <c:pt idx="303">
                  <c:v>0.1515</c:v>
                </c:pt>
                <c:pt idx="304">
                  <c:v>0.152</c:v>
                </c:pt>
                <c:pt idx="305">
                  <c:v>0.1525</c:v>
                </c:pt>
                <c:pt idx="306">
                  <c:v>0.153</c:v>
                </c:pt>
                <c:pt idx="307">
                  <c:v>0.1535</c:v>
                </c:pt>
                <c:pt idx="308">
                  <c:v>0.154</c:v>
                </c:pt>
                <c:pt idx="309">
                  <c:v>0.1545</c:v>
                </c:pt>
                <c:pt idx="310">
                  <c:v>0.155</c:v>
                </c:pt>
                <c:pt idx="311">
                  <c:v>0.1555</c:v>
                </c:pt>
                <c:pt idx="312">
                  <c:v>0.156</c:v>
                </c:pt>
                <c:pt idx="313">
                  <c:v>0.1565</c:v>
                </c:pt>
                <c:pt idx="314">
                  <c:v>0.157</c:v>
                </c:pt>
                <c:pt idx="315">
                  <c:v>0.1575</c:v>
                </c:pt>
                <c:pt idx="316">
                  <c:v>0.158</c:v>
                </c:pt>
                <c:pt idx="317">
                  <c:v>0.1585</c:v>
                </c:pt>
                <c:pt idx="318">
                  <c:v>0.159</c:v>
                </c:pt>
                <c:pt idx="319">
                  <c:v>0.1595</c:v>
                </c:pt>
                <c:pt idx="320">
                  <c:v>0.16</c:v>
                </c:pt>
                <c:pt idx="321">
                  <c:v>0.1605</c:v>
                </c:pt>
                <c:pt idx="322">
                  <c:v>0.161</c:v>
                </c:pt>
                <c:pt idx="323">
                  <c:v>0.1615</c:v>
                </c:pt>
                <c:pt idx="324">
                  <c:v>0.162</c:v>
                </c:pt>
                <c:pt idx="325">
                  <c:v>0.1625</c:v>
                </c:pt>
                <c:pt idx="326">
                  <c:v>0.163</c:v>
                </c:pt>
                <c:pt idx="327">
                  <c:v>0.1635</c:v>
                </c:pt>
                <c:pt idx="328">
                  <c:v>0.164</c:v>
                </c:pt>
                <c:pt idx="329">
                  <c:v>0.1645</c:v>
                </c:pt>
                <c:pt idx="330">
                  <c:v>0.165</c:v>
                </c:pt>
                <c:pt idx="331">
                  <c:v>0.1655</c:v>
                </c:pt>
                <c:pt idx="332">
                  <c:v>0.166</c:v>
                </c:pt>
                <c:pt idx="333">
                  <c:v>0.1665</c:v>
                </c:pt>
                <c:pt idx="334">
                  <c:v>0.167</c:v>
                </c:pt>
                <c:pt idx="335">
                  <c:v>0.1675</c:v>
                </c:pt>
                <c:pt idx="336">
                  <c:v>0.168</c:v>
                </c:pt>
                <c:pt idx="337">
                  <c:v>0.1685</c:v>
                </c:pt>
                <c:pt idx="338">
                  <c:v>0.169</c:v>
                </c:pt>
                <c:pt idx="339">
                  <c:v>0.1695</c:v>
                </c:pt>
                <c:pt idx="340">
                  <c:v>0.17</c:v>
                </c:pt>
                <c:pt idx="341">
                  <c:v>0.1705</c:v>
                </c:pt>
                <c:pt idx="342">
                  <c:v>0.171</c:v>
                </c:pt>
                <c:pt idx="343">
                  <c:v>0.1715</c:v>
                </c:pt>
                <c:pt idx="344">
                  <c:v>0.172</c:v>
                </c:pt>
                <c:pt idx="345">
                  <c:v>0.1725</c:v>
                </c:pt>
                <c:pt idx="346">
                  <c:v>0.173</c:v>
                </c:pt>
                <c:pt idx="347">
                  <c:v>0.1735</c:v>
                </c:pt>
                <c:pt idx="348">
                  <c:v>0.174</c:v>
                </c:pt>
                <c:pt idx="349">
                  <c:v>0.1745</c:v>
                </c:pt>
                <c:pt idx="350">
                  <c:v>0.175</c:v>
                </c:pt>
                <c:pt idx="351">
                  <c:v>0.1755</c:v>
                </c:pt>
                <c:pt idx="352">
                  <c:v>0.176</c:v>
                </c:pt>
                <c:pt idx="353">
                  <c:v>0.1765</c:v>
                </c:pt>
                <c:pt idx="354">
                  <c:v>0.177</c:v>
                </c:pt>
                <c:pt idx="355">
                  <c:v>0.1775</c:v>
                </c:pt>
                <c:pt idx="356">
                  <c:v>0.178</c:v>
                </c:pt>
                <c:pt idx="357">
                  <c:v>0.1785</c:v>
                </c:pt>
                <c:pt idx="358">
                  <c:v>0.179</c:v>
                </c:pt>
                <c:pt idx="359">
                  <c:v>0.1795</c:v>
                </c:pt>
                <c:pt idx="360">
                  <c:v>0.18</c:v>
                </c:pt>
                <c:pt idx="361">
                  <c:v>0.1805</c:v>
                </c:pt>
                <c:pt idx="362">
                  <c:v>0.181</c:v>
                </c:pt>
                <c:pt idx="363">
                  <c:v>0.1815</c:v>
                </c:pt>
                <c:pt idx="364">
                  <c:v>0.182</c:v>
                </c:pt>
                <c:pt idx="365">
                  <c:v>0.1825</c:v>
                </c:pt>
                <c:pt idx="366">
                  <c:v>0.183</c:v>
                </c:pt>
                <c:pt idx="367">
                  <c:v>0.1835</c:v>
                </c:pt>
                <c:pt idx="368">
                  <c:v>0.184</c:v>
                </c:pt>
                <c:pt idx="369">
                  <c:v>0.1845</c:v>
                </c:pt>
                <c:pt idx="370">
                  <c:v>0.185</c:v>
                </c:pt>
                <c:pt idx="371">
                  <c:v>0.1855</c:v>
                </c:pt>
                <c:pt idx="372">
                  <c:v>0.186</c:v>
                </c:pt>
                <c:pt idx="373">
                  <c:v>0.1865</c:v>
                </c:pt>
                <c:pt idx="374">
                  <c:v>0.187</c:v>
                </c:pt>
                <c:pt idx="375">
                  <c:v>0.1875</c:v>
                </c:pt>
                <c:pt idx="376">
                  <c:v>0.188</c:v>
                </c:pt>
                <c:pt idx="377">
                  <c:v>0.1885</c:v>
                </c:pt>
                <c:pt idx="378">
                  <c:v>0.189</c:v>
                </c:pt>
                <c:pt idx="379">
                  <c:v>0.1895</c:v>
                </c:pt>
                <c:pt idx="380">
                  <c:v>0.19</c:v>
                </c:pt>
                <c:pt idx="381">
                  <c:v>0.1905</c:v>
                </c:pt>
                <c:pt idx="382">
                  <c:v>0.191</c:v>
                </c:pt>
                <c:pt idx="383">
                  <c:v>0.1915</c:v>
                </c:pt>
                <c:pt idx="384">
                  <c:v>0.192</c:v>
                </c:pt>
                <c:pt idx="385">
                  <c:v>0.1925</c:v>
                </c:pt>
                <c:pt idx="386">
                  <c:v>0.193</c:v>
                </c:pt>
                <c:pt idx="387">
                  <c:v>0.1935</c:v>
                </c:pt>
                <c:pt idx="388">
                  <c:v>0.194</c:v>
                </c:pt>
                <c:pt idx="389">
                  <c:v>0.1945</c:v>
                </c:pt>
                <c:pt idx="390">
                  <c:v>0.195</c:v>
                </c:pt>
                <c:pt idx="391">
                  <c:v>0.1955</c:v>
                </c:pt>
                <c:pt idx="392">
                  <c:v>0.196</c:v>
                </c:pt>
                <c:pt idx="393">
                  <c:v>0.1965</c:v>
                </c:pt>
                <c:pt idx="394">
                  <c:v>0.197</c:v>
                </c:pt>
                <c:pt idx="395">
                  <c:v>0.1975</c:v>
                </c:pt>
                <c:pt idx="396">
                  <c:v>0.198</c:v>
                </c:pt>
                <c:pt idx="397">
                  <c:v>0.1985</c:v>
                </c:pt>
                <c:pt idx="398">
                  <c:v>0.199</c:v>
                </c:pt>
                <c:pt idx="399">
                  <c:v>0.1995</c:v>
                </c:pt>
                <c:pt idx="400">
                  <c:v>0.2</c:v>
                </c:pt>
                <c:pt idx="401">
                  <c:v>0.2005</c:v>
                </c:pt>
                <c:pt idx="402">
                  <c:v>0.201</c:v>
                </c:pt>
                <c:pt idx="403">
                  <c:v>0.2015</c:v>
                </c:pt>
                <c:pt idx="404">
                  <c:v>0.202</c:v>
                </c:pt>
                <c:pt idx="405">
                  <c:v>0.2025</c:v>
                </c:pt>
                <c:pt idx="406">
                  <c:v>0.203</c:v>
                </c:pt>
                <c:pt idx="407">
                  <c:v>0.2035</c:v>
                </c:pt>
                <c:pt idx="408">
                  <c:v>0.204</c:v>
                </c:pt>
                <c:pt idx="409">
                  <c:v>0.2045</c:v>
                </c:pt>
                <c:pt idx="410">
                  <c:v>0.205</c:v>
                </c:pt>
                <c:pt idx="411">
                  <c:v>0.2055</c:v>
                </c:pt>
                <c:pt idx="412">
                  <c:v>0.206</c:v>
                </c:pt>
                <c:pt idx="413">
                  <c:v>0.2065</c:v>
                </c:pt>
                <c:pt idx="414">
                  <c:v>0.207</c:v>
                </c:pt>
                <c:pt idx="415">
                  <c:v>0.2075</c:v>
                </c:pt>
                <c:pt idx="416">
                  <c:v>0.208</c:v>
                </c:pt>
                <c:pt idx="417">
                  <c:v>0.2085</c:v>
                </c:pt>
                <c:pt idx="418">
                  <c:v>0.209</c:v>
                </c:pt>
                <c:pt idx="419">
                  <c:v>0.2095</c:v>
                </c:pt>
                <c:pt idx="420">
                  <c:v>0.21</c:v>
                </c:pt>
                <c:pt idx="421">
                  <c:v>0.2105</c:v>
                </c:pt>
                <c:pt idx="422">
                  <c:v>0.211</c:v>
                </c:pt>
                <c:pt idx="423">
                  <c:v>0.2115</c:v>
                </c:pt>
                <c:pt idx="424">
                  <c:v>0.212</c:v>
                </c:pt>
                <c:pt idx="425">
                  <c:v>0.2125</c:v>
                </c:pt>
                <c:pt idx="426">
                  <c:v>0.213</c:v>
                </c:pt>
                <c:pt idx="427">
                  <c:v>0.2135</c:v>
                </c:pt>
                <c:pt idx="428">
                  <c:v>0.214</c:v>
                </c:pt>
                <c:pt idx="429">
                  <c:v>0.2145</c:v>
                </c:pt>
                <c:pt idx="430">
                  <c:v>0.215</c:v>
                </c:pt>
                <c:pt idx="431">
                  <c:v>0.2155</c:v>
                </c:pt>
                <c:pt idx="432">
                  <c:v>0.216</c:v>
                </c:pt>
                <c:pt idx="433">
                  <c:v>0.2165</c:v>
                </c:pt>
                <c:pt idx="434">
                  <c:v>0.217</c:v>
                </c:pt>
                <c:pt idx="435">
                  <c:v>0.2175</c:v>
                </c:pt>
                <c:pt idx="436">
                  <c:v>0.218</c:v>
                </c:pt>
                <c:pt idx="437">
                  <c:v>0.2185</c:v>
                </c:pt>
                <c:pt idx="438">
                  <c:v>0.219</c:v>
                </c:pt>
                <c:pt idx="439">
                  <c:v>0.2195</c:v>
                </c:pt>
                <c:pt idx="440">
                  <c:v>0.22</c:v>
                </c:pt>
                <c:pt idx="441">
                  <c:v>0.2205</c:v>
                </c:pt>
                <c:pt idx="442">
                  <c:v>0.221</c:v>
                </c:pt>
                <c:pt idx="443">
                  <c:v>0.2215</c:v>
                </c:pt>
                <c:pt idx="444">
                  <c:v>0.222</c:v>
                </c:pt>
                <c:pt idx="445">
                  <c:v>0.2225</c:v>
                </c:pt>
                <c:pt idx="446">
                  <c:v>0.223</c:v>
                </c:pt>
                <c:pt idx="447">
                  <c:v>0.2235</c:v>
                </c:pt>
                <c:pt idx="448">
                  <c:v>0.224</c:v>
                </c:pt>
                <c:pt idx="449">
                  <c:v>0.2245</c:v>
                </c:pt>
                <c:pt idx="450">
                  <c:v>0.225</c:v>
                </c:pt>
                <c:pt idx="451">
                  <c:v>0.2255</c:v>
                </c:pt>
                <c:pt idx="452">
                  <c:v>0.226</c:v>
                </c:pt>
                <c:pt idx="453">
                  <c:v>0.2265</c:v>
                </c:pt>
                <c:pt idx="454">
                  <c:v>0.227</c:v>
                </c:pt>
                <c:pt idx="455">
                  <c:v>0.2275</c:v>
                </c:pt>
                <c:pt idx="456">
                  <c:v>0.228</c:v>
                </c:pt>
                <c:pt idx="457">
                  <c:v>0.2285</c:v>
                </c:pt>
                <c:pt idx="458">
                  <c:v>0.229</c:v>
                </c:pt>
                <c:pt idx="459">
                  <c:v>0.2295</c:v>
                </c:pt>
                <c:pt idx="460">
                  <c:v>0.23</c:v>
                </c:pt>
                <c:pt idx="461">
                  <c:v>0.2305</c:v>
                </c:pt>
                <c:pt idx="462">
                  <c:v>0.231</c:v>
                </c:pt>
                <c:pt idx="463">
                  <c:v>0.2315</c:v>
                </c:pt>
                <c:pt idx="464">
                  <c:v>0.232</c:v>
                </c:pt>
                <c:pt idx="465">
                  <c:v>0.2325</c:v>
                </c:pt>
                <c:pt idx="466">
                  <c:v>0.233</c:v>
                </c:pt>
                <c:pt idx="467">
                  <c:v>0.2335</c:v>
                </c:pt>
                <c:pt idx="468">
                  <c:v>0.234</c:v>
                </c:pt>
                <c:pt idx="469">
                  <c:v>0.2345</c:v>
                </c:pt>
                <c:pt idx="470">
                  <c:v>0.235</c:v>
                </c:pt>
                <c:pt idx="471">
                  <c:v>0.2355</c:v>
                </c:pt>
                <c:pt idx="472">
                  <c:v>0.236</c:v>
                </c:pt>
                <c:pt idx="473">
                  <c:v>0.2365</c:v>
                </c:pt>
                <c:pt idx="474">
                  <c:v>0.237</c:v>
                </c:pt>
                <c:pt idx="475">
                  <c:v>0.2375</c:v>
                </c:pt>
                <c:pt idx="476">
                  <c:v>0.238</c:v>
                </c:pt>
                <c:pt idx="477">
                  <c:v>0.2385</c:v>
                </c:pt>
                <c:pt idx="478">
                  <c:v>0.239</c:v>
                </c:pt>
                <c:pt idx="479">
                  <c:v>0.2395</c:v>
                </c:pt>
                <c:pt idx="480">
                  <c:v>0.24</c:v>
                </c:pt>
                <c:pt idx="481">
                  <c:v>0.2405</c:v>
                </c:pt>
                <c:pt idx="482">
                  <c:v>0.241</c:v>
                </c:pt>
                <c:pt idx="483">
                  <c:v>0.2415</c:v>
                </c:pt>
                <c:pt idx="484">
                  <c:v>0.242</c:v>
                </c:pt>
                <c:pt idx="485">
                  <c:v>0.2425</c:v>
                </c:pt>
                <c:pt idx="486">
                  <c:v>0.243</c:v>
                </c:pt>
                <c:pt idx="487">
                  <c:v>0.2435</c:v>
                </c:pt>
                <c:pt idx="488">
                  <c:v>0.244</c:v>
                </c:pt>
                <c:pt idx="489">
                  <c:v>0.2445</c:v>
                </c:pt>
                <c:pt idx="490">
                  <c:v>0.245</c:v>
                </c:pt>
                <c:pt idx="491">
                  <c:v>0.2455</c:v>
                </c:pt>
                <c:pt idx="492">
                  <c:v>0.246</c:v>
                </c:pt>
                <c:pt idx="493">
                  <c:v>0.2465</c:v>
                </c:pt>
                <c:pt idx="494">
                  <c:v>0.247</c:v>
                </c:pt>
                <c:pt idx="495">
                  <c:v>0.2475</c:v>
                </c:pt>
                <c:pt idx="496">
                  <c:v>0.248</c:v>
                </c:pt>
                <c:pt idx="497">
                  <c:v>0.2485</c:v>
                </c:pt>
                <c:pt idx="498">
                  <c:v>0.249</c:v>
                </c:pt>
                <c:pt idx="499">
                  <c:v>0.2495</c:v>
                </c:pt>
                <c:pt idx="500">
                  <c:v>0.25</c:v>
                </c:pt>
                <c:pt idx="501">
                  <c:v>0.2505</c:v>
                </c:pt>
                <c:pt idx="502">
                  <c:v>0.251</c:v>
                </c:pt>
                <c:pt idx="503">
                  <c:v>0.2515</c:v>
                </c:pt>
                <c:pt idx="504">
                  <c:v>0.252</c:v>
                </c:pt>
                <c:pt idx="505">
                  <c:v>0.2525</c:v>
                </c:pt>
                <c:pt idx="506">
                  <c:v>0.253</c:v>
                </c:pt>
                <c:pt idx="507">
                  <c:v>0.2535</c:v>
                </c:pt>
                <c:pt idx="508">
                  <c:v>0.254</c:v>
                </c:pt>
                <c:pt idx="509">
                  <c:v>0.2545</c:v>
                </c:pt>
                <c:pt idx="510">
                  <c:v>0.255</c:v>
                </c:pt>
                <c:pt idx="511">
                  <c:v>0.2555</c:v>
                </c:pt>
                <c:pt idx="512">
                  <c:v>0.256</c:v>
                </c:pt>
                <c:pt idx="513">
                  <c:v>0.2565</c:v>
                </c:pt>
                <c:pt idx="514">
                  <c:v>0.257</c:v>
                </c:pt>
                <c:pt idx="515">
                  <c:v>0.2575</c:v>
                </c:pt>
                <c:pt idx="516">
                  <c:v>0.258</c:v>
                </c:pt>
                <c:pt idx="517">
                  <c:v>0.2585</c:v>
                </c:pt>
                <c:pt idx="518">
                  <c:v>0.259</c:v>
                </c:pt>
                <c:pt idx="519">
                  <c:v>0.2595</c:v>
                </c:pt>
                <c:pt idx="520">
                  <c:v>0.26</c:v>
                </c:pt>
                <c:pt idx="521">
                  <c:v>0.2605</c:v>
                </c:pt>
                <c:pt idx="522">
                  <c:v>0.261</c:v>
                </c:pt>
                <c:pt idx="523">
                  <c:v>0.2615</c:v>
                </c:pt>
                <c:pt idx="524">
                  <c:v>0.262</c:v>
                </c:pt>
                <c:pt idx="525">
                  <c:v>0.2625</c:v>
                </c:pt>
                <c:pt idx="526">
                  <c:v>0.263</c:v>
                </c:pt>
                <c:pt idx="527">
                  <c:v>0.2635</c:v>
                </c:pt>
                <c:pt idx="528">
                  <c:v>0.264</c:v>
                </c:pt>
                <c:pt idx="529">
                  <c:v>0.2645</c:v>
                </c:pt>
                <c:pt idx="530">
                  <c:v>0.265</c:v>
                </c:pt>
                <c:pt idx="531">
                  <c:v>0.2655</c:v>
                </c:pt>
                <c:pt idx="532">
                  <c:v>0.266</c:v>
                </c:pt>
                <c:pt idx="533">
                  <c:v>0.2665</c:v>
                </c:pt>
                <c:pt idx="534">
                  <c:v>0.267</c:v>
                </c:pt>
                <c:pt idx="535">
                  <c:v>0.2675</c:v>
                </c:pt>
                <c:pt idx="536">
                  <c:v>0.268</c:v>
                </c:pt>
                <c:pt idx="537">
                  <c:v>0.2685</c:v>
                </c:pt>
                <c:pt idx="538">
                  <c:v>0.269</c:v>
                </c:pt>
                <c:pt idx="539">
                  <c:v>0.2695</c:v>
                </c:pt>
                <c:pt idx="540">
                  <c:v>0.27</c:v>
                </c:pt>
                <c:pt idx="541">
                  <c:v>0.2705</c:v>
                </c:pt>
                <c:pt idx="542">
                  <c:v>0.271</c:v>
                </c:pt>
                <c:pt idx="543">
                  <c:v>0.2715</c:v>
                </c:pt>
                <c:pt idx="544">
                  <c:v>0.272</c:v>
                </c:pt>
                <c:pt idx="545">
                  <c:v>0.2725</c:v>
                </c:pt>
                <c:pt idx="546">
                  <c:v>0.273</c:v>
                </c:pt>
                <c:pt idx="547">
                  <c:v>0.2735</c:v>
                </c:pt>
                <c:pt idx="548">
                  <c:v>0.274</c:v>
                </c:pt>
                <c:pt idx="549">
                  <c:v>0.2745</c:v>
                </c:pt>
                <c:pt idx="550">
                  <c:v>0.275</c:v>
                </c:pt>
                <c:pt idx="551">
                  <c:v>0.2755</c:v>
                </c:pt>
                <c:pt idx="552">
                  <c:v>0.276</c:v>
                </c:pt>
                <c:pt idx="553">
                  <c:v>0.2765</c:v>
                </c:pt>
                <c:pt idx="554">
                  <c:v>0.277</c:v>
                </c:pt>
                <c:pt idx="555">
                  <c:v>0.2775</c:v>
                </c:pt>
                <c:pt idx="556">
                  <c:v>0.278</c:v>
                </c:pt>
                <c:pt idx="557">
                  <c:v>0.2785</c:v>
                </c:pt>
                <c:pt idx="558">
                  <c:v>0.279</c:v>
                </c:pt>
                <c:pt idx="559">
                  <c:v>0.2795</c:v>
                </c:pt>
                <c:pt idx="560">
                  <c:v>0.28</c:v>
                </c:pt>
                <c:pt idx="561">
                  <c:v>0.2805</c:v>
                </c:pt>
                <c:pt idx="562">
                  <c:v>0.281</c:v>
                </c:pt>
                <c:pt idx="563">
                  <c:v>0.2815</c:v>
                </c:pt>
                <c:pt idx="564">
                  <c:v>0.282</c:v>
                </c:pt>
                <c:pt idx="565">
                  <c:v>0.2825</c:v>
                </c:pt>
                <c:pt idx="566">
                  <c:v>0.283</c:v>
                </c:pt>
                <c:pt idx="567">
                  <c:v>0.2835</c:v>
                </c:pt>
                <c:pt idx="568">
                  <c:v>0.284</c:v>
                </c:pt>
                <c:pt idx="569">
                  <c:v>0.2845</c:v>
                </c:pt>
                <c:pt idx="570">
                  <c:v>0.285</c:v>
                </c:pt>
                <c:pt idx="571">
                  <c:v>0.2855</c:v>
                </c:pt>
                <c:pt idx="572">
                  <c:v>0.286</c:v>
                </c:pt>
                <c:pt idx="573">
                  <c:v>0.2865</c:v>
                </c:pt>
                <c:pt idx="574">
                  <c:v>0.287</c:v>
                </c:pt>
                <c:pt idx="575">
                  <c:v>0.2875</c:v>
                </c:pt>
                <c:pt idx="576">
                  <c:v>0.288</c:v>
                </c:pt>
                <c:pt idx="577">
                  <c:v>0.2885</c:v>
                </c:pt>
                <c:pt idx="578">
                  <c:v>0.289</c:v>
                </c:pt>
                <c:pt idx="579">
                  <c:v>0.2895</c:v>
                </c:pt>
                <c:pt idx="580">
                  <c:v>0.29</c:v>
                </c:pt>
                <c:pt idx="581">
                  <c:v>0.2905</c:v>
                </c:pt>
                <c:pt idx="582">
                  <c:v>0.291</c:v>
                </c:pt>
                <c:pt idx="583">
                  <c:v>0.2915</c:v>
                </c:pt>
                <c:pt idx="584">
                  <c:v>0.292</c:v>
                </c:pt>
                <c:pt idx="585">
                  <c:v>0.2925</c:v>
                </c:pt>
                <c:pt idx="586">
                  <c:v>0.293</c:v>
                </c:pt>
                <c:pt idx="587">
                  <c:v>0.2935</c:v>
                </c:pt>
                <c:pt idx="588">
                  <c:v>0.294</c:v>
                </c:pt>
                <c:pt idx="589">
                  <c:v>0.2945</c:v>
                </c:pt>
                <c:pt idx="590">
                  <c:v>0.295</c:v>
                </c:pt>
                <c:pt idx="591">
                  <c:v>0.2955</c:v>
                </c:pt>
                <c:pt idx="592">
                  <c:v>0.296</c:v>
                </c:pt>
                <c:pt idx="593">
                  <c:v>0.2965</c:v>
                </c:pt>
                <c:pt idx="594">
                  <c:v>0.297</c:v>
                </c:pt>
                <c:pt idx="595">
                  <c:v>0.2975</c:v>
                </c:pt>
                <c:pt idx="596">
                  <c:v>0.298</c:v>
                </c:pt>
                <c:pt idx="597">
                  <c:v>0.2985</c:v>
                </c:pt>
                <c:pt idx="598">
                  <c:v>0.299</c:v>
                </c:pt>
                <c:pt idx="599">
                  <c:v>0.2995</c:v>
                </c:pt>
                <c:pt idx="600">
                  <c:v>0.3</c:v>
                </c:pt>
              </c:numCache>
            </c:numRef>
          </c:xVal>
          <c:yVal>
            <c:numRef>
              <c:f>Sheet1!$C$2:$C$602</c:f>
              <c:numCache>
                <c:formatCode>General</c:formatCode>
                <c:ptCount val="601"/>
                <c:pt idx="0">
                  <c:v>69.512</c:v>
                </c:pt>
                <c:pt idx="1">
                  <c:v>69.512</c:v>
                </c:pt>
                <c:pt idx="2">
                  <c:v>69.511</c:v>
                </c:pt>
                <c:pt idx="3">
                  <c:v>69.51</c:v>
                </c:pt>
                <c:pt idx="4">
                  <c:v>69.509</c:v>
                </c:pt>
                <c:pt idx="5">
                  <c:v>69.507</c:v>
                </c:pt>
                <c:pt idx="6">
                  <c:v>69.504</c:v>
                </c:pt>
                <c:pt idx="7">
                  <c:v>69.502</c:v>
                </c:pt>
                <c:pt idx="8">
                  <c:v>69.499</c:v>
                </c:pt>
                <c:pt idx="9">
                  <c:v>69.496</c:v>
                </c:pt>
                <c:pt idx="10">
                  <c:v>69.493</c:v>
                </c:pt>
                <c:pt idx="11">
                  <c:v>69.489</c:v>
                </c:pt>
                <c:pt idx="12">
                  <c:v>69.486</c:v>
                </c:pt>
                <c:pt idx="13">
                  <c:v>69.482</c:v>
                </c:pt>
                <c:pt idx="14">
                  <c:v>69.478</c:v>
                </c:pt>
                <c:pt idx="15">
                  <c:v>69.473</c:v>
                </c:pt>
                <c:pt idx="16">
                  <c:v>69.469</c:v>
                </c:pt>
                <c:pt idx="17">
                  <c:v>69.465</c:v>
                </c:pt>
                <c:pt idx="18">
                  <c:v>69.46</c:v>
                </c:pt>
                <c:pt idx="19">
                  <c:v>69.456</c:v>
                </c:pt>
                <c:pt idx="20">
                  <c:v>69.452</c:v>
                </c:pt>
                <c:pt idx="21">
                  <c:v>69.447</c:v>
                </c:pt>
                <c:pt idx="22">
                  <c:v>69.443</c:v>
                </c:pt>
                <c:pt idx="23">
                  <c:v>69.439</c:v>
                </c:pt>
                <c:pt idx="24">
                  <c:v>69.434</c:v>
                </c:pt>
                <c:pt idx="25">
                  <c:v>69.43</c:v>
                </c:pt>
                <c:pt idx="26">
                  <c:v>69.425</c:v>
                </c:pt>
                <c:pt idx="27">
                  <c:v>69.421</c:v>
                </c:pt>
                <c:pt idx="28">
                  <c:v>69.416</c:v>
                </c:pt>
                <c:pt idx="29">
                  <c:v>69.411</c:v>
                </c:pt>
                <c:pt idx="30">
                  <c:v>69.406</c:v>
                </c:pt>
                <c:pt idx="31">
                  <c:v>69.401</c:v>
                </c:pt>
                <c:pt idx="32">
                  <c:v>69.396</c:v>
                </c:pt>
                <c:pt idx="33">
                  <c:v>69.391</c:v>
                </c:pt>
                <c:pt idx="34">
                  <c:v>69.385</c:v>
                </c:pt>
                <c:pt idx="35">
                  <c:v>69.379</c:v>
                </c:pt>
                <c:pt idx="36">
                  <c:v>69.373</c:v>
                </c:pt>
                <c:pt idx="37">
                  <c:v>69.367</c:v>
                </c:pt>
                <c:pt idx="38">
                  <c:v>69.361</c:v>
                </c:pt>
                <c:pt idx="39">
                  <c:v>69.354</c:v>
                </c:pt>
                <c:pt idx="40">
                  <c:v>69.347</c:v>
                </c:pt>
                <c:pt idx="41">
                  <c:v>69.34</c:v>
                </c:pt>
                <c:pt idx="42">
                  <c:v>69.332</c:v>
                </c:pt>
                <c:pt idx="43">
                  <c:v>69.324</c:v>
                </c:pt>
                <c:pt idx="44">
                  <c:v>69.316</c:v>
                </c:pt>
                <c:pt idx="45">
                  <c:v>69.308</c:v>
                </c:pt>
                <c:pt idx="46">
                  <c:v>69.299</c:v>
                </c:pt>
                <c:pt idx="47">
                  <c:v>69.29</c:v>
                </c:pt>
                <c:pt idx="48">
                  <c:v>69.28</c:v>
                </c:pt>
                <c:pt idx="49">
                  <c:v>69.27</c:v>
                </c:pt>
                <c:pt idx="50">
                  <c:v>69.26</c:v>
                </c:pt>
                <c:pt idx="51">
                  <c:v>69.249</c:v>
                </c:pt>
                <c:pt idx="52">
                  <c:v>69.239</c:v>
                </c:pt>
                <c:pt idx="53">
                  <c:v>69.228</c:v>
                </c:pt>
                <c:pt idx="54">
                  <c:v>69.218</c:v>
                </c:pt>
                <c:pt idx="55">
                  <c:v>69.207</c:v>
                </c:pt>
                <c:pt idx="56">
                  <c:v>69.197</c:v>
                </c:pt>
                <c:pt idx="57">
                  <c:v>69.188</c:v>
                </c:pt>
                <c:pt idx="58">
                  <c:v>69.178</c:v>
                </c:pt>
                <c:pt idx="59">
                  <c:v>69.17</c:v>
                </c:pt>
                <c:pt idx="60">
                  <c:v>69.162</c:v>
                </c:pt>
                <c:pt idx="61">
                  <c:v>69.155</c:v>
                </c:pt>
                <c:pt idx="62">
                  <c:v>69.149</c:v>
                </c:pt>
                <c:pt idx="63">
                  <c:v>69.143</c:v>
                </c:pt>
                <c:pt idx="64">
                  <c:v>69.139</c:v>
                </c:pt>
                <c:pt idx="65">
                  <c:v>69.135</c:v>
                </c:pt>
                <c:pt idx="66">
                  <c:v>69.133</c:v>
                </c:pt>
                <c:pt idx="67">
                  <c:v>69.131</c:v>
                </c:pt>
                <c:pt idx="68">
                  <c:v>69.129</c:v>
                </c:pt>
                <c:pt idx="69">
                  <c:v>69.128</c:v>
                </c:pt>
                <c:pt idx="70">
                  <c:v>69.128</c:v>
                </c:pt>
                <c:pt idx="71">
                  <c:v>69.128</c:v>
                </c:pt>
                <c:pt idx="72">
                  <c:v>69.128</c:v>
                </c:pt>
                <c:pt idx="73">
                  <c:v>69.129</c:v>
                </c:pt>
                <c:pt idx="74">
                  <c:v>69.13</c:v>
                </c:pt>
                <c:pt idx="75">
                  <c:v>69.13</c:v>
                </c:pt>
                <c:pt idx="76">
                  <c:v>69.131</c:v>
                </c:pt>
                <c:pt idx="77">
                  <c:v>69.132</c:v>
                </c:pt>
                <c:pt idx="78">
                  <c:v>69.132</c:v>
                </c:pt>
                <c:pt idx="79">
                  <c:v>69.133</c:v>
                </c:pt>
                <c:pt idx="80">
                  <c:v>69.133</c:v>
                </c:pt>
                <c:pt idx="81">
                  <c:v>69.132</c:v>
                </c:pt>
                <c:pt idx="82">
                  <c:v>69.131</c:v>
                </c:pt>
                <c:pt idx="83">
                  <c:v>69.129</c:v>
                </c:pt>
                <c:pt idx="84">
                  <c:v>69.127</c:v>
                </c:pt>
                <c:pt idx="85">
                  <c:v>69.124</c:v>
                </c:pt>
                <c:pt idx="86">
                  <c:v>69.12</c:v>
                </c:pt>
                <c:pt idx="87">
                  <c:v>69.116</c:v>
                </c:pt>
                <c:pt idx="88">
                  <c:v>69.111</c:v>
                </c:pt>
                <c:pt idx="89">
                  <c:v>69.105</c:v>
                </c:pt>
                <c:pt idx="90">
                  <c:v>69.099</c:v>
                </c:pt>
                <c:pt idx="91">
                  <c:v>69.091</c:v>
                </c:pt>
                <c:pt idx="92">
                  <c:v>69.084</c:v>
                </c:pt>
                <c:pt idx="93">
                  <c:v>69.076</c:v>
                </c:pt>
                <c:pt idx="94">
                  <c:v>69.067</c:v>
                </c:pt>
                <c:pt idx="95">
                  <c:v>69.057</c:v>
                </c:pt>
                <c:pt idx="96">
                  <c:v>69.047</c:v>
                </c:pt>
                <c:pt idx="97">
                  <c:v>69.037</c:v>
                </c:pt>
                <c:pt idx="98">
                  <c:v>69.027</c:v>
                </c:pt>
                <c:pt idx="99">
                  <c:v>69.016</c:v>
                </c:pt>
                <c:pt idx="100">
                  <c:v>69.004</c:v>
                </c:pt>
                <c:pt idx="101">
                  <c:v>68.992</c:v>
                </c:pt>
                <c:pt idx="102">
                  <c:v>68.981</c:v>
                </c:pt>
                <c:pt idx="103">
                  <c:v>68.968</c:v>
                </c:pt>
                <c:pt idx="104">
                  <c:v>68.956</c:v>
                </c:pt>
                <c:pt idx="105">
                  <c:v>68.944</c:v>
                </c:pt>
                <c:pt idx="106">
                  <c:v>68.932</c:v>
                </c:pt>
                <c:pt idx="107">
                  <c:v>68.919</c:v>
                </c:pt>
                <c:pt idx="108">
                  <c:v>68.907</c:v>
                </c:pt>
                <c:pt idx="109">
                  <c:v>68.895</c:v>
                </c:pt>
                <c:pt idx="110">
                  <c:v>68.883</c:v>
                </c:pt>
                <c:pt idx="111">
                  <c:v>68.871</c:v>
                </c:pt>
                <c:pt idx="112">
                  <c:v>68.86</c:v>
                </c:pt>
                <c:pt idx="113">
                  <c:v>68.849</c:v>
                </c:pt>
                <c:pt idx="114">
                  <c:v>68.839</c:v>
                </c:pt>
                <c:pt idx="115">
                  <c:v>68.83</c:v>
                </c:pt>
                <c:pt idx="116">
                  <c:v>68.82</c:v>
                </c:pt>
                <c:pt idx="117">
                  <c:v>68.812</c:v>
                </c:pt>
                <c:pt idx="118">
                  <c:v>68.804</c:v>
                </c:pt>
                <c:pt idx="119">
                  <c:v>68.796</c:v>
                </c:pt>
                <c:pt idx="120">
                  <c:v>68.79</c:v>
                </c:pt>
                <c:pt idx="121">
                  <c:v>68.784</c:v>
                </c:pt>
                <c:pt idx="122">
                  <c:v>68.779</c:v>
                </c:pt>
                <c:pt idx="123">
                  <c:v>68.774</c:v>
                </c:pt>
                <c:pt idx="124">
                  <c:v>68.771</c:v>
                </c:pt>
                <c:pt idx="125">
                  <c:v>68.768</c:v>
                </c:pt>
                <c:pt idx="126">
                  <c:v>68.766</c:v>
                </c:pt>
                <c:pt idx="127">
                  <c:v>68.764</c:v>
                </c:pt>
                <c:pt idx="128">
                  <c:v>68.764</c:v>
                </c:pt>
                <c:pt idx="129">
                  <c:v>68.764</c:v>
                </c:pt>
                <c:pt idx="130">
                  <c:v>68.765</c:v>
                </c:pt>
                <c:pt idx="131">
                  <c:v>68.766</c:v>
                </c:pt>
                <c:pt idx="132">
                  <c:v>68.769</c:v>
                </c:pt>
                <c:pt idx="133">
                  <c:v>68.771</c:v>
                </c:pt>
                <c:pt idx="134">
                  <c:v>68.775</c:v>
                </c:pt>
                <c:pt idx="135">
                  <c:v>68.78</c:v>
                </c:pt>
                <c:pt idx="136">
                  <c:v>68.784</c:v>
                </c:pt>
                <c:pt idx="137">
                  <c:v>68.79</c:v>
                </c:pt>
                <c:pt idx="138">
                  <c:v>68.796</c:v>
                </c:pt>
                <c:pt idx="139">
                  <c:v>68.802</c:v>
                </c:pt>
                <c:pt idx="140">
                  <c:v>68.809</c:v>
                </c:pt>
                <c:pt idx="141">
                  <c:v>68.816</c:v>
                </c:pt>
                <c:pt idx="142">
                  <c:v>68.824</c:v>
                </c:pt>
                <c:pt idx="143">
                  <c:v>68.831</c:v>
                </c:pt>
                <c:pt idx="144">
                  <c:v>68.839</c:v>
                </c:pt>
                <c:pt idx="145">
                  <c:v>68.846</c:v>
                </c:pt>
                <c:pt idx="146">
                  <c:v>68.854</c:v>
                </c:pt>
                <c:pt idx="147">
                  <c:v>68.861</c:v>
                </c:pt>
                <c:pt idx="148">
                  <c:v>68.869</c:v>
                </c:pt>
                <c:pt idx="149">
                  <c:v>68.876</c:v>
                </c:pt>
                <c:pt idx="150">
                  <c:v>68.883</c:v>
                </c:pt>
                <c:pt idx="151">
                  <c:v>68.889</c:v>
                </c:pt>
                <c:pt idx="152">
                  <c:v>68.896</c:v>
                </c:pt>
                <c:pt idx="153">
                  <c:v>68.901</c:v>
                </c:pt>
                <c:pt idx="154">
                  <c:v>68.906</c:v>
                </c:pt>
                <c:pt idx="155">
                  <c:v>68.911</c:v>
                </c:pt>
                <c:pt idx="156">
                  <c:v>68.916</c:v>
                </c:pt>
                <c:pt idx="157">
                  <c:v>68.92</c:v>
                </c:pt>
                <c:pt idx="158">
                  <c:v>68.923</c:v>
                </c:pt>
                <c:pt idx="159">
                  <c:v>68.927</c:v>
                </c:pt>
                <c:pt idx="160">
                  <c:v>68.93</c:v>
                </c:pt>
                <c:pt idx="161">
                  <c:v>68.933</c:v>
                </c:pt>
                <c:pt idx="162">
                  <c:v>68.936</c:v>
                </c:pt>
                <c:pt idx="163">
                  <c:v>68.939</c:v>
                </c:pt>
                <c:pt idx="164">
                  <c:v>68.943</c:v>
                </c:pt>
                <c:pt idx="165">
                  <c:v>68.946</c:v>
                </c:pt>
                <c:pt idx="166">
                  <c:v>68.95</c:v>
                </c:pt>
                <c:pt idx="167">
                  <c:v>68.954</c:v>
                </c:pt>
                <c:pt idx="168">
                  <c:v>68.959</c:v>
                </c:pt>
                <c:pt idx="169">
                  <c:v>68.965</c:v>
                </c:pt>
                <c:pt idx="170">
                  <c:v>68.97</c:v>
                </c:pt>
                <c:pt idx="171">
                  <c:v>68.977</c:v>
                </c:pt>
                <c:pt idx="172">
                  <c:v>68.985</c:v>
                </c:pt>
                <c:pt idx="173">
                  <c:v>68.993</c:v>
                </c:pt>
                <c:pt idx="174">
                  <c:v>69.002</c:v>
                </c:pt>
                <c:pt idx="175">
                  <c:v>69.012</c:v>
                </c:pt>
                <c:pt idx="176">
                  <c:v>69.023</c:v>
                </c:pt>
                <c:pt idx="177">
                  <c:v>69.034</c:v>
                </c:pt>
                <c:pt idx="178">
                  <c:v>69.046</c:v>
                </c:pt>
                <c:pt idx="179">
                  <c:v>69.059</c:v>
                </c:pt>
                <c:pt idx="180">
                  <c:v>69.073</c:v>
                </c:pt>
                <c:pt idx="181">
                  <c:v>69.087</c:v>
                </c:pt>
                <c:pt idx="182">
                  <c:v>69.102</c:v>
                </c:pt>
                <c:pt idx="183">
                  <c:v>69.118</c:v>
                </c:pt>
                <c:pt idx="184">
                  <c:v>69.135</c:v>
                </c:pt>
                <c:pt idx="185">
                  <c:v>69.151</c:v>
                </c:pt>
                <c:pt idx="186">
                  <c:v>69.168</c:v>
                </c:pt>
                <c:pt idx="187">
                  <c:v>69.186</c:v>
                </c:pt>
                <c:pt idx="188">
                  <c:v>69.204</c:v>
                </c:pt>
                <c:pt idx="189">
                  <c:v>69.222</c:v>
                </c:pt>
                <c:pt idx="190">
                  <c:v>69.24</c:v>
                </c:pt>
                <c:pt idx="191">
                  <c:v>69.258</c:v>
                </c:pt>
                <c:pt idx="192">
                  <c:v>69.276</c:v>
                </c:pt>
                <c:pt idx="193">
                  <c:v>69.294</c:v>
                </c:pt>
                <c:pt idx="194">
                  <c:v>69.311</c:v>
                </c:pt>
                <c:pt idx="195">
                  <c:v>69.328</c:v>
                </c:pt>
                <c:pt idx="196">
                  <c:v>69.344</c:v>
                </c:pt>
                <c:pt idx="197">
                  <c:v>69.36</c:v>
                </c:pt>
                <c:pt idx="198">
                  <c:v>69.375</c:v>
                </c:pt>
                <c:pt idx="199">
                  <c:v>69.39</c:v>
                </c:pt>
                <c:pt idx="200">
                  <c:v>69.403</c:v>
                </c:pt>
                <c:pt idx="201">
                  <c:v>69.416</c:v>
                </c:pt>
                <c:pt idx="202">
                  <c:v>69.428</c:v>
                </c:pt>
                <c:pt idx="203">
                  <c:v>69.439</c:v>
                </c:pt>
                <c:pt idx="204">
                  <c:v>69.449</c:v>
                </c:pt>
                <c:pt idx="205">
                  <c:v>69.459</c:v>
                </c:pt>
                <c:pt idx="206">
                  <c:v>69.468</c:v>
                </c:pt>
                <c:pt idx="207">
                  <c:v>69.475</c:v>
                </c:pt>
                <c:pt idx="208">
                  <c:v>69.483</c:v>
                </c:pt>
                <c:pt idx="209">
                  <c:v>69.489</c:v>
                </c:pt>
                <c:pt idx="210">
                  <c:v>69.494</c:v>
                </c:pt>
                <c:pt idx="211">
                  <c:v>69.5</c:v>
                </c:pt>
                <c:pt idx="212">
                  <c:v>69.504</c:v>
                </c:pt>
                <c:pt idx="213">
                  <c:v>69.507</c:v>
                </c:pt>
                <c:pt idx="214">
                  <c:v>69.51</c:v>
                </c:pt>
                <c:pt idx="215">
                  <c:v>69.513</c:v>
                </c:pt>
                <c:pt idx="216">
                  <c:v>69.515</c:v>
                </c:pt>
                <c:pt idx="217">
                  <c:v>69.516</c:v>
                </c:pt>
                <c:pt idx="218">
                  <c:v>69.517</c:v>
                </c:pt>
                <c:pt idx="219">
                  <c:v>69.518</c:v>
                </c:pt>
                <c:pt idx="220">
                  <c:v>69.517</c:v>
                </c:pt>
                <c:pt idx="221">
                  <c:v>69.517</c:v>
                </c:pt>
                <c:pt idx="222">
                  <c:v>69.515</c:v>
                </c:pt>
                <c:pt idx="223">
                  <c:v>69.513</c:v>
                </c:pt>
                <c:pt idx="224">
                  <c:v>69.511</c:v>
                </c:pt>
                <c:pt idx="225">
                  <c:v>69.508</c:v>
                </c:pt>
                <c:pt idx="226">
                  <c:v>69.504</c:v>
                </c:pt>
                <c:pt idx="227">
                  <c:v>69.5</c:v>
                </c:pt>
                <c:pt idx="228">
                  <c:v>69.495</c:v>
                </c:pt>
                <c:pt idx="229">
                  <c:v>69.49</c:v>
                </c:pt>
                <c:pt idx="230">
                  <c:v>69.484</c:v>
                </c:pt>
                <c:pt idx="231">
                  <c:v>69.477</c:v>
                </c:pt>
                <c:pt idx="232">
                  <c:v>69.47</c:v>
                </c:pt>
                <c:pt idx="233">
                  <c:v>69.462</c:v>
                </c:pt>
                <c:pt idx="234">
                  <c:v>69.454</c:v>
                </c:pt>
                <c:pt idx="235">
                  <c:v>69.445</c:v>
                </c:pt>
                <c:pt idx="236">
                  <c:v>69.435</c:v>
                </c:pt>
                <c:pt idx="237">
                  <c:v>69.425</c:v>
                </c:pt>
                <c:pt idx="238">
                  <c:v>69.415</c:v>
                </c:pt>
                <c:pt idx="239">
                  <c:v>69.404</c:v>
                </c:pt>
                <c:pt idx="240">
                  <c:v>69.393</c:v>
                </c:pt>
                <c:pt idx="241">
                  <c:v>69.381</c:v>
                </c:pt>
                <c:pt idx="242">
                  <c:v>69.369</c:v>
                </c:pt>
                <c:pt idx="243">
                  <c:v>69.357</c:v>
                </c:pt>
                <c:pt idx="244">
                  <c:v>69.344</c:v>
                </c:pt>
                <c:pt idx="245">
                  <c:v>69.331</c:v>
                </c:pt>
                <c:pt idx="246">
                  <c:v>69.318</c:v>
                </c:pt>
                <c:pt idx="247">
                  <c:v>69.304</c:v>
                </c:pt>
                <c:pt idx="248">
                  <c:v>69.291</c:v>
                </c:pt>
                <c:pt idx="249">
                  <c:v>69.277</c:v>
                </c:pt>
                <c:pt idx="250">
                  <c:v>69.263</c:v>
                </c:pt>
                <c:pt idx="251">
                  <c:v>69.249</c:v>
                </c:pt>
                <c:pt idx="252">
                  <c:v>69.236</c:v>
                </c:pt>
                <c:pt idx="253">
                  <c:v>69.222</c:v>
                </c:pt>
                <c:pt idx="254">
                  <c:v>69.208</c:v>
                </c:pt>
                <c:pt idx="255">
                  <c:v>69.194</c:v>
                </c:pt>
                <c:pt idx="256">
                  <c:v>69.181</c:v>
                </c:pt>
                <c:pt idx="257">
                  <c:v>69.167</c:v>
                </c:pt>
                <c:pt idx="258">
                  <c:v>69.153</c:v>
                </c:pt>
                <c:pt idx="259">
                  <c:v>69.14</c:v>
                </c:pt>
                <c:pt idx="260">
                  <c:v>69.126</c:v>
                </c:pt>
                <c:pt idx="261">
                  <c:v>69.112</c:v>
                </c:pt>
                <c:pt idx="262">
                  <c:v>69.099</c:v>
                </c:pt>
                <c:pt idx="263">
                  <c:v>69.085</c:v>
                </c:pt>
                <c:pt idx="264">
                  <c:v>69.071</c:v>
                </c:pt>
                <c:pt idx="265">
                  <c:v>69.058</c:v>
                </c:pt>
                <c:pt idx="266">
                  <c:v>69.044</c:v>
                </c:pt>
                <c:pt idx="267">
                  <c:v>69.029</c:v>
                </c:pt>
                <c:pt idx="268">
                  <c:v>69.015</c:v>
                </c:pt>
                <c:pt idx="269">
                  <c:v>69.001</c:v>
                </c:pt>
                <c:pt idx="270">
                  <c:v>68.987</c:v>
                </c:pt>
                <c:pt idx="271">
                  <c:v>68.973</c:v>
                </c:pt>
                <c:pt idx="272">
                  <c:v>68.959</c:v>
                </c:pt>
                <c:pt idx="273">
                  <c:v>68.945</c:v>
                </c:pt>
                <c:pt idx="274">
                  <c:v>68.93</c:v>
                </c:pt>
                <c:pt idx="275">
                  <c:v>68.916</c:v>
                </c:pt>
                <c:pt idx="276">
                  <c:v>68.902</c:v>
                </c:pt>
                <c:pt idx="277">
                  <c:v>68.887</c:v>
                </c:pt>
                <c:pt idx="278">
                  <c:v>68.873</c:v>
                </c:pt>
                <c:pt idx="279">
                  <c:v>68.858</c:v>
                </c:pt>
                <c:pt idx="280">
                  <c:v>68.843</c:v>
                </c:pt>
                <c:pt idx="281">
                  <c:v>68.829</c:v>
                </c:pt>
                <c:pt idx="282">
                  <c:v>68.814</c:v>
                </c:pt>
                <c:pt idx="283">
                  <c:v>68.799</c:v>
                </c:pt>
                <c:pt idx="284">
                  <c:v>68.783</c:v>
                </c:pt>
                <c:pt idx="285">
                  <c:v>68.768</c:v>
                </c:pt>
                <c:pt idx="286">
                  <c:v>68.752</c:v>
                </c:pt>
                <c:pt idx="287">
                  <c:v>68.736</c:v>
                </c:pt>
                <c:pt idx="288">
                  <c:v>68.719</c:v>
                </c:pt>
                <c:pt idx="289">
                  <c:v>68.702</c:v>
                </c:pt>
                <c:pt idx="290">
                  <c:v>68.686</c:v>
                </c:pt>
                <c:pt idx="291">
                  <c:v>68.668</c:v>
                </c:pt>
                <c:pt idx="292">
                  <c:v>68.651</c:v>
                </c:pt>
                <c:pt idx="293">
                  <c:v>68.633</c:v>
                </c:pt>
                <c:pt idx="294">
                  <c:v>68.616</c:v>
                </c:pt>
                <c:pt idx="295">
                  <c:v>68.598</c:v>
                </c:pt>
                <c:pt idx="296">
                  <c:v>68.579</c:v>
                </c:pt>
                <c:pt idx="297">
                  <c:v>68.561</c:v>
                </c:pt>
                <c:pt idx="298">
                  <c:v>68.543</c:v>
                </c:pt>
                <c:pt idx="299">
                  <c:v>68.525</c:v>
                </c:pt>
                <c:pt idx="300">
                  <c:v>68.507</c:v>
                </c:pt>
                <c:pt idx="301">
                  <c:v>68.488</c:v>
                </c:pt>
                <c:pt idx="302">
                  <c:v>68.471</c:v>
                </c:pt>
                <c:pt idx="303">
                  <c:v>68.453</c:v>
                </c:pt>
                <c:pt idx="304">
                  <c:v>68.436</c:v>
                </c:pt>
                <c:pt idx="305">
                  <c:v>68.419</c:v>
                </c:pt>
                <c:pt idx="306">
                  <c:v>68.403</c:v>
                </c:pt>
                <c:pt idx="307">
                  <c:v>68.387</c:v>
                </c:pt>
                <c:pt idx="308">
                  <c:v>68.372</c:v>
                </c:pt>
                <c:pt idx="309">
                  <c:v>68.358</c:v>
                </c:pt>
                <c:pt idx="310">
                  <c:v>68.345</c:v>
                </c:pt>
                <c:pt idx="311">
                  <c:v>68.333</c:v>
                </c:pt>
                <c:pt idx="312">
                  <c:v>68.321</c:v>
                </c:pt>
                <c:pt idx="313">
                  <c:v>68.311</c:v>
                </c:pt>
                <c:pt idx="314">
                  <c:v>68.301</c:v>
                </c:pt>
                <c:pt idx="315">
                  <c:v>68.293</c:v>
                </c:pt>
                <c:pt idx="316">
                  <c:v>68.285</c:v>
                </c:pt>
                <c:pt idx="317">
                  <c:v>68.278</c:v>
                </c:pt>
                <c:pt idx="318">
                  <c:v>68.272</c:v>
                </c:pt>
                <c:pt idx="319">
                  <c:v>68.267</c:v>
                </c:pt>
                <c:pt idx="320">
                  <c:v>68.262</c:v>
                </c:pt>
                <c:pt idx="321">
                  <c:v>68.259</c:v>
                </c:pt>
                <c:pt idx="322">
                  <c:v>68.255</c:v>
                </c:pt>
                <c:pt idx="323">
                  <c:v>68.253</c:v>
                </c:pt>
                <c:pt idx="324">
                  <c:v>68.251</c:v>
                </c:pt>
                <c:pt idx="325">
                  <c:v>68.249</c:v>
                </c:pt>
                <c:pt idx="326">
                  <c:v>68.248</c:v>
                </c:pt>
                <c:pt idx="327">
                  <c:v>68.248</c:v>
                </c:pt>
                <c:pt idx="328">
                  <c:v>68.247</c:v>
                </c:pt>
                <c:pt idx="329">
                  <c:v>68.247</c:v>
                </c:pt>
                <c:pt idx="330">
                  <c:v>68.247</c:v>
                </c:pt>
                <c:pt idx="331">
                  <c:v>68.247</c:v>
                </c:pt>
                <c:pt idx="332">
                  <c:v>68.248</c:v>
                </c:pt>
                <c:pt idx="333">
                  <c:v>68.248</c:v>
                </c:pt>
                <c:pt idx="334">
                  <c:v>68.249</c:v>
                </c:pt>
                <c:pt idx="335">
                  <c:v>68.25</c:v>
                </c:pt>
                <c:pt idx="336">
                  <c:v>68.251</c:v>
                </c:pt>
                <c:pt idx="337">
                  <c:v>68.252</c:v>
                </c:pt>
                <c:pt idx="338">
                  <c:v>68.253</c:v>
                </c:pt>
                <c:pt idx="339">
                  <c:v>68.255</c:v>
                </c:pt>
                <c:pt idx="340">
                  <c:v>68.256</c:v>
                </c:pt>
                <c:pt idx="341">
                  <c:v>68.259</c:v>
                </c:pt>
                <c:pt idx="342">
                  <c:v>68.26</c:v>
                </c:pt>
                <c:pt idx="343">
                  <c:v>68.263</c:v>
                </c:pt>
                <c:pt idx="344">
                  <c:v>68.265</c:v>
                </c:pt>
                <c:pt idx="345">
                  <c:v>68.268</c:v>
                </c:pt>
                <c:pt idx="346">
                  <c:v>68.271</c:v>
                </c:pt>
                <c:pt idx="347">
                  <c:v>68.273</c:v>
                </c:pt>
                <c:pt idx="348">
                  <c:v>68.276</c:v>
                </c:pt>
                <c:pt idx="349">
                  <c:v>68.279</c:v>
                </c:pt>
                <c:pt idx="350">
                  <c:v>68.282</c:v>
                </c:pt>
                <c:pt idx="351">
                  <c:v>68.285</c:v>
                </c:pt>
                <c:pt idx="352">
                  <c:v>68.287</c:v>
                </c:pt>
                <c:pt idx="353">
                  <c:v>68.289</c:v>
                </c:pt>
                <c:pt idx="354">
                  <c:v>68.291</c:v>
                </c:pt>
                <c:pt idx="355">
                  <c:v>68.292</c:v>
                </c:pt>
                <c:pt idx="356">
                  <c:v>68.292</c:v>
                </c:pt>
                <c:pt idx="357">
                  <c:v>68.292</c:v>
                </c:pt>
                <c:pt idx="358">
                  <c:v>68.291</c:v>
                </c:pt>
                <c:pt idx="359">
                  <c:v>68.288</c:v>
                </c:pt>
                <c:pt idx="360">
                  <c:v>68.285</c:v>
                </c:pt>
                <c:pt idx="361">
                  <c:v>68.281</c:v>
                </c:pt>
                <c:pt idx="362">
                  <c:v>68.275</c:v>
                </c:pt>
                <c:pt idx="363">
                  <c:v>68.268</c:v>
                </c:pt>
                <c:pt idx="364">
                  <c:v>68.26</c:v>
                </c:pt>
                <c:pt idx="365">
                  <c:v>68.251</c:v>
                </c:pt>
                <c:pt idx="366">
                  <c:v>68.24</c:v>
                </c:pt>
                <c:pt idx="367">
                  <c:v>68.228</c:v>
                </c:pt>
                <c:pt idx="368">
                  <c:v>68.216</c:v>
                </c:pt>
                <c:pt idx="369">
                  <c:v>68.201</c:v>
                </c:pt>
                <c:pt idx="370">
                  <c:v>68.186</c:v>
                </c:pt>
                <c:pt idx="371">
                  <c:v>68.17</c:v>
                </c:pt>
                <c:pt idx="372">
                  <c:v>68.153</c:v>
                </c:pt>
                <c:pt idx="373">
                  <c:v>68.135</c:v>
                </c:pt>
                <c:pt idx="374">
                  <c:v>68.117</c:v>
                </c:pt>
                <c:pt idx="375">
                  <c:v>68.098</c:v>
                </c:pt>
                <c:pt idx="376">
                  <c:v>68.078</c:v>
                </c:pt>
                <c:pt idx="377">
                  <c:v>68.058</c:v>
                </c:pt>
                <c:pt idx="378">
                  <c:v>68.038</c:v>
                </c:pt>
                <c:pt idx="379">
                  <c:v>68.017</c:v>
                </c:pt>
                <c:pt idx="380">
                  <c:v>67.996</c:v>
                </c:pt>
                <c:pt idx="381">
                  <c:v>67.975</c:v>
                </c:pt>
                <c:pt idx="382">
                  <c:v>67.954</c:v>
                </c:pt>
                <c:pt idx="383">
                  <c:v>67.933</c:v>
                </c:pt>
                <c:pt idx="384">
                  <c:v>67.912</c:v>
                </c:pt>
                <c:pt idx="385">
                  <c:v>67.892</c:v>
                </c:pt>
                <c:pt idx="386">
                  <c:v>67.872</c:v>
                </c:pt>
                <c:pt idx="387">
                  <c:v>67.852</c:v>
                </c:pt>
                <c:pt idx="388">
                  <c:v>67.832</c:v>
                </c:pt>
                <c:pt idx="389">
                  <c:v>67.813</c:v>
                </c:pt>
                <c:pt idx="390">
                  <c:v>67.795</c:v>
                </c:pt>
                <c:pt idx="391">
                  <c:v>67.776</c:v>
                </c:pt>
                <c:pt idx="392">
                  <c:v>67.759</c:v>
                </c:pt>
                <c:pt idx="393">
                  <c:v>67.742</c:v>
                </c:pt>
                <c:pt idx="394">
                  <c:v>67.725</c:v>
                </c:pt>
                <c:pt idx="395">
                  <c:v>67.709</c:v>
                </c:pt>
                <c:pt idx="396">
                  <c:v>67.693</c:v>
                </c:pt>
                <c:pt idx="397">
                  <c:v>67.677</c:v>
                </c:pt>
                <c:pt idx="398">
                  <c:v>67.662</c:v>
                </c:pt>
                <c:pt idx="399">
                  <c:v>67.648</c:v>
                </c:pt>
                <c:pt idx="400">
                  <c:v>67.633</c:v>
                </c:pt>
                <c:pt idx="401">
                  <c:v>67.619</c:v>
                </c:pt>
                <c:pt idx="402">
                  <c:v>67.605</c:v>
                </c:pt>
                <c:pt idx="403">
                  <c:v>67.592</c:v>
                </c:pt>
                <c:pt idx="404">
                  <c:v>67.579</c:v>
                </c:pt>
                <c:pt idx="405">
                  <c:v>67.566</c:v>
                </c:pt>
                <c:pt idx="406">
                  <c:v>67.553</c:v>
                </c:pt>
                <c:pt idx="407">
                  <c:v>67.541</c:v>
                </c:pt>
                <c:pt idx="408">
                  <c:v>67.53</c:v>
                </c:pt>
                <c:pt idx="409">
                  <c:v>67.518</c:v>
                </c:pt>
                <c:pt idx="410">
                  <c:v>67.507</c:v>
                </c:pt>
                <c:pt idx="411">
                  <c:v>67.496</c:v>
                </c:pt>
                <c:pt idx="412">
                  <c:v>67.486</c:v>
                </c:pt>
                <c:pt idx="413">
                  <c:v>67.477</c:v>
                </c:pt>
                <c:pt idx="414">
                  <c:v>67.468</c:v>
                </c:pt>
                <c:pt idx="415">
                  <c:v>67.459</c:v>
                </c:pt>
                <c:pt idx="416">
                  <c:v>67.452</c:v>
                </c:pt>
                <c:pt idx="417">
                  <c:v>67.445</c:v>
                </c:pt>
                <c:pt idx="418">
                  <c:v>67.438</c:v>
                </c:pt>
                <c:pt idx="419">
                  <c:v>67.432</c:v>
                </c:pt>
                <c:pt idx="420">
                  <c:v>67.426</c:v>
                </c:pt>
                <c:pt idx="421">
                  <c:v>67.421</c:v>
                </c:pt>
                <c:pt idx="422">
                  <c:v>67.416</c:v>
                </c:pt>
                <c:pt idx="423">
                  <c:v>67.412</c:v>
                </c:pt>
                <c:pt idx="424">
                  <c:v>67.408</c:v>
                </c:pt>
                <c:pt idx="425">
                  <c:v>67.404</c:v>
                </c:pt>
                <c:pt idx="426">
                  <c:v>67.4</c:v>
                </c:pt>
                <c:pt idx="427">
                  <c:v>67.396</c:v>
                </c:pt>
                <c:pt idx="428">
                  <c:v>67.393</c:v>
                </c:pt>
                <c:pt idx="429">
                  <c:v>67.39</c:v>
                </c:pt>
                <c:pt idx="430">
                  <c:v>67.386</c:v>
                </c:pt>
                <c:pt idx="431">
                  <c:v>67.383</c:v>
                </c:pt>
                <c:pt idx="432">
                  <c:v>67.38</c:v>
                </c:pt>
                <c:pt idx="433">
                  <c:v>67.377</c:v>
                </c:pt>
                <c:pt idx="434">
                  <c:v>67.374</c:v>
                </c:pt>
                <c:pt idx="435">
                  <c:v>67.371</c:v>
                </c:pt>
                <c:pt idx="436">
                  <c:v>67.368</c:v>
                </c:pt>
                <c:pt idx="437">
                  <c:v>67.365</c:v>
                </c:pt>
                <c:pt idx="438">
                  <c:v>67.363</c:v>
                </c:pt>
                <c:pt idx="439">
                  <c:v>67.36</c:v>
                </c:pt>
                <c:pt idx="440">
                  <c:v>67.357</c:v>
                </c:pt>
                <c:pt idx="441">
                  <c:v>67.355</c:v>
                </c:pt>
                <c:pt idx="442">
                  <c:v>67.353</c:v>
                </c:pt>
                <c:pt idx="443">
                  <c:v>67.351</c:v>
                </c:pt>
                <c:pt idx="444">
                  <c:v>67.348</c:v>
                </c:pt>
                <c:pt idx="445">
                  <c:v>67.346</c:v>
                </c:pt>
                <c:pt idx="446">
                  <c:v>67.344</c:v>
                </c:pt>
                <c:pt idx="447">
                  <c:v>67.341</c:v>
                </c:pt>
                <c:pt idx="448">
                  <c:v>67.339</c:v>
                </c:pt>
                <c:pt idx="449">
                  <c:v>67.337</c:v>
                </c:pt>
                <c:pt idx="450">
                  <c:v>67.334</c:v>
                </c:pt>
                <c:pt idx="451">
                  <c:v>67.331</c:v>
                </c:pt>
                <c:pt idx="452">
                  <c:v>67.328</c:v>
                </c:pt>
                <c:pt idx="453">
                  <c:v>67.325</c:v>
                </c:pt>
                <c:pt idx="454">
                  <c:v>67.322</c:v>
                </c:pt>
                <c:pt idx="455">
                  <c:v>67.319</c:v>
                </c:pt>
                <c:pt idx="456">
                  <c:v>67.316</c:v>
                </c:pt>
                <c:pt idx="457">
                  <c:v>67.312</c:v>
                </c:pt>
                <c:pt idx="458">
                  <c:v>67.308</c:v>
                </c:pt>
                <c:pt idx="459">
                  <c:v>67.304</c:v>
                </c:pt>
                <c:pt idx="460">
                  <c:v>67.3</c:v>
                </c:pt>
                <c:pt idx="461">
                  <c:v>67.297</c:v>
                </c:pt>
                <c:pt idx="462">
                  <c:v>67.293</c:v>
                </c:pt>
                <c:pt idx="463">
                  <c:v>67.29</c:v>
                </c:pt>
                <c:pt idx="464">
                  <c:v>67.287</c:v>
                </c:pt>
                <c:pt idx="465">
                  <c:v>67.284</c:v>
                </c:pt>
                <c:pt idx="466">
                  <c:v>67.281</c:v>
                </c:pt>
                <c:pt idx="467">
                  <c:v>67.279</c:v>
                </c:pt>
                <c:pt idx="468">
                  <c:v>67.277</c:v>
                </c:pt>
                <c:pt idx="469">
                  <c:v>67.275</c:v>
                </c:pt>
                <c:pt idx="470">
                  <c:v>67.274</c:v>
                </c:pt>
                <c:pt idx="471">
                  <c:v>67.274</c:v>
                </c:pt>
                <c:pt idx="472">
                  <c:v>67.274</c:v>
                </c:pt>
                <c:pt idx="473">
                  <c:v>67.274</c:v>
                </c:pt>
                <c:pt idx="474">
                  <c:v>67.274</c:v>
                </c:pt>
                <c:pt idx="475">
                  <c:v>67.275</c:v>
                </c:pt>
                <c:pt idx="476">
                  <c:v>67.275</c:v>
                </c:pt>
                <c:pt idx="477">
                  <c:v>67.276</c:v>
                </c:pt>
                <c:pt idx="478">
                  <c:v>67.278</c:v>
                </c:pt>
                <c:pt idx="479">
                  <c:v>67.279</c:v>
                </c:pt>
                <c:pt idx="480">
                  <c:v>67.28</c:v>
                </c:pt>
                <c:pt idx="481">
                  <c:v>67.281</c:v>
                </c:pt>
                <c:pt idx="482">
                  <c:v>67.282</c:v>
                </c:pt>
                <c:pt idx="483">
                  <c:v>67.284</c:v>
                </c:pt>
                <c:pt idx="484">
                  <c:v>67.285</c:v>
                </c:pt>
                <c:pt idx="485">
                  <c:v>67.286</c:v>
                </c:pt>
                <c:pt idx="486">
                  <c:v>67.288</c:v>
                </c:pt>
                <c:pt idx="487">
                  <c:v>67.289</c:v>
                </c:pt>
                <c:pt idx="488">
                  <c:v>67.29</c:v>
                </c:pt>
                <c:pt idx="489">
                  <c:v>67.291</c:v>
                </c:pt>
                <c:pt idx="490">
                  <c:v>67.293</c:v>
                </c:pt>
                <c:pt idx="491">
                  <c:v>67.294</c:v>
                </c:pt>
                <c:pt idx="492">
                  <c:v>67.295</c:v>
                </c:pt>
                <c:pt idx="493">
                  <c:v>67.295</c:v>
                </c:pt>
                <c:pt idx="494">
                  <c:v>67.296</c:v>
                </c:pt>
                <c:pt idx="495">
                  <c:v>67.296</c:v>
                </c:pt>
                <c:pt idx="496">
                  <c:v>67.296</c:v>
                </c:pt>
                <c:pt idx="497">
                  <c:v>67.296</c:v>
                </c:pt>
                <c:pt idx="498">
                  <c:v>67.295</c:v>
                </c:pt>
                <c:pt idx="499">
                  <c:v>67.294</c:v>
                </c:pt>
                <c:pt idx="500">
                  <c:v>67.293</c:v>
                </c:pt>
                <c:pt idx="501">
                  <c:v>67.291</c:v>
                </c:pt>
                <c:pt idx="502">
                  <c:v>67.289</c:v>
                </c:pt>
                <c:pt idx="503">
                  <c:v>67.287</c:v>
                </c:pt>
                <c:pt idx="504">
                  <c:v>67.284</c:v>
                </c:pt>
                <c:pt idx="505">
                  <c:v>67.281</c:v>
                </c:pt>
                <c:pt idx="506">
                  <c:v>67.277</c:v>
                </c:pt>
                <c:pt idx="507">
                  <c:v>67.274</c:v>
                </c:pt>
                <c:pt idx="508">
                  <c:v>67.27</c:v>
                </c:pt>
                <c:pt idx="509">
                  <c:v>67.266</c:v>
                </c:pt>
                <c:pt idx="510">
                  <c:v>67.262</c:v>
                </c:pt>
                <c:pt idx="511">
                  <c:v>67.257</c:v>
                </c:pt>
                <c:pt idx="512">
                  <c:v>67.253</c:v>
                </c:pt>
                <c:pt idx="513">
                  <c:v>67.249</c:v>
                </c:pt>
                <c:pt idx="514">
                  <c:v>67.245</c:v>
                </c:pt>
                <c:pt idx="515">
                  <c:v>67.241</c:v>
                </c:pt>
                <c:pt idx="516">
                  <c:v>67.237</c:v>
                </c:pt>
                <c:pt idx="517">
                  <c:v>67.233</c:v>
                </c:pt>
                <c:pt idx="518">
                  <c:v>67.23</c:v>
                </c:pt>
                <c:pt idx="519">
                  <c:v>67.227</c:v>
                </c:pt>
                <c:pt idx="520">
                  <c:v>67.224</c:v>
                </c:pt>
                <c:pt idx="521">
                  <c:v>67.221</c:v>
                </c:pt>
                <c:pt idx="522">
                  <c:v>67.218</c:v>
                </c:pt>
                <c:pt idx="523">
                  <c:v>67.216</c:v>
                </c:pt>
                <c:pt idx="524">
                  <c:v>67.213</c:v>
                </c:pt>
                <c:pt idx="525">
                  <c:v>67.211</c:v>
                </c:pt>
                <c:pt idx="526">
                  <c:v>67.209</c:v>
                </c:pt>
                <c:pt idx="527">
                  <c:v>67.207</c:v>
                </c:pt>
                <c:pt idx="528">
                  <c:v>67.205</c:v>
                </c:pt>
                <c:pt idx="529">
                  <c:v>67.202</c:v>
                </c:pt>
                <c:pt idx="530">
                  <c:v>67.2</c:v>
                </c:pt>
                <c:pt idx="531">
                  <c:v>67.197</c:v>
                </c:pt>
                <c:pt idx="532">
                  <c:v>67.194</c:v>
                </c:pt>
                <c:pt idx="533">
                  <c:v>67.191</c:v>
                </c:pt>
                <c:pt idx="534">
                  <c:v>67.187</c:v>
                </c:pt>
                <c:pt idx="535">
                  <c:v>67.183</c:v>
                </c:pt>
                <c:pt idx="536">
                  <c:v>67.178</c:v>
                </c:pt>
                <c:pt idx="537">
                  <c:v>67.173</c:v>
                </c:pt>
                <c:pt idx="538">
                  <c:v>67.168</c:v>
                </c:pt>
                <c:pt idx="539">
                  <c:v>67.162</c:v>
                </c:pt>
                <c:pt idx="540">
                  <c:v>67.156</c:v>
                </c:pt>
                <c:pt idx="541">
                  <c:v>67.149</c:v>
                </c:pt>
                <c:pt idx="542">
                  <c:v>67.141</c:v>
                </c:pt>
                <c:pt idx="543">
                  <c:v>67.133</c:v>
                </c:pt>
                <c:pt idx="544">
                  <c:v>67.124</c:v>
                </c:pt>
                <c:pt idx="545">
                  <c:v>67.114</c:v>
                </c:pt>
                <c:pt idx="546">
                  <c:v>67.104</c:v>
                </c:pt>
                <c:pt idx="547">
                  <c:v>67.094</c:v>
                </c:pt>
                <c:pt idx="548">
                  <c:v>67.083</c:v>
                </c:pt>
                <c:pt idx="549">
                  <c:v>67.071</c:v>
                </c:pt>
                <c:pt idx="550">
                  <c:v>67.058</c:v>
                </c:pt>
                <c:pt idx="551">
                  <c:v>67.045</c:v>
                </c:pt>
                <c:pt idx="552">
                  <c:v>67.032</c:v>
                </c:pt>
                <c:pt idx="553">
                  <c:v>67.018</c:v>
                </c:pt>
                <c:pt idx="554">
                  <c:v>67.004</c:v>
                </c:pt>
                <c:pt idx="555">
                  <c:v>66.989</c:v>
                </c:pt>
                <c:pt idx="556">
                  <c:v>66.974</c:v>
                </c:pt>
                <c:pt idx="557">
                  <c:v>66.959</c:v>
                </c:pt>
                <c:pt idx="558">
                  <c:v>66.943</c:v>
                </c:pt>
                <c:pt idx="559">
                  <c:v>66.928</c:v>
                </c:pt>
                <c:pt idx="560">
                  <c:v>66.912</c:v>
                </c:pt>
                <c:pt idx="561">
                  <c:v>66.896</c:v>
                </c:pt>
                <c:pt idx="562">
                  <c:v>66.881</c:v>
                </c:pt>
                <c:pt idx="563">
                  <c:v>66.866</c:v>
                </c:pt>
                <c:pt idx="564">
                  <c:v>66.85</c:v>
                </c:pt>
                <c:pt idx="565">
                  <c:v>66.835</c:v>
                </c:pt>
                <c:pt idx="566">
                  <c:v>66.82</c:v>
                </c:pt>
                <c:pt idx="567">
                  <c:v>66.805</c:v>
                </c:pt>
                <c:pt idx="568">
                  <c:v>66.791</c:v>
                </c:pt>
                <c:pt idx="569">
                  <c:v>66.777</c:v>
                </c:pt>
                <c:pt idx="570">
                  <c:v>66.764</c:v>
                </c:pt>
                <c:pt idx="571">
                  <c:v>66.751</c:v>
                </c:pt>
                <c:pt idx="572">
                  <c:v>66.738</c:v>
                </c:pt>
                <c:pt idx="573">
                  <c:v>66.726</c:v>
                </c:pt>
                <c:pt idx="574">
                  <c:v>66.714</c:v>
                </c:pt>
                <c:pt idx="575">
                  <c:v>66.703</c:v>
                </c:pt>
                <c:pt idx="576">
                  <c:v>66.692</c:v>
                </c:pt>
                <c:pt idx="577">
                  <c:v>66.683</c:v>
                </c:pt>
                <c:pt idx="578">
                  <c:v>66.673</c:v>
                </c:pt>
                <c:pt idx="579">
                  <c:v>66.664</c:v>
                </c:pt>
                <c:pt idx="580">
                  <c:v>66.657</c:v>
                </c:pt>
                <c:pt idx="581">
                  <c:v>66.649</c:v>
                </c:pt>
                <c:pt idx="582">
                  <c:v>66.643</c:v>
                </c:pt>
                <c:pt idx="583">
                  <c:v>66.637</c:v>
                </c:pt>
                <c:pt idx="584">
                  <c:v>66.633</c:v>
                </c:pt>
                <c:pt idx="585">
                  <c:v>66.629</c:v>
                </c:pt>
                <c:pt idx="586">
                  <c:v>66.626</c:v>
                </c:pt>
                <c:pt idx="587">
                  <c:v>66.624</c:v>
                </c:pt>
                <c:pt idx="588">
                  <c:v>66.622</c:v>
                </c:pt>
                <c:pt idx="589">
                  <c:v>66.622</c:v>
                </c:pt>
                <c:pt idx="590">
                  <c:v>66.623</c:v>
                </c:pt>
                <c:pt idx="591">
                  <c:v>66.624</c:v>
                </c:pt>
                <c:pt idx="592">
                  <c:v>66.626</c:v>
                </c:pt>
                <c:pt idx="593">
                  <c:v>66.629</c:v>
                </c:pt>
                <c:pt idx="594">
                  <c:v>66.632</c:v>
                </c:pt>
                <c:pt idx="595">
                  <c:v>66.636</c:v>
                </c:pt>
                <c:pt idx="596">
                  <c:v>66.64</c:v>
                </c:pt>
                <c:pt idx="597">
                  <c:v>66.645</c:v>
                </c:pt>
                <c:pt idx="598">
                  <c:v>66.651</c:v>
                </c:pt>
                <c:pt idx="599">
                  <c:v>66.657</c:v>
                </c:pt>
                <c:pt idx="600">
                  <c:v>66.663</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0.3"/>
          <c:min val="0"/>
        </c:scaling>
        <c:delete val="0"/>
        <c:axPos val="b"/>
        <c:title>
          <c:tx>
            <c:rich>
              <a:bodyPr/>
              <a:lstStyle/>
              <a:p>
                <a:pPr>
                  <a:defRPr sz="1100" b="0" i="0" u="none" strike="noStrike">
                    <a:solidFill>
                      <a:srgbClr val="3C5566"/>
                    </a:solidFill>
                    <a:latin typeface="+mn-lt"/>
                  </a:defRPr>
                </a:pPr>
                <a:r>
                  <a:rPr sz="1100" b="0" i="0" u="none" strike="noStrike">
                    <a:solidFill>
                      <a:srgbClr val="3C5566"/>
                    </a:solidFill>
                    <a:latin typeface="+mn-lt"/>
                  </a:rPr>
                  <a:t>t [s]</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3C5566"/>
                </a:solidFill>
                <a:latin typeface="+mn-lt"/>
              </a:defRPr>
            </a:pPr>
            <a:endParaRPr lang="en-US"/>
          </a:p>
        </c:txPr>
        <c:crossAx val="2094734552"/>
        <c:crossesAt val="-100"/>
        <c:auto val="1"/>
        <c:lblAlgn val="ctr"/>
        <c:noMultiLvlLbl val="1"/>
        <c:majorUnit val="0.1"/>
      </c:valAx>
      <c:valAx>
        <c:axId val="2094734552"/>
        <c:scaling>
          <c:orientation val="minMax"/>
          <c:max val="100"/>
          <c:min val="-100"/>
        </c:scaling>
        <c:delete val="0"/>
        <c:axPos val="l"/>
        <c:majorGridlines>
          <c:spPr>
            <a:ln w="6350" cap="flat">
              <a:solidFill>
                <a:srgbClr val="E3E8EB"/>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3C5566"/>
                </a:solidFill>
                <a:latin typeface="+mn-lt"/>
              </a:defRPr>
            </a:pPr>
            <a:endParaRPr lang="en-US"/>
          </a:p>
        </c:txPr>
        <c:crossAx val="2094734554"/>
        <c:crosses val="autoZero"/>
        <c:crossBetween val="midCat"/>
        <c:majorUnit val="50"/>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(t/T)²</c:v>
                </c:pt>
              </c:strCache>
            </c:strRef>
          </c:tx>
          <c:spPr>
            <a:solidFill>
              <a:srgbClr val="B5473A"/>
            </a:solidFill>
            <a:ln w="25400" cap="flat">
              <a:solidFill>
                <a:srgbClr val="B5473A"/>
              </a:solidFill>
              <a:prstDash val="solid"/>
              <a:round/>
            </a:ln>
            <a:effectLst/>
          </c:spPr>
          <c:marker>
            <c:symbol val="none"/>
            <c:size val="6"/>
            <c:spPr>
              <a:solidFill>
                <a:srgbClr val="B5473A"/>
              </a:solidFill>
              <a:ln w="9525" cap="flat">
                <a:solidFill>
                  <a:srgbClr val="B5473A"/>
                </a:solidFill>
                <a:prstDash val="solid"/>
                <a:round/>
              </a:ln>
              <a:effectLst/>
            </c:spPr>
          </c:marker>
          <c:xVal>
            <c:numRef>
              <c:f>Sheet1!$A$2:$A$382</c:f>
              <c:numCache>
                <c:formatCode>General</c:formatCode>
                <c:ptCount val="381"/>
                <c:pt idx="0">
                  <c:v>0</c:v>
                </c:pt>
                <c:pt idx="1">
                  <c:v>0.0005</c:v>
                </c:pt>
                <c:pt idx="2">
                  <c:v>0.001</c:v>
                </c:pt>
                <c:pt idx="3">
                  <c:v>0.0015</c:v>
                </c:pt>
                <c:pt idx="4">
                  <c:v>0.002</c:v>
                </c:pt>
                <c:pt idx="5">
                  <c:v>0.0025</c:v>
                </c:pt>
                <c:pt idx="6">
                  <c:v>0.003</c:v>
                </c:pt>
                <c:pt idx="7">
                  <c:v>0.0035</c:v>
                </c:pt>
                <c:pt idx="8">
                  <c:v>0.004</c:v>
                </c:pt>
                <c:pt idx="9">
                  <c:v>0.0045</c:v>
                </c:pt>
                <c:pt idx="10">
                  <c:v>0.005</c:v>
                </c:pt>
                <c:pt idx="11">
                  <c:v>0.0055</c:v>
                </c:pt>
                <c:pt idx="12">
                  <c:v>0.006</c:v>
                </c:pt>
                <c:pt idx="13">
                  <c:v>0.0065</c:v>
                </c:pt>
                <c:pt idx="14">
                  <c:v>0.007</c:v>
                </c:pt>
                <c:pt idx="15">
                  <c:v>0.0075</c:v>
                </c:pt>
                <c:pt idx="16">
                  <c:v>0.008</c:v>
                </c:pt>
                <c:pt idx="17">
                  <c:v>0.0085</c:v>
                </c:pt>
                <c:pt idx="18">
                  <c:v>0.009</c:v>
                </c:pt>
                <c:pt idx="19">
                  <c:v>0.0095</c:v>
                </c:pt>
                <c:pt idx="20">
                  <c:v>0.01</c:v>
                </c:pt>
                <c:pt idx="21">
                  <c:v>0.0105</c:v>
                </c:pt>
                <c:pt idx="22">
                  <c:v>0.011</c:v>
                </c:pt>
                <c:pt idx="23">
                  <c:v>0.0115</c:v>
                </c:pt>
                <c:pt idx="24">
                  <c:v>0.012</c:v>
                </c:pt>
                <c:pt idx="25">
                  <c:v>0.0125</c:v>
                </c:pt>
                <c:pt idx="26">
                  <c:v>0.013</c:v>
                </c:pt>
                <c:pt idx="27">
                  <c:v>0.0135</c:v>
                </c:pt>
                <c:pt idx="28">
                  <c:v>0.014</c:v>
                </c:pt>
                <c:pt idx="29">
                  <c:v>0.0145</c:v>
                </c:pt>
                <c:pt idx="30">
                  <c:v>0.015</c:v>
                </c:pt>
                <c:pt idx="31">
                  <c:v>0.0155</c:v>
                </c:pt>
                <c:pt idx="32">
                  <c:v>0.016</c:v>
                </c:pt>
                <c:pt idx="33">
                  <c:v>0.0165</c:v>
                </c:pt>
                <c:pt idx="34">
                  <c:v>0.017</c:v>
                </c:pt>
                <c:pt idx="35">
                  <c:v>0.0175</c:v>
                </c:pt>
                <c:pt idx="36">
                  <c:v>0.018</c:v>
                </c:pt>
                <c:pt idx="37">
                  <c:v>0.0185</c:v>
                </c:pt>
                <c:pt idx="38">
                  <c:v>0.019</c:v>
                </c:pt>
                <c:pt idx="39">
                  <c:v>0.0195</c:v>
                </c:pt>
                <c:pt idx="40">
                  <c:v>0.02</c:v>
                </c:pt>
                <c:pt idx="41">
                  <c:v>0.0205</c:v>
                </c:pt>
                <c:pt idx="42">
                  <c:v>0.021</c:v>
                </c:pt>
                <c:pt idx="43">
                  <c:v>0.0215</c:v>
                </c:pt>
                <c:pt idx="44">
                  <c:v>0.022</c:v>
                </c:pt>
                <c:pt idx="45">
                  <c:v>0.0225</c:v>
                </c:pt>
                <c:pt idx="46">
                  <c:v>0.023</c:v>
                </c:pt>
                <c:pt idx="47">
                  <c:v>0.0235</c:v>
                </c:pt>
                <c:pt idx="48">
                  <c:v>0.024</c:v>
                </c:pt>
                <c:pt idx="49">
                  <c:v>0.0245</c:v>
                </c:pt>
                <c:pt idx="50">
                  <c:v>0.025</c:v>
                </c:pt>
                <c:pt idx="51">
                  <c:v>0.0255</c:v>
                </c:pt>
                <c:pt idx="52">
                  <c:v>0.026</c:v>
                </c:pt>
                <c:pt idx="53">
                  <c:v>0.0265</c:v>
                </c:pt>
                <c:pt idx="54">
                  <c:v>0.027</c:v>
                </c:pt>
                <c:pt idx="55">
                  <c:v>0.0275</c:v>
                </c:pt>
                <c:pt idx="56">
                  <c:v>0.028</c:v>
                </c:pt>
                <c:pt idx="57">
                  <c:v>0.0285</c:v>
                </c:pt>
                <c:pt idx="58">
                  <c:v>0.029</c:v>
                </c:pt>
                <c:pt idx="59">
                  <c:v>0.0295</c:v>
                </c:pt>
                <c:pt idx="60">
                  <c:v>0.03</c:v>
                </c:pt>
                <c:pt idx="61">
                  <c:v>0.0305</c:v>
                </c:pt>
                <c:pt idx="62">
                  <c:v>0.031</c:v>
                </c:pt>
                <c:pt idx="63">
                  <c:v>0.0315</c:v>
                </c:pt>
                <c:pt idx="64">
                  <c:v>0.032</c:v>
                </c:pt>
                <c:pt idx="65">
                  <c:v>0.0325</c:v>
                </c:pt>
                <c:pt idx="66">
                  <c:v>0.033</c:v>
                </c:pt>
                <c:pt idx="67">
                  <c:v>0.0335</c:v>
                </c:pt>
                <c:pt idx="68">
                  <c:v>0.034</c:v>
                </c:pt>
                <c:pt idx="69">
                  <c:v>0.0345</c:v>
                </c:pt>
                <c:pt idx="70">
                  <c:v>0.035</c:v>
                </c:pt>
                <c:pt idx="71">
                  <c:v>0.0355</c:v>
                </c:pt>
                <c:pt idx="72">
                  <c:v>0.036</c:v>
                </c:pt>
                <c:pt idx="73">
                  <c:v>0.0365</c:v>
                </c:pt>
                <c:pt idx="74">
                  <c:v>0.037</c:v>
                </c:pt>
                <c:pt idx="75">
                  <c:v>0.0375</c:v>
                </c:pt>
                <c:pt idx="76">
                  <c:v>0.038</c:v>
                </c:pt>
                <c:pt idx="77">
                  <c:v>0.0385</c:v>
                </c:pt>
                <c:pt idx="78">
                  <c:v>0.039</c:v>
                </c:pt>
                <c:pt idx="79">
                  <c:v>0.0395</c:v>
                </c:pt>
                <c:pt idx="80">
                  <c:v>0.04</c:v>
                </c:pt>
                <c:pt idx="81">
                  <c:v>0.0405</c:v>
                </c:pt>
                <c:pt idx="82">
                  <c:v>0.041</c:v>
                </c:pt>
                <c:pt idx="83">
                  <c:v>0.0415</c:v>
                </c:pt>
                <c:pt idx="84">
                  <c:v>0.042</c:v>
                </c:pt>
                <c:pt idx="85">
                  <c:v>0.0425</c:v>
                </c:pt>
                <c:pt idx="86">
                  <c:v>0.043</c:v>
                </c:pt>
                <c:pt idx="87">
                  <c:v>0.0435</c:v>
                </c:pt>
                <c:pt idx="88">
                  <c:v>0.044</c:v>
                </c:pt>
                <c:pt idx="89">
                  <c:v>0.0445</c:v>
                </c:pt>
                <c:pt idx="90">
                  <c:v>0.045</c:v>
                </c:pt>
                <c:pt idx="91">
                  <c:v>0.0455</c:v>
                </c:pt>
                <c:pt idx="92">
                  <c:v>0.046</c:v>
                </c:pt>
                <c:pt idx="93">
                  <c:v>0.0465</c:v>
                </c:pt>
                <c:pt idx="94">
                  <c:v>0.047</c:v>
                </c:pt>
                <c:pt idx="95">
                  <c:v>0.0475</c:v>
                </c:pt>
                <c:pt idx="96">
                  <c:v>0.048</c:v>
                </c:pt>
                <c:pt idx="97">
                  <c:v>0.0485</c:v>
                </c:pt>
                <c:pt idx="98">
                  <c:v>0.049</c:v>
                </c:pt>
                <c:pt idx="99">
                  <c:v>0.0495</c:v>
                </c:pt>
                <c:pt idx="100">
                  <c:v>0.05</c:v>
                </c:pt>
                <c:pt idx="101">
                  <c:v>0.0505</c:v>
                </c:pt>
                <c:pt idx="102">
                  <c:v>0.051</c:v>
                </c:pt>
                <c:pt idx="103">
                  <c:v>0.0515</c:v>
                </c:pt>
                <c:pt idx="104">
                  <c:v>0.052</c:v>
                </c:pt>
                <c:pt idx="105">
                  <c:v>0.0525</c:v>
                </c:pt>
                <c:pt idx="106">
                  <c:v>0.053</c:v>
                </c:pt>
                <c:pt idx="107">
                  <c:v>0.0535</c:v>
                </c:pt>
                <c:pt idx="108">
                  <c:v>0.054</c:v>
                </c:pt>
                <c:pt idx="109">
                  <c:v>0.0545</c:v>
                </c:pt>
                <c:pt idx="110">
                  <c:v>0.055</c:v>
                </c:pt>
                <c:pt idx="111">
                  <c:v>0.0555</c:v>
                </c:pt>
                <c:pt idx="112">
                  <c:v>0.056</c:v>
                </c:pt>
                <c:pt idx="113">
                  <c:v>0.0565</c:v>
                </c:pt>
                <c:pt idx="114">
                  <c:v>0.057</c:v>
                </c:pt>
                <c:pt idx="115">
                  <c:v>0.0575</c:v>
                </c:pt>
                <c:pt idx="116">
                  <c:v>0.058</c:v>
                </c:pt>
                <c:pt idx="117">
                  <c:v>0.0585</c:v>
                </c:pt>
                <c:pt idx="118">
                  <c:v>0.059</c:v>
                </c:pt>
                <c:pt idx="119">
                  <c:v>0.0595</c:v>
                </c:pt>
                <c:pt idx="120">
                  <c:v>0.06</c:v>
                </c:pt>
                <c:pt idx="121">
                  <c:v>0.0605</c:v>
                </c:pt>
                <c:pt idx="122">
                  <c:v>0.061</c:v>
                </c:pt>
                <c:pt idx="123">
                  <c:v>0.0615</c:v>
                </c:pt>
                <c:pt idx="124">
                  <c:v>0.062</c:v>
                </c:pt>
                <c:pt idx="125">
                  <c:v>0.0625</c:v>
                </c:pt>
                <c:pt idx="126">
                  <c:v>0.063</c:v>
                </c:pt>
                <c:pt idx="127">
                  <c:v>0.0635</c:v>
                </c:pt>
                <c:pt idx="128">
                  <c:v>0.064</c:v>
                </c:pt>
                <c:pt idx="129">
                  <c:v>0.0645</c:v>
                </c:pt>
                <c:pt idx="130">
                  <c:v>0.065</c:v>
                </c:pt>
                <c:pt idx="131">
                  <c:v>0.0655</c:v>
                </c:pt>
                <c:pt idx="132">
                  <c:v>0.066</c:v>
                </c:pt>
                <c:pt idx="133">
                  <c:v>0.0665</c:v>
                </c:pt>
                <c:pt idx="134">
                  <c:v>0.067</c:v>
                </c:pt>
                <c:pt idx="135">
                  <c:v>0.0675</c:v>
                </c:pt>
                <c:pt idx="136">
                  <c:v>0.068</c:v>
                </c:pt>
                <c:pt idx="137">
                  <c:v>0.0685</c:v>
                </c:pt>
                <c:pt idx="138">
                  <c:v>0.069</c:v>
                </c:pt>
                <c:pt idx="139">
                  <c:v>0.0695</c:v>
                </c:pt>
                <c:pt idx="140">
                  <c:v>0.07</c:v>
                </c:pt>
                <c:pt idx="141">
                  <c:v>0.0705</c:v>
                </c:pt>
                <c:pt idx="142">
                  <c:v>0.071</c:v>
                </c:pt>
                <c:pt idx="143">
                  <c:v>0.0715</c:v>
                </c:pt>
                <c:pt idx="144">
                  <c:v>0.072</c:v>
                </c:pt>
                <c:pt idx="145">
                  <c:v>0.0725</c:v>
                </c:pt>
                <c:pt idx="146">
                  <c:v>0.073</c:v>
                </c:pt>
                <c:pt idx="147">
                  <c:v>0.0735</c:v>
                </c:pt>
                <c:pt idx="148">
                  <c:v>0.074</c:v>
                </c:pt>
                <c:pt idx="149">
                  <c:v>0.0745</c:v>
                </c:pt>
                <c:pt idx="150">
                  <c:v>0.075</c:v>
                </c:pt>
                <c:pt idx="151">
                  <c:v>0.0755</c:v>
                </c:pt>
                <c:pt idx="152">
                  <c:v>0.076</c:v>
                </c:pt>
                <c:pt idx="153">
                  <c:v>0.0765</c:v>
                </c:pt>
                <c:pt idx="154">
                  <c:v>0.077</c:v>
                </c:pt>
                <c:pt idx="155">
                  <c:v>0.0775</c:v>
                </c:pt>
                <c:pt idx="156">
                  <c:v>0.078</c:v>
                </c:pt>
                <c:pt idx="157">
                  <c:v>0.0785</c:v>
                </c:pt>
                <c:pt idx="158">
                  <c:v>0.079</c:v>
                </c:pt>
                <c:pt idx="159">
                  <c:v>0.0795</c:v>
                </c:pt>
                <c:pt idx="160">
                  <c:v>0.08</c:v>
                </c:pt>
                <c:pt idx="161">
                  <c:v>0.0805</c:v>
                </c:pt>
                <c:pt idx="162">
                  <c:v>0.081</c:v>
                </c:pt>
                <c:pt idx="163">
                  <c:v>0.0815</c:v>
                </c:pt>
                <c:pt idx="164">
                  <c:v>0.082</c:v>
                </c:pt>
                <c:pt idx="165">
                  <c:v>0.0825</c:v>
                </c:pt>
                <c:pt idx="166">
                  <c:v>0.083</c:v>
                </c:pt>
                <c:pt idx="167">
                  <c:v>0.0835</c:v>
                </c:pt>
                <c:pt idx="168">
                  <c:v>0.084</c:v>
                </c:pt>
                <c:pt idx="169">
                  <c:v>0.0845</c:v>
                </c:pt>
                <c:pt idx="170">
                  <c:v>0.085</c:v>
                </c:pt>
                <c:pt idx="171">
                  <c:v>0.0855</c:v>
                </c:pt>
                <c:pt idx="172">
                  <c:v>0.086</c:v>
                </c:pt>
                <c:pt idx="173">
                  <c:v>0.0865</c:v>
                </c:pt>
                <c:pt idx="174">
                  <c:v>0.087</c:v>
                </c:pt>
                <c:pt idx="175">
                  <c:v>0.0875</c:v>
                </c:pt>
                <c:pt idx="176">
                  <c:v>0.088</c:v>
                </c:pt>
                <c:pt idx="177">
                  <c:v>0.0885</c:v>
                </c:pt>
                <c:pt idx="178">
                  <c:v>0.089</c:v>
                </c:pt>
                <c:pt idx="179">
                  <c:v>0.0895</c:v>
                </c:pt>
                <c:pt idx="180">
                  <c:v>0.09</c:v>
                </c:pt>
                <c:pt idx="181">
                  <c:v>0.0905</c:v>
                </c:pt>
                <c:pt idx="182">
                  <c:v>0.091</c:v>
                </c:pt>
                <c:pt idx="183">
                  <c:v>0.0915</c:v>
                </c:pt>
                <c:pt idx="184">
                  <c:v>0.092</c:v>
                </c:pt>
                <c:pt idx="185">
                  <c:v>0.0925</c:v>
                </c:pt>
                <c:pt idx="186">
                  <c:v>0.093</c:v>
                </c:pt>
                <c:pt idx="187">
                  <c:v>0.0935</c:v>
                </c:pt>
                <c:pt idx="188">
                  <c:v>0.094</c:v>
                </c:pt>
                <c:pt idx="189">
                  <c:v>0.0945</c:v>
                </c:pt>
                <c:pt idx="190">
                  <c:v>0.095</c:v>
                </c:pt>
                <c:pt idx="191">
                  <c:v>0.0955</c:v>
                </c:pt>
                <c:pt idx="192">
                  <c:v>0.096</c:v>
                </c:pt>
                <c:pt idx="193">
                  <c:v>0.0965</c:v>
                </c:pt>
                <c:pt idx="194">
                  <c:v>0.097</c:v>
                </c:pt>
                <c:pt idx="195">
                  <c:v>0.0975</c:v>
                </c:pt>
                <c:pt idx="196">
                  <c:v>0.098</c:v>
                </c:pt>
                <c:pt idx="197">
                  <c:v>0.0985</c:v>
                </c:pt>
                <c:pt idx="198">
                  <c:v>0.099</c:v>
                </c:pt>
                <c:pt idx="199">
                  <c:v>0.0995</c:v>
                </c:pt>
                <c:pt idx="200">
                  <c:v>0.1</c:v>
                </c:pt>
                <c:pt idx="201">
                  <c:v>0.105</c:v>
                </c:pt>
                <c:pt idx="202">
                  <c:v>0.11</c:v>
                </c:pt>
                <c:pt idx="203">
                  <c:v>0.115</c:v>
                </c:pt>
                <c:pt idx="204">
                  <c:v>0.12</c:v>
                </c:pt>
                <c:pt idx="205">
                  <c:v>0.125</c:v>
                </c:pt>
                <c:pt idx="206">
                  <c:v>0.13</c:v>
                </c:pt>
                <c:pt idx="207">
                  <c:v>0.135</c:v>
                </c:pt>
                <c:pt idx="208">
                  <c:v>0.14</c:v>
                </c:pt>
                <c:pt idx="209">
                  <c:v>0.145</c:v>
                </c:pt>
                <c:pt idx="210">
                  <c:v>0.15</c:v>
                </c:pt>
                <c:pt idx="211">
                  <c:v>0.155</c:v>
                </c:pt>
                <c:pt idx="212">
                  <c:v>0.16</c:v>
                </c:pt>
                <c:pt idx="213">
                  <c:v>0.165</c:v>
                </c:pt>
                <c:pt idx="214">
                  <c:v>0.17</c:v>
                </c:pt>
                <c:pt idx="215">
                  <c:v>0.175</c:v>
                </c:pt>
                <c:pt idx="216">
                  <c:v>0.18</c:v>
                </c:pt>
                <c:pt idx="217">
                  <c:v>0.185</c:v>
                </c:pt>
                <c:pt idx="218">
                  <c:v>0.19</c:v>
                </c:pt>
                <c:pt idx="219">
                  <c:v>0.195</c:v>
                </c:pt>
                <c:pt idx="220">
                  <c:v>0.2</c:v>
                </c:pt>
                <c:pt idx="221">
                  <c:v>0.205</c:v>
                </c:pt>
                <c:pt idx="222">
                  <c:v>0.21</c:v>
                </c:pt>
                <c:pt idx="223">
                  <c:v>0.215</c:v>
                </c:pt>
                <c:pt idx="224">
                  <c:v>0.22</c:v>
                </c:pt>
                <c:pt idx="225">
                  <c:v>0.225</c:v>
                </c:pt>
                <c:pt idx="226">
                  <c:v>0.23</c:v>
                </c:pt>
                <c:pt idx="227">
                  <c:v>0.235</c:v>
                </c:pt>
                <c:pt idx="228">
                  <c:v>0.24</c:v>
                </c:pt>
                <c:pt idx="229">
                  <c:v>0.245</c:v>
                </c:pt>
                <c:pt idx="230">
                  <c:v>0.25</c:v>
                </c:pt>
                <c:pt idx="231">
                  <c:v>0.255</c:v>
                </c:pt>
                <c:pt idx="232">
                  <c:v>0.26</c:v>
                </c:pt>
                <c:pt idx="233">
                  <c:v>0.265</c:v>
                </c:pt>
                <c:pt idx="234">
                  <c:v>0.27</c:v>
                </c:pt>
                <c:pt idx="235">
                  <c:v>0.275</c:v>
                </c:pt>
                <c:pt idx="236">
                  <c:v>0.28</c:v>
                </c:pt>
                <c:pt idx="237">
                  <c:v>0.285</c:v>
                </c:pt>
                <c:pt idx="238">
                  <c:v>0.29</c:v>
                </c:pt>
                <c:pt idx="239">
                  <c:v>0.295</c:v>
                </c:pt>
                <c:pt idx="240">
                  <c:v>0.3</c:v>
                </c:pt>
                <c:pt idx="241">
                  <c:v>0.305</c:v>
                </c:pt>
                <c:pt idx="242">
                  <c:v>0.31</c:v>
                </c:pt>
                <c:pt idx="243">
                  <c:v>0.315</c:v>
                </c:pt>
                <c:pt idx="244">
                  <c:v>0.32</c:v>
                </c:pt>
                <c:pt idx="245">
                  <c:v>0.325</c:v>
                </c:pt>
                <c:pt idx="246">
                  <c:v>0.33</c:v>
                </c:pt>
                <c:pt idx="247">
                  <c:v>0.335</c:v>
                </c:pt>
                <c:pt idx="248">
                  <c:v>0.34</c:v>
                </c:pt>
                <c:pt idx="249">
                  <c:v>0.345</c:v>
                </c:pt>
                <c:pt idx="250">
                  <c:v>0.35</c:v>
                </c:pt>
                <c:pt idx="251">
                  <c:v>0.355</c:v>
                </c:pt>
                <c:pt idx="252">
                  <c:v>0.36</c:v>
                </c:pt>
                <c:pt idx="253">
                  <c:v>0.365</c:v>
                </c:pt>
                <c:pt idx="254">
                  <c:v>0.37</c:v>
                </c:pt>
                <c:pt idx="255">
                  <c:v>0.375</c:v>
                </c:pt>
                <c:pt idx="256">
                  <c:v>0.38</c:v>
                </c:pt>
                <c:pt idx="257">
                  <c:v>0.385</c:v>
                </c:pt>
                <c:pt idx="258">
                  <c:v>0.39</c:v>
                </c:pt>
                <c:pt idx="259">
                  <c:v>0.395</c:v>
                </c:pt>
                <c:pt idx="260">
                  <c:v>0.4</c:v>
                </c:pt>
                <c:pt idx="261">
                  <c:v>0.405</c:v>
                </c:pt>
                <c:pt idx="262">
                  <c:v>0.41</c:v>
                </c:pt>
                <c:pt idx="263">
                  <c:v>0.415</c:v>
                </c:pt>
                <c:pt idx="264">
                  <c:v>0.42</c:v>
                </c:pt>
                <c:pt idx="265">
                  <c:v>0.425</c:v>
                </c:pt>
                <c:pt idx="266">
                  <c:v>0.43</c:v>
                </c:pt>
                <c:pt idx="267">
                  <c:v>0.435</c:v>
                </c:pt>
                <c:pt idx="268">
                  <c:v>0.44</c:v>
                </c:pt>
                <c:pt idx="269">
                  <c:v>0.445</c:v>
                </c:pt>
                <c:pt idx="270">
                  <c:v>0.45</c:v>
                </c:pt>
                <c:pt idx="271">
                  <c:v>0.455</c:v>
                </c:pt>
                <c:pt idx="272">
                  <c:v>0.46</c:v>
                </c:pt>
                <c:pt idx="273">
                  <c:v>0.465</c:v>
                </c:pt>
                <c:pt idx="274">
                  <c:v>0.47</c:v>
                </c:pt>
                <c:pt idx="275">
                  <c:v>0.475</c:v>
                </c:pt>
                <c:pt idx="276">
                  <c:v>0.48</c:v>
                </c:pt>
                <c:pt idx="277">
                  <c:v>0.485</c:v>
                </c:pt>
                <c:pt idx="278">
                  <c:v>0.49</c:v>
                </c:pt>
                <c:pt idx="279">
                  <c:v>0.495</c:v>
                </c:pt>
                <c:pt idx="280">
                  <c:v>0.5</c:v>
                </c:pt>
                <c:pt idx="281">
                  <c:v>0.505</c:v>
                </c:pt>
                <c:pt idx="282">
                  <c:v>0.51</c:v>
                </c:pt>
                <c:pt idx="283">
                  <c:v>0.515</c:v>
                </c:pt>
                <c:pt idx="284">
                  <c:v>0.52</c:v>
                </c:pt>
                <c:pt idx="285">
                  <c:v>0.525</c:v>
                </c:pt>
                <c:pt idx="286">
                  <c:v>0.53</c:v>
                </c:pt>
                <c:pt idx="287">
                  <c:v>0.535</c:v>
                </c:pt>
                <c:pt idx="288">
                  <c:v>0.54</c:v>
                </c:pt>
                <c:pt idx="289">
                  <c:v>0.545</c:v>
                </c:pt>
                <c:pt idx="290">
                  <c:v>0.55</c:v>
                </c:pt>
                <c:pt idx="291">
                  <c:v>0.555</c:v>
                </c:pt>
                <c:pt idx="292">
                  <c:v>0.56</c:v>
                </c:pt>
                <c:pt idx="293">
                  <c:v>0.565</c:v>
                </c:pt>
                <c:pt idx="294">
                  <c:v>0.57</c:v>
                </c:pt>
                <c:pt idx="295">
                  <c:v>0.575</c:v>
                </c:pt>
                <c:pt idx="296">
                  <c:v>0.58</c:v>
                </c:pt>
                <c:pt idx="297">
                  <c:v>0.585</c:v>
                </c:pt>
                <c:pt idx="298">
                  <c:v>0.59</c:v>
                </c:pt>
                <c:pt idx="299">
                  <c:v>0.595</c:v>
                </c:pt>
                <c:pt idx="300">
                  <c:v>0.6</c:v>
                </c:pt>
                <c:pt idx="301">
                  <c:v>0.605</c:v>
                </c:pt>
                <c:pt idx="302">
                  <c:v>0.61</c:v>
                </c:pt>
                <c:pt idx="303">
                  <c:v>0.615</c:v>
                </c:pt>
                <c:pt idx="304">
                  <c:v>0.62</c:v>
                </c:pt>
                <c:pt idx="305">
                  <c:v>0.625</c:v>
                </c:pt>
                <c:pt idx="306">
                  <c:v>0.63</c:v>
                </c:pt>
                <c:pt idx="307">
                  <c:v>0.635</c:v>
                </c:pt>
                <c:pt idx="308">
                  <c:v>0.64</c:v>
                </c:pt>
                <c:pt idx="309">
                  <c:v>0.645</c:v>
                </c:pt>
                <c:pt idx="310">
                  <c:v>0.65</c:v>
                </c:pt>
                <c:pt idx="311">
                  <c:v>0.655</c:v>
                </c:pt>
                <c:pt idx="312">
                  <c:v>0.66</c:v>
                </c:pt>
                <c:pt idx="313">
                  <c:v>0.665</c:v>
                </c:pt>
                <c:pt idx="314">
                  <c:v>0.67</c:v>
                </c:pt>
                <c:pt idx="315">
                  <c:v>0.675</c:v>
                </c:pt>
                <c:pt idx="316">
                  <c:v>0.68</c:v>
                </c:pt>
                <c:pt idx="317">
                  <c:v>0.685</c:v>
                </c:pt>
                <c:pt idx="318">
                  <c:v>0.69</c:v>
                </c:pt>
                <c:pt idx="319">
                  <c:v>0.695</c:v>
                </c:pt>
                <c:pt idx="320">
                  <c:v>0.7</c:v>
                </c:pt>
                <c:pt idx="321">
                  <c:v>0.705</c:v>
                </c:pt>
                <c:pt idx="322">
                  <c:v>0.71</c:v>
                </c:pt>
                <c:pt idx="323">
                  <c:v>0.715</c:v>
                </c:pt>
                <c:pt idx="324">
                  <c:v>0.72</c:v>
                </c:pt>
                <c:pt idx="325">
                  <c:v>0.725</c:v>
                </c:pt>
                <c:pt idx="326">
                  <c:v>0.73</c:v>
                </c:pt>
                <c:pt idx="327">
                  <c:v>0.735</c:v>
                </c:pt>
                <c:pt idx="328">
                  <c:v>0.74</c:v>
                </c:pt>
                <c:pt idx="329">
                  <c:v>0.745</c:v>
                </c:pt>
                <c:pt idx="330">
                  <c:v>0.75</c:v>
                </c:pt>
                <c:pt idx="331">
                  <c:v>0.755</c:v>
                </c:pt>
                <c:pt idx="332">
                  <c:v>0.76</c:v>
                </c:pt>
                <c:pt idx="333">
                  <c:v>0.765</c:v>
                </c:pt>
                <c:pt idx="334">
                  <c:v>0.77</c:v>
                </c:pt>
                <c:pt idx="335">
                  <c:v>0.775</c:v>
                </c:pt>
                <c:pt idx="336">
                  <c:v>0.78</c:v>
                </c:pt>
                <c:pt idx="337">
                  <c:v>0.785</c:v>
                </c:pt>
                <c:pt idx="338">
                  <c:v>0.79</c:v>
                </c:pt>
                <c:pt idx="339">
                  <c:v>0.795</c:v>
                </c:pt>
                <c:pt idx="340">
                  <c:v>0.8</c:v>
                </c:pt>
                <c:pt idx="341">
                  <c:v>0.805</c:v>
                </c:pt>
                <c:pt idx="342">
                  <c:v>0.81</c:v>
                </c:pt>
                <c:pt idx="343">
                  <c:v>0.815</c:v>
                </c:pt>
                <c:pt idx="344">
                  <c:v>0.82</c:v>
                </c:pt>
                <c:pt idx="345">
                  <c:v>0.825</c:v>
                </c:pt>
                <c:pt idx="346">
                  <c:v>0.83</c:v>
                </c:pt>
                <c:pt idx="347">
                  <c:v>0.835</c:v>
                </c:pt>
                <c:pt idx="348">
                  <c:v>0.84</c:v>
                </c:pt>
                <c:pt idx="349">
                  <c:v>0.845</c:v>
                </c:pt>
                <c:pt idx="350">
                  <c:v>0.85</c:v>
                </c:pt>
                <c:pt idx="351">
                  <c:v>0.855</c:v>
                </c:pt>
                <c:pt idx="352">
                  <c:v>0.86</c:v>
                </c:pt>
                <c:pt idx="353">
                  <c:v>0.865</c:v>
                </c:pt>
                <c:pt idx="354">
                  <c:v>0.87</c:v>
                </c:pt>
                <c:pt idx="355">
                  <c:v>0.875</c:v>
                </c:pt>
                <c:pt idx="356">
                  <c:v>0.88</c:v>
                </c:pt>
                <c:pt idx="357">
                  <c:v>0.885</c:v>
                </c:pt>
                <c:pt idx="358">
                  <c:v>0.89</c:v>
                </c:pt>
                <c:pt idx="359">
                  <c:v>0.895</c:v>
                </c:pt>
                <c:pt idx="360">
                  <c:v>0.9</c:v>
                </c:pt>
                <c:pt idx="361">
                  <c:v>0.905</c:v>
                </c:pt>
                <c:pt idx="362">
                  <c:v>0.91</c:v>
                </c:pt>
                <c:pt idx="363">
                  <c:v>0.915</c:v>
                </c:pt>
                <c:pt idx="364">
                  <c:v>0.92</c:v>
                </c:pt>
                <c:pt idx="365">
                  <c:v>0.925</c:v>
                </c:pt>
                <c:pt idx="366">
                  <c:v>0.93</c:v>
                </c:pt>
                <c:pt idx="367">
                  <c:v>0.935</c:v>
                </c:pt>
                <c:pt idx="368">
                  <c:v>0.94</c:v>
                </c:pt>
                <c:pt idx="369">
                  <c:v>0.945</c:v>
                </c:pt>
                <c:pt idx="370">
                  <c:v>0.95</c:v>
                </c:pt>
                <c:pt idx="371">
                  <c:v>0.955</c:v>
                </c:pt>
                <c:pt idx="372">
                  <c:v>0.96</c:v>
                </c:pt>
                <c:pt idx="373">
                  <c:v>0.965</c:v>
                </c:pt>
                <c:pt idx="374">
                  <c:v>0.97</c:v>
                </c:pt>
                <c:pt idx="375">
                  <c:v>0.975</c:v>
                </c:pt>
                <c:pt idx="376">
                  <c:v>0.98</c:v>
                </c:pt>
                <c:pt idx="377">
                  <c:v>0.985</c:v>
                </c:pt>
                <c:pt idx="378">
                  <c:v>0.99</c:v>
                </c:pt>
                <c:pt idx="379">
                  <c:v>0.995</c:v>
                </c:pt>
                <c:pt idx="380">
                  <c:v>1</c:v>
                </c:pt>
              </c:numCache>
            </c:numRef>
          </c:xVal>
          <c:yVal>
            <c:numRef>
              <c:f>Sheet1!$B$2:$B$382</c:f>
              <c:numCache>
                <c:formatCode>General</c:formatCode>
                <c:ptCount val="381"/>
                <c:pt idx="0">
                  <c:v>8368.674753178595</c:v>
                </c:pt>
                <c:pt idx="1">
                  <c:v>8355.883162329623</c:v>
                </c:pt>
                <c:pt idx="2">
                  <c:v>8337.30333751829</c:v>
                </c:pt>
                <c:pt idx="3">
                  <c:v>8312.974387045804</c:v>
                </c:pt>
                <c:pt idx="4">
                  <c:v>8282.944984560318</c:v>
                </c:pt>
                <c:pt idx="5">
                  <c:v>8247.273163741747</c:v>
                </c:pt>
                <c:pt idx="6">
                  <c:v>8206.026171137923</c:v>
                </c:pt>
                <c:pt idx="7">
                  <c:v>8159.280298897597</c:v>
                </c:pt>
                <c:pt idx="8">
                  <c:v>8107.120697880584</c:v>
                </c:pt>
                <c:pt idx="9">
                  <c:v>8049.641171670497</c:v>
                </c:pt>
                <c:pt idx="10">
                  <c:v>7986.943952064866</c:v>
                </c:pt>
                <c:pt idx="11">
                  <c:v>7919.139456662812</c:v>
                </c:pt>
                <c:pt idx="12">
                  <c:v>7846.346029214771</c:v>
                </c:pt>
                <c:pt idx="13">
                  <c:v>7768.689663440771</c:v>
                </c:pt>
                <c:pt idx="14">
                  <c:v>7686.303711063715</c:v>
                </c:pt>
                <c:pt idx="15">
                  <c:v>7599.328574842124</c:v>
                </c:pt>
                <c:pt idx="16">
                  <c:v>7507.911387422063</c:v>
                </c:pt>
                <c:pt idx="17">
                  <c:v>7412.205676861172</c:v>
                </c:pt>
                <c:pt idx="18">
                  <c:v>7312.371019708445</c:v>
                </c:pt>
                <c:pt idx="19">
                  <c:v>7208.572682551253</c:v>
                </c:pt>
                <c:pt idx="20">
                  <c:v>7100.9812529668</c:v>
                </c:pt>
                <c:pt idx="21">
                  <c:v>6989.772260837732</c:v>
                </c:pt>
                <c:pt idx="22">
                  <c:v>6875.125791011837</c:v>
                </c:pt>
                <c:pt idx="23">
                  <c:v>6757.226088302871</c:v>
                </c:pt>
                <c:pt idx="24">
                  <c:v>6636.261155844078</c:v>
                </c:pt>
                <c:pt idx="25">
                  <c:v>6512.422347817484</c:v>
                </c:pt>
                <c:pt idx="26">
                  <c:v>6385.903957590777</c:v>
                </c:pt>
                <c:pt idx="27">
                  <c:v>6256.9028022995035</c:v>
                </c:pt>
                <c:pt idx="28">
                  <c:v>6125.6178049151185</c:v>
                </c:pt>
                <c:pt idx="29">
                  <c:v>5992.249574839741</c:v>
                </c:pt>
                <c:pt idx="30">
                  <c:v>5856.999988065533</c:v>
                </c:pt>
                <c:pt idx="31">
                  <c:v>5720.071767931128</c:v>
                </c:pt>
                <c:pt idx="32">
                  <c:v>5581.6680674991485</c:v>
                </c:pt>
                <c:pt idx="33">
                  <c:v>5441.992054567713</c:v>
                </c:pt>
                <c:pt idx="34">
                  <c:v>5301.246500314922</c:v>
                </c:pt>
                <c:pt idx="35">
                  <c:v>5159.633372558937</c:v>
                </c:pt>
                <c:pt idx="36">
                  <c:v>5017.35343459704</c:v>
                </c:pt>
                <c:pt idx="37">
                  <c:v>4874.605850565507</c:v>
                </c:pt>
                <c:pt idx="38">
                  <c:v>4731.587798238087</c:v>
                </c:pt>
                <c:pt idx="39">
                  <c:v>4588.4940901543705</c:v>
                </c:pt>
                <c:pt idx="40">
                  <c:v>4445.516803940746</c:v>
                </c:pt>
                <c:pt idx="41">
                  <c:v>4302.844922655694</c:v>
                </c:pt>
                <c:pt idx="42">
                  <c:v>4160.663985958253</c:v>
                </c:pt>
                <c:pt idx="43">
                  <c:v>4019.1557528636204</c:v>
                </c:pt>
                <c:pt idx="44">
                  <c:v>3878.497876813064</c:v>
                </c:pt>
                <c:pt idx="45">
                  <c:v>3738.8635937468625</c:v>
                </c:pt>
                <c:pt idx="46">
                  <c:v>3600.4214238288987</c:v>
                </c:pt>
                <c:pt idx="47">
                  <c:v>3463.3348874299495</c:v>
                </c:pt>
                <c:pt idx="48">
                  <c:v>3327.7622359338084</c:v>
                </c:pt>
                <c:pt idx="49">
                  <c:v>3193.856197886228</c:v>
                </c:pt>
                <c:pt idx="50">
                  <c:v>3061.7637409614213</c:v>
                </c:pt>
                <c:pt idx="51">
                  <c:v>2931.6258501747193</c:v>
                </c:pt>
                <c:pt idx="52">
                  <c:v>2803.577322722988</c:v>
                </c:pt>
                <c:pt idx="53">
                  <c:v>2677.7465797867585</c:v>
                </c:pt>
                <c:pt idx="54">
                  <c:v>2554.255495579869</c:v>
                </c:pt>
                <c:pt idx="55">
                  <c:v>2433.2192438838742</c:v>
                </c:pt>
                <c:pt idx="56">
                  <c:v>2314.746162255678</c:v>
                </c:pt>
                <c:pt idx="57">
                  <c:v>2198.9376340480003</c:v>
                </c:pt>
                <c:pt idx="58">
                  <c:v>2085.8879883334303</c:v>
                </c:pt>
                <c:pt idx="59">
                  <c:v>1975.6844177742182</c:v>
                </c:pt>
                <c:pt idx="60">
                  <c:v>1868.4069144316009</c:v>
                </c:pt>
                <c:pt idx="61">
                  <c:v>1764.1282234606606</c:v>
                </c:pt>
                <c:pt idx="62">
                  <c:v>1662.9138145894349</c:v>
                </c:pt>
                <c:pt idx="63">
                  <c:v>1564.821871234498</c:v>
                </c:pt>
                <c:pt idx="64">
                  <c:v>1469.9032970595888</c:v>
                </c:pt>
                <c:pt idx="65">
                  <c:v>1378.201739739157</c:v>
                </c:pt>
                <c:pt idx="66">
                  <c:v>1289.7536316451701</c:v>
                </c:pt>
                <c:pt idx="67">
                  <c:v>1204.5882471331788</c:v>
                </c:pt>
                <c:pt idx="68">
                  <c:v>1122.7277760625998</c:v>
                </c:pt>
                <c:pt idx="69">
                  <c:v>1044.187413146639</c:v>
                </c:pt>
                <c:pt idx="70">
                  <c:v>968.9754626892554</c:v>
                </c:pt>
                <c:pt idx="71">
                  <c:v>897.0934582301593</c:v>
                </c:pt>
                <c:pt idx="72">
                  <c:v>828.5362965842146</c:v>
                </c:pt>
                <c:pt idx="73">
                  <c:v>763.2923857287589</c:v>
                </c:pt>
                <c:pt idx="74">
                  <c:v>701.3438059614152</c:v>
                </c:pt>
                <c:pt idx="75">
                  <c:v>642.666483722009</c:v>
                </c:pt>
                <c:pt idx="76">
                  <c:v>587.2303774452264</c:v>
                </c:pt>
                <c:pt idx="77">
                  <c:v>534.9996747858379</c:v>
                </c:pt>
                <c:pt idx="78">
                  <c:v>485.9330005355613</c:v>
                </c:pt>
                <c:pt idx="79">
                  <c:v>439.98363453013076</c:v>
                </c:pt>
                <c:pt idx="80">
                  <c:v>397.0997388268565</c:v>
                </c:pt>
                <c:pt idx="81">
                  <c:v>357.22459341688335</c:v>
                </c:pt>
                <c:pt idx="82">
                  <c:v>320.2968397226378</c:v>
                </c:pt>
                <c:pt idx="83">
                  <c:v>286.25073111946335</c:v>
                </c:pt>
                <c:pt idx="84">
                  <c:v>255.01638971130114</c:v>
                </c:pt>
                <c:pt idx="85">
                  <c:v>226.52006858343998</c:v>
                </c:pt>
                <c:pt idx="86">
                  <c:v>200.68441875080407</c:v>
                </c:pt>
                <c:pt idx="87">
                  <c:v>177.4287600180307</c:v>
                </c:pt>
                <c:pt idx="88">
                  <c:v>156.66935496760308</c:v>
                </c:pt>
                <c:pt idx="89">
                  <c:v>138.31968529460525</c:v>
                </c:pt>
                <c:pt idx="90">
                  <c:v>122.29072971117749</c:v>
                </c:pt>
                <c:pt idx="91">
                  <c:v>108.49124265042741</c:v>
                </c:pt>
                <c:pt idx="92">
                  <c:v>96.82803300839961</c:v>
                </c:pt>
                <c:pt idx="93">
                  <c:v>87.20624217361238</c:v>
                </c:pt>
                <c:pt idx="94">
                  <c:v>79.52962060662554</c:v>
                </c:pt>
                <c:pt idx="95">
                  <c:v>73.7008022470256</c:v>
                </c:pt>
                <c:pt idx="96">
                  <c:v>69.6215760420369</c:v>
                </c:pt>
                <c:pt idx="97">
                  <c:v>67.1931539096222</c:v>
                </c:pt>
                <c:pt idx="98">
                  <c:v>66.31643446934902</c:v>
                </c:pt>
                <c:pt idx="99">
                  <c:v>66.89226189637834</c:v>
                </c:pt>
                <c:pt idx="100">
                  <c:v>68.82167927760109</c:v>
                </c:pt>
                <c:pt idx="101">
                  <c:v>72.00617587411486</c:v>
                </c:pt>
                <c:pt idx="102">
                  <c:v>76.34792772080198</c:v>
                </c:pt>
                <c:pt idx="103">
                  <c:v>81.7500310216446</c:v>
                </c:pt>
                <c:pt idx="104">
                  <c:v>88.11672782849868</c:v>
                </c:pt>
                <c:pt idx="105">
                  <c:v>95.3536235212315</c:v>
                </c:pt>
                <c:pt idx="106">
                  <c:v>103.36789563831773</c:v>
                </c:pt>
                <c:pt idx="107">
                  <c:v>112.06849363907115</c:v>
                </c:pt>
                <c:pt idx="108">
                  <c:v>121.36632921154884</c:v>
                </c:pt>
                <c:pt idx="109">
                  <c:v>131.17445677371623</c:v>
                </c:pt>
                <c:pt idx="110">
                  <c:v>141.40824384956005</c:v>
                </c:pt>
                <c:pt idx="111">
                  <c:v>151.98553103640558</c:v>
                </c:pt>
                <c:pt idx="112">
                  <c:v>162.82678131460125</c:v>
                </c:pt>
                <c:pt idx="113">
                  <c:v>173.85521848587152</c:v>
                </c:pt>
                <c:pt idx="114">
                  <c:v>184.9969545619095</c:v>
                </c:pt>
                <c:pt idx="115">
                  <c:v>196.1811059600567</c:v>
                </c:pt>
                <c:pt idx="116">
                  <c:v>207.33989839810275</c:v>
                </c:pt>
                <c:pt idx="117">
                  <c:v>218.40876041523285</c:v>
                </c:pt>
                <c:pt idx="118">
                  <c:v>229.32640548082023</c:v>
                </c:pt>
                <c:pt idx="119">
                  <c:v>240.03490268705178</c:v>
                </c:pt>
                <c:pt idx="120">
                  <c:v>250.47973605513275</c:v>
                </c:pt>
                <c:pt idx="121">
                  <c:v>260.6098525179914</c:v>
                </c:pt>
                <c:pt idx="122">
                  <c:v>270.37769867487356</c:v>
                </c:pt>
                <c:pt idx="123">
                  <c:v>279.73924644489364</c:v>
                </c:pt>
                <c:pt idx="124">
                  <c:v>288.6540077774259</c:v>
                </c:pt>
                <c:pt idx="125">
                  <c:v>297.08503860705895</c:v>
                </c:pt>
                <c:pt idx="126">
                  <c:v>304.9989322696614</c:v>
                </c:pt>
                <c:pt idx="127">
                  <c:v>312.36580262378885</c:v>
                </c:pt>
                <c:pt idx="128">
                  <c:v>319.1592571482101</c:v>
                </c:pt>
                <c:pt idx="129">
                  <c:v>325.3563603115645</c:v>
                </c:pt>
                <c:pt idx="130">
                  <c:v>330.9375875341549</c:v>
                </c:pt>
                <c:pt idx="131">
                  <c:v>335.88677008445444</c:v>
                </c:pt>
                <c:pt idx="132">
                  <c:v>340.19103127409636</c:v>
                </c:pt>
                <c:pt idx="133">
                  <c:v>343.8407143348285</c:v>
                </c:pt>
                <c:pt idx="134">
                  <c:v>346.8293023791208</c:v>
                </c:pt>
                <c:pt idx="135">
                  <c:v>349.1533308627982</c:v>
                </c:pt>
                <c:pt idx="136">
                  <c:v>350.8122929831689</c:v>
                </c:pt>
                <c:pt idx="137">
                  <c:v>351.80853845962963</c:v>
                </c:pt>
                <c:pt idx="138">
                  <c:v>352.14716615563435</c:v>
                </c:pt>
                <c:pt idx="139">
                  <c:v>351.8359110111744</c:v>
                </c:pt>
                <c:pt idx="140">
                  <c:v>350.8850257635616</c:v>
                </c:pt>
                <c:pt idx="141">
                  <c:v>349.30715794130293</c:v>
                </c:pt>
                <c:pt idx="142">
                  <c:v>347.1172226212117</c:v>
                </c:pt>
                <c:pt idx="143">
                  <c:v>344.3322714426406</c:v>
                </c:pt>
                <c:pt idx="144">
                  <c:v>340.97135837482807</c:v>
                </c:pt>
                <c:pt idx="145">
                  <c:v>337.0554027338768</c:v>
                </c:pt>
                <c:pt idx="146">
                  <c:v>332.60704994481387</c:v>
                </c:pt>
                <c:pt idx="147">
                  <c:v>327.65053054157994</c:v>
                </c:pt>
                <c:pt idx="148">
                  <c:v>322.21151789366417</c:v>
                </c:pt>
                <c:pt idx="149">
                  <c:v>316.3169851424945</c:v>
                </c:pt>
                <c:pt idx="150">
                  <c:v>309.99506182364576</c:v>
                </c:pt>
                <c:pt idx="151">
                  <c:v>303.2748906424822</c:v>
                </c:pt>
                <c:pt idx="152">
                  <c:v>296.1864848610589</c:v>
                </c:pt>
                <c:pt idx="153">
                  <c:v>288.7605867430191</c:v>
                </c:pt>
                <c:pt idx="154">
                  <c:v>281.028527490903</c:v>
                </c:pt>
                <c:pt idx="155">
                  <c:v>273.0220890967693</c:v>
                </c:pt>
                <c:pt idx="156">
                  <c:v>264.7733685124139</c:v>
                </c:pt>
                <c:pt idx="157">
                  <c:v>256.3146445297897</c:v>
                </c:pt>
                <c:pt idx="158">
                  <c:v>247.678247745565</c:v>
                </c:pt>
                <c:pt idx="159">
                  <c:v>238.8964339661865</c:v>
                </c:pt>
                <c:pt idx="160">
                  <c:v>230.0012613913801</c:v>
                </c:pt>
                <c:pt idx="161">
                  <c:v>221.02447189483405</c:v>
                </c:pt>
                <c:pt idx="162">
                  <c:v>211.99737670091534</c:v>
                </c:pt>
                <c:pt idx="163">
                  <c:v>202.95074673575772</c:v>
                </c:pt>
                <c:pt idx="164">
                  <c:v>193.91470791001103</c:v>
                </c:pt>
                <c:pt idx="165">
                  <c:v>184.91864156901542</c:v>
                </c:pt>
                <c:pt idx="166">
                  <c:v>175.99109032426384</c:v>
                </c:pt>
                <c:pt idx="167">
                  <c:v>167.15966945779857</c:v>
                </c:pt>
                <c:pt idx="168">
                  <c:v>158.45098406874143</c:v>
                </c:pt>
                <c:pt idx="169">
                  <c:v>149.89055210856455</c:v>
                </c:pt>
                <c:pt idx="170">
                  <c:v>141.50273342902858</c:v>
                </c:pt>
                <c:pt idx="171">
                  <c:v>133.3106649440512</c:v>
                </c:pt>
                <c:pt idx="172">
                  <c:v>125.33620198416503</c:v>
                </c:pt>
                <c:pt idx="173">
                  <c:v>117.59986589978267</c:v>
                </c:pt>
                <c:pt idx="174">
                  <c:v>110.12079794726523</c:v>
                </c:pt>
                <c:pt idx="175">
                  <c:v>102.9167194698546</c:v>
                </c:pt>
                <c:pt idx="176">
                  <c:v>96.00389836396425</c:v>
                </c:pt>
                <c:pt idx="177">
                  <c:v>89.39712180018125</c:v>
                </c:pt>
                <c:pt idx="178">
                  <c:v>83.1096751476781</c:v>
                </c:pt>
                <c:pt idx="179">
                  <c:v>77.1533270306409</c:v>
                </c:pt>
                <c:pt idx="180">
                  <c:v>71.53832042582654</c:v>
                </c:pt>
                <c:pt idx="181">
                  <c:v>66.27336969154513</c:v>
                </c:pt>
                <c:pt idx="182">
                  <c:v>61.365663400260026</c:v>
                </c:pt>
                <c:pt idx="183">
                  <c:v>56.82087282966256</c:v>
                </c:pt>
                <c:pt idx="184">
                  <c:v>52.643165950561546</c:v>
                </c:pt>
                <c:pt idx="185">
                  <c:v>48.83522673426038</c:v>
                </c:pt>
                <c:pt idx="186">
                  <c:v>45.39827958732685</c:v>
                </c:pt>
                <c:pt idx="187">
                  <c:v>42.332118707823916</c:v>
                </c:pt>
                <c:pt idx="188">
                  <c:v>39.63514214419022</c:v>
                </c:pt>
                <c:pt idx="189">
                  <c:v>37.30439032607572</c:v>
                </c:pt>
                <c:pt idx="190">
                  <c:v>35.33558882556405</c:v>
                </c:pt>
                <c:pt idx="191">
                  <c:v>33.72319509737276</c:v>
                </c:pt>
                <c:pt idx="192">
                  <c:v>32.460448937837434</c:v>
                </c:pt>
                <c:pt idx="193">
                  <c:v>31.539426394757434</c:v>
                </c:pt>
                <c:pt idx="194">
                  <c:v>30.951096853529435</c:v>
                </c:pt>
                <c:pt idx="195">
                  <c:v>30.685383019415692</c:v>
                </c:pt>
                <c:pt idx="196">
                  <c:v>30.73122351129522</c:v>
                </c:pt>
                <c:pt idx="197">
                  <c:v>31.07663777882077</c:v>
                </c:pt>
                <c:pt idx="198">
                  <c:v>31.708793052548092</c:v>
                </c:pt>
                <c:pt idx="199">
                  <c:v>32.61407303530653</c:v>
                </c:pt>
                <c:pt idx="200">
                  <c:v>33.77814804282811</c:v>
                </c:pt>
                <c:pt idx="201">
                  <c:v>56.134399862455815</c:v>
                </c:pt>
                <c:pt idx="202">
                  <c:v>86.07391856934618</c:v>
                </c:pt>
                <c:pt idx="203">
                  <c:v>108.3501049106387</c:v>
                </c:pt>
                <c:pt idx="204">
                  <c:v>113.81125983434461</c:v>
                </c:pt>
                <c:pt idx="205">
                  <c:v>101.37877055415227</c:v>
                </c:pt>
                <c:pt idx="206">
                  <c:v>76.8789247797231</c:v>
                </c:pt>
                <c:pt idx="207">
                  <c:v>49.6881607370364</c:v>
                </c:pt>
                <c:pt idx="208">
                  <c:v>28.72728277957058</c:v>
                </c:pt>
                <c:pt idx="209">
                  <c:v>19.305965655135683</c:v>
                </c:pt>
                <c:pt idx="210">
                  <c:v>21.780592931636367</c:v>
                </c:pt>
                <c:pt idx="211">
                  <c:v>32.20482320309436</c:v>
                </c:pt>
                <c:pt idx="212">
                  <c:v>44.42719854394158</c:v>
                </c:pt>
                <c:pt idx="213">
                  <c:v>52.664151467843865</c:v>
                </c:pt>
                <c:pt idx="214">
                  <c:v>53.554004730942744</c:v>
                </c:pt>
                <c:pt idx="215">
                  <c:v>47.0283952651567</c:v>
                </c:pt>
                <c:pt idx="216">
                  <c:v>35.856329577402285</c:v>
                </c:pt>
                <c:pt idx="217">
                  <c:v>24.213848769886987</c:v>
                </c:pt>
                <c:pt idx="218">
                  <c:v>15.935369079658598</c:v>
                </c:pt>
                <c:pt idx="219">
                  <c:v>13.129152394261608</c:v>
                </c:pt>
                <c:pt idx="220">
                  <c:v>15.615961523929041</c:v>
                </c:pt>
                <c:pt idx="221">
                  <c:v>21.28938429891184</c:v>
                </c:pt>
                <c:pt idx="222">
                  <c:v>27.146168640289396</c:v>
                </c:pt>
                <c:pt idx="223">
                  <c:v>30.520724519198904</c:v>
                </c:pt>
                <c:pt idx="224">
                  <c:v>30.04078089331903</c:v>
                </c:pt>
                <c:pt idx="225">
                  <c:v>25.983326627835183</c:v>
                </c:pt>
                <c:pt idx="226">
                  <c:v>19.970616359969505</c:v>
                </c:pt>
                <c:pt idx="227">
                  <c:v>14.197948806650537</c:v>
                </c:pt>
                <c:pt idx="228">
                  <c:v>10.536508936926905</c:v>
                </c:pt>
                <c:pt idx="229">
                  <c:v>9.861469731239877</c:v>
                </c:pt>
                <c:pt idx="230">
                  <c:v>11.831639999705601</c:v>
                </c:pt>
                <c:pt idx="231">
                  <c:v>15.152755472947751</c:v>
                </c:pt>
                <c:pt idx="232">
                  <c:v>18.171869389211302</c:v>
                </c:pt>
                <c:pt idx="233">
                  <c:v>19.542813391017155</c:v>
                </c:pt>
                <c:pt idx="234">
                  <c:v>18.70408623840774</c:v>
                </c:pt>
                <c:pt idx="235">
                  <c:v>16.00866725854253</c:v>
                </c:pt>
                <c:pt idx="236">
                  <c:v>12.493270351727347</c:v>
                </c:pt>
                <c:pt idx="237">
                  <c:v>9.411842960834992</c:v>
                </c:pt>
                <c:pt idx="238">
                  <c:v>7.734298997351025</c:v>
                </c:pt>
                <c:pt idx="239">
                  <c:v>7.804167834124649</c:v>
                </c:pt>
                <c:pt idx="240">
                  <c:v>9.26919880050359</c:v>
                </c:pt>
                <c:pt idx="241">
                  <c:v>11.284177758248159</c:v>
                </c:pt>
                <c:pt idx="242">
                  <c:v>12.882028704753528</c:v>
                </c:pt>
                <c:pt idx="243">
                  <c:v>13.355505333646787</c:v>
                </c:pt>
                <c:pt idx="244">
                  <c:v>12.502969221345602</c:v>
                </c:pt>
                <c:pt idx="245">
                  <c:v>10.657452745320379</c:v>
                </c:pt>
                <c:pt idx="246">
                  <c:v>8.508366771420066</c:v>
                </c:pt>
                <c:pt idx="247">
                  <c:v>6.803357019678931</c:v>
                </c:pt>
                <c:pt idx="248">
                  <c:v>6.055401661423259</c:v>
                </c:pt>
                <c:pt idx="249">
                  <c:v>6.366736162723357</c:v>
                </c:pt>
                <c:pt idx="250">
                  <c:v>7.426392683145964</c:v>
                </c:pt>
                <c:pt idx="251">
                  <c:v>8.66664244017496</c:v>
                </c:pt>
                <c:pt idx="252">
                  <c:v>9.504160190333263</c:v>
                </c:pt>
                <c:pt idx="253">
                  <c:v>9.565886626440056</c:v>
                </c:pt>
                <c:pt idx="254">
                  <c:v>8.814236122261748</c:v>
                </c:pt>
                <c:pt idx="255">
                  <c:v>7.532334646104643</c:v>
                </c:pt>
                <c:pt idx="256">
                  <c:v>6.1870631996902405</c:v>
                </c:pt>
                <c:pt idx="257">
                  <c:v>5.233047669788055</c:v>
                </c:pt>
                <c:pt idx="258">
                  <c:v>4.938024812795653</c:v>
                </c:pt>
                <c:pt idx="259">
                  <c:v>5.294991667193801</c:v>
                </c:pt>
                <c:pt idx="260">
                  <c:v>6.047689137643946</c:v>
                </c:pt>
                <c:pt idx="261">
                  <c:v>6.81016669372106</c:v>
                </c:pt>
                <c:pt idx="262">
                  <c:v>7.226567336958869</c:v>
                </c:pt>
                <c:pt idx="263">
                  <c:v>7.106217006932854</c:v>
                </c:pt>
                <c:pt idx="264">
                  <c:v>6.483916031829603</c:v>
                </c:pt>
                <c:pt idx="265">
                  <c:v>5.58821733040495</c:v>
                </c:pt>
                <c:pt idx="266">
                  <c:v>4.7373362535001045</c:v>
                </c:pt>
                <c:pt idx="267">
                  <c:v>4.208676679850124</c:v>
                </c:pt>
                <c:pt idx="268">
                  <c:v>4.134482136029562</c:v>
                </c:pt>
                <c:pt idx="269">
                  <c:v>4.461887938933442</c:v>
                </c:pt>
                <c:pt idx="270">
                  <c:v>4.98777599884827</c:v>
                </c:pt>
                <c:pt idx="271">
                  <c:v>5.44912479410327</c:v>
                </c:pt>
                <c:pt idx="272">
                  <c:v>5.629597223989982</c:v>
                </c:pt>
                <c:pt idx="273">
                  <c:v>5.439857140065218</c:v>
                </c:pt>
                <c:pt idx="274">
                  <c:v>4.942522752752768</c:v>
                </c:pt>
                <c:pt idx="275">
                  <c:v>4.316300143208578</c:v>
                </c:pt>
                <c:pt idx="276">
                  <c:v>3.7777915382008107</c:v>
                </c:pt>
                <c:pt idx="277">
                  <c:v>3.494466079200571</c:v>
                </c:pt>
                <c:pt idx="278">
                  <c:v>3.523195373539966</c:v>
                </c:pt>
                <c:pt idx="279">
                  <c:v>3.796290263017264</c:v>
                </c:pt>
                <c:pt idx="280">
                  <c:v>4.156943045804051</c:v>
                </c:pt>
                <c:pt idx="281">
                  <c:v>4.426688236630054</c:v>
                </c:pt>
                <c:pt idx="282">
                  <c:v>4.476354538206076</c:v>
                </c:pt>
                <c:pt idx="283">
                  <c:v>4.272706865928521</c:v>
                </c:pt>
                <c:pt idx="284">
                  <c:v>3.884425515362592</c:v>
                </c:pt>
                <c:pt idx="285">
                  <c:v>3.4480298783638292</c:v>
                </c:pt>
                <c:pt idx="286">
                  <c:v>3.109858802451108</c:v>
                </c:pt>
                <c:pt idx="287">
                  <c:v>2.968364552509658</c:v>
                </c:pt>
                <c:pt idx="288">
                  <c:v>3.0391300584042655</c:v>
                </c:pt>
                <c:pt idx="289">
                  <c:v>3.2546053664720915</c:v>
                </c:pt>
                <c:pt idx="290">
                  <c:v>3.4962233608880107</c:v>
                </c:pt>
                <c:pt idx="291">
                  <c:v>3.6441345824032765</c:v>
                </c:pt>
                <c:pt idx="292">
                  <c:v>3.623982177831194</c:v>
                </c:pt>
                <c:pt idx="293">
                  <c:v>3.432719279821553</c:v>
                </c:pt>
                <c:pt idx="294">
                  <c:v>3.134867379230761</c:v>
                </c:pt>
                <c:pt idx="295">
                  <c:v>2.832705519576628</c:v>
                </c:pt>
                <c:pt idx="296">
                  <c:v>2.623784032199061</c:v>
                </c:pt>
                <c:pt idx="297">
                  <c:v>2.563174622151477</c:v>
                </c:pt>
                <c:pt idx="298">
                  <c:v>2.6448406751291844</c:v>
                </c:pt>
                <c:pt idx="299">
                  <c:v>2.8080932649309296</c:v>
                </c:pt>
                <c:pt idx="300">
                  <c:v>2.9649273402687855</c:v>
                </c:pt>
                <c:pt idx="301">
                  <c:v>3.036182610847188</c:v>
                </c:pt>
                <c:pt idx="302">
                  <c:v>2.9818426083936878</c:v>
                </c:pt>
                <c:pt idx="303">
                  <c:v>2.8140482142202683</c:v>
                </c:pt>
                <c:pt idx="304">
                  <c:v>2.588896588465387</c:v>
                </c:pt>
                <c:pt idx="305">
                  <c:v>2.3816251532959267</c:v>
                </c:pt>
                <c:pt idx="306">
                  <c:v>2.2559544369590836</c:v>
                </c:pt>
                <c:pt idx="307">
                  <c:v>2.2399339575526245</c:v>
                </c:pt>
                <c:pt idx="308">
                  <c:v>2.317292102660745</c:v>
                </c:pt>
                <c:pt idx="309">
                  <c:v>2.4366573619216636</c:v>
                </c:pt>
                <c:pt idx="310">
                  <c:v>2.5338929130310253</c:v>
                </c:pt>
                <c:pt idx="311">
                  <c:v>2.5579779315332063</c:v>
                </c:pt>
                <c:pt idx="312">
                  <c:v>2.490101564888377</c:v>
                </c:pt>
                <c:pt idx="313">
                  <c:v>2.3489482625023617</c:v>
                </c:pt>
                <c:pt idx="314">
                  <c:v>2.180992730642301</c:v>
                </c:pt>
                <c:pt idx="315">
                  <c:v>2.0405504976462243</c:v>
                </c:pt>
                <c:pt idx="316">
                  <c:v>1.9680284327762105</c:v>
                </c:pt>
                <c:pt idx="317">
                  <c:v>1.9749874988855667</c:v>
                </c:pt>
                <c:pt idx="318">
                  <c:v>2.0414254717784033</c:v>
                </c:pt>
                <c:pt idx="319">
                  <c:v>2.125573495330211</c:v>
                </c:pt>
                <c:pt idx="320">
                  <c:v>2.181592950773363</c:v>
                </c:pt>
                <c:pt idx="321">
                  <c:v>2.1777606996598062</c:v>
                </c:pt>
                <c:pt idx="322">
                  <c:v>2.1080019771088816</c:v>
                </c:pt>
                <c:pt idx="323">
                  <c:v>1.9926739828893956</c:v>
                </c:pt>
                <c:pt idx="324">
                  <c:v>1.8689588350620645</c:v>
                </c:pt>
                <c:pt idx="325">
                  <c:v>1.7752645082300802</c:v>
                </c:pt>
                <c:pt idx="326">
                  <c:v>1.7361043284213507</c:v>
                </c:pt>
                <c:pt idx="327">
                  <c:v>1.7533412135163913</c:v>
                </c:pt>
                <c:pt idx="328">
                  <c:v>1.8068334002709654</c:v>
                </c:pt>
                <c:pt idx="329">
                  <c:v>1.863655860285795</c:v>
                </c:pt>
                <c:pt idx="330">
                  <c:v>1.8917672642734162</c:v>
                </c:pt>
                <c:pt idx="331">
                  <c:v>1.8725037864914107</c:v>
                </c:pt>
                <c:pt idx="332">
                  <c:v>1.8070800387274835</c:v>
                </c:pt>
                <c:pt idx="333">
                  <c:v>1.7149132995302545</c:v>
                </c:pt>
                <c:pt idx="334">
                  <c:v>1.6249185730757685</c:v>
                </c:pt>
                <c:pt idx="335">
                  <c:v>1.5636043272590596</c:v>
                </c:pt>
                <c:pt idx="336">
                  <c:v>1.544821902003419</c:v>
                </c:pt>
                <c:pt idx="337">
                  <c:v>1.5650845747577669</c:v>
                </c:pt>
                <c:pt idx="338">
                  <c:v>1.6059585674822878</c:v>
                </c:pt>
                <c:pt idx="339">
                  <c:v>1.6421700276908837</c:v>
                </c:pt>
                <c:pt idx="340">
                  <c:v>1.6519139460910548</c:v>
                </c:pt>
                <c:pt idx="341">
                  <c:v>1.625196141969053</c:v>
                </c:pt>
                <c:pt idx="342">
                  <c:v>1.5670554088221957</c:v>
                </c:pt>
                <c:pt idx="343">
                  <c:v>1.494703662330672</c:v>
                </c:pt>
                <c:pt idx="344">
                  <c:v>1.4300609373958804</c:v>
                </c:pt>
                <c:pt idx="345">
                  <c:v>1.3908799735694957</c:v>
                </c:pt>
                <c:pt idx="346">
                  <c:v>1.3840214491899008</c:v>
                </c:pt>
                <c:pt idx="347">
                  <c:v>1.4033910121587476</c:v>
                </c:pt>
                <c:pt idx="348">
                  <c:v>1.4330765987018128</c:v>
                </c:pt>
                <c:pt idx="349">
                  <c:v>1.4541552201581005</c:v>
                </c:pt>
                <c:pt idx="350">
                  <c:v>1.4522885244726653</c:v>
                </c:pt>
                <c:pt idx="351">
                  <c:v>1.423083235651658</c:v>
                </c:pt>
                <c:pt idx="352">
                  <c:v>1.3732426458015663</c:v>
                </c:pt>
                <c:pt idx="353">
                  <c:v>1.317298712555197</c:v>
                </c:pt>
                <c:pt idx="354">
                  <c:v>1.2714591773998136</c:v>
                </c:pt>
                <c:pt idx="355">
                  <c:v>1.2471477893686196</c:v>
                </c:pt>
                <c:pt idx="356">
                  <c:v>1.2467892034986643</c:v>
                </c:pt>
                <c:pt idx="357">
                  <c:v>1.2633647527918537</c:v>
                </c:pt>
                <c:pt idx="358">
                  <c:v>1.2836997199759757</c:v>
                </c:pt>
                <c:pt idx="359">
                  <c:v>1.2939812797561978</c:v>
                </c:pt>
                <c:pt idx="360">
                  <c:v>1.2852159839026231</c:v>
                </c:pt>
                <c:pt idx="361">
                  <c:v>1.2564884813129613</c:v>
                </c:pt>
                <c:pt idx="362">
                  <c:v>1.2148660635934385</c:v>
                </c:pt>
                <c:pt idx="363">
                  <c:v>1.1721745317787373</c:v>
                </c:pt>
                <c:pt idx="364">
                  <c:v>1.1400859399776315</c:v>
                </c:pt>
                <c:pt idx="365">
                  <c:v>1.1255407400320447</c:v>
                </c:pt>
                <c:pt idx="366">
                  <c:v>1.1282828315986817</c:v>
                </c:pt>
                <c:pt idx="367">
                  <c:v>1.1413577717081265</c:v>
                </c:pt>
                <c:pt idx="368">
                  <c:v>1.1542141100839656</c:v>
                </c:pt>
                <c:pt idx="369">
                  <c:v>1.157045952108051</c:v>
                </c:pt>
                <c:pt idx="370">
                  <c:v>1.144602928859473</c:v>
                </c:pt>
                <c:pt idx="371">
                  <c:v>1.1180007746682927</c:v>
                </c:pt>
                <c:pt idx="372">
                  <c:v>1.0839315269101344</c:v>
                </c:pt>
                <c:pt idx="373">
                  <c:v>1.0517264279800413</c:v>
                </c:pt>
                <c:pt idx="374">
                  <c:v>1.0295429105041936</c:v>
                </c:pt>
                <c:pt idx="375">
                  <c:v>1.0212213574384796</c:v>
                </c:pt>
                <c:pt idx="376">
                  <c:v>1.0250097740741249</c:v>
                </c:pt>
                <c:pt idx="377">
                  <c:v>1.0345555085242988</c:v>
                </c:pt>
                <c:pt idx="378">
                  <c:v>1.0416509954343791</c:v>
                </c:pt>
                <c:pt idx="379">
                  <c:v>1.0395594356563151</c:v>
                </c:pt>
                <c:pt idx="380">
                  <c:v>1.0255822499520735</c:v>
                </c:pt>
              </c:numCache>
            </c:numRef>
          </c:yVal>
          <c:smooth val="0"/>
        </c:ser>
        <c:ser>
          <c:idx val="1"/>
          <c:order val="1"/>
          <c:tx>
            <c:strRef>
              <c:f>Sheet1!$C$1</c:f>
              <c:strCache>
                <c:ptCount val="1"/>
                <c:pt idx="0">
                  <c:v>tanh²(ω₁t)</c:v>
                </c:pt>
              </c:strCache>
            </c:strRef>
          </c:tx>
          <c:spPr>
            <a:solidFill>
              <a:srgbClr val="2A9D8F"/>
            </a:solidFill>
            <a:ln w="25400" cap="flat">
              <a:solidFill>
                <a:srgbClr val="2A9D8F"/>
              </a:solidFill>
              <a:prstDash val="solid"/>
              <a:round/>
            </a:ln>
            <a:effectLst/>
          </c:spPr>
          <c:marker>
            <c:symbol val="none"/>
            <c:size val="6"/>
            <c:spPr>
              <a:solidFill>
                <a:srgbClr val="2A9D8F"/>
              </a:solidFill>
              <a:ln w="9525" cap="flat">
                <a:solidFill>
                  <a:srgbClr val="2A9D8F"/>
                </a:solidFill>
                <a:prstDash val="solid"/>
                <a:round/>
              </a:ln>
              <a:effectLst/>
            </c:spPr>
          </c:marker>
          <c:xVal>
            <c:numRef>
              <c:f>Sheet1!$A$2:$A$382</c:f>
              <c:numCache>
                <c:formatCode>General</c:formatCode>
                <c:ptCount val="381"/>
                <c:pt idx="0">
                  <c:v>0</c:v>
                </c:pt>
                <c:pt idx="1">
                  <c:v>0.0005</c:v>
                </c:pt>
                <c:pt idx="2">
                  <c:v>0.001</c:v>
                </c:pt>
                <c:pt idx="3">
                  <c:v>0.0015</c:v>
                </c:pt>
                <c:pt idx="4">
                  <c:v>0.002</c:v>
                </c:pt>
                <c:pt idx="5">
                  <c:v>0.0025</c:v>
                </c:pt>
                <c:pt idx="6">
                  <c:v>0.003</c:v>
                </c:pt>
                <c:pt idx="7">
                  <c:v>0.0035</c:v>
                </c:pt>
                <c:pt idx="8">
                  <c:v>0.004</c:v>
                </c:pt>
                <c:pt idx="9">
                  <c:v>0.0045</c:v>
                </c:pt>
                <c:pt idx="10">
                  <c:v>0.005</c:v>
                </c:pt>
                <c:pt idx="11">
                  <c:v>0.0055</c:v>
                </c:pt>
                <c:pt idx="12">
                  <c:v>0.006</c:v>
                </c:pt>
                <c:pt idx="13">
                  <c:v>0.0065</c:v>
                </c:pt>
                <c:pt idx="14">
                  <c:v>0.007</c:v>
                </c:pt>
                <c:pt idx="15">
                  <c:v>0.0075</c:v>
                </c:pt>
                <c:pt idx="16">
                  <c:v>0.008</c:v>
                </c:pt>
                <c:pt idx="17">
                  <c:v>0.0085</c:v>
                </c:pt>
                <c:pt idx="18">
                  <c:v>0.009</c:v>
                </c:pt>
                <c:pt idx="19">
                  <c:v>0.0095</c:v>
                </c:pt>
                <c:pt idx="20">
                  <c:v>0.01</c:v>
                </c:pt>
                <c:pt idx="21">
                  <c:v>0.0105</c:v>
                </c:pt>
                <c:pt idx="22">
                  <c:v>0.011</c:v>
                </c:pt>
                <c:pt idx="23">
                  <c:v>0.0115</c:v>
                </c:pt>
                <c:pt idx="24">
                  <c:v>0.012</c:v>
                </c:pt>
                <c:pt idx="25">
                  <c:v>0.0125</c:v>
                </c:pt>
                <c:pt idx="26">
                  <c:v>0.013</c:v>
                </c:pt>
                <c:pt idx="27">
                  <c:v>0.0135</c:v>
                </c:pt>
                <c:pt idx="28">
                  <c:v>0.014</c:v>
                </c:pt>
                <c:pt idx="29">
                  <c:v>0.0145</c:v>
                </c:pt>
                <c:pt idx="30">
                  <c:v>0.015</c:v>
                </c:pt>
                <c:pt idx="31">
                  <c:v>0.0155</c:v>
                </c:pt>
                <c:pt idx="32">
                  <c:v>0.016</c:v>
                </c:pt>
                <c:pt idx="33">
                  <c:v>0.0165</c:v>
                </c:pt>
                <c:pt idx="34">
                  <c:v>0.017</c:v>
                </c:pt>
                <c:pt idx="35">
                  <c:v>0.0175</c:v>
                </c:pt>
                <c:pt idx="36">
                  <c:v>0.018</c:v>
                </c:pt>
                <c:pt idx="37">
                  <c:v>0.0185</c:v>
                </c:pt>
                <c:pt idx="38">
                  <c:v>0.019</c:v>
                </c:pt>
                <c:pt idx="39">
                  <c:v>0.0195</c:v>
                </c:pt>
                <c:pt idx="40">
                  <c:v>0.02</c:v>
                </c:pt>
                <c:pt idx="41">
                  <c:v>0.0205</c:v>
                </c:pt>
                <c:pt idx="42">
                  <c:v>0.021</c:v>
                </c:pt>
                <c:pt idx="43">
                  <c:v>0.0215</c:v>
                </c:pt>
                <c:pt idx="44">
                  <c:v>0.022</c:v>
                </c:pt>
                <c:pt idx="45">
                  <c:v>0.0225</c:v>
                </c:pt>
                <c:pt idx="46">
                  <c:v>0.023</c:v>
                </c:pt>
                <c:pt idx="47">
                  <c:v>0.0235</c:v>
                </c:pt>
                <c:pt idx="48">
                  <c:v>0.024</c:v>
                </c:pt>
                <c:pt idx="49">
                  <c:v>0.0245</c:v>
                </c:pt>
                <c:pt idx="50">
                  <c:v>0.025</c:v>
                </c:pt>
                <c:pt idx="51">
                  <c:v>0.0255</c:v>
                </c:pt>
                <c:pt idx="52">
                  <c:v>0.026</c:v>
                </c:pt>
                <c:pt idx="53">
                  <c:v>0.0265</c:v>
                </c:pt>
                <c:pt idx="54">
                  <c:v>0.027</c:v>
                </c:pt>
                <c:pt idx="55">
                  <c:v>0.0275</c:v>
                </c:pt>
                <c:pt idx="56">
                  <c:v>0.028</c:v>
                </c:pt>
                <c:pt idx="57">
                  <c:v>0.0285</c:v>
                </c:pt>
                <c:pt idx="58">
                  <c:v>0.029</c:v>
                </c:pt>
                <c:pt idx="59">
                  <c:v>0.0295</c:v>
                </c:pt>
                <c:pt idx="60">
                  <c:v>0.03</c:v>
                </c:pt>
                <c:pt idx="61">
                  <c:v>0.0305</c:v>
                </c:pt>
                <c:pt idx="62">
                  <c:v>0.031</c:v>
                </c:pt>
                <c:pt idx="63">
                  <c:v>0.0315</c:v>
                </c:pt>
                <c:pt idx="64">
                  <c:v>0.032</c:v>
                </c:pt>
                <c:pt idx="65">
                  <c:v>0.0325</c:v>
                </c:pt>
                <c:pt idx="66">
                  <c:v>0.033</c:v>
                </c:pt>
                <c:pt idx="67">
                  <c:v>0.0335</c:v>
                </c:pt>
                <c:pt idx="68">
                  <c:v>0.034</c:v>
                </c:pt>
                <c:pt idx="69">
                  <c:v>0.0345</c:v>
                </c:pt>
                <c:pt idx="70">
                  <c:v>0.035</c:v>
                </c:pt>
                <c:pt idx="71">
                  <c:v>0.0355</c:v>
                </c:pt>
                <c:pt idx="72">
                  <c:v>0.036</c:v>
                </c:pt>
                <c:pt idx="73">
                  <c:v>0.0365</c:v>
                </c:pt>
                <c:pt idx="74">
                  <c:v>0.037</c:v>
                </c:pt>
                <c:pt idx="75">
                  <c:v>0.0375</c:v>
                </c:pt>
                <c:pt idx="76">
                  <c:v>0.038</c:v>
                </c:pt>
                <c:pt idx="77">
                  <c:v>0.0385</c:v>
                </c:pt>
                <c:pt idx="78">
                  <c:v>0.039</c:v>
                </c:pt>
                <c:pt idx="79">
                  <c:v>0.0395</c:v>
                </c:pt>
                <c:pt idx="80">
                  <c:v>0.04</c:v>
                </c:pt>
                <c:pt idx="81">
                  <c:v>0.0405</c:v>
                </c:pt>
                <c:pt idx="82">
                  <c:v>0.041</c:v>
                </c:pt>
                <c:pt idx="83">
                  <c:v>0.0415</c:v>
                </c:pt>
                <c:pt idx="84">
                  <c:v>0.042</c:v>
                </c:pt>
                <c:pt idx="85">
                  <c:v>0.0425</c:v>
                </c:pt>
                <c:pt idx="86">
                  <c:v>0.043</c:v>
                </c:pt>
                <c:pt idx="87">
                  <c:v>0.0435</c:v>
                </c:pt>
                <c:pt idx="88">
                  <c:v>0.044</c:v>
                </c:pt>
                <c:pt idx="89">
                  <c:v>0.0445</c:v>
                </c:pt>
                <c:pt idx="90">
                  <c:v>0.045</c:v>
                </c:pt>
                <c:pt idx="91">
                  <c:v>0.0455</c:v>
                </c:pt>
                <c:pt idx="92">
                  <c:v>0.046</c:v>
                </c:pt>
                <c:pt idx="93">
                  <c:v>0.0465</c:v>
                </c:pt>
                <c:pt idx="94">
                  <c:v>0.047</c:v>
                </c:pt>
                <c:pt idx="95">
                  <c:v>0.0475</c:v>
                </c:pt>
                <c:pt idx="96">
                  <c:v>0.048</c:v>
                </c:pt>
                <c:pt idx="97">
                  <c:v>0.0485</c:v>
                </c:pt>
                <c:pt idx="98">
                  <c:v>0.049</c:v>
                </c:pt>
                <c:pt idx="99">
                  <c:v>0.0495</c:v>
                </c:pt>
                <c:pt idx="100">
                  <c:v>0.05</c:v>
                </c:pt>
                <c:pt idx="101">
                  <c:v>0.0505</c:v>
                </c:pt>
                <c:pt idx="102">
                  <c:v>0.051</c:v>
                </c:pt>
                <c:pt idx="103">
                  <c:v>0.0515</c:v>
                </c:pt>
                <c:pt idx="104">
                  <c:v>0.052</c:v>
                </c:pt>
                <c:pt idx="105">
                  <c:v>0.0525</c:v>
                </c:pt>
                <c:pt idx="106">
                  <c:v>0.053</c:v>
                </c:pt>
                <c:pt idx="107">
                  <c:v>0.0535</c:v>
                </c:pt>
                <c:pt idx="108">
                  <c:v>0.054</c:v>
                </c:pt>
                <c:pt idx="109">
                  <c:v>0.0545</c:v>
                </c:pt>
                <c:pt idx="110">
                  <c:v>0.055</c:v>
                </c:pt>
                <c:pt idx="111">
                  <c:v>0.0555</c:v>
                </c:pt>
                <c:pt idx="112">
                  <c:v>0.056</c:v>
                </c:pt>
                <c:pt idx="113">
                  <c:v>0.0565</c:v>
                </c:pt>
                <c:pt idx="114">
                  <c:v>0.057</c:v>
                </c:pt>
                <c:pt idx="115">
                  <c:v>0.0575</c:v>
                </c:pt>
                <c:pt idx="116">
                  <c:v>0.058</c:v>
                </c:pt>
                <c:pt idx="117">
                  <c:v>0.0585</c:v>
                </c:pt>
                <c:pt idx="118">
                  <c:v>0.059</c:v>
                </c:pt>
                <c:pt idx="119">
                  <c:v>0.0595</c:v>
                </c:pt>
                <c:pt idx="120">
                  <c:v>0.06</c:v>
                </c:pt>
                <c:pt idx="121">
                  <c:v>0.0605</c:v>
                </c:pt>
                <c:pt idx="122">
                  <c:v>0.061</c:v>
                </c:pt>
                <c:pt idx="123">
                  <c:v>0.0615</c:v>
                </c:pt>
                <c:pt idx="124">
                  <c:v>0.062</c:v>
                </c:pt>
                <c:pt idx="125">
                  <c:v>0.0625</c:v>
                </c:pt>
                <c:pt idx="126">
                  <c:v>0.063</c:v>
                </c:pt>
                <c:pt idx="127">
                  <c:v>0.0635</c:v>
                </c:pt>
                <c:pt idx="128">
                  <c:v>0.064</c:v>
                </c:pt>
                <c:pt idx="129">
                  <c:v>0.0645</c:v>
                </c:pt>
                <c:pt idx="130">
                  <c:v>0.065</c:v>
                </c:pt>
                <c:pt idx="131">
                  <c:v>0.0655</c:v>
                </c:pt>
                <c:pt idx="132">
                  <c:v>0.066</c:v>
                </c:pt>
                <c:pt idx="133">
                  <c:v>0.0665</c:v>
                </c:pt>
                <c:pt idx="134">
                  <c:v>0.067</c:v>
                </c:pt>
                <c:pt idx="135">
                  <c:v>0.0675</c:v>
                </c:pt>
                <c:pt idx="136">
                  <c:v>0.068</c:v>
                </c:pt>
                <c:pt idx="137">
                  <c:v>0.0685</c:v>
                </c:pt>
                <c:pt idx="138">
                  <c:v>0.069</c:v>
                </c:pt>
                <c:pt idx="139">
                  <c:v>0.0695</c:v>
                </c:pt>
                <c:pt idx="140">
                  <c:v>0.07</c:v>
                </c:pt>
                <c:pt idx="141">
                  <c:v>0.0705</c:v>
                </c:pt>
                <c:pt idx="142">
                  <c:v>0.071</c:v>
                </c:pt>
                <c:pt idx="143">
                  <c:v>0.0715</c:v>
                </c:pt>
                <c:pt idx="144">
                  <c:v>0.072</c:v>
                </c:pt>
                <c:pt idx="145">
                  <c:v>0.0725</c:v>
                </c:pt>
                <c:pt idx="146">
                  <c:v>0.073</c:v>
                </c:pt>
                <c:pt idx="147">
                  <c:v>0.0735</c:v>
                </c:pt>
                <c:pt idx="148">
                  <c:v>0.074</c:v>
                </c:pt>
                <c:pt idx="149">
                  <c:v>0.0745</c:v>
                </c:pt>
                <c:pt idx="150">
                  <c:v>0.075</c:v>
                </c:pt>
                <c:pt idx="151">
                  <c:v>0.0755</c:v>
                </c:pt>
                <c:pt idx="152">
                  <c:v>0.076</c:v>
                </c:pt>
                <c:pt idx="153">
                  <c:v>0.0765</c:v>
                </c:pt>
                <c:pt idx="154">
                  <c:v>0.077</c:v>
                </c:pt>
                <c:pt idx="155">
                  <c:v>0.0775</c:v>
                </c:pt>
                <c:pt idx="156">
                  <c:v>0.078</c:v>
                </c:pt>
                <c:pt idx="157">
                  <c:v>0.0785</c:v>
                </c:pt>
                <c:pt idx="158">
                  <c:v>0.079</c:v>
                </c:pt>
                <c:pt idx="159">
                  <c:v>0.0795</c:v>
                </c:pt>
                <c:pt idx="160">
                  <c:v>0.08</c:v>
                </c:pt>
                <c:pt idx="161">
                  <c:v>0.0805</c:v>
                </c:pt>
                <c:pt idx="162">
                  <c:v>0.081</c:v>
                </c:pt>
                <c:pt idx="163">
                  <c:v>0.0815</c:v>
                </c:pt>
                <c:pt idx="164">
                  <c:v>0.082</c:v>
                </c:pt>
                <c:pt idx="165">
                  <c:v>0.0825</c:v>
                </c:pt>
                <c:pt idx="166">
                  <c:v>0.083</c:v>
                </c:pt>
                <c:pt idx="167">
                  <c:v>0.0835</c:v>
                </c:pt>
                <c:pt idx="168">
                  <c:v>0.084</c:v>
                </c:pt>
                <c:pt idx="169">
                  <c:v>0.0845</c:v>
                </c:pt>
                <c:pt idx="170">
                  <c:v>0.085</c:v>
                </c:pt>
                <c:pt idx="171">
                  <c:v>0.0855</c:v>
                </c:pt>
                <c:pt idx="172">
                  <c:v>0.086</c:v>
                </c:pt>
                <c:pt idx="173">
                  <c:v>0.0865</c:v>
                </c:pt>
                <c:pt idx="174">
                  <c:v>0.087</c:v>
                </c:pt>
                <c:pt idx="175">
                  <c:v>0.0875</c:v>
                </c:pt>
                <c:pt idx="176">
                  <c:v>0.088</c:v>
                </c:pt>
                <c:pt idx="177">
                  <c:v>0.0885</c:v>
                </c:pt>
                <c:pt idx="178">
                  <c:v>0.089</c:v>
                </c:pt>
                <c:pt idx="179">
                  <c:v>0.0895</c:v>
                </c:pt>
                <c:pt idx="180">
                  <c:v>0.09</c:v>
                </c:pt>
                <c:pt idx="181">
                  <c:v>0.0905</c:v>
                </c:pt>
                <c:pt idx="182">
                  <c:v>0.091</c:v>
                </c:pt>
                <c:pt idx="183">
                  <c:v>0.0915</c:v>
                </c:pt>
                <c:pt idx="184">
                  <c:v>0.092</c:v>
                </c:pt>
                <c:pt idx="185">
                  <c:v>0.0925</c:v>
                </c:pt>
                <c:pt idx="186">
                  <c:v>0.093</c:v>
                </c:pt>
                <c:pt idx="187">
                  <c:v>0.0935</c:v>
                </c:pt>
                <c:pt idx="188">
                  <c:v>0.094</c:v>
                </c:pt>
                <c:pt idx="189">
                  <c:v>0.0945</c:v>
                </c:pt>
                <c:pt idx="190">
                  <c:v>0.095</c:v>
                </c:pt>
                <c:pt idx="191">
                  <c:v>0.0955</c:v>
                </c:pt>
                <c:pt idx="192">
                  <c:v>0.096</c:v>
                </c:pt>
                <c:pt idx="193">
                  <c:v>0.0965</c:v>
                </c:pt>
                <c:pt idx="194">
                  <c:v>0.097</c:v>
                </c:pt>
                <c:pt idx="195">
                  <c:v>0.0975</c:v>
                </c:pt>
                <c:pt idx="196">
                  <c:v>0.098</c:v>
                </c:pt>
                <c:pt idx="197">
                  <c:v>0.0985</c:v>
                </c:pt>
                <c:pt idx="198">
                  <c:v>0.099</c:v>
                </c:pt>
                <c:pt idx="199">
                  <c:v>0.0995</c:v>
                </c:pt>
                <c:pt idx="200">
                  <c:v>0.1</c:v>
                </c:pt>
                <c:pt idx="201">
                  <c:v>0.105</c:v>
                </c:pt>
                <c:pt idx="202">
                  <c:v>0.11</c:v>
                </c:pt>
                <c:pt idx="203">
                  <c:v>0.115</c:v>
                </c:pt>
                <c:pt idx="204">
                  <c:v>0.12</c:v>
                </c:pt>
                <c:pt idx="205">
                  <c:v>0.125</c:v>
                </c:pt>
                <c:pt idx="206">
                  <c:v>0.13</c:v>
                </c:pt>
                <c:pt idx="207">
                  <c:v>0.135</c:v>
                </c:pt>
                <c:pt idx="208">
                  <c:v>0.14</c:v>
                </c:pt>
                <c:pt idx="209">
                  <c:v>0.145</c:v>
                </c:pt>
                <c:pt idx="210">
                  <c:v>0.15</c:v>
                </c:pt>
                <c:pt idx="211">
                  <c:v>0.155</c:v>
                </c:pt>
                <c:pt idx="212">
                  <c:v>0.16</c:v>
                </c:pt>
                <c:pt idx="213">
                  <c:v>0.165</c:v>
                </c:pt>
                <c:pt idx="214">
                  <c:v>0.17</c:v>
                </c:pt>
                <c:pt idx="215">
                  <c:v>0.175</c:v>
                </c:pt>
                <c:pt idx="216">
                  <c:v>0.18</c:v>
                </c:pt>
                <c:pt idx="217">
                  <c:v>0.185</c:v>
                </c:pt>
                <c:pt idx="218">
                  <c:v>0.19</c:v>
                </c:pt>
                <c:pt idx="219">
                  <c:v>0.195</c:v>
                </c:pt>
                <c:pt idx="220">
                  <c:v>0.2</c:v>
                </c:pt>
                <c:pt idx="221">
                  <c:v>0.205</c:v>
                </c:pt>
                <c:pt idx="222">
                  <c:v>0.21</c:v>
                </c:pt>
                <c:pt idx="223">
                  <c:v>0.215</c:v>
                </c:pt>
                <c:pt idx="224">
                  <c:v>0.22</c:v>
                </c:pt>
                <c:pt idx="225">
                  <c:v>0.225</c:v>
                </c:pt>
                <c:pt idx="226">
                  <c:v>0.23</c:v>
                </c:pt>
                <c:pt idx="227">
                  <c:v>0.235</c:v>
                </c:pt>
                <c:pt idx="228">
                  <c:v>0.24</c:v>
                </c:pt>
                <c:pt idx="229">
                  <c:v>0.245</c:v>
                </c:pt>
                <c:pt idx="230">
                  <c:v>0.25</c:v>
                </c:pt>
                <c:pt idx="231">
                  <c:v>0.255</c:v>
                </c:pt>
                <c:pt idx="232">
                  <c:v>0.26</c:v>
                </c:pt>
                <c:pt idx="233">
                  <c:v>0.265</c:v>
                </c:pt>
                <c:pt idx="234">
                  <c:v>0.27</c:v>
                </c:pt>
                <c:pt idx="235">
                  <c:v>0.275</c:v>
                </c:pt>
                <c:pt idx="236">
                  <c:v>0.28</c:v>
                </c:pt>
                <c:pt idx="237">
                  <c:v>0.285</c:v>
                </c:pt>
                <c:pt idx="238">
                  <c:v>0.29</c:v>
                </c:pt>
                <c:pt idx="239">
                  <c:v>0.295</c:v>
                </c:pt>
                <c:pt idx="240">
                  <c:v>0.3</c:v>
                </c:pt>
                <c:pt idx="241">
                  <c:v>0.305</c:v>
                </c:pt>
                <c:pt idx="242">
                  <c:v>0.31</c:v>
                </c:pt>
                <c:pt idx="243">
                  <c:v>0.315</c:v>
                </c:pt>
                <c:pt idx="244">
                  <c:v>0.32</c:v>
                </c:pt>
                <c:pt idx="245">
                  <c:v>0.325</c:v>
                </c:pt>
                <c:pt idx="246">
                  <c:v>0.33</c:v>
                </c:pt>
                <c:pt idx="247">
                  <c:v>0.335</c:v>
                </c:pt>
                <c:pt idx="248">
                  <c:v>0.34</c:v>
                </c:pt>
                <c:pt idx="249">
                  <c:v>0.345</c:v>
                </c:pt>
                <c:pt idx="250">
                  <c:v>0.35</c:v>
                </c:pt>
                <c:pt idx="251">
                  <c:v>0.355</c:v>
                </c:pt>
                <c:pt idx="252">
                  <c:v>0.36</c:v>
                </c:pt>
                <c:pt idx="253">
                  <c:v>0.365</c:v>
                </c:pt>
                <c:pt idx="254">
                  <c:v>0.37</c:v>
                </c:pt>
                <c:pt idx="255">
                  <c:v>0.375</c:v>
                </c:pt>
                <c:pt idx="256">
                  <c:v>0.38</c:v>
                </c:pt>
                <c:pt idx="257">
                  <c:v>0.385</c:v>
                </c:pt>
                <c:pt idx="258">
                  <c:v>0.39</c:v>
                </c:pt>
                <c:pt idx="259">
                  <c:v>0.395</c:v>
                </c:pt>
                <c:pt idx="260">
                  <c:v>0.4</c:v>
                </c:pt>
                <c:pt idx="261">
                  <c:v>0.405</c:v>
                </c:pt>
                <c:pt idx="262">
                  <c:v>0.41</c:v>
                </c:pt>
                <c:pt idx="263">
                  <c:v>0.415</c:v>
                </c:pt>
                <c:pt idx="264">
                  <c:v>0.42</c:v>
                </c:pt>
                <c:pt idx="265">
                  <c:v>0.425</c:v>
                </c:pt>
                <c:pt idx="266">
                  <c:v>0.43</c:v>
                </c:pt>
                <c:pt idx="267">
                  <c:v>0.435</c:v>
                </c:pt>
                <c:pt idx="268">
                  <c:v>0.44</c:v>
                </c:pt>
                <c:pt idx="269">
                  <c:v>0.445</c:v>
                </c:pt>
                <c:pt idx="270">
                  <c:v>0.45</c:v>
                </c:pt>
                <c:pt idx="271">
                  <c:v>0.455</c:v>
                </c:pt>
                <c:pt idx="272">
                  <c:v>0.46</c:v>
                </c:pt>
                <c:pt idx="273">
                  <c:v>0.465</c:v>
                </c:pt>
                <c:pt idx="274">
                  <c:v>0.47</c:v>
                </c:pt>
                <c:pt idx="275">
                  <c:v>0.475</c:v>
                </c:pt>
                <c:pt idx="276">
                  <c:v>0.48</c:v>
                </c:pt>
                <c:pt idx="277">
                  <c:v>0.485</c:v>
                </c:pt>
                <c:pt idx="278">
                  <c:v>0.49</c:v>
                </c:pt>
                <c:pt idx="279">
                  <c:v>0.495</c:v>
                </c:pt>
                <c:pt idx="280">
                  <c:v>0.5</c:v>
                </c:pt>
                <c:pt idx="281">
                  <c:v>0.505</c:v>
                </c:pt>
                <c:pt idx="282">
                  <c:v>0.51</c:v>
                </c:pt>
                <c:pt idx="283">
                  <c:v>0.515</c:v>
                </c:pt>
                <c:pt idx="284">
                  <c:v>0.52</c:v>
                </c:pt>
                <c:pt idx="285">
                  <c:v>0.525</c:v>
                </c:pt>
                <c:pt idx="286">
                  <c:v>0.53</c:v>
                </c:pt>
                <c:pt idx="287">
                  <c:v>0.535</c:v>
                </c:pt>
                <c:pt idx="288">
                  <c:v>0.54</c:v>
                </c:pt>
                <c:pt idx="289">
                  <c:v>0.545</c:v>
                </c:pt>
                <c:pt idx="290">
                  <c:v>0.55</c:v>
                </c:pt>
                <c:pt idx="291">
                  <c:v>0.555</c:v>
                </c:pt>
                <c:pt idx="292">
                  <c:v>0.56</c:v>
                </c:pt>
                <c:pt idx="293">
                  <c:v>0.565</c:v>
                </c:pt>
                <c:pt idx="294">
                  <c:v>0.57</c:v>
                </c:pt>
                <c:pt idx="295">
                  <c:v>0.575</c:v>
                </c:pt>
                <c:pt idx="296">
                  <c:v>0.58</c:v>
                </c:pt>
                <c:pt idx="297">
                  <c:v>0.585</c:v>
                </c:pt>
                <c:pt idx="298">
                  <c:v>0.59</c:v>
                </c:pt>
                <c:pt idx="299">
                  <c:v>0.595</c:v>
                </c:pt>
                <c:pt idx="300">
                  <c:v>0.6</c:v>
                </c:pt>
                <c:pt idx="301">
                  <c:v>0.605</c:v>
                </c:pt>
                <c:pt idx="302">
                  <c:v>0.61</c:v>
                </c:pt>
                <c:pt idx="303">
                  <c:v>0.615</c:v>
                </c:pt>
                <c:pt idx="304">
                  <c:v>0.62</c:v>
                </c:pt>
                <c:pt idx="305">
                  <c:v>0.625</c:v>
                </c:pt>
                <c:pt idx="306">
                  <c:v>0.63</c:v>
                </c:pt>
                <c:pt idx="307">
                  <c:v>0.635</c:v>
                </c:pt>
                <c:pt idx="308">
                  <c:v>0.64</c:v>
                </c:pt>
                <c:pt idx="309">
                  <c:v>0.645</c:v>
                </c:pt>
                <c:pt idx="310">
                  <c:v>0.65</c:v>
                </c:pt>
                <c:pt idx="311">
                  <c:v>0.655</c:v>
                </c:pt>
                <c:pt idx="312">
                  <c:v>0.66</c:v>
                </c:pt>
                <c:pt idx="313">
                  <c:v>0.665</c:v>
                </c:pt>
                <c:pt idx="314">
                  <c:v>0.67</c:v>
                </c:pt>
                <c:pt idx="315">
                  <c:v>0.675</c:v>
                </c:pt>
                <c:pt idx="316">
                  <c:v>0.68</c:v>
                </c:pt>
                <c:pt idx="317">
                  <c:v>0.685</c:v>
                </c:pt>
                <c:pt idx="318">
                  <c:v>0.69</c:v>
                </c:pt>
                <c:pt idx="319">
                  <c:v>0.695</c:v>
                </c:pt>
                <c:pt idx="320">
                  <c:v>0.7</c:v>
                </c:pt>
                <c:pt idx="321">
                  <c:v>0.705</c:v>
                </c:pt>
                <c:pt idx="322">
                  <c:v>0.71</c:v>
                </c:pt>
                <c:pt idx="323">
                  <c:v>0.715</c:v>
                </c:pt>
                <c:pt idx="324">
                  <c:v>0.72</c:v>
                </c:pt>
                <c:pt idx="325">
                  <c:v>0.725</c:v>
                </c:pt>
                <c:pt idx="326">
                  <c:v>0.73</c:v>
                </c:pt>
                <c:pt idx="327">
                  <c:v>0.735</c:v>
                </c:pt>
                <c:pt idx="328">
                  <c:v>0.74</c:v>
                </c:pt>
                <c:pt idx="329">
                  <c:v>0.745</c:v>
                </c:pt>
                <c:pt idx="330">
                  <c:v>0.75</c:v>
                </c:pt>
                <c:pt idx="331">
                  <c:v>0.755</c:v>
                </c:pt>
                <c:pt idx="332">
                  <c:v>0.76</c:v>
                </c:pt>
                <c:pt idx="333">
                  <c:v>0.765</c:v>
                </c:pt>
                <c:pt idx="334">
                  <c:v>0.77</c:v>
                </c:pt>
                <c:pt idx="335">
                  <c:v>0.775</c:v>
                </c:pt>
                <c:pt idx="336">
                  <c:v>0.78</c:v>
                </c:pt>
                <c:pt idx="337">
                  <c:v>0.785</c:v>
                </c:pt>
                <c:pt idx="338">
                  <c:v>0.79</c:v>
                </c:pt>
                <c:pt idx="339">
                  <c:v>0.795</c:v>
                </c:pt>
                <c:pt idx="340">
                  <c:v>0.8</c:v>
                </c:pt>
                <c:pt idx="341">
                  <c:v>0.805</c:v>
                </c:pt>
                <c:pt idx="342">
                  <c:v>0.81</c:v>
                </c:pt>
                <c:pt idx="343">
                  <c:v>0.815</c:v>
                </c:pt>
                <c:pt idx="344">
                  <c:v>0.82</c:v>
                </c:pt>
                <c:pt idx="345">
                  <c:v>0.825</c:v>
                </c:pt>
                <c:pt idx="346">
                  <c:v>0.83</c:v>
                </c:pt>
                <c:pt idx="347">
                  <c:v>0.835</c:v>
                </c:pt>
                <c:pt idx="348">
                  <c:v>0.84</c:v>
                </c:pt>
                <c:pt idx="349">
                  <c:v>0.845</c:v>
                </c:pt>
                <c:pt idx="350">
                  <c:v>0.85</c:v>
                </c:pt>
                <c:pt idx="351">
                  <c:v>0.855</c:v>
                </c:pt>
                <c:pt idx="352">
                  <c:v>0.86</c:v>
                </c:pt>
                <c:pt idx="353">
                  <c:v>0.865</c:v>
                </c:pt>
                <c:pt idx="354">
                  <c:v>0.87</c:v>
                </c:pt>
                <c:pt idx="355">
                  <c:v>0.875</c:v>
                </c:pt>
                <c:pt idx="356">
                  <c:v>0.88</c:v>
                </c:pt>
                <c:pt idx="357">
                  <c:v>0.885</c:v>
                </c:pt>
                <c:pt idx="358">
                  <c:v>0.89</c:v>
                </c:pt>
                <c:pt idx="359">
                  <c:v>0.895</c:v>
                </c:pt>
                <c:pt idx="360">
                  <c:v>0.9</c:v>
                </c:pt>
                <c:pt idx="361">
                  <c:v>0.905</c:v>
                </c:pt>
                <c:pt idx="362">
                  <c:v>0.91</c:v>
                </c:pt>
                <c:pt idx="363">
                  <c:v>0.915</c:v>
                </c:pt>
                <c:pt idx="364">
                  <c:v>0.92</c:v>
                </c:pt>
                <c:pt idx="365">
                  <c:v>0.925</c:v>
                </c:pt>
                <c:pt idx="366">
                  <c:v>0.93</c:v>
                </c:pt>
                <c:pt idx="367">
                  <c:v>0.935</c:v>
                </c:pt>
                <c:pt idx="368">
                  <c:v>0.94</c:v>
                </c:pt>
                <c:pt idx="369">
                  <c:v>0.945</c:v>
                </c:pt>
                <c:pt idx="370">
                  <c:v>0.95</c:v>
                </c:pt>
                <c:pt idx="371">
                  <c:v>0.955</c:v>
                </c:pt>
                <c:pt idx="372">
                  <c:v>0.96</c:v>
                </c:pt>
                <c:pt idx="373">
                  <c:v>0.965</c:v>
                </c:pt>
                <c:pt idx="374">
                  <c:v>0.97</c:v>
                </c:pt>
                <c:pt idx="375">
                  <c:v>0.975</c:v>
                </c:pt>
                <c:pt idx="376">
                  <c:v>0.98</c:v>
                </c:pt>
                <c:pt idx="377">
                  <c:v>0.985</c:v>
                </c:pt>
                <c:pt idx="378">
                  <c:v>0.99</c:v>
                </c:pt>
                <c:pt idx="379">
                  <c:v>0.995</c:v>
                </c:pt>
                <c:pt idx="380">
                  <c:v>1</c:v>
                </c:pt>
              </c:numCache>
            </c:numRef>
          </c:xVal>
          <c:yVal>
            <c:numRef>
              <c:f>Sheet1!$C$2:$C$382</c:f>
              <c:numCache>
                <c:formatCode>General</c:formatCode>
                <c:ptCount val="381"/>
                <c:pt idx="0">
                  <c:v>0.49999882958434766</c:v>
                </c:pt>
                <c:pt idx="1">
                  <c:v>0.5006333791077411</c:v>
                </c:pt>
                <c:pt idx="2">
                  <c:v>0.5037031209412747</c:v>
                </c:pt>
                <c:pt idx="3">
                  <c:v>0.5092037952574805</c:v>
                </c:pt>
                <c:pt idx="4">
                  <c:v>0.5171332859762359</c:v>
                </c:pt>
                <c:pt idx="5">
                  <c:v>0.5274907235762152</c:v>
                </c:pt>
                <c:pt idx="6">
                  <c:v>0.5402752936861694</c:v>
                </c:pt>
                <c:pt idx="7">
                  <c:v>0.5554847970653609</c:v>
                </c:pt>
                <c:pt idx="8">
                  <c:v>0.5731140201896102</c:v>
                </c:pt>
                <c:pt idx="9">
                  <c:v>0.5931529817067734</c:v>
                </c:pt>
                <c:pt idx="10">
                  <c:v>0.6155851230354555</c:v>
                </c:pt>
                <c:pt idx="11">
                  <c:v>0.6403855113577336</c:v>
                </c:pt>
                <c:pt idx="12">
                  <c:v>0.6675191203780404</c:v>
                </c:pt>
                <c:pt idx="13">
                  <c:v>0.6969392488119218</c:v>
                </c:pt>
                <c:pt idx="14">
                  <c:v>0.728586129071426</c:v>
                </c:pt>
                <c:pt idx="15">
                  <c:v>0.7623857695466687</c:v>
                </c:pt>
                <c:pt idx="16">
                  <c:v>0.7982490638003451</c:v>
                </c:pt>
                <c:pt idx="17">
                  <c:v>0.8360711894465214</c:v>
                </c:pt>
                <c:pt idx="18">
                  <c:v>0.8757313089939192</c:v>
                </c:pt>
                <c:pt idx="19">
                  <c:v>0.9170925749513235</c:v>
                </c:pt>
                <c:pt idx="20">
                  <c:v>0.9600024323911316</c:v>
                </c:pt>
                <c:pt idx="21">
                  <c:v>1.0042932042262025</c:v>
                </c:pt>
                <c:pt idx="22">
                  <c:v>1.0497829378595298</c:v>
                </c:pt>
                <c:pt idx="23">
                  <c:v>1.0962764867085582</c:v>
                </c:pt>
                <c:pt idx="24">
                  <c:v>1.1435667963965985</c:v>
                </c:pt>
                <c:pt idx="25">
                  <c:v>1.1914363630835387</c:v>
                </c:pt>
                <c:pt idx="26">
                  <c:v>1.239658830362979</c:v>
                </c:pt>
                <c:pt idx="27">
                  <c:v>1.2880006912302286</c:v>
                </c:pt>
                <c:pt idx="28">
                  <c:v>1.3362230626481684</c:v>
                </c:pt>
                <c:pt idx="29">
                  <c:v>1.3840835020184505</c:v>
                </c:pt>
                <c:pt idx="30">
                  <c:v>1.4313378372171717</c:v>
                </c:pt>
                <c:pt idx="31">
                  <c:v>1.4777419846004949</c:v>
                </c:pt>
                <c:pt idx="32">
                  <c:v>1.5230537323667361</c:v>
                </c:pt>
                <c:pt idx="33">
                  <c:v>1.5670344697380747</c:v>
                </c:pt>
                <c:pt idx="34">
                  <c:v>1.6094508454814775</c:v>
                </c:pt>
                <c:pt idx="35">
                  <c:v>1.6500763422323907</c:v>
                </c:pt>
                <c:pt idx="36">
                  <c:v>1.6886927558469724</c:v>
                </c:pt>
                <c:pt idx="37">
                  <c:v>1.7250915715407504</c:v>
                </c:pt>
                <c:pt idx="38">
                  <c:v>1.7590752308439965</c:v>
                </c:pt>
                <c:pt idx="39">
                  <c:v>1.7904582854028102</c:v>
                </c:pt>
                <c:pt idx="40">
                  <c:v>1.8190684353789626</c:v>
                </c:pt>
                <c:pt idx="41">
                  <c:v>1.8447474516599274</c:v>
                </c:pt>
                <c:pt idx="42">
                  <c:v>1.86735198229967</c:v>
                </c:pt>
                <c:pt idx="43">
                  <c:v>1.8867542445921683</c:v>
                </c:pt>
                <c:pt idx="44">
                  <c:v>1.90284260495784</c:v>
                </c:pt>
                <c:pt idx="45">
                  <c:v>1.9155220494240066</c:v>
                </c:pt>
                <c:pt idx="46">
                  <c:v>1.924714547930238</c:v>
                </c:pt>
                <c:pt idx="47">
                  <c:v>1.9303593160130297</c:v>
                </c:pt>
                <c:pt idx="48">
                  <c:v>1.9324129776451862</c:v>
                </c:pt>
                <c:pt idx="49">
                  <c:v>1.9308496331448994</c:v>
                </c:pt>
                <c:pt idx="50">
                  <c:v>1.9256608361467231</c:v>
                </c:pt>
                <c:pt idx="51">
                  <c:v>1.916855483657909</c:v>
                </c:pt>
                <c:pt idx="52">
                  <c:v>1.9044596232227564</c:v>
                </c:pt>
                <c:pt idx="53">
                  <c:v>1.8885161811963125</c:v>
                </c:pt>
                <c:pt idx="54">
                  <c:v>1.869084616096089</c:v>
                </c:pt>
                <c:pt idx="55">
                  <c:v>1.8462405009637908</c:v>
                </c:pt>
                <c:pt idx="56">
                  <c:v>1.8200750386336269</c:v>
                </c:pt>
                <c:pt idx="57">
                  <c:v>1.7906945137735595</c:v>
                </c:pt>
                <c:pt idx="58">
                  <c:v>1.7582196855431937</c:v>
                </c:pt>
                <c:pt idx="59">
                  <c:v>1.7227851246983565</c:v>
                </c:pt>
                <c:pt idx="60">
                  <c:v>1.6845384989680932</c:v>
                </c:pt>
                <c:pt idx="61">
                  <c:v>1.6436398105346297</c:v>
                </c:pt>
                <c:pt idx="62">
                  <c:v>1.6002605894597872</c:v>
                </c:pt>
                <c:pt idx="63">
                  <c:v>1.554583046921248</c:v>
                </c:pt>
                <c:pt idx="64">
                  <c:v>1.5067991921472303</c:v>
                </c:pt>
                <c:pt idx="65">
                  <c:v>1.457109916966844</c:v>
                </c:pt>
                <c:pt idx="66">
                  <c:v>1.4057240519237337</c:v>
                </c:pt>
                <c:pt idx="67">
                  <c:v>1.3528573979306857</c:v>
                </c:pt>
                <c:pt idx="68">
                  <c:v>1.2987317374707437</c:v>
                </c:pt>
                <c:pt idx="69">
                  <c:v>1.2435738293742855</c:v>
                </c:pt>
                <c:pt idx="70">
                  <c:v>1.1876143912197468</c:v>
                </c:pt>
                <c:pt idx="71">
                  <c:v>1.1310870734165819</c:v>
                </c:pt>
                <c:pt idx="72">
                  <c:v>1.074227429031353</c:v>
                </c:pt>
                <c:pt idx="73">
                  <c:v>1.0172718834101222</c:v>
                </c:pt>
                <c:pt idx="74">
                  <c:v>0.9604567076315995</c:v>
                </c:pt>
                <c:pt idx="75">
                  <c:v>0.9040169997948588</c:v>
                </c:pt>
                <c:pt idx="76">
                  <c:v>0.8481856781020062</c:v>
                </c:pt>
                <c:pt idx="77">
                  <c:v>0.7931924896396016</c:v>
                </c:pt>
                <c:pt idx="78">
                  <c:v>0.7392630386922483</c:v>
                </c:pt>
                <c:pt idx="79">
                  <c:v>0.6866178383374913</c:v>
                </c:pt>
                <c:pt idx="80">
                  <c:v>0.635471388972837</c:v>
                </c:pt>
                <c:pt idx="81">
                  <c:v>0.586031287313266</c:v>
                </c:pt>
                <c:pt idx="82">
                  <c:v>0.5384973692713957</c:v>
                </c:pt>
                <c:pt idx="83">
                  <c:v>0.49306088999253267</c:v>
                </c:pt>
                <c:pt idx="84">
                  <c:v>0.4499037441637806</c:v>
                </c:pt>
                <c:pt idx="85">
                  <c:v>0.409197729550574</c:v>
                </c:pt>
                <c:pt idx="86">
                  <c:v>0.3711038565360315</c:v>
                </c:pt>
                <c:pt idx="87">
                  <c:v>0.3357717062491494</c:v>
                </c:pt>
                <c:pt idx="88">
                  <c:v>0.3033388396676973</c:v>
                </c:pt>
                <c:pt idx="89">
                  <c:v>0.27393025987165986</c:v>
                </c:pt>
                <c:pt idx="90">
                  <c:v>0.24765792940402917</c:v>
                </c:pt>
                <c:pt idx="91">
                  <c:v>0.2246203444685656</c:v>
                </c:pt>
                <c:pt idx="92">
                  <c:v>0.20490216745990084</c:v>
                </c:pt>
                <c:pt idx="93">
                  <c:v>0.18857391908094373</c:v>
                </c:pt>
                <c:pt idx="94">
                  <c:v>0.17569173105709177</c:v>
                </c:pt>
                <c:pt idx="95">
                  <c:v>0.16629716020729138</c:v>
                </c:pt>
                <c:pt idx="96">
                  <c:v>0.16041706437959485</c:v>
                </c:pt>
                <c:pt idx="97">
                  <c:v>0.15806354050465418</c:v>
                </c:pt>
                <c:pt idx="98">
                  <c:v>0.1592339247656684</c:v>
                </c:pt>
                <c:pt idx="99">
                  <c:v>0.16391085462875152</c:v>
                </c:pt>
                <c:pt idx="100">
                  <c:v>0.17206239222462671</c:v>
                </c:pt>
                <c:pt idx="101">
                  <c:v>0.1836422083220617</c:v>
                </c:pt>
                <c:pt idx="102">
                  <c:v>0.19858982588661148</c:v>
                </c:pt>
                <c:pt idx="103">
                  <c:v>0.21683092197607742</c:v>
                </c:pt>
                <c:pt idx="104">
                  <c:v>0.23827768648767303</c:v>
                </c:pt>
                <c:pt idx="105">
                  <c:v>0.2628292360421659</c:v>
                </c:pt>
                <c:pt idx="106">
                  <c:v>0.2903720810682556</c:v>
                </c:pt>
                <c:pt idx="107">
                  <c:v>0.3207806439370476</c:v>
                </c:pt>
                <c:pt idx="108">
                  <c:v>0.3539178257925609</c:v>
                </c:pt>
                <c:pt idx="109">
                  <c:v>0.38963561953067977</c:v>
                </c:pt>
                <c:pt idx="110">
                  <c:v>0.4277757661965066</c:v>
                </c:pt>
                <c:pt idx="111">
                  <c:v>0.4681704518995545</c:v>
                </c:pt>
                <c:pt idx="112">
                  <c:v>0.510643042188242</c:v>
                </c:pt>
                <c:pt idx="113">
                  <c:v>0.5550088506803652</c:v>
                </c:pt>
                <c:pt idx="114">
                  <c:v>0.6010759386152499</c:v>
                </c:pt>
                <c:pt idx="115">
                  <c:v>0.6486459418765486</c:v>
                </c:pt>
                <c:pt idx="116">
                  <c:v>0.6975149219326783</c:v>
                </c:pt>
                <c:pt idx="117">
                  <c:v>0.7474742370550503</c:v>
                </c:pt>
                <c:pt idx="118">
                  <c:v>0.7983114301027888</c:v>
                </c:pt>
                <c:pt idx="119">
                  <c:v>0.8498111291069436</c:v>
                </c:pt>
                <c:pt idx="120">
                  <c:v>0.9017559568473141</c:v>
                </c:pt>
                <c:pt idx="121">
                  <c:v>0.953927445591162</c:v>
                </c:pt>
                <c:pt idx="122">
                  <c:v>1.006106953155266</c:v>
                </c:pt>
                <c:pt idx="123">
                  <c:v>1.058076576460961</c:v>
                </c:pt>
                <c:pt idx="124">
                  <c:v>1.1096200587759728</c:v>
                </c:pt>
                <c:pt idx="125">
                  <c:v>1.1605236868767477</c:v>
                </c:pt>
                <c:pt idx="126">
                  <c:v>1.2105771744205132</c:v>
                </c:pt>
                <c:pt idx="127">
                  <c:v>1.2595745278869963</c:v>
                </c:pt>
                <c:pt idx="128">
                  <c:v>1.3073148915355643</c:v>
                </c:pt>
                <c:pt idx="129">
                  <c:v>1.3536033679236208</c:v>
                </c:pt>
                <c:pt idx="130">
                  <c:v>1.3982518106465165</c:v>
                </c:pt>
                <c:pt idx="131">
                  <c:v>1.441079586086973</c:v>
                </c:pt>
                <c:pt idx="132">
                  <c:v>1.481914301102835</c:v>
                </c:pt>
                <c:pt idx="133">
                  <c:v>1.520592493735057</c:v>
                </c:pt>
                <c:pt idx="134">
                  <c:v>1.5569602841825327</c:v>
                </c:pt>
                <c:pt idx="135">
                  <c:v>1.59087398346607</c:v>
                </c:pt>
                <c:pt idx="136">
                  <c:v>1.6222006573895644</c:v>
                </c:pt>
                <c:pt idx="137">
                  <c:v>1.650818643601546</c:v>
                </c:pt>
                <c:pt idx="138">
                  <c:v>1.6766180197638858</c:v>
                </c:pt>
                <c:pt idx="139">
                  <c:v>1.699501021045611</c:v>
                </c:pt>
                <c:pt idx="140">
                  <c:v>1.7193824053777012</c:v>
                </c:pt>
                <c:pt idx="141">
                  <c:v>1.7361897651283755</c:v>
                </c:pt>
                <c:pt idx="142">
                  <c:v>1.7498637840868232</c:v>
                </c:pt>
                <c:pt idx="143">
                  <c:v>1.7603584388756566</c:v>
                </c:pt>
                <c:pt idx="144">
                  <c:v>1.7676411441474646</c:v>
                </c:pt>
                <c:pt idx="145">
                  <c:v>1.7716928411578914</c:v>
                </c:pt>
                <c:pt idx="146">
                  <c:v>1.7725080295455071</c:v>
                </c:pt>
                <c:pt idx="147">
                  <c:v>1.7700947423864861</c:v>
                </c:pt>
                <c:pt idx="148">
                  <c:v>1.7644744648287172</c:v>
                </c:pt>
                <c:pt idx="149">
                  <c:v>1.755681996844474</c:v>
                </c:pt>
                <c:pt idx="150">
                  <c:v>1.7437652608722067</c:v>
                </c:pt>
                <c:pt idx="151">
                  <c:v>1.7287850553453956</c:v>
                </c:pt>
                <c:pt idx="152">
                  <c:v>1.7108147553288366</c:v>
                </c:pt>
                <c:pt idx="153">
                  <c:v>1.6899399616992568</c:v>
                </c:pt>
                <c:pt idx="154">
                  <c:v>1.6662581005169441</c:v>
                </c:pt>
                <c:pt idx="155">
                  <c:v>1.6398779744372205</c:v>
                </c:pt>
                <c:pt idx="156">
                  <c:v>1.6109192682043192</c:v>
                </c:pt>
                <c:pt idx="157">
                  <c:v>1.5795120104547309</c:v>
                </c:pt>
                <c:pt idx="158">
                  <c:v>1.5457959942316393</c:v>
                </c:pt>
                <c:pt idx="159">
                  <c:v>1.5099201587759963</c:v>
                </c:pt>
                <c:pt idx="160">
                  <c:v>1.4720419353123848</c:v>
                </c:pt>
                <c:pt idx="161">
                  <c:v>1.4323265596885768</c:v>
                </c:pt>
                <c:pt idx="162">
                  <c:v>1.390946354855972</c:v>
                </c:pt>
                <c:pt idx="163">
                  <c:v>1.3480799862934791</c:v>
                </c:pt>
                <c:pt idx="164">
                  <c:v>1.3039116935794346</c:v>
                </c:pt>
                <c:pt idx="165">
                  <c:v>1.2586305014043866</c:v>
                </c:pt>
                <c:pt idx="166">
                  <c:v>1.2124294133918059</c:v>
                </c:pt>
                <c:pt idx="167">
                  <c:v>1.1655045921536709</c:v>
                </c:pt>
                <c:pt idx="168">
                  <c:v>1.1180545290532142</c:v>
                </c:pt>
                <c:pt idx="169">
                  <c:v>1.0702792071778733</c:v>
                </c:pt>
                <c:pt idx="170">
                  <c:v>1.0223792610414024</c:v>
                </c:pt>
                <c:pt idx="171">
                  <c:v>0.9745551365353841</c:v>
                </c:pt>
                <c:pt idx="172">
                  <c:v>0.9270062546368442</c:v>
                </c:pt>
                <c:pt idx="173">
                  <c:v>0.8799301823506254</c:v>
                </c:pt>
                <c:pt idx="174">
                  <c:v>0.8335218143226867</c:v>
                </c:pt>
                <c:pt idx="175">
                  <c:v>0.7879725685037677</c:v>
                </c:pt>
                <c:pt idx="176">
                  <c:v>0.7434695991722587</c:v>
                </c:pt>
                <c:pt idx="177">
                  <c:v>0.7001950305409608</c:v>
                </c:pt>
                <c:pt idx="178">
                  <c:v>0.658325214075032</c:v>
                </c:pt>
                <c:pt idx="179">
                  <c:v>0.6180300125384218</c:v>
                </c:pt>
                <c:pt idx="180">
                  <c:v>0.5794721136637686</c:v>
                </c:pt>
                <c:pt idx="181">
                  <c:v>0.542806376206851</c:v>
                </c:pt>
                <c:pt idx="182">
                  <c:v>0.5081792110016955</c:v>
                </c:pt>
                <c:pt idx="183">
                  <c:v>0.47572799947703864</c:v>
                </c:pt>
                <c:pt idx="184">
                  <c:v>0.44558055192975937</c:v>
                </c:pt>
                <c:pt idx="185">
                  <c:v>0.41785460767674865</c:v>
                </c:pt>
                <c:pt idx="186">
                  <c:v>0.3926573790243382</c:v>
                </c:pt>
                <c:pt idx="187">
                  <c:v>0.37008514080460475</c:v>
                </c:pt>
                <c:pt idx="188">
                  <c:v>0.3502228670314017</c:v>
                </c:pt>
                <c:pt idx="189">
                  <c:v>0.3331439160267539</c:v>
                </c:pt>
                <c:pt idx="190">
                  <c:v>0.3189097651610878</c:v>
                </c:pt>
                <c:pt idx="191">
                  <c:v>0.3075697961395501</c:v>
                </c:pt>
                <c:pt idx="192">
                  <c:v>0.29916113155234336</c:v>
                </c:pt>
                <c:pt idx="193">
                  <c:v>0.29370852319039903</c:v>
                </c:pt>
                <c:pt idx="194">
                  <c:v>0.29122429240980413</c:v>
                </c:pt>
                <c:pt idx="195">
                  <c:v>0.29170832261005936</c:v>
                </c:pt>
                <c:pt idx="196">
                  <c:v>0.2951481036734187</c:v>
                </c:pt>
                <c:pt idx="197">
                  <c:v>0.30151882799613955</c:v>
                </c:pt>
                <c:pt idx="198">
                  <c:v>0.3107835375283518</c:v>
                </c:pt>
                <c:pt idx="199">
                  <c:v>0.32289332102833257</c:v>
                </c:pt>
                <c:pt idx="200">
                  <c:v>0.3377875605301126</c:v>
                </c:pt>
                <c:pt idx="201">
                  <c:v>0.6188923089929256</c:v>
                </c:pt>
                <c:pt idx="202">
                  <c:v>1.0415112680323382</c:v>
                </c:pt>
                <c:pt idx="203">
                  <c:v>1.4329521921925987</c:v>
                </c:pt>
                <c:pt idx="204">
                  <c:v>1.6389061786409895</c:v>
                </c:pt>
                <c:pt idx="205">
                  <c:v>1.5840654665923626</c:v>
                </c:pt>
                <c:pt idx="206">
                  <c:v>1.2992712188483078</c:v>
                </c:pt>
                <c:pt idx="207">
                  <c:v>0.9055783341396089</c:v>
                </c:pt>
                <c:pt idx="208">
                  <c:v>0.5630616600305237</c:v>
                </c:pt>
                <c:pt idx="209">
                  <c:v>0.4059127148275252</c:v>
                </c:pt>
                <c:pt idx="210">
                  <c:v>0.4900688950287523</c:v>
                </c:pt>
                <c:pt idx="211">
                  <c:v>0.773729313530775</c:v>
                </c:pt>
                <c:pt idx="212">
                  <c:v>1.1373482247872209</c:v>
                </c:pt>
                <c:pt idx="213">
                  <c:v>1.433796035355705</c:v>
                </c:pt>
                <c:pt idx="214">
                  <c:v>1.5477258497012736</c:v>
                </c:pt>
                <c:pt idx="215">
                  <c:v>1.4402581844765656</c:v>
                </c:pt>
                <c:pt idx="216">
                  <c:v>1.1617556631204353</c:v>
                </c:pt>
                <c:pt idx="217">
                  <c:v>0.8287262758515622</c:v>
                </c:pt>
                <c:pt idx="218">
                  <c:v>0.5752717286927332</c:v>
                </c:pt>
                <c:pt idx="219">
                  <c:v>0.4992401416976998</c:v>
                </c:pt>
                <c:pt idx="220">
                  <c:v>0.6246434580748436</c:v>
                </c:pt>
                <c:pt idx="221">
                  <c:v>0.894693314450038</c:v>
                </c:pt>
                <c:pt idx="222">
                  <c:v>1.197155044152459</c:v>
                </c:pt>
                <c:pt idx="223">
                  <c:v>1.4108307931893385</c:v>
                </c:pt>
                <c:pt idx="224">
                  <c:v>1.4539841052509206</c:v>
                </c:pt>
                <c:pt idx="225">
                  <c:v>1.315414972234924</c:v>
                </c:pt>
                <c:pt idx="226">
                  <c:v>1.056452679046542</c:v>
                </c:pt>
                <c:pt idx="227">
                  <c:v>0.7840868277280784</c:v>
                </c:pt>
                <c:pt idx="228">
                  <c:v>0.6069067584915359</c:v>
                </c:pt>
                <c:pt idx="229">
                  <c:v>0.5919383688740221</c:v>
                </c:pt>
                <c:pt idx="230">
                  <c:v>0.7394819368532551</c:v>
                </c:pt>
                <c:pt idx="231">
                  <c:v>0.9853136819262795</c:v>
                </c:pt>
                <c:pt idx="232">
                  <c:v>1.2284253632559754</c:v>
                </c:pt>
                <c:pt idx="233">
                  <c:v>1.3724016832976937</c:v>
                </c:pt>
                <c:pt idx="234">
                  <c:v>1.3635352599406863</c:v>
                </c:pt>
                <c:pt idx="235">
                  <c:v>1.2106618448917628</c:v>
                </c:pt>
                <c:pt idx="236">
                  <c:v>0.9794774328685062</c:v>
                </c:pt>
                <c:pt idx="237">
                  <c:v>0.7644807802952324</c:v>
                </c:pt>
                <c:pt idx="238">
                  <c:v>0.6504577306654471</c:v>
                </c:pt>
                <c:pt idx="239">
                  <c:v>0.679160951912187</c:v>
                </c:pt>
                <c:pt idx="240">
                  <c:v>0.8342317851133609</c:v>
                </c:pt>
                <c:pt idx="241">
                  <c:v>1.049715419893646</c:v>
                </c:pt>
                <c:pt idx="242">
                  <c:v>1.2379684694648267</c:v>
                </c:pt>
                <c:pt idx="243">
                  <c:v>1.325205780305696</c:v>
                </c:pt>
                <c:pt idx="244">
                  <c:v>1.280309489563776</c:v>
                </c:pt>
                <c:pt idx="245">
                  <c:v>1.1256981221867126</c:v>
                </c:pt>
                <c:pt idx="246">
                  <c:v>0.9265649038112509</c:v>
                </c:pt>
                <c:pt idx="247">
                  <c:v>0.7635097727721967</c:v>
                </c:pt>
                <c:pt idx="248">
                  <c:v>0.7000071497274319</c:v>
                </c:pt>
                <c:pt idx="249">
                  <c:v>0.7578036492172877</c:v>
                </c:pt>
                <c:pt idx="250">
                  <c:v>0.9097364826971889</c:v>
                </c:pt>
                <c:pt idx="251">
                  <c:v>1.0922175824155604</c:v>
                </c:pt>
                <c:pt idx="252">
                  <c:v>1.2317435401880994</c:v>
                </c:pt>
                <c:pt idx="253">
                  <c:v>1.274419680078079</c:v>
                </c:pt>
                <c:pt idx="254">
                  <c:v>1.2066730343380119</c:v>
                </c:pt>
                <c:pt idx="255">
                  <c:v>1.059238090393273</c:v>
                </c:pt>
                <c:pt idx="256">
                  <c:v>0.8934148413818286</c:v>
                </c:pt>
                <c:pt idx="257">
                  <c:v>0.7756709689660377</c:v>
                </c:pt>
                <c:pt idx="258">
                  <c:v>0.7510759235402622</c:v>
                </c:pt>
                <c:pt idx="259">
                  <c:v>0.8261536056171183</c:v>
                </c:pt>
                <c:pt idx="260">
                  <c:v>0.9676331649159945</c:v>
                </c:pt>
                <c:pt idx="261">
                  <c:v>1.1170408740998456</c:v>
                </c:pt>
                <c:pt idx="262">
                  <c:v>1.214789465558579</c:v>
                </c:pt>
                <c:pt idx="263">
                  <c:v>1.2238716744451104</c:v>
                </c:pt>
                <c:pt idx="264">
                  <c:v>1.1437659469808135</c:v>
                </c:pt>
                <c:pt idx="265">
                  <c:v>1.0093744865474619</c:v>
                </c:pt>
                <c:pt idx="266">
                  <c:v>0.8759357955159398</c:v>
                </c:pt>
                <c:pt idx="267">
                  <c:v>0.7963889135210053</c:v>
                </c:pt>
                <c:pt idx="268">
                  <c:v>0.8004377790094163</c:v>
                </c:pt>
                <c:pt idx="269">
                  <c:v>0.8835675630582166</c:v>
                </c:pt>
                <c:pt idx="270">
                  <c:v>1.0100271087174029</c:v>
                </c:pt>
                <c:pt idx="271">
                  <c:v>1.1281077629942895</c:v>
                </c:pt>
                <c:pt idx="272">
                  <c:v>1.1912255693818223</c:v>
                </c:pt>
                <c:pt idx="273">
                  <c:v>1.1762358167130789</c:v>
                </c:pt>
                <c:pt idx="274">
                  <c:v>1.09180573844931</c:v>
                </c:pt>
                <c:pt idx="275">
                  <c:v>0.9738673725673214</c:v>
                </c:pt>
                <c:pt idx="276">
                  <c:v>0.8704050562760242</c:v>
                </c:pt>
                <c:pt idx="277">
                  <c:v>0.8219875291414109</c:v>
                </c:pt>
                <c:pt idx="278">
                  <c:v>0.8459209700809099</c:v>
                </c:pt>
                <c:pt idx="279">
                  <c:v>0.9301879196520901</c:v>
                </c:pt>
                <c:pt idx="280">
                  <c:v>1.0392378399235749</c:v>
                </c:pt>
                <c:pt idx="281">
                  <c:v>1.1289183806704481</c:v>
                </c:pt>
                <c:pt idx="282">
                  <c:v>1.1643020526704735</c:v>
                </c:pt>
                <c:pt idx="283">
                  <c:v>1.1332308129476123</c:v>
                </c:pt>
                <c:pt idx="284">
                  <c:v>1.050350598460157</c:v>
                </c:pt>
                <c:pt idx="285">
                  <c:v>0.9503649549297103</c:v>
                </c:pt>
                <c:pt idx="286">
                  <c:v>0.8735608869408586</c:v>
                </c:pt>
                <c:pt idx="287">
                  <c:v>0.8496216209525017</c:v>
                </c:pt>
                <c:pt idx="288">
                  <c:v>0.88621183487114</c:v>
                </c:pt>
                <c:pt idx="289">
                  <c:v>0.9667007730985784</c:v>
                </c:pt>
                <c:pt idx="290">
                  <c:v>1.0576092972998952</c:v>
                </c:pt>
                <c:pt idx="291">
                  <c:v>1.1224863547657677</c:v>
                </c:pt>
                <c:pt idx="292">
                  <c:v>1.1364825968669814</c:v>
                </c:pt>
                <c:pt idx="293">
                  <c:v>1.0958114994548471</c:v>
                </c:pt>
                <c:pt idx="294">
                  <c:v>1.0185199482246432</c:v>
                </c:pt>
                <c:pt idx="295">
                  <c:v>0.9365646468953571</c:v>
                </c:pt>
                <c:pt idx="296">
                  <c:v>0.8826422267398075</c:v>
                </c:pt>
                <c:pt idx="297">
                  <c:v>0.8771836796156685</c:v>
                </c:pt>
                <c:pt idx="298">
                  <c:v>0.9206703185868323</c:v>
                </c:pt>
                <c:pt idx="299">
                  <c:v>0.9941365714781821</c:v>
                </c:pt>
                <c:pt idx="300">
                  <c:v>1.0673752656623605</c:v>
                </c:pt>
                <c:pt idx="301">
                  <c:v>1.1113201912792947</c:v>
                </c:pt>
                <c:pt idx="302">
                  <c:v>1.109545053344458</c:v>
                </c:pt>
                <c:pt idx="303">
                  <c:v>1.0643447184164099</c:v>
                </c:pt>
                <c:pt idx="304">
                  <c:v>0.9951730684945411</c:v>
                </c:pt>
                <c:pt idx="305">
                  <c:v>0.930323441893347</c:v>
                </c:pt>
                <c:pt idx="306">
                  <c:v>0.8953893677553278</c:v>
                </c:pt>
                <c:pt idx="307">
                  <c:v>0.9031984083558414</c:v>
                </c:pt>
                <c:pt idx="308">
                  <c:v>0.9491639130583425</c:v>
                </c:pt>
                <c:pt idx="309">
                  <c:v>1.0137114948610064</c:v>
                </c:pt>
                <c:pt idx="310">
                  <c:v>1.070570908677194</c:v>
                </c:pt>
                <c:pt idx="311">
                  <c:v>1.0974376381544646</c:v>
                </c:pt>
                <c:pt idx="312">
                  <c:v>1.0846893592232476</c:v>
                </c:pt>
                <c:pt idx="313">
                  <c:v>1.0387646919592688</c:v>
                </c:pt>
                <c:pt idx="314">
                  <c:v>0.9790486012205522</c:v>
                </c:pt>
                <c:pt idx="315">
                  <c:v>0.9297267157818074</c:v>
                </c:pt>
                <c:pt idx="316">
                  <c:v>0.9100172038018952</c:v>
                </c:pt>
                <c:pt idx="317">
                  <c:v>0.9267143614706312</c:v>
                </c:pt>
                <c:pt idx="318">
                  <c:v>0.9719235404357109</c:v>
                </c:pt>
                <c:pt idx="319">
                  <c:v>1.0267060387189562</c:v>
                </c:pt>
                <c:pt idx="320">
                  <c:v>1.0689814621481835</c:v>
                </c:pt>
                <c:pt idx="321">
                  <c:v>1.082402417588168</c:v>
                </c:pt>
                <c:pt idx="322">
                  <c:v>1.062644664735979</c:v>
                </c:pt>
                <c:pt idx="323">
                  <c:v>1.018705569017075</c:v>
                </c:pt>
                <c:pt idx="324">
                  <c:v>0.9688690136605232</c:v>
                </c:pt>
                <c:pt idx="325">
                  <c:v>0.933124115025293</c:v>
                </c:pt>
                <c:pt idx="326">
                  <c:v>0.9251706809881907</c:v>
                </c:pt>
                <c:pt idx="327">
                  <c:v>0.9471994400860854</c:v>
                </c:pt>
                <c:pt idx="328">
                  <c:v>0.9894226652579954</c:v>
                </c:pt>
                <c:pt idx="329">
                  <c:v>1.0343763019512888</c:v>
                </c:pt>
                <c:pt idx="330">
                  <c:v>1.064119795566639</c:v>
                </c:pt>
                <c:pt idx="331">
                  <c:v>1.0673746636276549</c:v>
                </c:pt>
                <c:pt idx="332">
                  <c:v>1.0437700895918967</c:v>
                </c:pt>
                <c:pt idx="333">
                  <c:v>1.0036107523147648</c:v>
                </c:pt>
                <c:pt idx="334">
                  <c:v>0.9634147975228678</c:v>
                </c:pt>
                <c:pt idx="335">
                  <c:v>0.9391403943670609</c:v>
                </c:pt>
                <c:pt idx="336">
                  <c:v>0.9398701753618317</c:v>
                </c:pt>
                <c:pt idx="337">
                  <c:v>0.9644447703744755</c:v>
                </c:pt>
                <c:pt idx="338">
                  <c:v>1.0022792748228195</c:v>
                </c:pt>
                <c:pt idx="339">
                  <c:v>1.0378930470167202</c:v>
                </c:pt>
                <c:pt idx="340">
                  <c:v>1.057225454110804</c:v>
                </c:pt>
                <c:pt idx="341">
                  <c:v>1.0531682401298863</c:v>
                </c:pt>
                <c:pt idx="342">
                  <c:v>1.0281455360679541</c:v>
                </c:pt>
                <c:pt idx="343">
                  <c:v>0.9928199908395313</c:v>
                </c:pt>
                <c:pt idx="344">
                  <c:v>0.9615733964590252</c:v>
                </c:pt>
                <c:pt idx="345">
                  <c:v>0.9466680836273729</c:v>
                </c:pt>
                <c:pt idx="346">
                  <c:v>0.9534527669178157</c:v>
                </c:pt>
                <c:pt idx="347">
                  <c:v>0.9784796851568145</c:v>
                </c:pt>
                <c:pt idx="348">
                  <c:v>1.0111792332550256</c:v>
                </c:pt>
                <c:pt idx="349">
                  <c:v>1.0383035619893826</c:v>
                </c:pt>
                <c:pt idx="350">
                  <c:v>1.0492788292651072</c:v>
                </c:pt>
                <c:pt idx="351">
                  <c:v>1.0403097751957715</c:v>
                </c:pt>
                <c:pt idx="352">
                  <c:v>1.0156505915116945</c:v>
                </c:pt>
                <c:pt idx="353">
                  <c:v>0.9856361368567507</c:v>
                </c:pt>
                <c:pt idx="354">
                  <c:v>0.9623677389780065</c:v>
                </c:pt>
                <c:pt idx="355">
                  <c:v>0.9548477990489478</c:v>
                </c:pt>
                <c:pt idx="356">
                  <c:v>0.9655138225112635</c:v>
                </c:pt>
                <c:pt idx="357">
                  <c:v>0.9894991156633118</c:v>
                </c:pt>
                <c:pt idx="358">
                  <c:v>1.016818799541391</c:v>
                </c:pt>
                <c:pt idx="359">
                  <c:v>1.0365115978205042</c:v>
                </c:pt>
                <c:pt idx="360">
                  <c:v>1.0410251783000148</c:v>
                </c:pt>
                <c:pt idx="361">
                  <c:v>1.0290956944605538</c:v>
                </c:pt>
                <c:pt idx="362">
                  <c:v>1.0060307862567976</c:v>
                </c:pt>
                <c:pt idx="363">
                  <c:v>0.9813740047002104</c:v>
                </c:pt>
                <c:pt idx="364">
                  <c:v>0.9649689074177251</c:v>
                </c:pt>
                <c:pt idx="365">
                  <c:v>0.9630409518587024</c:v>
                </c:pt>
                <c:pt idx="366">
                  <c:v>0.9758519679521301</c:v>
                </c:pt>
                <c:pt idx="367">
                  <c:v>0.9978036367035787</c:v>
                </c:pt>
                <c:pt idx="368">
                  <c:v>1.0198637178655479</c:v>
                </c:pt>
                <c:pt idx="369">
                  <c:v>1.0332710816562225</c:v>
                </c:pt>
                <c:pt idx="370">
                  <c:v>1.0330042520329554</c:v>
                </c:pt>
                <c:pt idx="371">
                  <c:v>1.0196447526090187</c:v>
                </c:pt>
                <c:pt idx="372">
                  <c:v>0.998951378446323</c:v>
                </c:pt>
                <c:pt idx="373">
                  <c:v>0.9793940139398358</c:v>
                </c:pt>
                <c:pt idx="374">
                  <c:v>0.968696984412794</c:v>
                </c:pt>
                <c:pt idx="375">
                  <c:v>0.9707986026994966</c:v>
                </c:pt>
                <c:pt idx="376">
                  <c:v>0.9844194272011733</c:v>
                </c:pt>
                <c:pt idx="377">
                  <c:v>1.0037516488291034</c:v>
                </c:pt>
                <c:pt idx="378">
                  <c:v>1.0209221612499249</c:v>
                </c:pt>
                <c:pt idx="379">
                  <c:v>1.0291898406292599</c:v>
                </c:pt>
                <c:pt idx="380">
                  <c:v>1.0255822499520735</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
          <c:min val="0"/>
        </c:scaling>
        <c:delete val="0"/>
        <c:axPos val="b"/>
        <c:title>
          <c:tx>
            <c:rich>
              <a:bodyPr/>
              <a:lstStyle/>
              <a:p>
                <a:pPr>
                  <a:defRPr sz="1100" b="0" i="0" u="none" strike="noStrike">
                    <a:solidFill>
                      <a:srgbClr val="3C5566"/>
                    </a:solidFill>
                    <a:latin typeface="+mn-lt"/>
                  </a:defRPr>
                </a:pPr>
                <a:r>
                  <a:rPr sz="1100" b="0" i="0" u="none" strike="noStrike">
                    <a:solidFill>
                      <a:srgbClr val="3C5566"/>
                    </a:solidFill>
                    <a:latin typeface="+mn-lt"/>
                  </a:rPr>
                  <a:t>t [s]</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3C5566"/>
                </a:solidFill>
                <a:latin typeface="+mn-lt"/>
              </a:defRPr>
            </a:pPr>
            <a:endParaRPr lang="en-US"/>
          </a:p>
        </c:txPr>
        <c:crossAx val="2094734552"/>
        <c:crosses val="autoZero"/>
        <c:auto val="1"/>
        <c:lblAlgn val="ctr"/>
        <c:noMultiLvlLbl val="1"/>
        <c:majorUnit val="0.25"/>
      </c:valAx>
      <c:valAx>
        <c:axId val="2094734552"/>
        <c:scaling>
          <c:logBase val="10"/>
          <c:orientation val="minMax"/>
          <c:max val="10000"/>
          <c:min val="0.1"/>
        </c:scaling>
        <c:delete val="0"/>
        <c:axPos val="l"/>
        <c:majorGridlines>
          <c:spPr>
            <a:ln w="6350" cap="flat">
              <a:solidFill>
                <a:srgbClr val="E3E8EB"/>
              </a:solidFill>
              <a:prstDash val="solid"/>
              <a:round/>
            </a:ln>
          </c:spPr>
        </c:majorGridlines>
        <c:title>
          <c:tx>
            <c:rich>
              <a:bodyPr/>
              <a:lstStyle/>
              <a:p>
                <a:pPr>
                  <a:defRPr sz="1100" b="0" i="0" u="none" strike="noStrike">
                    <a:solidFill>
                      <a:srgbClr val="3C5566"/>
                    </a:solidFill>
                    <a:latin typeface="+mn-lt"/>
                  </a:defRPr>
                </a:pPr>
                <a:r>
                  <a:rPr sz="1100" b="0" i="0" u="none" strike="noStrike">
                    <a:solidFill>
                      <a:srgbClr val="3C5566"/>
                    </a:solidFill>
                    <a:latin typeface="+mn-lt"/>
                  </a:rPr>
                  <a:t>required |N|</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3C5566"/>
                </a:solidFill>
                <a:latin typeface="+mn-lt"/>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Exact solution</c:v>
                </c:pt>
              </c:strCache>
            </c:strRef>
          </c:tx>
          <c:spPr>
            <a:solidFill>
              <a:srgbClr val="AEB8C0"/>
            </a:solidFill>
            <a:ln w="19050" cap="flat">
              <a:solidFill>
                <a:srgbClr val="AEB8C0"/>
              </a:solidFill>
              <a:prstDash val="solid"/>
              <a:round/>
            </a:ln>
            <a:effectLst/>
          </c:spPr>
          <c:marker>
            <c:symbol val="none"/>
            <c:size val="6"/>
            <c:spPr>
              <a:solidFill>
                <a:srgbClr val="AEB8C0"/>
              </a:solidFill>
              <a:ln w="9525" cap="flat">
                <a:solidFill>
                  <a:srgbClr val="AEB8C0"/>
                </a:solidFill>
                <a:prstDash val="solid"/>
                <a:round/>
              </a:ln>
              <a:effectLst/>
            </c:spPr>
          </c:marker>
          <c:xVal>
            <c:numRef>
              <c:f>Sheet1!$A$2:$A$2004</c:f>
              <c:numCache>
                <c:formatCode>General</c:formatCode>
                <c:ptCount val="2003"/>
                <c:pt idx="0">
                  <c:v>0</c:v>
                </c:pt>
                <c:pt idx="1">
                  <c:v>0.0005</c:v>
                </c:pt>
                <c:pt idx="2">
                  <c:v>0.001</c:v>
                </c:pt>
                <c:pt idx="3">
                  <c:v>0.0015</c:v>
                </c:pt>
                <c:pt idx="4">
                  <c:v>0.002</c:v>
                </c:pt>
                <c:pt idx="5">
                  <c:v>0.0025</c:v>
                </c:pt>
                <c:pt idx="6">
                  <c:v>0.003</c:v>
                </c:pt>
                <c:pt idx="7">
                  <c:v>0.0035</c:v>
                </c:pt>
                <c:pt idx="8">
                  <c:v>0.004</c:v>
                </c:pt>
                <c:pt idx="9">
                  <c:v>0.0045</c:v>
                </c:pt>
                <c:pt idx="10">
                  <c:v>0.005</c:v>
                </c:pt>
                <c:pt idx="11">
                  <c:v>0.0055</c:v>
                </c:pt>
                <c:pt idx="12">
                  <c:v>0.006</c:v>
                </c:pt>
                <c:pt idx="13">
                  <c:v>0.0065</c:v>
                </c:pt>
                <c:pt idx="14">
                  <c:v>0.007</c:v>
                </c:pt>
                <c:pt idx="15">
                  <c:v>0.0075</c:v>
                </c:pt>
                <c:pt idx="16">
                  <c:v>0.008</c:v>
                </c:pt>
                <c:pt idx="17">
                  <c:v>0.0085</c:v>
                </c:pt>
                <c:pt idx="18">
                  <c:v>0.009</c:v>
                </c:pt>
                <c:pt idx="19">
                  <c:v>0.0095</c:v>
                </c:pt>
                <c:pt idx="20">
                  <c:v>0.01</c:v>
                </c:pt>
                <c:pt idx="21">
                  <c:v>0.0105</c:v>
                </c:pt>
                <c:pt idx="22">
                  <c:v>0.011</c:v>
                </c:pt>
                <c:pt idx="23">
                  <c:v>0.0115</c:v>
                </c:pt>
                <c:pt idx="24">
                  <c:v>0.012</c:v>
                </c:pt>
                <c:pt idx="25">
                  <c:v>0.0125</c:v>
                </c:pt>
                <c:pt idx="26">
                  <c:v>0.013</c:v>
                </c:pt>
                <c:pt idx="27">
                  <c:v>0.0135</c:v>
                </c:pt>
                <c:pt idx="28">
                  <c:v>0.014</c:v>
                </c:pt>
                <c:pt idx="29">
                  <c:v>0.0145</c:v>
                </c:pt>
                <c:pt idx="30">
                  <c:v>0.015</c:v>
                </c:pt>
                <c:pt idx="31">
                  <c:v>0.0155</c:v>
                </c:pt>
                <c:pt idx="32">
                  <c:v>0.016</c:v>
                </c:pt>
                <c:pt idx="33">
                  <c:v>0.0165</c:v>
                </c:pt>
                <c:pt idx="34">
                  <c:v>0.017</c:v>
                </c:pt>
                <c:pt idx="35">
                  <c:v>0.0175</c:v>
                </c:pt>
                <c:pt idx="36">
                  <c:v>0.018</c:v>
                </c:pt>
                <c:pt idx="37">
                  <c:v>0.0185</c:v>
                </c:pt>
                <c:pt idx="38">
                  <c:v>0.019</c:v>
                </c:pt>
                <c:pt idx="39">
                  <c:v>0.0195</c:v>
                </c:pt>
                <c:pt idx="40">
                  <c:v>0.02</c:v>
                </c:pt>
                <c:pt idx="41">
                  <c:v>0.0205</c:v>
                </c:pt>
                <c:pt idx="42">
                  <c:v>0.021</c:v>
                </c:pt>
                <c:pt idx="43">
                  <c:v>0.0215</c:v>
                </c:pt>
                <c:pt idx="44">
                  <c:v>0.022</c:v>
                </c:pt>
                <c:pt idx="45">
                  <c:v>0.0225</c:v>
                </c:pt>
                <c:pt idx="46">
                  <c:v>0.023</c:v>
                </c:pt>
                <c:pt idx="47">
                  <c:v>0.0235</c:v>
                </c:pt>
                <c:pt idx="48">
                  <c:v>0.024</c:v>
                </c:pt>
                <c:pt idx="49">
                  <c:v>0.0245</c:v>
                </c:pt>
                <c:pt idx="50">
                  <c:v>0.025</c:v>
                </c:pt>
                <c:pt idx="51">
                  <c:v>0.0255</c:v>
                </c:pt>
                <c:pt idx="52">
                  <c:v>0.026</c:v>
                </c:pt>
                <c:pt idx="53">
                  <c:v>0.0265</c:v>
                </c:pt>
                <c:pt idx="54">
                  <c:v>0.027</c:v>
                </c:pt>
                <c:pt idx="55">
                  <c:v>0.0275</c:v>
                </c:pt>
                <c:pt idx="56">
                  <c:v>0.028</c:v>
                </c:pt>
                <c:pt idx="57">
                  <c:v>0.0285</c:v>
                </c:pt>
                <c:pt idx="58">
                  <c:v>0.029</c:v>
                </c:pt>
                <c:pt idx="59">
                  <c:v>0.0295</c:v>
                </c:pt>
                <c:pt idx="60">
                  <c:v>0.03</c:v>
                </c:pt>
                <c:pt idx="61">
                  <c:v>0.0305</c:v>
                </c:pt>
                <c:pt idx="62">
                  <c:v>0.031</c:v>
                </c:pt>
                <c:pt idx="63">
                  <c:v>0.0315</c:v>
                </c:pt>
                <c:pt idx="64">
                  <c:v>0.032</c:v>
                </c:pt>
                <c:pt idx="65">
                  <c:v>0.0325</c:v>
                </c:pt>
                <c:pt idx="66">
                  <c:v>0.033</c:v>
                </c:pt>
                <c:pt idx="67">
                  <c:v>0.0335</c:v>
                </c:pt>
                <c:pt idx="68">
                  <c:v>0.034</c:v>
                </c:pt>
                <c:pt idx="69">
                  <c:v>0.0345</c:v>
                </c:pt>
                <c:pt idx="70">
                  <c:v>0.035</c:v>
                </c:pt>
                <c:pt idx="71">
                  <c:v>0.0355</c:v>
                </c:pt>
                <c:pt idx="72">
                  <c:v>0.036</c:v>
                </c:pt>
                <c:pt idx="73">
                  <c:v>0.0365</c:v>
                </c:pt>
                <c:pt idx="74">
                  <c:v>0.037</c:v>
                </c:pt>
                <c:pt idx="75">
                  <c:v>0.0375</c:v>
                </c:pt>
                <c:pt idx="76">
                  <c:v>0.038</c:v>
                </c:pt>
                <c:pt idx="77">
                  <c:v>0.0385</c:v>
                </c:pt>
                <c:pt idx="78">
                  <c:v>0.039</c:v>
                </c:pt>
                <c:pt idx="79">
                  <c:v>0.0395</c:v>
                </c:pt>
                <c:pt idx="80">
                  <c:v>0.04</c:v>
                </c:pt>
                <c:pt idx="81">
                  <c:v>0.0405</c:v>
                </c:pt>
                <c:pt idx="82">
                  <c:v>0.041</c:v>
                </c:pt>
                <c:pt idx="83">
                  <c:v>0.0415</c:v>
                </c:pt>
                <c:pt idx="84">
                  <c:v>0.042</c:v>
                </c:pt>
                <c:pt idx="85">
                  <c:v>0.0425</c:v>
                </c:pt>
                <c:pt idx="86">
                  <c:v>0.043</c:v>
                </c:pt>
                <c:pt idx="87">
                  <c:v>0.0435</c:v>
                </c:pt>
                <c:pt idx="88">
                  <c:v>0.044</c:v>
                </c:pt>
                <c:pt idx="89">
                  <c:v>0.0445</c:v>
                </c:pt>
                <c:pt idx="90">
                  <c:v>0.045</c:v>
                </c:pt>
                <c:pt idx="91">
                  <c:v>0.0455</c:v>
                </c:pt>
                <c:pt idx="92">
                  <c:v>0.046</c:v>
                </c:pt>
                <c:pt idx="93">
                  <c:v>0.0465</c:v>
                </c:pt>
                <c:pt idx="94">
                  <c:v>0.047</c:v>
                </c:pt>
                <c:pt idx="95">
                  <c:v>0.0475</c:v>
                </c:pt>
                <c:pt idx="96">
                  <c:v>0.048</c:v>
                </c:pt>
                <c:pt idx="97">
                  <c:v>0.0485</c:v>
                </c:pt>
                <c:pt idx="98">
                  <c:v>0.049</c:v>
                </c:pt>
                <c:pt idx="99">
                  <c:v>0.0495</c:v>
                </c:pt>
                <c:pt idx="100">
                  <c:v>0.05</c:v>
                </c:pt>
                <c:pt idx="101">
                  <c:v>0.0505</c:v>
                </c:pt>
                <c:pt idx="102">
                  <c:v>0.051</c:v>
                </c:pt>
                <c:pt idx="103">
                  <c:v>0.0515</c:v>
                </c:pt>
                <c:pt idx="104">
                  <c:v>0.052</c:v>
                </c:pt>
                <c:pt idx="105">
                  <c:v>0.0525</c:v>
                </c:pt>
                <c:pt idx="106">
                  <c:v>0.053</c:v>
                </c:pt>
                <c:pt idx="107">
                  <c:v>0.0535</c:v>
                </c:pt>
                <c:pt idx="108">
                  <c:v>0.054</c:v>
                </c:pt>
                <c:pt idx="109">
                  <c:v>0.0545</c:v>
                </c:pt>
                <c:pt idx="110">
                  <c:v>0.055</c:v>
                </c:pt>
                <c:pt idx="111">
                  <c:v>0.0555</c:v>
                </c:pt>
                <c:pt idx="112">
                  <c:v>0.056</c:v>
                </c:pt>
                <c:pt idx="113">
                  <c:v>0.0565</c:v>
                </c:pt>
                <c:pt idx="114">
                  <c:v>0.057</c:v>
                </c:pt>
                <c:pt idx="115">
                  <c:v>0.0575</c:v>
                </c:pt>
                <c:pt idx="116">
                  <c:v>0.058</c:v>
                </c:pt>
                <c:pt idx="117">
                  <c:v>0.0585</c:v>
                </c:pt>
                <c:pt idx="118">
                  <c:v>0.059</c:v>
                </c:pt>
                <c:pt idx="119">
                  <c:v>0.0595</c:v>
                </c:pt>
                <c:pt idx="120">
                  <c:v>0.06</c:v>
                </c:pt>
                <c:pt idx="121">
                  <c:v>0.0605</c:v>
                </c:pt>
                <c:pt idx="122">
                  <c:v>0.061</c:v>
                </c:pt>
                <c:pt idx="123">
                  <c:v>0.0615</c:v>
                </c:pt>
                <c:pt idx="124">
                  <c:v>0.062</c:v>
                </c:pt>
                <c:pt idx="125">
                  <c:v>0.0625</c:v>
                </c:pt>
                <c:pt idx="126">
                  <c:v>0.063</c:v>
                </c:pt>
                <c:pt idx="127">
                  <c:v>0.0635</c:v>
                </c:pt>
                <c:pt idx="128">
                  <c:v>0.064</c:v>
                </c:pt>
                <c:pt idx="129">
                  <c:v>0.0645</c:v>
                </c:pt>
                <c:pt idx="130">
                  <c:v>0.065</c:v>
                </c:pt>
                <c:pt idx="131">
                  <c:v>0.0655</c:v>
                </c:pt>
                <c:pt idx="132">
                  <c:v>0.066</c:v>
                </c:pt>
                <c:pt idx="133">
                  <c:v>0.0665</c:v>
                </c:pt>
                <c:pt idx="134">
                  <c:v>0.067</c:v>
                </c:pt>
                <c:pt idx="135">
                  <c:v>0.0675</c:v>
                </c:pt>
                <c:pt idx="136">
                  <c:v>0.068</c:v>
                </c:pt>
                <c:pt idx="137">
                  <c:v>0.0685</c:v>
                </c:pt>
                <c:pt idx="138">
                  <c:v>0.069</c:v>
                </c:pt>
                <c:pt idx="139">
                  <c:v>0.0695</c:v>
                </c:pt>
                <c:pt idx="140">
                  <c:v>0.07</c:v>
                </c:pt>
                <c:pt idx="141">
                  <c:v>0.0705</c:v>
                </c:pt>
                <c:pt idx="142">
                  <c:v>0.071</c:v>
                </c:pt>
                <c:pt idx="143">
                  <c:v>0.0715</c:v>
                </c:pt>
                <c:pt idx="144">
                  <c:v>0.072</c:v>
                </c:pt>
                <c:pt idx="145">
                  <c:v>0.0725</c:v>
                </c:pt>
                <c:pt idx="146">
                  <c:v>0.073</c:v>
                </c:pt>
                <c:pt idx="147">
                  <c:v>0.0735</c:v>
                </c:pt>
                <c:pt idx="148">
                  <c:v>0.074</c:v>
                </c:pt>
                <c:pt idx="149">
                  <c:v>0.0745</c:v>
                </c:pt>
                <c:pt idx="150">
                  <c:v>0.075</c:v>
                </c:pt>
                <c:pt idx="151">
                  <c:v>0.0755</c:v>
                </c:pt>
                <c:pt idx="152">
                  <c:v>0.076</c:v>
                </c:pt>
                <c:pt idx="153">
                  <c:v>0.0765</c:v>
                </c:pt>
                <c:pt idx="154">
                  <c:v>0.077</c:v>
                </c:pt>
                <c:pt idx="155">
                  <c:v>0.0775</c:v>
                </c:pt>
                <c:pt idx="156">
                  <c:v>0.078</c:v>
                </c:pt>
                <c:pt idx="157">
                  <c:v>0.0785</c:v>
                </c:pt>
                <c:pt idx="158">
                  <c:v>0.079</c:v>
                </c:pt>
                <c:pt idx="159">
                  <c:v>0.0795</c:v>
                </c:pt>
                <c:pt idx="160">
                  <c:v>0.08</c:v>
                </c:pt>
                <c:pt idx="161">
                  <c:v>0.0805</c:v>
                </c:pt>
                <c:pt idx="162">
                  <c:v>0.081</c:v>
                </c:pt>
                <c:pt idx="163">
                  <c:v>0.0815</c:v>
                </c:pt>
                <c:pt idx="164">
                  <c:v>0.082</c:v>
                </c:pt>
                <c:pt idx="165">
                  <c:v>0.0825</c:v>
                </c:pt>
                <c:pt idx="166">
                  <c:v>0.083</c:v>
                </c:pt>
                <c:pt idx="167">
                  <c:v>0.0835</c:v>
                </c:pt>
                <c:pt idx="168">
                  <c:v>0.084</c:v>
                </c:pt>
                <c:pt idx="169">
                  <c:v>0.0845</c:v>
                </c:pt>
                <c:pt idx="170">
                  <c:v>0.085</c:v>
                </c:pt>
                <c:pt idx="171">
                  <c:v>0.0855</c:v>
                </c:pt>
                <c:pt idx="172">
                  <c:v>0.086</c:v>
                </c:pt>
                <c:pt idx="173">
                  <c:v>0.0865</c:v>
                </c:pt>
                <c:pt idx="174">
                  <c:v>0.087</c:v>
                </c:pt>
                <c:pt idx="175">
                  <c:v>0.0875</c:v>
                </c:pt>
                <c:pt idx="176">
                  <c:v>0.088</c:v>
                </c:pt>
                <c:pt idx="177">
                  <c:v>0.0885</c:v>
                </c:pt>
                <c:pt idx="178">
                  <c:v>0.089</c:v>
                </c:pt>
                <c:pt idx="179">
                  <c:v>0.0895</c:v>
                </c:pt>
                <c:pt idx="180">
                  <c:v>0.09</c:v>
                </c:pt>
                <c:pt idx="181">
                  <c:v>0.0905</c:v>
                </c:pt>
                <c:pt idx="182">
                  <c:v>0.091</c:v>
                </c:pt>
                <c:pt idx="183">
                  <c:v>0.0915</c:v>
                </c:pt>
                <c:pt idx="184">
                  <c:v>0.092</c:v>
                </c:pt>
                <c:pt idx="185">
                  <c:v>0.0925</c:v>
                </c:pt>
                <c:pt idx="186">
                  <c:v>0.093</c:v>
                </c:pt>
                <c:pt idx="187">
                  <c:v>0.0935</c:v>
                </c:pt>
                <c:pt idx="188">
                  <c:v>0.094</c:v>
                </c:pt>
                <c:pt idx="189">
                  <c:v>0.0945</c:v>
                </c:pt>
                <c:pt idx="190">
                  <c:v>0.095</c:v>
                </c:pt>
                <c:pt idx="191">
                  <c:v>0.0955</c:v>
                </c:pt>
                <c:pt idx="192">
                  <c:v>0.096</c:v>
                </c:pt>
                <c:pt idx="193">
                  <c:v>0.0965</c:v>
                </c:pt>
                <c:pt idx="194">
                  <c:v>0.097</c:v>
                </c:pt>
                <c:pt idx="195">
                  <c:v>0.0975</c:v>
                </c:pt>
                <c:pt idx="196">
                  <c:v>0.098</c:v>
                </c:pt>
                <c:pt idx="197">
                  <c:v>0.0985</c:v>
                </c:pt>
                <c:pt idx="198">
                  <c:v>0.099</c:v>
                </c:pt>
                <c:pt idx="199">
                  <c:v>0.0995</c:v>
                </c:pt>
                <c:pt idx="200">
                  <c:v>0.1</c:v>
                </c:pt>
                <c:pt idx="201">
                  <c:v>0.1005</c:v>
                </c:pt>
                <c:pt idx="202">
                  <c:v>0.101</c:v>
                </c:pt>
                <c:pt idx="203">
                  <c:v>0.1015</c:v>
                </c:pt>
                <c:pt idx="204">
                  <c:v>0.102</c:v>
                </c:pt>
                <c:pt idx="205">
                  <c:v>0.1025</c:v>
                </c:pt>
                <c:pt idx="206">
                  <c:v>0.103</c:v>
                </c:pt>
                <c:pt idx="207">
                  <c:v>0.1035</c:v>
                </c:pt>
                <c:pt idx="208">
                  <c:v>0.104</c:v>
                </c:pt>
                <c:pt idx="209">
                  <c:v>0.1045</c:v>
                </c:pt>
                <c:pt idx="210">
                  <c:v>0.105</c:v>
                </c:pt>
                <c:pt idx="211">
                  <c:v>0.1055</c:v>
                </c:pt>
                <c:pt idx="212">
                  <c:v>0.106</c:v>
                </c:pt>
                <c:pt idx="213">
                  <c:v>0.1065</c:v>
                </c:pt>
                <c:pt idx="214">
                  <c:v>0.107</c:v>
                </c:pt>
                <c:pt idx="215">
                  <c:v>0.1075</c:v>
                </c:pt>
                <c:pt idx="216">
                  <c:v>0.108</c:v>
                </c:pt>
                <c:pt idx="217">
                  <c:v>0.1085</c:v>
                </c:pt>
                <c:pt idx="218">
                  <c:v>0.109</c:v>
                </c:pt>
                <c:pt idx="219">
                  <c:v>0.1095</c:v>
                </c:pt>
                <c:pt idx="220">
                  <c:v>0.11</c:v>
                </c:pt>
                <c:pt idx="221">
                  <c:v>0.1105</c:v>
                </c:pt>
                <c:pt idx="222">
                  <c:v>0.111</c:v>
                </c:pt>
                <c:pt idx="223">
                  <c:v>0.1115</c:v>
                </c:pt>
                <c:pt idx="224">
                  <c:v>0.112</c:v>
                </c:pt>
                <c:pt idx="225">
                  <c:v>0.1125</c:v>
                </c:pt>
                <c:pt idx="226">
                  <c:v>0.113</c:v>
                </c:pt>
                <c:pt idx="227">
                  <c:v>0.1135</c:v>
                </c:pt>
                <c:pt idx="228">
                  <c:v>0.114</c:v>
                </c:pt>
                <c:pt idx="229">
                  <c:v>0.1145</c:v>
                </c:pt>
                <c:pt idx="230">
                  <c:v>0.115</c:v>
                </c:pt>
                <c:pt idx="231">
                  <c:v>0.1155</c:v>
                </c:pt>
                <c:pt idx="232">
                  <c:v>0.116</c:v>
                </c:pt>
                <c:pt idx="233">
                  <c:v>0.1165</c:v>
                </c:pt>
                <c:pt idx="234">
                  <c:v>0.117</c:v>
                </c:pt>
                <c:pt idx="235">
                  <c:v>0.1175</c:v>
                </c:pt>
                <c:pt idx="236">
                  <c:v>0.118</c:v>
                </c:pt>
                <c:pt idx="237">
                  <c:v>0.1185</c:v>
                </c:pt>
                <c:pt idx="238">
                  <c:v>0.119</c:v>
                </c:pt>
                <c:pt idx="239">
                  <c:v>0.1195</c:v>
                </c:pt>
                <c:pt idx="240">
                  <c:v>0.12</c:v>
                </c:pt>
                <c:pt idx="241">
                  <c:v>0.1205</c:v>
                </c:pt>
                <c:pt idx="242">
                  <c:v>0.121</c:v>
                </c:pt>
                <c:pt idx="243">
                  <c:v>0.1215</c:v>
                </c:pt>
                <c:pt idx="244">
                  <c:v>0.122</c:v>
                </c:pt>
                <c:pt idx="245">
                  <c:v>0.1225</c:v>
                </c:pt>
                <c:pt idx="246">
                  <c:v>0.123</c:v>
                </c:pt>
                <c:pt idx="247">
                  <c:v>0.1235</c:v>
                </c:pt>
                <c:pt idx="248">
                  <c:v>0.124</c:v>
                </c:pt>
                <c:pt idx="249">
                  <c:v>0.1245</c:v>
                </c:pt>
                <c:pt idx="250">
                  <c:v>0.125</c:v>
                </c:pt>
                <c:pt idx="251">
                  <c:v>0.1255</c:v>
                </c:pt>
                <c:pt idx="252">
                  <c:v>0.126</c:v>
                </c:pt>
                <c:pt idx="253">
                  <c:v>0.1265</c:v>
                </c:pt>
                <c:pt idx="254">
                  <c:v>0.127</c:v>
                </c:pt>
                <c:pt idx="255">
                  <c:v>0.1275</c:v>
                </c:pt>
                <c:pt idx="256">
                  <c:v>0.128</c:v>
                </c:pt>
                <c:pt idx="257">
                  <c:v>0.1285</c:v>
                </c:pt>
                <c:pt idx="258">
                  <c:v>0.129</c:v>
                </c:pt>
                <c:pt idx="259">
                  <c:v>0.1295</c:v>
                </c:pt>
                <c:pt idx="260">
                  <c:v>0.13</c:v>
                </c:pt>
                <c:pt idx="261">
                  <c:v>0.1305</c:v>
                </c:pt>
                <c:pt idx="262">
                  <c:v>0.131</c:v>
                </c:pt>
                <c:pt idx="263">
                  <c:v>0.1315</c:v>
                </c:pt>
                <c:pt idx="264">
                  <c:v>0.132</c:v>
                </c:pt>
                <c:pt idx="265">
                  <c:v>0.1325</c:v>
                </c:pt>
                <c:pt idx="266">
                  <c:v>0.133</c:v>
                </c:pt>
                <c:pt idx="267">
                  <c:v>0.1335</c:v>
                </c:pt>
                <c:pt idx="268">
                  <c:v>0.134</c:v>
                </c:pt>
                <c:pt idx="269">
                  <c:v>0.1345</c:v>
                </c:pt>
                <c:pt idx="270">
                  <c:v>0.135</c:v>
                </c:pt>
                <c:pt idx="271">
                  <c:v>0.1355</c:v>
                </c:pt>
                <c:pt idx="272">
                  <c:v>0.136</c:v>
                </c:pt>
                <c:pt idx="273">
                  <c:v>0.1365</c:v>
                </c:pt>
                <c:pt idx="274">
                  <c:v>0.137</c:v>
                </c:pt>
                <c:pt idx="275">
                  <c:v>0.1375</c:v>
                </c:pt>
                <c:pt idx="276">
                  <c:v>0.138</c:v>
                </c:pt>
                <c:pt idx="277">
                  <c:v>0.1385</c:v>
                </c:pt>
                <c:pt idx="278">
                  <c:v>0.139</c:v>
                </c:pt>
                <c:pt idx="279">
                  <c:v>0.1395</c:v>
                </c:pt>
                <c:pt idx="280">
                  <c:v>0.14</c:v>
                </c:pt>
                <c:pt idx="281">
                  <c:v>0.1405</c:v>
                </c:pt>
                <c:pt idx="282">
                  <c:v>0.141</c:v>
                </c:pt>
                <c:pt idx="283">
                  <c:v>0.1415</c:v>
                </c:pt>
                <c:pt idx="284">
                  <c:v>0.142</c:v>
                </c:pt>
                <c:pt idx="285">
                  <c:v>0.1425</c:v>
                </c:pt>
                <c:pt idx="286">
                  <c:v>0.143</c:v>
                </c:pt>
                <c:pt idx="287">
                  <c:v>0.1435</c:v>
                </c:pt>
                <c:pt idx="288">
                  <c:v>0.144</c:v>
                </c:pt>
                <c:pt idx="289">
                  <c:v>0.1445</c:v>
                </c:pt>
                <c:pt idx="290">
                  <c:v>0.145</c:v>
                </c:pt>
                <c:pt idx="291">
                  <c:v>0.1455</c:v>
                </c:pt>
                <c:pt idx="292">
                  <c:v>0.146</c:v>
                </c:pt>
                <c:pt idx="293">
                  <c:v>0.1465</c:v>
                </c:pt>
                <c:pt idx="294">
                  <c:v>0.147</c:v>
                </c:pt>
                <c:pt idx="295">
                  <c:v>0.1475</c:v>
                </c:pt>
                <c:pt idx="296">
                  <c:v>0.148</c:v>
                </c:pt>
                <c:pt idx="297">
                  <c:v>0.1485</c:v>
                </c:pt>
                <c:pt idx="298">
                  <c:v>0.149</c:v>
                </c:pt>
                <c:pt idx="299">
                  <c:v>0.1495</c:v>
                </c:pt>
                <c:pt idx="300">
                  <c:v>0.15</c:v>
                </c:pt>
                <c:pt idx="301">
                  <c:v>0.1505</c:v>
                </c:pt>
                <c:pt idx="302">
                  <c:v>0.151</c:v>
                </c:pt>
                <c:pt idx="303">
                  <c:v>0.1515</c:v>
                </c:pt>
                <c:pt idx="304">
                  <c:v>0.152</c:v>
                </c:pt>
                <c:pt idx="305">
                  <c:v>0.1525</c:v>
                </c:pt>
                <c:pt idx="306">
                  <c:v>0.153</c:v>
                </c:pt>
                <c:pt idx="307">
                  <c:v>0.1535</c:v>
                </c:pt>
                <c:pt idx="308">
                  <c:v>0.154</c:v>
                </c:pt>
                <c:pt idx="309">
                  <c:v>0.1545</c:v>
                </c:pt>
                <c:pt idx="310">
                  <c:v>0.155</c:v>
                </c:pt>
                <c:pt idx="311">
                  <c:v>0.1555</c:v>
                </c:pt>
                <c:pt idx="312">
                  <c:v>0.156</c:v>
                </c:pt>
                <c:pt idx="313">
                  <c:v>0.1565</c:v>
                </c:pt>
                <c:pt idx="314">
                  <c:v>0.157</c:v>
                </c:pt>
                <c:pt idx="315">
                  <c:v>0.1575</c:v>
                </c:pt>
                <c:pt idx="316">
                  <c:v>0.158</c:v>
                </c:pt>
                <c:pt idx="317">
                  <c:v>0.1585</c:v>
                </c:pt>
                <c:pt idx="318">
                  <c:v>0.159</c:v>
                </c:pt>
                <c:pt idx="319">
                  <c:v>0.1595</c:v>
                </c:pt>
                <c:pt idx="320">
                  <c:v>0.16</c:v>
                </c:pt>
                <c:pt idx="321">
                  <c:v>0.1605</c:v>
                </c:pt>
                <c:pt idx="322">
                  <c:v>0.161</c:v>
                </c:pt>
                <c:pt idx="323">
                  <c:v>0.1615</c:v>
                </c:pt>
                <c:pt idx="324">
                  <c:v>0.162</c:v>
                </c:pt>
                <c:pt idx="325">
                  <c:v>0.1625</c:v>
                </c:pt>
                <c:pt idx="326">
                  <c:v>0.163</c:v>
                </c:pt>
                <c:pt idx="327">
                  <c:v>0.1635</c:v>
                </c:pt>
                <c:pt idx="328">
                  <c:v>0.164</c:v>
                </c:pt>
                <c:pt idx="329">
                  <c:v>0.1645</c:v>
                </c:pt>
                <c:pt idx="330">
                  <c:v>0.165</c:v>
                </c:pt>
                <c:pt idx="331">
                  <c:v>0.1655</c:v>
                </c:pt>
                <c:pt idx="332">
                  <c:v>0.166</c:v>
                </c:pt>
                <c:pt idx="333">
                  <c:v>0.1665</c:v>
                </c:pt>
                <c:pt idx="334">
                  <c:v>0.167</c:v>
                </c:pt>
                <c:pt idx="335">
                  <c:v>0.1675</c:v>
                </c:pt>
                <c:pt idx="336">
                  <c:v>0.168</c:v>
                </c:pt>
                <c:pt idx="337">
                  <c:v>0.1685</c:v>
                </c:pt>
                <c:pt idx="338">
                  <c:v>0.169</c:v>
                </c:pt>
                <c:pt idx="339">
                  <c:v>0.1695</c:v>
                </c:pt>
                <c:pt idx="340">
                  <c:v>0.17</c:v>
                </c:pt>
                <c:pt idx="341">
                  <c:v>0.1705</c:v>
                </c:pt>
                <c:pt idx="342">
                  <c:v>0.171</c:v>
                </c:pt>
                <c:pt idx="343">
                  <c:v>0.1715</c:v>
                </c:pt>
                <c:pt idx="344">
                  <c:v>0.172</c:v>
                </c:pt>
                <c:pt idx="345">
                  <c:v>0.1725</c:v>
                </c:pt>
                <c:pt idx="346">
                  <c:v>0.173</c:v>
                </c:pt>
                <c:pt idx="347">
                  <c:v>0.1735</c:v>
                </c:pt>
                <c:pt idx="348">
                  <c:v>0.174</c:v>
                </c:pt>
                <c:pt idx="349">
                  <c:v>0.1745</c:v>
                </c:pt>
                <c:pt idx="350">
                  <c:v>0.175</c:v>
                </c:pt>
                <c:pt idx="351">
                  <c:v>0.1755</c:v>
                </c:pt>
                <c:pt idx="352">
                  <c:v>0.176</c:v>
                </c:pt>
                <c:pt idx="353">
                  <c:v>0.1765</c:v>
                </c:pt>
                <c:pt idx="354">
                  <c:v>0.177</c:v>
                </c:pt>
                <c:pt idx="355">
                  <c:v>0.1775</c:v>
                </c:pt>
                <c:pt idx="356">
                  <c:v>0.178</c:v>
                </c:pt>
                <c:pt idx="357">
                  <c:v>0.1785</c:v>
                </c:pt>
                <c:pt idx="358">
                  <c:v>0.179</c:v>
                </c:pt>
                <c:pt idx="359">
                  <c:v>0.1795</c:v>
                </c:pt>
                <c:pt idx="360">
                  <c:v>0.18</c:v>
                </c:pt>
                <c:pt idx="361">
                  <c:v>0.1805</c:v>
                </c:pt>
                <c:pt idx="362">
                  <c:v>0.181</c:v>
                </c:pt>
                <c:pt idx="363">
                  <c:v>0.1815</c:v>
                </c:pt>
                <c:pt idx="364">
                  <c:v>0.182</c:v>
                </c:pt>
                <c:pt idx="365">
                  <c:v>0.1825</c:v>
                </c:pt>
                <c:pt idx="366">
                  <c:v>0.183</c:v>
                </c:pt>
                <c:pt idx="367">
                  <c:v>0.1835</c:v>
                </c:pt>
                <c:pt idx="368">
                  <c:v>0.184</c:v>
                </c:pt>
                <c:pt idx="369">
                  <c:v>0.1845</c:v>
                </c:pt>
                <c:pt idx="370">
                  <c:v>0.185</c:v>
                </c:pt>
                <c:pt idx="371">
                  <c:v>0.1855</c:v>
                </c:pt>
                <c:pt idx="372">
                  <c:v>0.186</c:v>
                </c:pt>
                <c:pt idx="373">
                  <c:v>0.1865</c:v>
                </c:pt>
                <c:pt idx="374">
                  <c:v>0.187</c:v>
                </c:pt>
                <c:pt idx="375">
                  <c:v>0.1875</c:v>
                </c:pt>
                <c:pt idx="376">
                  <c:v>0.188</c:v>
                </c:pt>
                <c:pt idx="377">
                  <c:v>0.1885</c:v>
                </c:pt>
                <c:pt idx="378">
                  <c:v>0.189</c:v>
                </c:pt>
                <c:pt idx="379">
                  <c:v>0.1895</c:v>
                </c:pt>
                <c:pt idx="380">
                  <c:v>0.19</c:v>
                </c:pt>
                <c:pt idx="381">
                  <c:v>0.1905</c:v>
                </c:pt>
                <c:pt idx="382">
                  <c:v>0.191</c:v>
                </c:pt>
                <c:pt idx="383">
                  <c:v>0.1915</c:v>
                </c:pt>
                <c:pt idx="384">
                  <c:v>0.192</c:v>
                </c:pt>
                <c:pt idx="385">
                  <c:v>0.1925</c:v>
                </c:pt>
                <c:pt idx="386">
                  <c:v>0.193</c:v>
                </c:pt>
                <c:pt idx="387">
                  <c:v>0.1935</c:v>
                </c:pt>
                <c:pt idx="388">
                  <c:v>0.194</c:v>
                </c:pt>
                <c:pt idx="389">
                  <c:v>0.1945</c:v>
                </c:pt>
                <c:pt idx="390">
                  <c:v>0.195</c:v>
                </c:pt>
                <c:pt idx="391">
                  <c:v>0.1955</c:v>
                </c:pt>
                <c:pt idx="392">
                  <c:v>0.196</c:v>
                </c:pt>
                <c:pt idx="393">
                  <c:v>0.1965</c:v>
                </c:pt>
                <c:pt idx="394">
                  <c:v>0.197</c:v>
                </c:pt>
                <c:pt idx="395">
                  <c:v>0.1975</c:v>
                </c:pt>
                <c:pt idx="396">
                  <c:v>0.198</c:v>
                </c:pt>
                <c:pt idx="397">
                  <c:v>0.1985</c:v>
                </c:pt>
                <c:pt idx="398">
                  <c:v>0.199</c:v>
                </c:pt>
                <c:pt idx="399">
                  <c:v>0.1995</c:v>
                </c:pt>
                <c:pt idx="400">
                  <c:v>0.2</c:v>
                </c:pt>
                <c:pt idx="401">
                  <c:v>0.2005</c:v>
                </c:pt>
                <c:pt idx="402">
                  <c:v>0.201</c:v>
                </c:pt>
                <c:pt idx="403">
                  <c:v>0.2015</c:v>
                </c:pt>
                <c:pt idx="404">
                  <c:v>0.202</c:v>
                </c:pt>
                <c:pt idx="405">
                  <c:v>0.2025</c:v>
                </c:pt>
                <c:pt idx="406">
                  <c:v>0.203</c:v>
                </c:pt>
                <c:pt idx="407">
                  <c:v>0.2035</c:v>
                </c:pt>
                <c:pt idx="408">
                  <c:v>0.204</c:v>
                </c:pt>
                <c:pt idx="409">
                  <c:v>0.2045</c:v>
                </c:pt>
                <c:pt idx="410">
                  <c:v>0.205</c:v>
                </c:pt>
                <c:pt idx="411">
                  <c:v>0.2055</c:v>
                </c:pt>
                <c:pt idx="412">
                  <c:v>0.206</c:v>
                </c:pt>
                <c:pt idx="413">
                  <c:v>0.2065</c:v>
                </c:pt>
                <c:pt idx="414">
                  <c:v>0.207</c:v>
                </c:pt>
                <c:pt idx="415">
                  <c:v>0.2075</c:v>
                </c:pt>
                <c:pt idx="416">
                  <c:v>0.208</c:v>
                </c:pt>
                <c:pt idx="417">
                  <c:v>0.2085</c:v>
                </c:pt>
                <c:pt idx="418">
                  <c:v>0.209</c:v>
                </c:pt>
                <c:pt idx="419">
                  <c:v>0.2095</c:v>
                </c:pt>
                <c:pt idx="420">
                  <c:v>0.21</c:v>
                </c:pt>
                <c:pt idx="421">
                  <c:v>0.2105</c:v>
                </c:pt>
                <c:pt idx="422">
                  <c:v>0.211</c:v>
                </c:pt>
                <c:pt idx="423">
                  <c:v>0.2115</c:v>
                </c:pt>
                <c:pt idx="424">
                  <c:v>0.212</c:v>
                </c:pt>
                <c:pt idx="425">
                  <c:v>0.2125</c:v>
                </c:pt>
                <c:pt idx="426">
                  <c:v>0.213</c:v>
                </c:pt>
                <c:pt idx="427">
                  <c:v>0.2135</c:v>
                </c:pt>
                <c:pt idx="428">
                  <c:v>0.214</c:v>
                </c:pt>
                <c:pt idx="429">
                  <c:v>0.2145</c:v>
                </c:pt>
                <c:pt idx="430">
                  <c:v>0.215</c:v>
                </c:pt>
                <c:pt idx="431">
                  <c:v>0.2155</c:v>
                </c:pt>
                <c:pt idx="432">
                  <c:v>0.216</c:v>
                </c:pt>
                <c:pt idx="433">
                  <c:v>0.2165</c:v>
                </c:pt>
                <c:pt idx="434">
                  <c:v>0.217</c:v>
                </c:pt>
                <c:pt idx="435">
                  <c:v>0.2175</c:v>
                </c:pt>
                <c:pt idx="436">
                  <c:v>0.218</c:v>
                </c:pt>
                <c:pt idx="437">
                  <c:v>0.2185</c:v>
                </c:pt>
                <c:pt idx="438">
                  <c:v>0.219</c:v>
                </c:pt>
                <c:pt idx="439">
                  <c:v>0.2195</c:v>
                </c:pt>
                <c:pt idx="440">
                  <c:v>0.22</c:v>
                </c:pt>
                <c:pt idx="441">
                  <c:v>0.2205</c:v>
                </c:pt>
                <c:pt idx="442">
                  <c:v>0.221</c:v>
                </c:pt>
                <c:pt idx="443">
                  <c:v>0.2215</c:v>
                </c:pt>
                <c:pt idx="444">
                  <c:v>0.222</c:v>
                </c:pt>
                <c:pt idx="445">
                  <c:v>0.2225</c:v>
                </c:pt>
                <c:pt idx="446">
                  <c:v>0.223</c:v>
                </c:pt>
                <c:pt idx="447">
                  <c:v>0.2235</c:v>
                </c:pt>
                <c:pt idx="448">
                  <c:v>0.224</c:v>
                </c:pt>
                <c:pt idx="449">
                  <c:v>0.2245</c:v>
                </c:pt>
                <c:pt idx="450">
                  <c:v>0.225</c:v>
                </c:pt>
                <c:pt idx="451">
                  <c:v>0.2255</c:v>
                </c:pt>
                <c:pt idx="452">
                  <c:v>0.226</c:v>
                </c:pt>
                <c:pt idx="453">
                  <c:v>0.2265</c:v>
                </c:pt>
                <c:pt idx="454">
                  <c:v>0.227</c:v>
                </c:pt>
                <c:pt idx="455">
                  <c:v>0.2275</c:v>
                </c:pt>
                <c:pt idx="456">
                  <c:v>0.228</c:v>
                </c:pt>
                <c:pt idx="457">
                  <c:v>0.2285</c:v>
                </c:pt>
                <c:pt idx="458">
                  <c:v>0.229</c:v>
                </c:pt>
                <c:pt idx="459">
                  <c:v>0.2295</c:v>
                </c:pt>
                <c:pt idx="460">
                  <c:v>0.23</c:v>
                </c:pt>
                <c:pt idx="461">
                  <c:v>0.2305</c:v>
                </c:pt>
                <c:pt idx="462">
                  <c:v>0.231</c:v>
                </c:pt>
                <c:pt idx="463">
                  <c:v>0.2315</c:v>
                </c:pt>
                <c:pt idx="464">
                  <c:v>0.232</c:v>
                </c:pt>
                <c:pt idx="465">
                  <c:v>0.2325</c:v>
                </c:pt>
                <c:pt idx="466">
                  <c:v>0.233</c:v>
                </c:pt>
                <c:pt idx="467">
                  <c:v>0.2335</c:v>
                </c:pt>
                <c:pt idx="468">
                  <c:v>0.234</c:v>
                </c:pt>
                <c:pt idx="469">
                  <c:v>0.2345</c:v>
                </c:pt>
                <c:pt idx="470">
                  <c:v>0.235</c:v>
                </c:pt>
                <c:pt idx="471">
                  <c:v>0.2355</c:v>
                </c:pt>
                <c:pt idx="472">
                  <c:v>0.236</c:v>
                </c:pt>
                <c:pt idx="473">
                  <c:v>0.2365</c:v>
                </c:pt>
                <c:pt idx="474">
                  <c:v>0.237</c:v>
                </c:pt>
                <c:pt idx="475">
                  <c:v>0.2375</c:v>
                </c:pt>
                <c:pt idx="476">
                  <c:v>0.238</c:v>
                </c:pt>
                <c:pt idx="477">
                  <c:v>0.2385</c:v>
                </c:pt>
                <c:pt idx="478">
                  <c:v>0.239</c:v>
                </c:pt>
                <c:pt idx="479">
                  <c:v>0.2395</c:v>
                </c:pt>
                <c:pt idx="480">
                  <c:v>0.24</c:v>
                </c:pt>
                <c:pt idx="481">
                  <c:v>0.2405</c:v>
                </c:pt>
                <c:pt idx="482">
                  <c:v>0.241</c:v>
                </c:pt>
                <c:pt idx="483">
                  <c:v>0.2415</c:v>
                </c:pt>
                <c:pt idx="484">
                  <c:v>0.242</c:v>
                </c:pt>
                <c:pt idx="485">
                  <c:v>0.2425</c:v>
                </c:pt>
                <c:pt idx="486">
                  <c:v>0.243</c:v>
                </c:pt>
                <c:pt idx="487">
                  <c:v>0.2435</c:v>
                </c:pt>
                <c:pt idx="488">
                  <c:v>0.244</c:v>
                </c:pt>
                <c:pt idx="489">
                  <c:v>0.2445</c:v>
                </c:pt>
                <c:pt idx="490">
                  <c:v>0.245</c:v>
                </c:pt>
                <c:pt idx="491">
                  <c:v>0.2455</c:v>
                </c:pt>
                <c:pt idx="492">
                  <c:v>0.246</c:v>
                </c:pt>
                <c:pt idx="493">
                  <c:v>0.2465</c:v>
                </c:pt>
                <c:pt idx="494">
                  <c:v>0.247</c:v>
                </c:pt>
                <c:pt idx="495">
                  <c:v>0.2475</c:v>
                </c:pt>
                <c:pt idx="496">
                  <c:v>0.248</c:v>
                </c:pt>
                <c:pt idx="497">
                  <c:v>0.2485</c:v>
                </c:pt>
                <c:pt idx="498">
                  <c:v>0.249</c:v>
                </c:pt>
                <c:pt idx="499">
                  <c:v>0.2495</c:v>
                </c:pt>
                <c:pt idx="500">
                  <c:v>0.25</c:v>
                </c:pt>
                <c:pt idx="501">
                  <c:v>0.2505</c:v>
                </c:pt>
                <c:pt idx="502">
                  <c:v>0.251</c:v>
                </c:pt>
                <c:pt idx="503">
                  <c:v>0.2515</c:v>
                </c:pt>
                <c:pt idx="504">
                  <c:v>0.252</c:v>
                </c:pt>
                <c:pt idx="505">
                  <c:v>0.2525</c:v>
                </c:pt>
                <c:pt idx="506">
                  <c:v>0.253</c:v>
                </c:pt>
                <c:pt idx="507">
                  <c:v>0.2535</c:v>
                </c:pt>
                <c:pt idx="508">
                  <c:v>0.254</c:v>
                </c:pt>
                <c:pt idx="509">
                  <c:v>0.2545</c:v>
                </c:pt>
                <c:pt idx="510">
                  <c:v>0.255</c:v>
                </c:pt>
                <c:pt idx="511">
                  <c:v>0.2555</c:v>
                </c:pt>
                <c:pt idx="512">
                  <c:v>0.256</c:v>
                </c:pt>
                <c:pt idx="513">
                  <c:v>0.2565</c:v>
                </c:pt>
                <c:pt idx="514">
                  <c:v>0.257</c:v>
                </c:pt>
                <c:pt idx="515">
                  <c:v>0.2575</c:v>
                </c:pt>
                <c:pt idx="516">
                  <c:v>0.258</c:v>
                </c:pt>
                <c:pt idx="517">
                  <c:v>0.2585</c:v>
                </c:pt>
                <c:pt idx="518">
                  <c:v>0.259</c:v>
                </c:pt>
                <c:pt idx="519">
                  <c:v>0.2595</c:v>
                </c:pt>
                <c:pt idx="520">
                  <c:v>0.26</c:v>
                </c:pt>
                <c:pt idx="521">
                  <c:v>0.2605</c:v>
                </c:pt>
                <c:pt idx="522">
                  <c:v>0.261</c:v>
                </c:pt>
                <c:pt idx="523">
                  <c:v>0.2615</c:v>
                </c:pt>
                <c:pt idx="524">
                  <c:v>0.262</c:v>
                </c:pt>
                <c:pt idx="525">
                  <c:v>0.2625</c:v>
                </c:pt>
                <c:pt idx="526">
                  <c:v>0.263</c:v>
                </c:pt>
                <c:pt idx="527">
                  <c:v>0.2635</c:v>
                </c:pt>
                <c:pt idx="528">
                  <c:v>0.264</c:v>
                </c:pt>
                <c:pt idx="529">
                  <c:v>0.2645</c:v>
                </c:pt>
                <c:pt idx="530">
                  <c:v>0.265</c:v>
                </c:pt>
                <c:pt idx="531">
                  <c:v>0.2655</c:v>
                </c:pt>
                <c:pt idx="532">
                  <c:v>0.266</c:v>
                </c:pt>
                <c:pt idx="533">
                  <c:v>0.2665</c:v>
                </c:pt>
                <c:pt idx="534">
                  <c:v>0.267</c:v>
                </c:pt>
                <c:pt idx="535">
                  <c:v>0.2675</c:v>
                </c:pt>
                <c:pt idx="536">
                  <c:v>0.268</c:v>
                </c:pt>
                <c:pt idx="537">
                  <c:v>0.2685</c:v>
                </c:pt>
                <c:pt idx="538">
                  <c:v>0.269</c:v>
                </c:pt>
                <c:pt idx="539">
                  <c:v>0.2695</c:v>
                </c:pt>
                <c:pt idx="540">
                  <c:v>0.27</c:v>
                </c:pt>
                <c:pt idx="541">
                  <c:v>0.2705</c:v>
                </c:pt>
                <c:pt idx="542">
                  <c:v>0.271</c:v>
                </c:pt>
                <c:pt idx="543">
                  <c:v>0.2715</c:v>
                </c:pt>
                <c:pt idx="544">
                  <c:v>0.272</c:v>
                </c:pt>
                <c:pt idx="545">
                  <c:v>0.2725</c:v>
                </c:pt>
                <c:pt idx="546">
                  <c:v>0.273</c:v>
                </c:pt>
                <c:pt idx="547">
                  <c:v>0.2735</c:v>
                </c:pt>
                <c:pt idx="548">
                  <c:v>0.274</c:v>
                </c:pt>
                <c:pt idx="549">
                  <c:v>0.2745</c:v>
                </c:pt>
                <c:pt idx="550">
                  <c:v>0.275</c:v>
                </c:pt>
                <c:pt idx="551">
                  <c:v>0.2755</c:v>
                </c:pt>
                <c:pt idx="552">
                  <c:v>0.276</c:v>
                </c:pt>
                <c:pt idx="553">
                  <c:v>0.2765</c:v>
                </c:pt>
                <c:pt idx="554">
                  <c:v>0.277</c:v>
                </c:pt>
                <c:pt idx="555">
                  <c:v>0.2775</c:v>
                </c:pt>
                <c:pt idx="556">
                  <c:v>0.278</c:v>
                </c:pt>
                <c:pt idx="557">
                  <c:v>0.2785</c:v>
                </c:pt>
                <c:pt idx="558">
                  <c:v>0.279</c:v>
                </c:pt>
                <c:pt idx="559">
                  <c:v>0.2795</c:v>
                </c:pt>
                <c:pt idx="560">
                  <c:v>0.28</c:v>
                </c:pt>
                <c:pt idx="561">
                  <c:v>0.2805</c:v>
                </c:pt>
                <c:pt idx="562">
                  <c:v>0.281</c:v>
                </c:pt>
                <c:pt idx="563">
                  <c:v>0.2815</c:v>
                </c:pt>
                <c:pt idx="564">
                  <c:v>0.282</c:v>
                </c:pt>
                <c:pt idx="565">
                  <c:v>0.2825</c:v>
                </c:pt>
                <c:pt idx="566">
                  <c:v>0.283</c:v>
                </c:pt>
                <c:pt idx="567">
                  <c:v>0.2835</c:v>
                </c:pt>
                <c:pt idx="568">
                  <c:v>0.284</c:v>
                </c:pt>
                <c:pt idx="569">
                  <c:v>0.2845</c:v>
                </c:pt>
                <c:pt idx="570">
                  <c:v>0.285</c:v>
                </c:pt>
                <c:pt idx="571">
                  <c:v>0.2855</c:v>
                </c:pt>
                <c:pt idx="572">
                  <c:v>0.286</c:v>
                </c:pt>
                <c:pt idx="573">
                  <c:v>0.2865</c:v>
                </c:pt>
                <c:pt idx="574">
                  <c:v>0.287</c:v>
                </c:pt>
                <c:pt idx="575">
                  <c:v>0.2875</c:v>
                </c:pt>
                <c:pt idx="576">
                  <c:v>0.288</c:v>
                </c:pt>
                <c:pt idx="577">
                  <c:v>0.2885</c:v>
                </c:pt>
                <c:pt idx="578">
                  <c:v>0.289</c:v>
                </c:pt>
                <c:pt idx="579">
                  <c:v>0.2895</c:v>
                </c:pt>
                <c:pt idx="580">
                  <c:v>0.29</c:v>
                </c:pt>
                <c:pt idx="581">
                  <c:v>0.2905</c:v>
                </c:pt>
                <c:pt idx="582">
                  <c:v>0.291</c:v>
                </c:pt>
                <c:pt idx="583">
                  <c:v>0.2915</c:v>
                </c:pt>
                <c:pt idx="584">
                  <c:v>0.292</c:v>
                </c:pt>
                <c:pt idx="585">
                  <c:v>0.2925</c:v>
                </c:pt>
                <c:pt idx="586">
                  <c:v>0.293</c:v>
                </c:pt>
                <c:pt idx="587">
                  <c:v>0.2935</c:v>
                </c:pt>
                <c:pt idx="588">
                  <c:v>0.294</c:v>
                </c:pt>
                <c:pt idx="589">
                  <c:v>0.2945</c:v>
                </c:pt>
                <c:pt idx="590">
                  <c:v>0.295</c:v>
                </c:pt>
                <c:pt idx="591">
                  <c:v>0.2955</c:v>
                </c:pt>
                <c:pt idx="592">
                  <c:v>0.296</c:v>
                </c:pt>
                <c:pt idx="593">
                  <c:v>0.2965</c:v>
                </c:pt>
                <c:pt idx="594">
                  <c:v>0.297</c:v>
                </c:pt>
                <c:pt idx="595">
                  <c:v>0.2975</c:v>
                </c:pt>
                <c:pt idx="596">
                  <c:v>0.298</c:v>
                </c:pt>
                <c:pt idx="597">
                  <c:v>0.2985</c:v>
                </c:pt>
                <c:pt idx="598">
                  <c:v>0.299</c:v>
                </c:pt>
                <c:pt idx="599">
                  <c:v>0.2995</c:v>
                </c:pt>
                <c:pt idx="600">
                  <c:v>0.3</c:v>
                </c:pt>
                <c:pt idx="601">
                  <c:v>0.3005</c:v>
                </c:pt>
                <c:pt idx="602">
                  <c:v>0.301</c:v>
                </c:pt>
                <c:pt idx="603">
                  <c:v>0.3015</c:v>
                </c:pt>
                <c:pt idx="604">
                  <c:v>0.302</c:v>
                </c:pt>
                <c:pt idx="605">
                  <c:v>0.3025</c:v>
                </c:pt>
                <c:pt idx="606">
                  <c:v>0.303</c:v>
                </c:pt>
                <c:pt idx="607">
                  <c:v>0.3035</c:v>
                </c:pt>
                <c:pt idx="608">
                  <c:v>0.304</c:v>
                </c:pt>
                <c:pt idx="609">
                  <c:v>0.3045</c:v>
                </c:pt>
                <c:pt idx="610">
                  <c:v>0.305</c:v>
                </c:pt>
                <c:pt idx="611">
                  <c:v>0.3055</c:v>
                </c:pt>
                <c:pt idx="612">
                  <c:v>0.306</c:v>
                </c:pt>
                <c:pt idx="613">
                  <c:v>0.3065</c:v>
                </c:pt>
                <c:pt idx="614">
                  <c:v>0.307</c:v>
                </c:pt>
                <c:pt idx="615">
                  <c:v>0.3075</c:v>
                </c:pt>
                <c:pt idx="616">
                  <c:v>0.308</c:v>
                </c:pt>
                <c:pt idx="617">
                  <c:v>0.3085</c:v>
                </c:pt>
                <c:pt idx="618">
                  <c:v>0.309</c:v>
                </c:pt>
                <c:pt idx="619">
                  <c:v>0.3095</c:v>
                </c:pt>
                <c:pt idx="620">
                  <c:v>0.31</c:v>
                </c:pt>
                <c:pt idx="621">
                  <c:v>0.3105</c:v>
                </c:pt>
                <c:pt idx="622">
                  <c:v>0.311</c:v>
                </c:pt>
                <c:pt idx="623">
                  <c:v>0.3115</c:v>
                </c:pt>
                <c:pt idx="624">
                  <c:v>0.312</c:v>
                </c:pt>
                <c:pt idx="625">
                  <c:v>0.3125</c:v>
                </c:pt>
                <c:pt idx="626">
                  <c:v>0.313</c:v>
                </c:pt>
                <c:pt idx="627">
                  <c:v>0.3135</c:v>
                </c:pt>
                <c:pt idx="628">
                  <c:v>0.314</c:v>
                </c:pt>
                <c:pt idx="629">
                  <c:v>0.3145</c:v>
                </c:pt>
                <c:pt idx="630">
                  <c:v>0.315</c:v>
                </c:pt>
                <c:pt idx="631">
                  <c:v>0.3155</c:v>
                </c:pt>
                <c:pt idx="632">
                  <c:v>0.316</c:v>
                </c:pt>
                <c:pt idx="633">
                  <c:v>0.3165</c:v>
                </c:pt>
                <c:pt idx="634">
                  <c:v>0.317</c:v>
                </c:pt>
                <c:pt idx="635">
                  <c:v>0.3175</c:v>
                </c:pt>
                <c:pt idx="636">
                  <c:v>0.318</c:v>
                </c:pt>
                <c:pt idx="637">
                  <c:v>0.3185</c:v>
                </c:pt>
                <c:pt idx="638">
                  <c:v>0.319</c:v>
                </c:pt>
                <c:pt idx="639">
                  <c:v>0.3195</c:v>
                </c:pt>
                <c:pt idx="640">
                  <c:v>0.32</c:v>
                </c:pt>
                <c:pt idx="641">
                  <c:v>0.3205</c:v>
                </c:pt>
                <c:pt idx="642">
                  <c:v>0.321</c:v>
                </c:pt>
                <c:pt idx="643">
                  <c:v>0.3215</c:v>
                </c:pt>
                <c:pt idx="644">
                  <c:v>0.322</c:v>
                </c:pt>
                <c:pt idx="645">
                  <c:v>0.3225</c:v>
                </c:pt>
                <c:pt idx="646">
                  <c:v>0.323</c:v>
                </c:pt>
                <c:pt idx="647">
                  <c:v>0.3235</c:v>
                </c:pt>
                <c:pt idx="648">
                  <c:v>0.324</c:v>
                </c:pt>
                <c:pt idx="649">
                  <c:v>0.3245</c:v>
                </c:pt>
                <c:pt idx="650">
                  <c:v>0.325</c:v>
                </c:pt>
                <c:pt idx="651">
                  <c:v>0.3255</c:v>
                </c:pt>
                <c:pt idx="652">
                  <c:v>0.326</c:v>
                </c:pt>
                <c:pt idx="653">
                  <c:v>0.3265</c:v>
                </c:pt>
                <c:pt idx="654">
                  <c:v>0.327</c:v>
                </c:pt>
                <c:pt idx="655">
                  <c:v>0.3275</c:v>
                </c:pt>
                <c:pt idx="656">
                  <c:v>0.328</c:v>
                </c:pt>
                <c:pt idx="657">
                  <c:v>0.3285</c:v>
                </c:pt>
                <c:pt idx="658">
                  <c:v>0.329</c:v>
                </c:pt>
                <c:pt idx="659">
                  <c:v>0.3295</c:v>
                </c:pt>
                <c:pt idx="660">
                  <c:v>0.33</c:v>
                </c:pt>
                <c:pt idx="661">
                  <c:v>0.3305</c:v>
                </c:pt>
                <c:pt idx="662">
                  <c:v>0.331</c:v>
                </c:pt>
                <c:pt idx="663">
                  <c:v>0.3315</c:v>
                </c:pt>
                <c:pt idx="664">
                  <c:v>0.332</c:v>
                </c:pt>
                <c:pt idx="665">
                  <c:v>0.3325</c:v>
                </c:pt>
                <c:pt idx="666">
                  <c:v>0.333</c:v>
                </c:pt>
                <c:pt idx="667">
                  <c:v>0.3335</c:v>
                </c:pt>
                <c:pt idx="668">
                  <c:v>0.334</c:v>
                </c:pt>
                <c:pt idx="669">
                  <c:v>0.3345</c:v>
                </c:pt>
                <c:pt idx="670">
                  <c:v>0.335</c:v>
                </c:pt>
                <c:pt idx="671">
                  <c:v>0.3355</c:v>
                </c:pt>
                <c:pt idx="672">
                  <c:v>0.336</c:v>
                </c:pt>
                <c:pt idx="673">
                  <c:v>0.3365</c:v>
                </c:pt>
                <c:pt idx="674">
                  <c:v>0.337</c:v>
                </c:pt>
                <c:pt idx="675">
                  <c:v>0.3375</c:v>
                </c:pt>
                <c:pt idx="676">
                  <c:v>0.338</c:v>
                </c:pt>
                <c:pt idx="677">
                  <c:v>0.3385</c:v>
                </c:pt>
                <c:pt idx="678">
                  <c:v>0.339</c:v>
                </c:pt>
                <c:pt idx="679">
                  <c:v>0.3395</c:v>
                </c:pt>
                <c:pt idx="680">
                  <c:v>0.34</c:v>
                </c:pt>
                <c:pt idx="681">
                  <c:v>0.3405</c:v>
                </c:pt>
                <c:pt idx="682">
                  <c:v>0.341</c:v>
                </c:pt>
                <c:pt idx="683">
                  <c:v>0.3415</c:v>
                </c:pt>
                <c:pt idx="684">
                  <c:v>0.342</c:v>
                </c:pt>
                <c:pt idx="685">
                  <c:v>0.3425</c:v>
                </c:pt>
                <c:pt idx="686">
                  <c:v>0.343</c:v>
                </c:pt>
                <c:pt idx="687">
                  <c:v>0.3435</c:v>
                </c:pt>
                <c:pt idx="688">
                  <c:v>0.344</c:v>
                </c:pt>
                <c:pt idx="689">
                  <c:v>0.3445</c:v>
                </c:pt>
                <c:pt idx="690">
                  <c:v>0.345</c:v>
                </c:pt>
                <c:pt idx="691">
                  <c:v>0.3455</c:v>
                </c:pt>
                <c:pt idx="692">
                  <c:v>0.346</c:v>
                </c:pt>
                <c:pt idx="693">
                  <c:v>0.3465</c:v>
                </c:pt>
                <c:pt idx="694">
                  <c:v>0.347</c:v>
                </c:pt>
                <c:pt idx="695">
                  <c:v>0.3475</c:v>
                </c:pt>
                <c:pt idx="696">
                  <c:v>0.348</c:v>
                </c:pt>
                <c:pt idx="697">
                  <c:v>0.3485</c:v>
                </c:pt>
                <c:pt idx="698">
                  <c:v>0.349</c:v>
                </c:pt>
                <c:pt idx="699">
                  <c:v>0.3495</c:v>
                </c:pt>
                <c:pt idx="700">
                  <c:v>0.35</c:v>
                </c:pt>
                <c:pt idx="701">
                  <c:v>0.3505</c:v>
                </c:pt>
                <c:pt idx="702">
                  <c:v>0.351</c:v>
                </c:pt>
                <c:pt idx="703">
                  <c:v>0.3515</c:v>
                </c:pt>
                <c:pt idx="704">
                  <c:v>0.352</c:v>
                </c:pt>
                <c:pt idx="705">
                  <c:v>0.3525</c:v>
                </c:pt>
                <c:pt idx="706">
                  <c:v>0.353</c:v>
                </c:pt>
                <c:pt idx="707">
                  <c:v>0.3535</c:v>
                </c:pt>
                <c:pt idx="708">
                  <c:v>0.354</c:v>
                </c:pt>
                <c:pt idx="709">
                  <c:v>0.3545</c:v>
                </c:pt>
                <c:pt idx="710">
                  <c:v>0.355</c:v>
                </c:pt>
                <c:pt idx="711">
                  <c:v>0.3555</c:v>
                </c:pt>
                <c:pt idx="712">
                  <c:v>0.356</c:v>
                </c:pt>
                <c:pt idx="713">
                  <c:v>0.3565</c:v>
                </c:pt>
                <c:pt idx="714">
                  <c:v>0.357</c:v>
                </c:pt>
                <c:pt idx="715">
                  <c:v>0.3575</c:v>
                </c:pt>
                <c:pt idx="716">
                  <c:v>0.358</c:v>
                </c:pt>
                <c:pt idx="717">
                  <c:v>0.3585</c:v>
                </c:pt>
                <c:pt idx="718">
                  <c:v>0.359</c:v>
                </c:pt>
                <c:pt idx="719">
                  <c:v>0.3595</c:v>
                </c:pt>
                <c:pt idx="720">
                  <c:v>0.36</c:v>
                </c:pt>
                <c:pt idx="721">
                  <c:v>0.3605</c:v>
                </c:pt>
                <c:pt idx="722">
                  <c:v>0.361</c:v>
                </c:pt>
                <c:pt idx="723">
                  <c:v>0.3615</c:v>
                </c:pt>
                <c:pt idx="724">
                  <c:v>0.362</c:v>
                </c:pt>
                <c:pt idx="725">
                  <c:v>0.3625</c:v>
                </c:pt>
                <c:pt idx="726">
                  <c:v>0.363</c:v>
                </c:pt>
                <c:pt idx="727">
                  <c:v>0.3635</c:v>
                </c:pt>
                <c:pt idx="728">
                  <c:v>0.364</c:v>
                </c:pt>
                <c:pt idx="729">
                  <c:v>0.3645</c:v>
                </c:pt>
                <c:pt idx="730">
                  <c:v>0.365</c:v>
                </c:pt>
                <c:pt idx="731">
                  <c:v>0.3655</c:v>
                </c:pt>
                <c:pt idx="732">
                  <c:v>0.366</c:v>
                </c:pt>
                <c:pt idx="733">
                  <c:v>0.3665</c:v>
                </c:pt>
                <c:pt idx="734">
                  <c:v>0.367</c:v>
                </c:pt>
                <c:pt idx="735">
                  <c:v>0.3675</c:v>
                </c:pt>
                <c:pt idx="736">
                  <c:v>0.368</c:v>
                </c:pt>
                <c:pt idx="737">
                  <c:v>0.3685</c:v>
                </c:pt>
                <c:pt idx="738">
                  <c:v>0.369</c:v>
                </c:pt>
                <c:pt idx="739">
                  <c:v>0.3695</c:v>
                </c:pt>
                <c:pt idx="740">
                  <c:v>0.37</c:v>
                </c:pt>
                <c:pt idx="741">
                  <c:v>0.3705</c:v>
                </c:pt>
                <c:pt idx="742">
                  <c:v>0.371</c:v>
                </c:pt>
                <c:pt idx="743">
                  <c:v>0.3715</c:v>
                </c:pt>
                <c:pt idx="744">
                  <c:v>0.372</c:v>
                </c:pt>
                <c:pt idx="745">
                  <c:v>0.3725</c:v>
                </c:pt>
                <c:pt idx="746">
                  <c:v>0.373</c:v>
                </c:pt>
                <c:pt idx="747">
                  <c:v>0.3735</c:v>
                </c:pt>
                <c:pt idx="748">
                  <c:v>0.374</c:v>
                </c:pt>
                <c:pt idx="749">
                  <c:v>0.3745</c:v>
                </c:pt>
                <c:pt idx="750">
                  <c:v>0.375</c:v>
                </c:pt>
                <c:pt idx="751">
                  <c:v>0.3755</c:v>
                </c:pt>
                <c:pt idx="752">
                  <c:v>0.376</c:v>
                </c:pt>
                <c:pt idx="753">
                  <c:v>0.3765</c:v>
                </c:pt>
                <c:pt idx="754">
                  <c:v>0.377</c:v>
                </c:pt>
                <c:pt idx="755">
                  <c:v>0.3775</c:v>
                </c:pt>
                <c:pt idx="756">
                  <c:v>0.378</c:v>
                </c:pt>
                <c:pt idx="757">
                  <c:v>0.3785</c:v>
                </c:pt>
                <c:pt idx="758">
                  <c:v>0.379</c:v>
                </c:pt>
                <c:pt idx="759">
                  <c:v>0.3795</c:v>
                </c:pt>
                <c:pt idx="760">
                  <c:v>0.38</c:v>
                </c:pt>
                <c:pt idx="761">
                  <c:v>0.3805</c:v>
                </c:pt>
                <c:pt idx="762">
                  <c:v>0.381</c:v>
                </c:pt>
                <c:pt idx="763">
                  <c:v>0.3815</c:v>
                </c:pt>
                <c:pt idx="764">
                  <c:v>0.382</c:v>
                </c:pt>
                <c:pt idx="765">
                  <c:v>0.3825</c:v>
                </c:pt>
                <c:pt idx="766">
                  <c:v>0.383</c:v>
                </c:pt>
                <c:pt idx="767">
                  <c:v>0.3835</c:v>
                </c:pt>
                <c:pt idx="768">
                  <c:v>0.384</c:v>
                </c:pt>
                <c:pt idx="769">
                  <c:v>0.3845</c:v>
                </c:pt>
                <c:pt idx="770">
                  <c:v>0.385</c:v>
                </c:pt>
                <c:pt idx="771">
                  <c:v>0.3855</c:v>
                </c:pt>
                <c:pt idx="772">
                  <c:v>0.386</c:v>
                </c:pt>
                <c:pt idx="773">
                  <c:v>0.3865</c:v>
                </c:pt>
                <c:pt idx="774">
                  <c:v>0.387</c:v>
                </c:pt>
                <c:pt idx="775">
                  <c:v>0.3875</c:v>
                </c:pt>
                <c:pt idx="776">
                  <c:v>0.388</c:v>
                </c:pt>
                <c:pt idx="777">
                  <c:v>0.3885</c:v>
                </c:pt>
                <c:pt idx="778">
                  <c:v>0.389</c:v>
                </c:pt>
                <c:pt idx="779">
                  <c:v>0.3895</c:v>
                </c:pt>
                <c:pt idx="780">
                  <c:v>0.39</c:v>
                </c:pt>
                <c:pt idx="781">
                  <c:v>0.3905</c:v>
                </c:pt>
                <c:pt idx="782">
                  <c:v>0.391</c:v>
                </c:pt>
                <c:pt idx="783">
                  <c:v>0.3915</c:v>
                </c:pt>
                <c:pt idx="784">
                  <c:v>0.392</c:v>
                </c:pt>
                <c:pt idx="785">
                  <c:v>0.3925</c:v>
                </c:pt>
                <c:pt idx="786">
                  <c:v>0.393</c:v>
                </c:pt>
                <c:pt idx="787">
                  <c:v>0.3935</c:v>
                </c:pt>
                <c:pt idx="788">
                  <c:v>0.394</c:v>
                </c:pt>
                <c:pt idx="789">
                  <c:v>0.3945</c:v>
                </c:pt>
                <c:pt idx="790">
                  <c:v>0.395</c:v>
                </c:pt>
                <c:pt idx="791">
                  <c:v>0.3955</c:v>
                </c:pt>
                <c:pt idx="792">
                  <c:v>0.396</c:v>
                </c:pt>
                <c:pt idx="793">
                  <c:v>0.3965</c:v>
                </c:pt>
                <c:pt idx="794">
                  <c:v>0.397</c:v>
                </c:pt>
                <c:pt idx="795">
                  <c:v>0.3975</c:v>
                </c:pt>
                <c:pt idx="796">
                  <c:v>0.398</c:v>
                </c:pt>
                <c:pt idx="797">
                  <c:v>0.3985</c:v>
                </c:pt>
                <c:pt idx="798">
                  <c:v>0.399</c:v>
                </c:pt>
                <c:pt idx="799">
                  <c:v>0.3995</c:v>
                </c:pt>
                <c:pt idx="800">
                  <c:v>0.4</c:v>
                </c:pt>
                <c:pt idx="801">
                  <c:v>0.4005</c:v>
                </c:pt>
                <c:pt idx="802">
                  <c:v>0.401</c:v>
                </c:pt>
                <c:pt idx="803">
                  <c:v>0.4015</c:v>
                </c:pt>
                <c:pt idx="804">
                  <c:v>0.402</c:v>
                </c:pt>
                <c:pt idx="805">
                  <c:v>0.4025</c:v>
                </c:pt>
                <c:pt idx="806">
                  <c:v>0.403</c:v>
                </c:pt>
                <c:pt idx="807">
                  <c:v>0.4035</c:v>
                </c:pt>
                <c:pt idx="808">
                  <c:v>0.404</c:v>
                </c:pt>
                <c:pt idx="809">
                  <c:v>0.4045</c:v>
                </c:pt>
                <c:pt idx="810">
                  <c:v>0.405</c:v>
                </c:pt>
                <c:pt idx="811">
                  <c:v>0.4055</c:v>
                </c:pt>
                <c:pt idx="812">
                  <c:v>0.406</c:v>
                </c:pt>
                <c:pt idx="813">
                  <c:v>0.4065</c:v>
                </c:pt>
                <c:pt idx="814">
                  <c:v>0.407</c:v>
                </c:pt>
                <c:pt idx="815">
                  <c:v>0.4075</c:v>
                </c:pt>
                <c:pt idx="816">
                  <c:v>0.408</c:v>
                </c:pt>
                <c:pt idx="817">
                  <c:v>0.4085</c:v>
                </c:pt>
                <c:pt idx="818">
                  <c:v>0.409</c:v>
                </c:pt>
                <c:pt idx="819">
                  <c:v>0.4095</c:v>
                </c:pt>
                <c:pt idx="820">
                  <c:v>0.41</c:v>
                </c:pt>
                <c:pt idx="821">
                  <c:v>0.4105</c:v>
                </c:pt>
                <c:pt idx="822">
                  <c:v>0.411</c:v>
                </c:pt>
                <c:pt idx="823">
                  <c:v>0.4115</c:v>
                </c:pt>
                <c:pt idx="824">
                  <c:v>0.412</c:v>
                </c:pt>
                <c:pt idx="825">
                  <c:v>0.4125</c:v>
                </c:pt>
                <c:pt idx="826">
                  <c:v>0.413</c:v>
                </c:pt>
                <c:pt idx="827">
                  <c:v>0.4135</c:v>
                </c:pt>
                <c:pt idx="828">
                  <c:v>0.414</c:v>
                </c:pt>
                <c:pt idx="829">
                  <c:v>0.4145</c:v>
                </c:pt>
                <c:pt idx="830">
                  <c:v>0.415</c:v>
                </c:pt>
                <c:pt idx="831">
                  <c:v>0.4155</c:v>
                </c:pt>
                <c:pt idx="832">
                  <c:v>0.416</c:v>
                </c:pt>
                <c:pt idx="833">
                  <c:v>0.4165</c:v>
                </c:pt>
                <c:pt idx="834">
                  <c:v>0.417</c:v>
                </c:pt>
                <c:pt idx="835">
                  <c:v>0.4175</c:v>
                </c:pt>
                <c:pt idx="836">
                  <c:v>0.418</c:v>
                </c:pt>
                <c:pt idx="837">
                  <c:v>0.4185</c:v>
                </c:pt>
                <c:pt idx="838">
                  <c:v>0.419</c:v>
                </c:pt>
                <c:pt idx="839">
                  <c:v>0.4195</c:v>
                </c:pt>
                <c:pt idx="840">
                  <c:v>0.42</c:v>
                </c:pt>
                <c:pt idx="841">
                  <c:v>0.4205</c:v>
                </c:pt>
                <c:pt idx="842">
                  <c:v>0.421</c:v>
                </c:pt>
                <c:pt idx="843">
                  <c:v>0.4215</c:v>
                </c:pt>
                <c:pt idx="844">
                  <c:v>0.422</c:v>
                </c:pt>
                <c:pt idx="845">
                  <c:v>0.4225</c:v>
                </c:pt>
                <c:pt idx="846">
                  <c:v>0.423</c:v>
                </c:pt>
                <c:pt idx="847">
                  <c:v>0.4235</c:v>
                </c:pt>
                <c:pt idx="848">
                  <c:v>0.424</c:v>
                </c:pt>
                <c:pt idx="849">
                  <c:v>0.4245</c:v>
                </c:pt>
                <c:pt idx="850">
                  <c:v>0.425</c:v>
                </c:pt>
                <c:pt idx="851">
                  <c:v>0.4255</c:v>
                </c:pt>
                <c:pt idx="852">
                  <c:v>0.426</c:v>
                </c:pt>
                <c:pt idx="853">
                  <c:v>0.4265</c:v>
                </c:pt>
                <c:pt idx="854">
                  <c:v>0.427</c:v>
                </c:pt>
                <c:pt idx="855">
                  <c:v>0.4275</c:v>
                </c:pt>
                <c:pt idx="856">
                  <c:v>0.428</c:v>
                </c:pt>
                <c:pt idx="857">
                  <c:v>0.4285</c:v>
                </c:pt>
                <c:pt idx="858">
                  <c:v>0.429</c:v>
                </c:pt>
                <c:pt idx="859">
                  <c:v>0.4295</c:v>
                </c:pt>
                <c:pt idx="860">
                  <c:v>0.43</c:v>
                </c:pt>
                <c:pt idx="861">
                  <c:v>0.4305</c:v>
                </c:pt>
                <c:pt idx="862">
                  <c:v>0.431</c:v>
                </c:pt>
                <c:pt idx="863">
                  <c:v>0.4315</c:v>
                </c:pt>
                <c:pt idx="864">
                  <c:v>0.432</c:v>
                </c:pt>
                <c:pt idx="865">
                  <c:v>0.4325</c:v>
                </c:pt>
                <c:pt idx="866">
                  <c:v>0.433</c:v>
                </c:pt>
                <c:pt idx="867">
                  <c:v>0.4335</c:v>
                </c:pt>
                <c:pt idx="868">
                  <c:v>0.434</c:v>
                </c:pt>
                <c:pt idx="869">
                  <c:v>0.4345</c:v>
                </c:pt>
                <c:pt idx="870">
                  <c:v>0.435</c:v>
                </c:pt>
                <c:pt idx="871">
                  <c:v>0.4355</c:v>
                </c:pt>
                <c:pt idx="872">
                  <c:v>0.436</c:v>
                </c:pt>
                <c:pt idx="873">
                  <c:v>0.4365</c:v>
                </c:pt>
                <c:pt idx="874">
                  <c:v>0.437</c:v>
                </c:pt>
                <c:pt idx="875">
                  <c:v>0.4375</c:v>
                </c:pt>
                <c:pt idx="876">
                  <c:v>0.438</c:v>
                </c:pt>
                <c:pt idx="877">
                  <c:v>0.4385</c:v>
                </c:pt>
                <c:pt idx="878">
                  <c:v>0.439</c:v>
                </c:pt>
                <c:pt idx="879">
                  <c:v>0.4395</c:v>
                </c:pt>
                <c:pt idx="880">
                  <c:v>0.44</c:v>
                </c:pt>
                <c:pt idx="881">
                  <c:v>0.4405</c:v>
                </c:pt>
                <c:pt idx="882">
                  <c:v>0.441</c:v>
                </c:pt>
                <c:pt idx="883">
                  <c:v>0.4415</c:v>
                </c:pt>
                <c:pt idx="884">
                  <c:v>0.442</c:v>
                </c:pt>
                <c:pt idx="885">
                  <c:v>0.4425</c:v>
                </c:pt>
                <c:pt idx="886">
                  <c:v>0.443</c:v>
                </c:pt>
                <c:pt idx="887">
                  <c:v>0.4435</c:v>
                </c:pt>
                <c:pt idx="888">
                  <c:v>0.444</c:v>
                </c:pt>
                <c:pt idx="889">
                  <c:v>0.4445</c:v>
                </c:pt>
                <c:pt idx="890">
                  <c:v>0.445</c:v>
                </c:pt>
                <c:pt idx="891">
                  <c:v>0.4455</c:v>
                </c:pt>
                <c:pt idx="892">
                  <c:v>0.446</c:v>
                </c:pt>
                <c:pt idx="893">
                  <c:v>0.4465</c:v>
                </c:pt>
                <c:pt idx="894">
                  <c:v>0.447</c:v>
                </c:pt>
                <c:pt idx="895">
                  <c:v>0.4475</c:v>
                </c:pt>
                <c:pt idx="896">
                  <c:v>0.448</c:v>
                </c:pt>
                <c:pt idx="897">
                  <c:v>0.4485</c:v>
                </c:pt>
                <c:pt idx="898">
                  <c:v>0.449</c:v>
                </c:pt>
                <c:pt idx="899">
                  <c:v>0.4495</c:v>
                </c:pt>
                <c:pt idx="900">
                  <c:v>0.45</c:v>
                </c:pt>
                <c:pt idx="901">
                  <c:v>0.4505</c:v>
                </c:pt>
                <c:pt idx="902">
                  <c:v>0.451</c:v>
                </c:pt>
                <c:pt idx="903">
                  <c:v>0.4515</c:v>
                </c:pt>
                <c:pt idx="904">
                  <c:v>0.452</c:v>
                </c:pt>
                <c:pt idx="905">
                  <c:v>0.4525</c:v>
                </c:pt>
                <c:pt idx="906">
                  <c:v>0.453</c:v>
                </c:pt>
                <c:pt idx="907">
                  <c:v>0.4535</c:v>
                </c:pt>
                <c:pt idx="908">
                  <c:v>0.454</c:v>
                </c:pt>
                <c:pt idx="909">
                  <c:v>0.4545</c:v>
                </c:pt>
                <c:pt idx="910">
                  <c:v>0.455</c:v>
                </c:pt>
                <c:pt idx="911">
                  <c:v>0.4555</c:v>
                </c:pt>
                <c:pt idx="912">
                  <c:v>0.456</c:v>
                </c:pt>
                <c:pt idx="913">
                  <c:v>0.4565</c:v>
                </c:pt>
                <c:pt idx="914">
                  <c:v>0.457</c:v>
                </c:pt>
                <c:pt idx="915">
                  <c:v>0.4575</c:v>
                </c:pt>
                <c:pt idx="916">
                  <c:v>0.458</c:v>
                </c:pt>
                <c:pt idx="917">
                  <c:v>0.4585</c:v>
                </c:pt>
                <c:pt idx="918">
                  <c:v>0.459</c:v>
                </c:pt>
                <c:pt idx="919">
                  <c:v>0.4595</c:v>
                </c:pt>
                <c:pt idx="920">
                  <c:v>0.46</c:v>
                </c:pt>
                <c:pt idx="921">
                  <c:v>0.4605</c:v>
                </c:pt>
                <c:pt idx="922">
                  <c:v>0.461</c:v>
                </c:pt>
                <c:pt idx="923">
                  <c:v>0.4615</c:v>
                </c:pt>
                <c:pt idx="924">
                  <c:v>0.462</c:v>
                </c:pt>
                <c:pt idx="925">
                  <c:v>0.4625</c:v>
                </c:pt>
                <c:pt idx="926">
                  <c:v>0.463</c:v>
                </c:pt>
                <c:pt idx="927">
                  <c:v>0.4635</c:v>
                </c:pt>
                <c:pt idx="928">
                  <c:v>0.464</c:v>
                </c:pt>
                <c:pt idx="929">
                  <c:v>0.4645</c:v>
                </c:pt>
                <c:pt idx="930">
                  <c:v>0.465</c:v>
                </c:pt>
                <c:pt idx="931">
                  <c:v>0.4655</c:v>
                </c:pt>
                <c:pt idx="932">
                  <c:v>0.466</c:v>
                </c:pt>
                <c:pt idx="933">
                  <c:v>0.4665</c:v>
                </c:pt>
                <c:pt idx="934">
                  <c:v>0.467</c:v>
                </c:pt>
                <c:pt idx="935">
                  <c:v>0.4675</c:v>
                </c:pt>
                <c:pt idx="936">
                  <c:v>0.468</c:v>
                </c:pt>
                <c:pt idx="937">
                  <c:v>0.4685</c:v>
                </c:pt>
                <c:pt idx="938">
                  <c:v>0.469</c:v>
                </c:pt>
                <c:pt idx="939">
                  <c:v>0.4695</c:v>
                </c:pt>
                <c:pt idx="940">
                  <c:v>0.47</c:v>
                </c:pt>
                <c:pt idx="941">
                  <c:v>0.4705</c:v>
                </c:pt>
                <c:pt idx="942">
                  <c:v>0.471</c:v>
                </c:pt>
                <c:pt idx="943">
                  <c:v>0.4715</c:v>
                </c:pt>
                <c:pt idx="944">
                  <c:v>0.472</c:v>
                </c:pt>
                <c:pt idx="945">
                  <c:v>0.4725</c:v>
                </c:pt>
                <c:pt idx="946">
                  <c:v>0.473</c:v>
                </c:pt>
                <c:pt idx="947">
                  <c:v>0.4735</c:v>
                </c:pt>
                <c:pt idx="948">
                  <c:v>0.474</c:v>
                </c:pt>
                <c:pt idx="949">
                  <c:v>0.4745</c:v>
                </c:pt>
                <c:pt idx="950">
                  <c:v>0.475</c:v>
                </c:pt>
                <c:pt idx="951">
                  <c:v>0.4755</c:v>
                </c:pt>
                <c:pt idx="952">
                  <c:v>0.476</c:v>
                </c:pt>
                <c:pt idx="953">
                  <c:v>0.4765</c:v>
                </c:pt>
                <c:pt idx="954">
                  <c:v>0.477</c:v>
                </c:pt>
                <c:pt idx="955">
                  <c:v>0.4775</c:v>
                </c:pt>
                <c:pt idx="956">
                  <c:v>0.478</c:v>
                </c:pt>
                <c:pt idx="957">
                  <c:v>0.4785</c:v>
                </c:pt>
                <c:pt idx="958">
                  <c:v>0.479</c:v>
                </c:pt>
                <c:pt idx="959">
                  <c:v>0.4795</c:v>
                </c:pt>
                <c:pt idx="960">
                  <c:v>0.48</c:v>
                </c:pt>
                <c:pt idx="961">
                  <c:v>0.4805</c:v>
                </c:pt>
                <c:pt idx="962">
                  <c:v>0.481</c:v>
                </c:pt>
                <c:pt idx="963">
                  <c:v>0.4815</c:v>
                </c:pt>
                <c:pt idx="964">
                  <c:v>0.482</c:v>
                </c:pt>
                <c:pt idx="965">
                  <c:v>0.4825</c:v>
                </c:pt>
                <c:pt idx="966">
                  <c:v>0.483</c:v>
                </c:pt>
                <c:pt idx="967">
                  <c:v>0.4835</c:v>
                </c:pt>
                <c:pt idx="968">
                  <c:v>0.484</c:v>
                </c:pt>
                <c:pt idx="969">
                  <c:v>0.4845</c:v>
                </c:pt>
                <c:pt idx="970">
                  <c:v>0.485</c:v>
                </c:pt>
                <c:pt idx="971">
                  <c:v>0.4855</c:v>
                </c:pt>
                <c:pt idx="972">
                  <c:v>0.486</c:v>
                </c:pt>
                <c:pt idx="973">
                  <c:v>0.4865</c:v>
                </c:pt>
                <c:pt idx="974">
                  <c:v>0.487</c:v>
                </c:pt>
                <c:pt idx="975">
                  <c:v>0.4875</c:v>
                </c:pt>
                <c:pt idx="976">
                  <c:v>0.488</c:v>
                </c:pt>
                <c:pt idx="977">
                  <c:v>0.4885</c:v>
                </c:pt>
                <c:pt idx="978">
                  <c:v>0.489</c:v>
                </c:pt>
                <c:pt idx="979">
                  <c:v>0.4895</c:v>
                </c:pt>
                <c:pt idx="980">
                  <c:v>0.49</c:v>
                </c:pt>
                <c:pt idx="981">
                  <c:v>0.4905</c:v>
                </c:pt>
                <c:pt idx="982">
                  <c:v>0.491</c:v>
                </c:pt>
                <c:pt idx="983">
                  <c:v>0.4915</c:v>
                </c:pt>
                <c:pt idx="984">
                  <c:v>0.492</c:v>
                </c:pt>
                <c:pt idx="985">
                  <c:v>0.4925</c:v>
                </c:pt>
                <c:pt idx="986">
                  <c:v>0.493</c:v>
                </c:pt>
                <c:pt idx="987">
                  <c:v>0.4935</c:v>
                </c:pt>
                <c:pt idx="988">
                  <c:v>0.494</c:v>
                </c:pt>
                <c:pt idx="989">
                  <c:v>0.4945</c:v>
                </c:pt>
                <c:pt idx="990">
                  <c:v>0.495</c:v>
                </c:pt>
                <c:pt idx="991">
                  <c:v>0.4955</c:v>
                </c:pt>
                <c:pt idx="992">
                  <c:v>0.496</c:v>
                </c:pt>
                <c:pt idx="993">
                  <c:v>0.4965</c:v>
                </c:pt>
                <c:pt idx="994">
                  <c:v>0.497</c:v>
                </c:pt>
                <c:pt idx="995">
                  <c:v>0.4975</c:v>
                </c:pt>
                <c:pt idx="996">
                  <c:v>0.498</c:v>
                </c:pt>
                <c:pt idx="997">
                  <c:v>0.4985</c:v>
                </c:pt>
                <c:pt idx="998">
                  <c:v>0.499</c:v>
                </c:pt>
                <c:pt idx="999">
                  <c:v>0.4995</c:v>
                </c:pt>
                <c:pt idx="1000">
                  <c:v>0.5</c:v>
                </c:pt>
                <c:pt idx="1001">
                  <c:v>0.5005</c:v>
                </c:pt>
                <c:pt idx="1002">
                  <c:v>0.501</c:v>
                </c:pt>
                <c:pt idx="1003">
                  <c:v>0.5015</c:v>
                </c:pt>
                <c:pt idx="1004">
                  <c:v>0.502</c:v>
                </c:pt>
                <c:pt idx="1005">
                  <c:v>0.5025</c:v>
                </c:pt>
                <c:pt idx="1006">
                  <c:v>0.503</c:v>
                </c:pt>
                <c:pt idx="1007">
                  <c:v>0.5035</c:v>
                </c:pt>
                <c:pt idx="1008">
                  <c:v>0.504</c:v>
                </c:pt>
                <c:pt idx="1009">
                  <c:v>0.5045</c:v>
                </c:pt>
                <c:pt idx="1010">
                  <c:v>0.505</c:v>
                </c:pt>
                <c:pt idx="1011">
                  <c:v>0.5055</c:v>
                </c:pt>
                <c:pt idx="1012">
                  <c:v>0.506</c:v>
                </c:pt>
                <c:pt idx="1013">
                  <c:v>0.5065</c:v>
                </c:pt>
                <c:pt idx="1014">
                  <c:v>0.507</c:v>
                </c:pt>
                <c:pt idx="1015">
                  <c:v>0.5075</c:v>
                </c:pt>
                <c:pt idx="1016">
                  <c:v>0.508</c:v>
                </c:pt>
                <c:pt idx="1017">
                  <c:v>0.5085</c:v>
                </c:pt>
                <c:pt idx="1018">
                  <c:v>0.509</c:v>
                </c:pt>
                <c:pt idx="1019">
                  <c:v>0.5095</c:v>
                </c:pt>
                <c:pt idx="1020">
                  <c:v>0.51</c:v>
                </c:pt>
                <c:pt idx="1021">
                  <c:v>0.5105</c:v>
                </c:pt>
                <c:pt idx="1022">
                  <c:v>0.511</c:v>
                </c:pt>
                <c:pt idx="1023">
                  <c:v>0.5115</c:v>
                </c:pt>
                <c:pt idx="1024">
                  <c:v>0.512</c:v>
                </c:pt>
                <c:pt idx="1025">
                  <c:v>0.5125</c:v>
                </c:pt>
                <c:pt idx="1026">
                  <c:v>0.513</c:v>
                </c:pt>
                <c:pt idx="1027">
                  <c:v>0.5135</c:v>
                </c:pt>
                <c:pt idx="1028">
                  <c:v>0.514</c:v>
                </c:pt>
                <c:pt idx="1029">
                  <c:v>0.5145</c:v>
                </c:pt>
                <c:pt idx="1030">
                  <c:v>0.515</c:v>
                </c:pt>
                <c:pt idx="1031">
                  <c:v>0.5155</c:v>
                </c:pt>
                <c:pt idx="1032">
                  <c:v>0.516</c:v>
                </c:pt>
                <c:pt idx="1033">
                  <c:v>0.5165</c:v>
                </c:pt>
                <c:pt idx="1034">
                  <c:v>0.517</c:v>
                </c:pt>
                <c:pt idx="1035">
                  <c:v>0.5175</c:v>
                </c:pt>
                <c:pt idx="1036">
                  <c:v>0.518</c:v>
                </c:pt>
                <c:pt idx="1037">
                  <c:v>0.5185</c:v>
                </c:pt>
                <c:pt idx="1038">
                  <c:v>0.519</c:v>
                </c:pt>
                <c:pt idx="1039">
                  <c:v>0.5195</c:v>
                </c:pt>
                <c:pt idx="1040">
                  <c:v>0.52</c:v>
                </c:pt>
                <c:pt idx="1041">
                  <c:v>0.5205</c:v>
                </c:pt>
                <c:pt idx="1042">
                  <c:v>0.521</c:v>
                </c:pt>
                <c:pt idx="1043">
                  <c:v>0.5215</c:v>
                </c:pt>
                <c:pt idx="1044">
                  <c:v>0.522</c:v>
                </c:pt>
                <c:pt idx="1045">
                  <c:v>0.5225</c:v>
                </c:pt>
                <c:pt idx="1046">
                  <c:v>0.523</c:v>
                </c:pt>
                <c:pt idx="1047">
                  <c:v>0.5235</c:v>
                </c:pt>
                <c:pt idx="1048">
                  <c:v>0.524</c:v>
                </c:pt>
                <c:pt idx="1049">
                  <c:v>0.5245</c:v>
                </c:pt>
                <c:pt idx="1050">
                  <c:v>0.525</c:v>
                </c:pt>
                <c:pt idx="1051">
                  <c:v>0.5255</c:v>
                </c:pt>
                <c:pt idx="1052">
                  <c:v>0.526</c:v>
                </c:pt>
                <c:pt idx="1053">
                  <c:v>0.5265</c:v>
                </c:pt>
                <c:pt idx="1054">
                  <c:v>0.527</c:v>
                </c:pt>
                <c:pt idx="1055">
                  <c:v>0.5275</c:v>
                </c:pt>
                <c:pt idx="1056">
                  <c:v>0.528</c:v>
                </c:pt>
                <c:pt idx="1057">
                  <c:v>0.5285</c:v>
                </c:pt>
                <c:pt idx="1058">
                  <c:v>0.529</c:v>
                </c:pt>
                <c:pt idx="1059">
                  <c:v>0.5295</c:v>
                </c:pt>
                <c:pt idx="1060">
                  <c:v>0.53</c:v>
                </c:pt>
                <c:pt idx="1061">
                  <c:v>0.5305</c:v>
                </c:pt>
                <c:pt idx="1062">
                  <c:v>0.531</c:v>
                </c:pt>
                <c:pt idx="1063">
                  <c:v>0.5315</c:v>
                </c:pt>
                <c:pt idx="1064">
                  <c:v>0.532</c:v>
                </c:pt>
                <c:pt idx="1065">
                  <c:v>0.5325</c:v>
                </c:pt>
                <c:pt idx="1066">
                  <c:v>0.533</c:v>
                </c:pt>
                <c:pt idx="1067">
                  <c:v>0.5335</c:v>
                </c:pt>
                <c:pt idx="1068">
                  <c:v>0.534</c:v>
                </c:pt>
                <c:pt idx="1069">
                  <c:v>0.5345</c:v>
                </c:pt>
                <c:pt idx="1070">
                  <c:v>0.535</c:v>
                </c:pt>
                <c:pt idx="1071">
                  <c:v>0.5355</c:v>
                </c:pt>
                <c:pt idx="1072">
                  <c:v>0.536</c:v>
                </c:pt>
                <c:pt idx="1073">
                  <c:v>0.5365</c:v>
                </c:pt>
                <c:pt idx="1074">
                  <c:v>0.537</c:v>
                </c:pt>
                <c:pt idx="1075">
                  <c:v>0.5375</c:v>
                </c:pt>
                <c:pt idx="1076">
                  <c:v>0.538</c:v>
                </c:pt>
                <c:pt idx="1077">
                  <c:v>0.5385</c:v>
                </c:pt>
                <c:pt idx="1078">
                  <c:v>0.539</c:v>
                </c:pt>
                <c:pt idx="1079">
                  <c:v>0.5395</c:v>
                </c:pt>
                <c:pt idx="1080">
                  <c:v>0.54</c:v>
                </c:pt>
                <c:pt idx="1081">
                  <c:v>0.5405</c:v>
                </c:pt>
                <c:pt idx="1082">
                  <c:v>0.541</c:v>
                </c:pt>
                <c:pt idx="1083">
                  <c:v>0.5415</c:v>
                </c:pt>
                <c:pt idx="1084">
                  <c:v>0.542</c:v>
                </c:pt>
                <c:pt idx="1085">
                  <c:v>0.5425</c:v>
                </c:pt>
                <c:pt idx="1086">
                  <c:v>0.543</c:v>
                </c:pt>
                <c:pt idx="1087">
                  <c:v>0.5435</c:v>
                </c:pt>
                <c:pt idx="1088">
                  <c:v>0.544</c:v>
                </c:pt>
                <c:pt idx="1089">
                  <c:v>0.5445</c:v>
                </c:pt>
                <c:pt idx="1090">
                  <c:v>0.545</c:v>
                </c:pt>
                <c:pt idx="1091">
                  <c:v>0.5455</c:v>
                </c:pt>
                <c:pt idx="1092">
                  <c:v>0.546</c:v>
                </c:pt>
                <c:pt idx="1093">
                  <c:v>0.5465</c:v>
                </c:pt>
                <c:pt idx="1094">
                  <c:v>0.547</c:v>
                </c:pt>
                <c:pt idx="1095">
                  <c:v>0.5475</c:v>
                </c:pt>
                <c:pt idx="1096">
                  <c:v>0.548</c:v>
                </c:pt>
                <c:pt idx="1097">
                  <c:v>0.5485</c:v>
                </c:pt>
                <c:pt idx="1098">
                  <c:v>0.549</c:v>
                </c:pt>
                <c:pt idx="1099">
                  <c:v>0.5495</c:v>
                </c:pt>
                <c:pt idx="1100">
                  <c:v>0.55</c:v>
                </c:pt>
                <c:pt idx="1101">
                  <c:v>0.5505</c:v>
                </c:pt>
                <c:pt idx="1102">
                  <c:v>0.551</c:v>
                </c:pt>
                <c:pt idx="1103">
                  <c:v>0.5515</c:v>
                </c:pt>
                <c:pt idx="1104">
                  <c:v>0.552</c:v>
                </c:pt>
                <c:pt idx="1105">
                  <c:v>0.5525</c:v>
                </c:pt>
                <c:pt idx="1106">
                  <c:v>0.553</c:v>
                </c:pt>
                <c:pt idx="1107">
                  <c:v>0.5535</c:v>
                </c:pt>
                <c:pt idx="1108">
                  <c:v>0.554</c:v>
                </c:pt>
                <c:pt idx="1109">
                  <c:v>0.5545</c:v>
                </c:pt>
                <c:pt idx="1110">
                  <c:v>0.555</c:v>
                </c:pt>
                <c:pt idx="1111">
                  <c:v>0.5555</c:v>
                </c:pt>
                <c:pt idx="1112">
                  <c:v>0.556</c:v>
                </c:pt>
                <c:pt idx="1113">
                  <c:v>0.5565</c:v>
                </c:pt>
                <c:pt idx="1114">
                  <c:v>0.557</c:v>
                </c:pt>
                <c:pt idx="1115">
                  <c:v>0.5575</c:v>
                </c:pt>
                <c:pt idx="1116">
                  <c:v>0.558</c:v>
                </c:pt>
                <c:pt idx="1117">
                  <c:v>0.5585</c:v>
                </c:pt>
                <c:pt idx="1118">
                  <c:v>0.559</c:v>
                </c:pt>
                <c:pt idx="1119">
                  <c:v>0.5595</c:v>
                </c:pt>
                <c:pt idx="1120">
                  <c:v>0.56</c:v>
                </c:pt>
                <c:pt idx="1121">
                  <c:v>0.5605</c:v>
                </c:pt>
                <c:pt idx="1122">
                  <c:v>0.561</c:v>
                </c:pt>
                <c:pt idx="1123">
                  <c:v>0.5615</c:v>
                </c:pt>
                <c:pt idx="1124">
                  <c:v>0.562</c:v>
                </c:pt>
                <c:pt idx="1125">
                  <c:v>0.5625</c:v>
                </c:pt>
                <c:pt idx="1126">
                  <c:v>0.563</c:v>
                </c:pt>
                <c:pt idx="1127">
                  <c:v>0.5635</c:v>
                </c:pt>
                <c:pt idx="1128">
                  <c:v>0.564</c:v>
                </c:pt>
                <c:pt idx="1129">
                  <c:v>0.5645</c:v>
                </c:pt>
                <c:pt idx="1130">
                  <c:v>0.565</c:v>
                </c:pt>
                <c:pt idx="1131">
                  <c:v>0.5655</c:v>
                </c:pt>
                <c:pt idx="1132">
                  <c:v>0.566</c:v>
                </c:pt>
                <c:pt idx="1133">
                  <c:v>0.5665</c:v>
                </c:pt>
                <c:pt idx="1134">
                  <c:v>0.567</c:v>
                </c:pt>
                <c:pt idx="1135">
                  <c:v>0.5675</c:v>
                </c:pt>
                <c:pt idx="1136">
                  <c:v>0.568</c:v>
                </c:pt>
                <c:pt idx="1137">
                  <c:v>0.5685</c:v>
                </c:pt>
                <c:pt idx="1138">
                  <c:v>0.569</c:v>
                </c:pt>
                <c:pt idx="1139">
                  <c:v>0.5695</c:v>
                </c:pt>
                <c:pt idx="1140">
                  <c:v>0.57</c:v>
                </c:pt>
                <c:pt idx="1141">
                  <c:v>0.5705</c:v>
                </c:pt>
                <c:pt idx="1142">
                  <c:v>0.571</c:v>
                </c:pt>
                <c:pt idx="1143">
                  <c:v>0.5715</c:v>
                </c:pt>
                <c:pt idx="1144">
                  <c:v>0.572</c:v>
                </c:pt>
                <c:pt idx="1145">
                  <c:v>0.5725</c:v>
                </c:pt>
                <c:pt idx="1146">
                  <c:v>0.573</c:v>
                </c:pt>
                <c:pt idx="1147">
                  <c:v>0.5735</c:v>
                </c:pt>
                <c:pt idx="1148">
                  <c:v>0.574</c:v>
                </c:pt>
                <c:pt idx="1149">
                  <c:v>0.5745</c:v>
                </c:pt>
                <c:pt idx="1150">
                  <c:v>0.575</c:v>
                </c:pt>
                <c:pt idx="1151">
                  <c:v>0.5755</c:v>
                </c:pt>
                <c:pt idx="1152">
                  <c:v>0.576</c:v>
                </c:pt>
                <c:pt idx="1153">
                  <c:v>0.5765</c:v>
                </c:pt>
                <c:pt idx="1154">
                  <c:v>0.577</c:v>
                </c:pt>
                <c:pt idx="1155">
                  <c:v>0.5775</c:v>
                </c:pt>
                <c:pt idx="1156">
                  <c:v>0.578</c:v>
                </c:pt>
                <c:pt idx="1157">
                  <c:v>0.5785</c:v>
                </c:pt>
                <c:pt idx="1158">
                  <c:v>0.579</c:v>
                </c:pt>
                <c:pt idx="1159">
                  <c:v>0.5795</c:v>
                </c:pt>
                <c:pt idx="1160">
                  <c:v>0.58</c:v>
                </c:pt>
                <c:pt idx="1161">
                  <c:v>0.5805</c:v>
                </c:pt>
                <c:pt idx="1162">
                  <c:v>0.581</c:v>
                </c:pt>
                <c:pt idx="1163">
                  <c:v>0.5815</c:v>
                </c:pt>
                <c:pt idx="1164">
                  <c:v>0.582</c:v>
                </c:pt>
                <c:pt idx="1165">
                  <c:v>0.5825</c:v>
                </c:pt>
                <c:pt idx="1166">
                  <c:v>0.583</c:v>
                </c:pt>
                <c:pt idx="1167">
                  <c:v>0.5835</c:v>
                </c:pt>
                <c:pt idx="1168">
                  <c:v>0.584</c:v>
                </c:pt>
                <c:pt idx="1169">
                  <c:v>0.5845</c:v>
                </c:pt>
                <c:pt idx="1170">
                  <c:v>0.585</c:v>
                </c:pt>
                <c:pt idx="1171">
                  <c:v>0.5855</c:v>
                </c:pt>
                <c:pt idx="1172">
                  <c:v>0.586</c:v>
                </c:pt>
                <c:pt idx="1173">
                  <c:v>0.5865</c:v>
                </c:pt>
                <c:pt idx="1174">
                  <c:v>0.587</c:v>
                </c:pt>
                <c:pt idx="1175">
                  <c:v>0.5875</c:v>
                </c:pt>
                <c:pt idx="1176">
                  <c:v>0.588</c:v>
                </c:pt>
                <c:pt idx="1177">
                  <c:v>0.5885</c:v>
                </c:pt>
                <c:pt idx="1178">
                  <c:v>0.589</c:v>
                </c:pt>
                <c:pt idx="1179">
                  <c:v>0.5895</c:v>
                </c:pt>
                <c:pt idx="1180">
                  <c:v>0.59</c:v>
                </c:pt>
                <c:pt idx="1181">
                  <c:v>0.5905</c:v>
                </c:pt>
                <c:pt idx="1182">
                  <c:v>0.591</c:v>
                </c:pt>
                <c:pt idx="1183">
                  <c:v>0.5915</c:v>
                </c:pt>
                <c:pt idx="1184">
                  <c:v>0.592</c:v>
                </c:pt>
                <c:pt idx="1185">
                  <c:v>0.5925</c:v>
                </c:pt>
                <c:pt idx="1186">
                  <c:v>0.593</c:v>
                </c:pt>
                <c:pt idx="1187">
                  <c:v>0.5935</c:v>
                </c:pt>
                <c:pt idx="1188">
                  <c:v>0.594</c:v>
                </c:pt>
                <c:pt idx="1189">
                  <c:v>0.5945</c:v>
                </c:pt>
                <c:pt idx="1190">
                  <c:v>0.595</c:v>
                </c:pt>
                <c:pt idx="1191">
                  <c:v>0.5955</c:v>
                </c:pt>
                <c:pt idx="1192">
                  <c:v>0.596</c:v>
                </c:pt>
                <c:pt idx="1193">
                  <c:v>0.5965</c:v>
                </c:pt>
                <c:pt idx="1194">
                  <c:v>0.597</c:v>
                </c:pt>
                <c:pt idx="1195">
                  <c:v>0.5975</c:v>
                </c:pt>
                <c:pt idx="1196">
                  <c:v>0.598</c:v>
                </c:pt>
                <c:pt idx="1197">
                  <c:v>0.5985</c:v>
                </c:pt>
                <c:pt idx="1198">
                  <c:v>0.599</c:v>
                </c:pt>
                <c:pt idx="1199">
                  <c:v>0.5995</c:v>
                </c:pt>
                <c:pt idx="1200">
                  <c:v>0.6</c:v>
                </c:pt>
                <c:pt idx="1201">
                  <c:v>0.6005</c:v>
                </c:pt>
                <c:pt idx="1202">
                  <c:v>0.601</c:v>
                </c:pt>
                <c:pt idx="1203">
                  <c:v>0.6015</c:v>
                </c:pt>
                <c:pt idx="1204">
                  <c:v>0.602</c:v>
                </c:pt>
                <c:pt idx="1205">
                  <c:v>0.6025</c:v>
                </c:pt>
                <c:pt idx="1206">
                  <c:v>0.603</c:v>
                </c:pt>
                <c:pt idx="1207">
                  <c:v>0.6035</c:v>
                </c:pt>
                <c:pt idx="1208">
                  <c:v>0.604</c:v>
                </c:pt>
                <c:pt idx="1209">
                  <c:v>0.6045</c:v>
                </c:pt>
                <c:pt idx="1210">
                  <c:v>0.605</c:v>
                </c:pt>
                <c:pt idx="1211">
                  <c:v>0.6055</c:v>
                </c:pt>
                <c:pt idx="1212">
                  <c:v>0.606</c:v>
                </c:pt>
                <c:pt idx="1213">
                  <c:v>0.6065</c:v>
                </c:pt>
                <c:pt idx="1214">
                  <c:v>0.607</c:v>
                </c:pt>
                <c:pt idx="1215">
                  <c:v>0.6075</c:v>
                </c:pt>
                <c:pt idx="1216">
                  <c:v>0.608</c:v>
                </c:pt>
                <c:pt idx="1217">
                  <c:v>0.6085</c:v>
                </c:pt>
                <c:pt idx="1218">
                  <c:v>0.609</c:v>
                </c:pt>
                <c:pt idx="1219">
                  <c:v>0.6095</c:v>
                </c:pt>
                <c:pt idx="1220">
                  <c:v>0.61</c:v>
                </c:pt>
                <c:pt idx="1221">
                  <c:v>0.6105</c:v>
                </c:pt>
                <c:pt idx="1222">
                  <c:v>0.611</c:v>
                </c:pt>
                <c:pt idx="1223">
                  <c:v>0.6115</c:v>
                </c:pt>
                <c:pt idx="1224">
                  <c:v>0.612</c:v>
                </c:pt>
                <c:pt idx="1225">
                  <c:v>0.6125</c:v>
                </c:pt>
                <c:pt idx="1226">
                  <c:v>0.613</c:v>
                </c:pt>
                <c:pt idx="1227">
                  <c:v>0.6135</c:v>
                </c:pt>
                <c:pt idx="1228">
                  <c:v>0.614</c:v>
                </c:pt>
                <c:pt idx="1229">
                  <c:v>0.6145</c:v>
                </c:pt>
                <c:pt idx="1230">
                  <c:v>0.615</c:v>
                </c:pt>
                <c:pt idx="1231">
                  <c:v>0.6155</c:v>
                </c:pt>
                <c:pt idx="1232">
                  <c:v>0.616</c:v>
                </c:pt>
                <c:pt idx="1233">
                  <c:v>0.6165</c:v>
                </c:pt>
                <c:pt idx="1234">
                  <c:v>0.617</c:v>
                </c:pt>
                <c:pt idx="1235">
                  <c:v>0.6175</c:v>
                </c:pt>
                <c:pt idx="1236">
                  <c:v>0.618</c:v>
                </c:pt>
                <c:pt idx="1237">
                  <c:v>0.6185</c:v>
                </c:pt>
                <c:pt idx="1238">
                  <c:v>0.619</c:v>
                </c:pt>
                <c:pt idx="1239">
                  <c:v>0.6195</c:v>
                </c:pt>
                <c:pt idx="1240">
                  <c:v>0.62</c:v>
                </c:pt>
                <c:pt idx="1241">
                  <c:v>0.6205</c:v>
                </c:pt>
                <c:pt idx="1242">
                  <c:v>0.621</c:v>
                </c:pt>
                <c:pt idx="1243">
                  <c:v>0.6215</c:v>
                </c:pt>
                <c:pt idx="1244">
                  <c:v>0.622</c:v>
                </c:pt>
                <c:pt idx="1245">
                  <c:v>0.6225</c:v>
                </c:pt>
                <c:pt idx="1246">
                  <c:v>0.623</c:v>
                </c:pt>
                <c:pt idx="1247">
                  <c:v>0.6235</c:v>
                </c:pt>
                <c:pt idx="1248">
                  <c:v>0.624</c:v>
                </c:pt>
                <c:pt idx="1249">
                  <c:v>0.6245</c:v>
                </c:pt>
                <c:pt idx="1250">
                  <c:v>0.625</c:v>
                </c:pt>
                <c:pt idx="1251">
                  <c:v>0.6255</c:v>
                </c:pt>
                <c:pt idx="1252">
                  <c:v>0.626</c:v>
                </c:pt>
                <c:pt idx="1253">
                  <c:v>0.6265</c:v>
                </c:pt>
                <c:pt idx="1254">
                  <c:v>0.627</c:v>
                </c:pt>
                <c:pt idx="1255">
                  <c:v>0.6275</c:v>
                </c:pt>
                <c:pt idx="1256">
                  <c:v>0.628</c:v>
                </c:pt>
                <c:pt idx="1257">
                  <c:v>0.6285</c:v>
                </c:pt>
                <c:pt idx="1258">
                  <c:v>0.629</c:v>
                </c:pt>
                <c:pt idx="1259">
                  <c:v>0.6295</c:v>
                </c:pt>
                <c:pt idx="1260">
                  <c:v>0.63</c:v>
                </c:pt>
                <c:pt idx="1261">
                  <c:v>0.6305</c:v>
                </c:pt>
                <c:pt idx="1262">
                  <c:v>0.631</c:v>
                </c:pt>
                <c:pt idx="1263">
                  <c:v>0.6315</c:v>
                </c:pt>
                <c:pt idx="1264">
                  <c:v>0.632</c:v>
                </c:pt>
                <c:pt idx="1265">
                  <c:v>0.6325</c:v>
                </c:pt>
                <c:pt idx="1266">
                  <c:v>0.633</c:v>
                </c:pt>
                <c:pt idx="1267">
                  <c:v>0.6335</c:v>
                </c:pt>
                <c:pt idx="1268">
                  <c:v>0.634</c:v>
                </c:pt>
                <c:pt idx="1269">
                  <c:v>0.6345</c:v>
                </c:pt>
                <c:pt idx="1270">
                  <c:v>0.635</c:v>
                </c:pt>
                <c:pt idx="1271">
                  <c:v>0.6355</c:v>
                </c:pt>
                <c:pt idx="1272">
                  <c:v>0.636</c:v>
                </c:pt>
                <c:pt idx="1273">
                  <c:v>0.6365</c:v>
                </c:pt>
                <c:pt idx="1274">
                  <c:v>0.637</c:v>
                </c:pt>
                <c:pt idx="1275">
                  <c:v>0.6375</c:v>
                </c:pt>
                <c:pt idx="1276">
                  <c:v>0.638</c:v>
                </c:pt>
                <c:pt idx="1277">
                  <c:v>0.6385</c:v>
                </c:pt>
                <c:pt idx="1278">
                  <c:v>0.639</c:v>
                </c:pt>
                <c:pt idx="1279">
                  <c:v>0.6395</c:v>
                </c:pt>
                <c:pt idx="1280">
                  <c:v>0.64</c:v>
                </c:pt>
                <c:pt idx="1281">
                  <c:v>0.6405</c:v>
                </c:pt>
                <c:pt idx="1282">
                  <c:v>0.641</c:v>
                </c:pt>
                <c:pt idx="1283">
                  <c:v>0.6415</c:v>
                </c:pt>
                <c:pt idx="1284">
                  <c:v>0.642</c:v>
                </c:pt>
                <c:pt idx="1285">
                  <c:v>0.6425</c:v>
                </c:pt>
                <c:pt idx="1286">
                  <c:v>0.643</c:v>
                </c:pt>
                <c:pt idx="1287">
                  <c:v>0.6435</c:v>
                </c:pt>
                <c:pt idx="1288">
                  <c:v>0.644</c:v>
                </c:pt>
                <c:pt idx="1289">
                  <c:v>0.6445</c:v>
                </c:pt>
                <c:pt idx="1290">
                  <c:v>0.645</c:v>
                </c:pt>
                <c:pt idx="1291">
                  <c:v>0.6455</c:v>
                </c:pt>
                <c:pt idx="1292">
                  <c:v>0.646</c:v>
                </c:pt>
                <c:pt idx="1293">
                  <c:v>0.6465</c:v>
                </c:pt>
                <c:pt idx="1294">
                  <c:v>0.647</c:v>
                </c:pt>
                <c:pt idx="1295">
                  <c:v>0.6475</c:v>
                </c:pt>
                <c:pt idx="1296">
                  <c:v>0.648</c:v>
                </c:pt>
                <c:pt idx="1297">
                  <c:v>0.6485</c:v>
                </c:pt>
                <c:pt idx="1298">
                  <c:v>0.649</c:v>
                </c:pt>
                <c:pt idx="1299">
                  <c:v>0.6495</c:v>
                </c:pt>
                <c:pt idx="1300">
                  <c:v>0.65</c:v>
                </c:pt>
                <c:pt idx="1301">
                  <c:v>0.6505</c:v>
                </c:pt>
                <c:pt idx="1302">
                  <c:v>0.651</c:v>
                </c:pt>
                <c:pt idx="1303">
                  <c:v>0.6515</c:v>
                </c:pt>
                <c:pt idx="1304">
                  <c:v>0.652</c:v>
                </c:pt>
                <c:pt idx="1305">
                  <c:v>0.6525</c:v>
                </c:pt>
                <c:pt idx="1306">
                  <c:v>0.653</c:v>
                </c:pt>
                <c:pt idx="1307">
                  <c:v>0.6535</c:v>
                </c:pt>
                <c:pt idx="1308">
                  <c:v>0.654</c:v>
                </c:pt>
                <c:pt idx="1309">
                  <c:v>0.6545</c:v>
                </c:pt>
                <c:pt idx="1310">
                  <c:v>0.655</c:v>
                </c:pt>
                <c:pt idx="1311">
                  <c:v>0.6555</c:v>
                </c:pt>
                <c:pt idx="1312">
                  <c:v>0.656</c:v>
                </c:pt>
                <c:pt idx="1313">
                  <c:v>0.6565</c:v>
                </c:pt>
                <c:pt idx="1314">
                  <c:v>0.657</c:v>
                </c:pt>
                <c:pt idx="1315">
                  <c:v>0.6575</c:v>
                </c:pt>
                <c:pt idx="1316">
                  <c:v>0.658</c:v>
                </c:pt>
                <c:pt idx="1317">
                  <c:v>0.6585</c:v>
                </c:pt>
                <c:pt idx="1318">
                  <c:v>0.659</c:v>
                </c:pt>
                <c:pt idx="1319">
                  <c:v>0.6595</c:v>
                </c:pt>
                <c:pt idx="1320">
                  <c:v>0.66</c:v>
                </c:pt>
                <c:pt idx="1321">
                  <c:v>0.6605</c:v>
                </c:pt>
                <c:pt idx="1322">
                  <c:v>0.661</c:v>
                </c:pt>
                <c:pt idx="1323">
                  <c:v>0.6615</c:v>
                </c:pt>
                <c:pt idx="1324">
                  <c:v>0.662</c:v>
                </c:pt>
                <c:pt idx="1325">
                  <c:v>0.6625</c:v>
                </c:pt>
                <c:pt idx="1326">
                  <c:v>0.663</c:v>
                </c:pt>
                <c:pt idx="1327">
                  <c:v>0.6635</c:v>
                </c:pt>
                <c:pt idx="1328">
                  <c:v>0.664</c:v>
                </c:pt>
                <c:pt idx="1329">
                  <c:v>0.6645</c:v>
                </c:pt>
                <c:pt idx="1330">
                  <c:v>0.665</c:v>
                </c:pt>
                <c:pt idx="1331">
                  <c:v>0.6655</c:v>
                </c:pt>
                <c:pt idx="1332">
                  <c:v>0.666</c:v>
                </c:pt>
                <c:pt idx="1333">
                  <c:v>0.6665</c:v>
                </c:pt>
                <c:pt idx="1334">
                  <c:v>0.667</c:v>
                </c:pt>
                <c:pt idx="1335">
                  <c:v>0.6675</c:v>
                </c:pt>
                <c:pt idx="1336">
                  <c:v>0.668</c:v>
                </c:pt>
                <c:pt idx="1337">
                  <c:v>0.6685</c:v>
                </c:pt>
                <c:pt idx="1338">
                  <c:v>0.669</c:v>
                </c:pt>
                <c:pt idx="1339">
                  <c:v>0.6695</c:v>
                </c:pt>
                <c:pt idx="1340">
                  <c:v>0.67</c:v>
                </c:pt>
                <c:pt idx="1341">
                  <c:v>0.6705</c:v>
                </c:pt>
                <c:pt idx="1342">
                  <c:v>0.671</c:v>
                </c:pt>
                <c:pt idx="1343">
                  <c:v>0.6715</c:v>
                </c:pt>
                <c:pt idx="1344">
                  <c:v>0.672</c:v>
                </c:pt>
                <c:pt idx="1345">
                  <c:v>0.6725</c:v>
                </c:pt>
                <c:pt idx="1346">
                  <c:v>0.673</c:v>
                </c:pt>
                <c:pt idx="1347">
                  <c:v>0.6735</c:v>
                </c:pt>
                <c:pt idx="1348">
                  <c:v>0.674</c:v>
                </c:pt>
                <c:pt idx="1349">
                  <c:v>0.6745</c:v>
                </c:pt>
                <c:pt idx="1350">
                  <c:v>0.675</c:v>
                </c:pt>
                <c:pt idx="1351">
                  <c:v>0.6755</c:v>
                </c:pt>
                <c:pt idx="1352">
                  <c:v>0.676</c:v>
                </c:pt>
                <c:pt idx="1353">
                  <c:v>0.6765</c:v>
                </c:pt>
                <c:pt idx="1354">
                  <c:v>0.677</c:v>
                </c:pt>
                <c:pt idx="1355">
                  <c:v>0.6775</c:v>
                </c:pt>
                <c:pt idx="1356">
                  <c:v>0.678</c:v>
                </c:pt>
                <c:pt idx="1357">
                  <c:v>0.6785</c:v>
                </c:pt>
                <c:pt idx="1358">
                  <c:v>0.679</c:v>
                </c:pt>
                <c:pt idx="1359">
                  <c:v>0.6795</c:v>
                </c:pt>
                <c:pt idx="1360">
                  <c:v>0.68</c:v>
                </c:pt>
                <c:pt idx="1361">
                  <c:v>0.6805</c:v>
                </c:pt>
                <c:pt idx="1362">
                  <c:v>0.681</c:v>
                </c:pt>
                <c:pt idx="1363">
                  <c:v>0.6815</c:v>
                </c:pt>
                <c:pt idx="1364">
                  <c:v>0.682</c:v>
                </c:pt>
                <c:pt idx="1365">
                  <c:v>0.6825</c:v>
                </c:pt>
                <c:pt idx="1366">
                  <c:v>0.683</c:v>
                </c:pt>
                <c:pt idx="1367">
                  <c:v>0.6835</c:v>
                </c:pt>
                <c:pt idx="1368">
                  <c:v>0.684</c:v>
                </c:pt>
                <c:pt idx="1369">
                  <c:v>0.6845</c:v>
                </c:pt>
                <c:pt idx="1370">
                  <c:v>0.685</c:v>
                </c:pt>
                <c:pt idx="1371">
                  <c:v>0.6855</c:v>
                </c:pt>
                <c:pt idx="1372">
                  <c:v>0.686</c:v>
                </c:pt>
                <c:pt idx="1373">
                  <c:v>0.6865</c:v>
                </c:pt>
                <c:pt idx="1374">
                  <c:v>0.687</c:v>
                </c:pt>
                <c:pt idx="1375">
                  <c:v>0.6875</c:v>
                </c:pt>
                <c:pt idx="1376">
                  <c:v>0.688</c:v>
                </c:pt>
                <c:pt idx="1377">
                  <c:v>0.6885</c:v>
                </c:pt>
                <c:pt idx="1378">
                  <c:v>0.689</c:v>
                </c:pt>
                <c:pt idx="1379">
                  <c:v>0.6895</c:v>
                </c:pt>
                <c:pt idx="1380">
                  <c:v>0.69</c:v>
                </c:pt>
                <c:pt idx="1381">
                  <c:v>0.6905</c:v>
                </c:pt>
                <c:pt idx="1382">
                  <c:v>0.691</c:v>
                </c:pt>
                <c:pt idx="1383">
                  <c:v>0.6915</c:v>
                </c:pt>
                <c:pt idx="1384">
                  <c:v>0.692</c:v>
                </c:pt>
                <c:pt idx="1385">
                  <c:v>0.6925</c:v>
                </c:pt>
                <c:pt idx="1386">
                  <c:v>0.693</c:v>
                </c:pt>
                <c:pt idx="1387">
                  <c:v>0.6935</c:v>
                </c:pt>
                <c:pt idx="1388">
                  <c:v>0.694</c:v>
                </c:pt>
                <c:pt idx="1389">
                  <c:v>0.6945</c:v>
                </c:pt>
                <c:pt idx="1390">
                  <c:v>0.695</c:v>
                </c:pt>
                <c:pt idx="1391">
                  <c:v>0.6955</c:v>
                </c:pt>
                <c:pt idx="1392">
                  <c:v>0.696</c:v>
                </c:pt>
                <c:pt idx="1393">
                  <c:v>0.6965</c:v>
                </c:pt>
                <c:pt idx="1394">
                  <c:v>0.697</c:v>
                </c:pt>
                <c:pt idx="1395">
                  <c:v>0.6975</c:v>
                </c:pt>
                <c:pt idx="1396">
                  <c:v>0.698</c:v>
                </c:pt>
                <c:pt idx="1397">
                  <c:v>0.6985</c:v>
                </c:pt>
                <c:pt idx="1398">
                  <c:v>0.699</c:v>
                </c:pt>
                <c:pt idx="1399">
                  <c:v>0.6995</c:v>
                </c:pt>
                <c:pt idx="1400">
                  <c:v>0.7</c:v>
                </c:pt>
                <c:pt idx="1401">
                  <c:v>0.7005</c:v>
                </c:pt>
                <c:pt idx="1402">
                  <c:v>0.701</c:v>
                </c:pt>
                <c:pt idx="1403">
                  <c:v>0.7015</c:v>
                </c:pt>
                <c:pt idx="1404">
                  <c:v>0.702</c:v>
                </c:pt>
                <c:pt idx="1405">
                  <c:v>0.7025</c:v>
                </c:pt>
                <c:pt idx="1406">
                  <c:v>0.703</c:v>
                </c:pt>
                <c:pt idx="1407">
                  <c:v>0.7035</c:v>
                </c:pt>
                <c:pt idx="1408">
                  <c:v>0.704</c:v>
                </c:pt>
                <c:pt idx="1409">
                  <c:v>0.7045</c:v>
                </c:pt>
                <c:pt idx="1410">
                  <c:v>0.705</c:v>
                </c:pt>
                <c:pt idx="1411">
                  <c:v>0.7055</c:v>
                </c:pt>
                <c:pt idx="1412">
                  <c:v>0.706</c:v>
                </c:pt>
                <c:pt idx="1413">
                  <c:v>0.7065</c:v>
                </c:pt>
                <c:pt idx="1414">
                  <c:v>0.707</c:v>
                </c:pt>
                <c:pt idx="1415">
                  <c:v>0.7075</c:v>
                </c:pt>
                <c:pt idx="1416">
                  <c:v>0.708</c:v>
                </c:pt>
                <c:pt idx="1417">
                  <c:v>0.7085</c:v>
                </c:pt>
                <c:pt idx="1418">
                  <c:v>0.709</c:v>
                </c:pt>
                <c:pt idx="1419">
                  <c:v>0.7095</c:v>
                </c:pt>
                <c:pt idx="1420">
                  <c:v>0.71</c:v>
                </c:pt>
                <c:pt idx="1421">
                  <c:v>0.7105</c:v>
                </c:pt>
                <c:pt idx="1422">
                  <c:v>0.711</c:v>
                </c:pt>
                <c:pt idx="1423">
                  <c:v>0.7115</c:v>
                </c:pt>
                <c:pt idx="1424">
                  <c:v>0.712</c:v>
                </c:pt>
                <c:pt idx="1425">
                  <c:v>0.7125</c:v>
                </c:pt>
                <c:pt idx="1426">
                  <c:v>0.713</c:v>
                </c:pt>
                <c:pt idx="1427">
                  <c:v>0.7135</c:v>
                </c:pt>
                <c:pt idx="1428">
                  <c:v>0.714</c:v>
                </c:pt>
                <c:pt idx="1429">
                  <c:v>0.7145</c:v>
                </c:pt>
                <c:pt idx="1430">
                  <c:v>0.715</c:v>
                </c:pt>
                <c:pt idx="1431">
                  <c:v>0.7155</c:v>
                </c:pt>
                <c:pt idx="1432">
                  <c:v>0.716</c:v>
                </c:pt>
                <c:pt idx="1433">
                  <c:v>0.7165</c:v>
                </c:pt>
                <c:pt idx="1434">
                  <c:v>0.717</c:v>
                </c:pt>
                <c:pt idx="1435">
                  <c:v>0.7175</c:v>
                </c:pt>
                <c:pt idx="1436">
                  <c:v>0.718</c:v>
                </c:pt>
                <c:pt idx="1437">
                  <c:v>0.7185</c:v>
                </c:pt>
                <c:pt idx="1438">
                  <c:v>0.719</c:v>
                </c:pt>
                <c:pt idx="1439">
                  <c:v>0.7195</c:v>
                </c:pt>
                <c:pt idx="1440">
                  <c:v>0.72</c:v>
                </c:pt>
                <c:pt idx="1441">
                  <c:v>0.7205</c:v>
                </c:pt>
                <c:pt idx="1442">
                  <c:v>0.721</c:v>
                </c:pt>
                <c:pt idx="1443">
                  <c:v>0.7215</c:v>
                </c:pt>
                <c:pt idx="1444">
                  <c:v>0.722</c:v>
                </c:pt>
                <c:pt idx="1445">
                  <c:v>0.7225</c:v>
                </c:pt>
                <c:pt idx="1446">
                  <c:v>0.723</c:v>
                </c:pt>
                <c:pt idx="1447">
                  <c:v>0.7235</c:v>
                </c:pt>
                <c:pt idx="1448">
                  <c:v>0.724</c:v>
                </c:pt>
                <c:pt idx="1449">
                  <c:v>0.7245</c:v>
                </c:pt>
                <c:pt idx="1450">
                  <c:v>0.725</c:v>
                </c:pt>
                <c:pt idx="1451">
                  <c:v>0.7255</c:v>
                </c:pt>
                <c:pt idx="1452">
                  <c:v>0.726</c:v>
                </c:pt>
                <c:pt idx="1453">
                  <c:v>0.7265</c:v>
                </c:pt>
                <c:pt idx="1454">
                  <c:v>0.727</c:v>
                </c:pt>
                <c:pt idx="1455">
                  <c:v>0.7275</c:v>
                </c:pt>
                <c:pt idx="1456">
                  <c:v>0.728</c:v>
                </c:pt>
                <c:pt idx="1457">
                  <c:v>0.7285</c:v>
                </c:pt>
                <c:pt idx="1458">
                  <c:v>0.729</c:v>
                </c:pt>
                <c:pt idx="1459">
                  <c:v>0.7295</c:v>
                </c:pt>
                <c:pt idx="1460">
                  <c:v>0.73</c:v>
                </c:pt>
                <c:pt idx="1461">
                  <c:v>0.7305</c:v>
                </c:pt>
                <c:pt idx="1462">
                  <c:v>0.731</c:v>
                </c:pt>
                <c:pt idx="1463">
                  <c:v>0.7315</c:v>
                </c:pt>
                <c:pt idx="1464">
                  <c:v>0.732</c:v>
                </c:pt>
                <c:pt idx="1465">
                  <c:v>0.7325</c:v>
                </c:pt>
                <c:pt idx="1466">
                  <c:v>0.733</c:v>
                </c:pt>
                <c:pt idx="1467">
                  <c:v>0.7335</c:v>
                </c:pt>
                <c:pt idx="1468">
                  <c:v>0.734</c:v>
                </c:pt>
                <c:pt idx="1469">
                  <c:v>0.7345</c:v>
                </c:pt>
                <c:pt idx="1470">
                  <c:v>0.735</c:v>
                </c:pt>
                <c:pt idx="1471">
                  <c:v>0.7355</c:v>
                </c:pt>
                <c:pt idx="1472">
                  <c:v>0.736</c:v>
                </c:pt>
                <c:pt idx="1473">
                  <c:v>0.7365</c:v>
                </c:pt>
                <c:pt idx="1474">
                  <c:v>0.737</c:v>
                </c:pt>
                <c:pt idx="1475">
                  <c:v>0.7375</c:v>
                </c:pt>
                <c:pt idx="1476">
                  <c:v>0.738</c:v>
                </c:pt>
                <c:pt idx="1477">
                  <c:v>0.7385</c:v>
                </c:pt>
                <c:pt idx="1478">
                  <c:v>0.739</c:v>
                </c:pt>
                <c:pt idx="1479">
                  <c:v>0.7395</c:v>
                </c:pt>
                <c:pt idx="1480">
                  <c:v>0.74</c:v>
                </c:pt>
                <c:pt idx="1481">
                  <c:v>0.7405</c:v>
                </c:pt>
                <c:pt idx="1482">
                  <c:v>0.741</c:v>
                </c:pt>
                <c:pt idx="1483">
                  <c:v>0.7415</c:v>
                </c:pt>
                <c:pt idx="1484">
                  <c:v>0.742</c:v>
                </c:pt>
                <c:pt idx="1485">
                  <c:v>0.7425</c:v>
                </c:pt>
                <c:pt idx="1486">
                  <c:v>0.743</c:v>
                </c:pt>
                <c:pt idx="1487">
                  <c:v>0.7435</c:v>
                </c:pt>
                <c:pt idx="1488">
                  <c:v>0.744</c:v>
                </c:pt>
                <c:pt idx="1489">
                  <c:v>0.7445</c:v>
                </c:pt>
                <c:pt idx="1490">
                  <c:v>0.745</c:v>
                </c:pt>
                <c:pt idx="1491">
                  <c:v>0.7455</c:v>
                </c:pt>
                <c:pt idx="1492">
                  <c:v>0.746</c:v>
                </c:pt>
                <c:pt idx="1493">
                  <c:v>0.7465</c:v>
                </c:pt>
                <c:pt idx="1494">
                  <c:v>0.747</c:v>
                </c:pt>
                <c:pt idx="1495">
                  <c:v>0.7475</c:v>
                </c:pt>
                <c:pt idx="1496">
                  <c:v>0.748</c:v>
                </c:pt>
                <c:pt idx="1497">
                  <c:v>0.7485</c:v>
                </c:pt>
                <c:pt idx="1498">
                  <c:v>0.749</c:v>
                </c:pt>
                <c:pt idx="1499">
                  <c:v>0.7495</c:v>
                </c:pt>
                <c:pt idx="1500">
                  <c:v>0.75</c:v>
                </c:pt>
                <c:pt idx="1501">
                  <c:v>0.7505</c:v>
                </c:pt>
                <c:pt idx="1502">
                  <c:v>0.751</c:v>
                </c:pt>
                <c:pt idx="1503">
                  <c:v>0.7515</c:v>
                </c:pt>
                <c:pt idx="1504">
                  <c:v>0.752</c:v>
                </c:pt>
                <c:pt idx="1505">
                  <c:v>0.7525</c:v>
                </c:pt>
                <c:pt idx="1506">
                  <c:v>0.753</c:v>
                </c:pt>
                <c:pt idx="1507">
                  <c:v>0.7535</c:v>
                </c:pt>
                <c:pt idx="1508">
                  <c:v>0.754</c:v>
                </c:pt>
                <c:pt idx="1509">
                  <c:v>0.7545</c:v>
                </c:pt>
                <c:pt idx="1510">
                  <c:v>0.755</c:v>
                </c:pt>
                <c:pt idx="1511">
                  <c:v>0.7555</c:v>
                </c:pt>
                <c:pt idx="1512">
                  <c:v>0.756</c:v>
                </c:pt>
                <c:pt idx="1513">
                  <c:v>0.7565</c:v>
                </c:pt>
                <c:pt idx="1514">
                  <c:v>0.757</c:v>
                </c:pt>
                <c:pt idx="1515">
                  <c:v>0.7575</c:v>
                </c:pt>
                <c:pt idx="1516">
                  <c:v>0.758</c:v>
                </c:pt>
                <c:pt idx="1517">
                  <c:v>0.7585</c:v>
                </c:pt>
                <c:pt idx="1518">
                  <c:v>0.759</c:v>
                </c:pt>
                <c:pt idx="1519">
                  <c:v>0.7595</c:v>
                </c:pt>
                <c:pt idx="1520">
                  <c:v>0.76</c:v>
                </c:pt>
                <c:pt idx="1521">
                  <c:v>0.7605</c:v>
                </c:pt>
                <c:pt idx="1522">
                  <c:v>0.761</c:v>
                </c:pt>
                <c:pt idx="1523">
                  <c:v>0.7615</c:v>
                </c:pt>
                <c:pt idx="1524">
                  <c:v>0.762</c:v>
                </c:pt>
                <c:pt idx="1525">
                  <c:v>0.7625</c:v>
                </c:pt>
                <c:pt idx="1526">
                  <c:v>0.763</c:v>
                </c:pt>
                <c:pt idx="1527">
                  <c:v>0.7635</c:v>
                </c:pt>
                <c:pt idx="1528">
                  <c:v>0.764</c:v>
                </c:pt>
                <c:pt idx="1529">
                  <c:v>0.7645</c:v>
                </c:pt>
                <c:pt idx="1530">
                  <c:v>0.765</c:v>
                </c:pt>
                <c:pt idx="1531">
                  <c:v>0.7655</c:v>
                </c:pt>
                <c:pt idx="1532">
                  <c:v>0.766</c:v>
                </c:pt>
                <c:pt idx="1533">
                  <c:v>0.7665</c:v>
                </c:pt>
                <c:pt idx="1534">
                  <c:v>0.767</c:v>
                </c:pt>
                <c:pt idx="1535">
                  <c:v>0.7675</c:v>
                </c:pt>
                <c:pt idx="1536">
                  <c:v>0.768</c:v>
                </c:pt>
                <c:pt idx="1537">
                  <c:v>0.7685</c:v>
                </c:pt>
                <c:pt idx="1538">
                  <c:v>0.769</c:v>
                </c:pt>
                <c:pt idx="1539">
                  <c:v>0.7695</c:v>
                </c:pt>
                <c:pt idx="1540">
                  <c:v>0.77</c:v>
                </c:pt>
                <c:pt idx="1541">
                  <c:v>0.7705</c:v>
                </c:pt>
                <c:pt idx="1542">
                  <c:v>0.771</c:v>
                </c:pt>
                <c:pt idx="1543">
                  <c:v>0.7715</c:v>
                </c:pt>
                <c:pt idx="1544">
                  <c:v>0.772</c:v>
                </c:pt>
                <c:pt idx="1545">
                  <c:v>0.7725</c:v>
                </c:pt>
                <c:pt idx="1546">
                  <c:v>0.773</c:v>
                </c:pt>
                <c:pt idx="1547">
                  <c:v>0.7735</c:v>
                </c:pt>
                <c:pt idx="1548">
                  <c:v>0.774</c:v>
                </c:pt>
                <c:pt idx="1549">
                  <c:v>0.7745</c:v>
                </c:pt>
                <c:pt idx="1550">
                  <c:v>0.775</c:v>
                </c:pt>
                <c:pt idx="1551">
                  <c:v>0.7755</c:v>
                </c:pt>
                <c:pt idx="1552">
                  <c:v>0.776</c:v>
                </c:pt>
                <c:pt idx="1553">
                  <c:v>0.7765</c:v>
                </c:pt>
                <c:pt idx="1554">
                  <c:v>0.777</c:v>
                </c:pt>
                <c:pt idx="1555">
                  <c:v>0.7775</c:v>
                </c:pt>
                <c:pt idx="1556">
                  <c:v>0.778</c:v>
                </c:pt>
                <c:pt idx="1557">
                  <c:v>0.7785</c:v>
                </c:pt>
                <c:pt idx="1558">
                  <c:v>0.779</c:v>
                </c:pt>
                <c:pt idx="1559">
                  <c:v>0.7795</c:v>
                </c:pt>
                <c:pt idx="1560">
                  <c:v>0.78</c:v>
                </c:pt>
                <c:pt idx="1561">
                  <c:v>0.7805</c:v>
                </c:pt>
                <c:pt idx="1562">
                  <c:v>0.781</c:v>
                </c:pt>
                <c:pt idx="1563">
                  <c:v>0.7815</c:v>
                </c:pt>
                <c:pt idx="1564">
                  <c:v>0.782</c:v>
                </c:pt>
                <c:pt idx="1565">
                  <c:v>0.7825</c:v>
                </c:pt>
                <c:pt idx="1566">
                  <c:v>0.783</c:v>
                </c:pt>
                <c:pt idx="1567">
                  <c:v>0.7835</c:v>
                </c:pt>
                <c:pt idx="1568">
                  <c:v>0.784</c:v>
                </c:pt>
                <c:pt idx="1569">
                  <c:v>0.7845</c:v>
                </c:pt>
                <c:pt idx="1570">
                  <c:v>0.785</c:v>
                </c:pt>
                <c:pt idx="1571">
                  <c:v>0.7855</c:v>
                </c:pt>
                <c:pt idx="1572">
                  <c:v>0.786</c:v>
                </c:pt>
                <c:pt idx="1573">
                  <c:v>0.7865</c:v>
                </c:pt>
                <c:pt idx="1574">
                  <c:v>0.787</c:v>
                </c:pt>
                <c:pt idx="1575">
                  <c:v>0.7875</c:v>
                </c:pt>
                <c:pt idx="1576">
                  <c:v>0.788</c:v>
                </c:pt>
                <c:pt idx="1577">
                  <c:v>0.7885</c:v>
                </c:pt>
                <c:pt idx="1578">
                  <c:v>0.789</c:v>
                </c:pt>
                <c:pt idx="1579">
                  <c:v>0.7895</c:v>
                </c:pt>
                <c:pt idx="1580">
                  <c:v>0.79</c:v>
                </c:pt>
                <c:pt idx="1581">
                  <c:v>0.7905</c:v>
                </c:pt>
                <c:pt idx="1582">
                  <c:v>0.791</c:v>
                </c:pt>
                <c:pt idx="1583">
                  <c:v>0.7915</c:v>
                </c:pt>
                <c:pt idx="1584">
                  <c:v>0.792</c:v>
                </c:pt>
                <c:pt idx="1585">
                  <c:v>0.7925</c:v>
                </c:pt>
                <c:pt idx="1586">
                  <c:v>0.793</c:v>
                </c:pt>
                <c:pt idx="1587">
                  <c:v>0.7935</c:v>
                </c:pt>
                <c:pt idx="1588">
                  <c:v>0.794</c:v>
                </c:pt>
                <c:pt idx="1589">
                  <c:v>0.7945</c:v>
                </c:pt>
                <c:pt idx="1590">
                  <c:v>0.795</c:v>
                </c:pt>
                <c:pt idx="1591">
                  <c:v>0.7955</c:v>
                </c:pt>
                <c:pt idx="1592">
                  <c:v>0.796</c:v>
                </c:pt>
                <c:pt idx="1593">
                  <c:v>0.7965</c:v>
                </c:pt>
                <c:pt idx="1594">
                  <c:v>0.797</c:v>
                </c:pt>
                <c:pt idx="1595">
                  <c:v>0.7975</c:v>
                </c:pt>
                <c:pt idx="1596">
                  <c:v>0.798</c:v>
                </c:pt>
                <c:pt idx="1597">
                  <c:v>0.7985</c:v>
                </c:pt>
                <c:pt idx="1598">
                  <c:v>0.799</c:v>
                </c:pt>
                <c:pt idx="1599">
                  <c:v>0.7995</c:v>
                </c:pt>
                <c:pt idx="1600">
                  <c:v>0.8</c:v>
                </c:pt>
                <c:pt idx="1601">
                  <c:v>0.8005</c:v>
                </c:pt>
                <c:pt idx="1602">
                  <c:v>0.801</c:v>
                </c:pt>
                <c:pt idx="1603">
                  <c:v>0.8015</c:v>
                </c:pt>
                <c:pt idx="1604">
                  <c:v>0.802</c:v>
                </c:pt>
                <c:pt idx="1605">
                  <c:v>0.8025</c:v>
                </c:pt>
                <c:pt idx="1606">
                  <c:v>0.803</c:v>
                </c:pt>
                <c:pt idx="1607">
                  <c:v>0.8035</c:v>
                </c:pt>
                <c:pt idx="1608">
                  <c:v>0.804</c:v>
                </c:pt>
                <c:pt idx="1609">
                  <c:v>0.8045</c:v>
                </c:pt>
                <c:pt idx="1610">
                  <c:v>0.805</c:v>
                </c:pt>
                <c:pt idx="1611">
                  <c:v>0.8055</c:v>
                </c:pt>
                <c:pt idx="1612">
                  <c:v>0.806</c:v>
                </c:pt>
                <c:pt idx="1613">
                  <c:v>0.8065</c:v>
                </c:pt>
                <c:pt idx="1614">
                  <c:v>0.807</c:v>
                </c:pt>
                <c:pt idx="1615">
                  <c:v>0.8075</c:v>
                </c:pt>
                <c:pt idx="1616">
                  <c:v>0.808</c:v>
                </c:pt>
                <c:pt idx="1617">
                  <c:v>0.8085</c:v>
                </c:pt>
                <c:pt idx="1618">
                  <c:v>0.809</c:v>
                </c:pt>
                <c:pt idx="1619">
                  <c:v>0.8095</c:v>
                </c:pt>
                <c:pt idx="1620">
                  <c:v>0.81</c:v>
                </c:pt>
                <c:pt idx="1621">
                  <c:v>0.8105</c:v>
                </c:pt>
                <c:pt idx="1622">
                  <c:v>0.811</c:v>
                </c:pt>
                <c:pt idx="1623">
                  <c:v>0.8115</c:v>
                </c:pt>
                <c:pt idx="1624">
                  <c:v>0.812</c:v>
                </c:pt>
                <c:pt idx="1625">
                  <c:v>0.8125</c:v>
                </c:pt>
                <c:pt idx="1626">
                  <c:v>0.813</c:v>
                </c:pt>
                <c:pt idx="1627">
                  <c:v>0.8135</c:v>
                </c:pt>
                <c:pt idx="1628">
                  <c:v>0.814</c:v>
                </c:pt>
                <c:pt idx="1629">
                  <c:v>0.8145</c:v>
                </c:pt>
                <c:pt idx="1630">
                  <c:v>0.815</c:v>
                </c:pt>
                <c:pt idx="1631">
                  <c:v>0.8155</c:v>
                </c:pt>
                <c:pt idx="1632">
                  <c:v>0.816</c:v>
                </c:pt>
                <c:pt idx="1633">
                  <c:v>0.8165</c:v>
                </c:pt>
                <c:pt idx="1634">
                  <c:v>0.817</c:v>
                </c:pt>
                <c:pt idx="1635">
                  <c:v>0.8175</c:v>
                </c:pt>
                <c:pt idx="1636">
                  <c:v>0.818</c:v>
                </c:pt>
                <c:pt idx="1637">
                  <c:v>0.8185</c:v>
                </c:pt>
                <c:pt idx="1638">
                  <c:v>0.819</c:v>
                </c:pt>
                <c:pt idx="1639">
                  <c:v>0.8195</c:v>
                </c:pt>
                <c:pt idx="1640">
                  <c:v>0.82</c:v>
                </c:pt>
                <c:pt idx="1641">
                  <c:v>0.8205</c:v>
                </c:pt>
                <c:pt idx="1642">
                  <c:v>0.821</c:v>
                </c:pt>
                <c:pt idx="1643">
                  <c:v>0.8215</c:v>
                </c:pt>
                <c:pt idx="1644">
                  <c:v>0.822</c:v>
                </c:pt>
                <c:pt idx="1645">
                  <c:v>0.8225</c:v>
                </c:pt>
                <c:pt idx="1646">
                  <c:v>0.823</c:v>
                </c:pt>
                <c:pt idx="1647">
                  <c:v>0.8235</c:v>
                </c:pt>
                <c:pt idx="1648">
                  <c:v>0.824</c:v>
                </c:pt>
                <c:pt idx="1649">
                  <c:v>0.8245</c:v>
                </c:pt>
                <c:pt idx="1650">
                  <c:v>0.825</c:v>
                </c:pt>
                <c:pt idx="1651">
                  <c:v>0.8255</c:v>
                </c:pt>
                <c:pt idx="1652">
                  <c:v>0.826</c:v>
                </c:pt>
                <c:pt idx="1653">
                  <c:v>0.8265</c:v>
                </c:pt>
                <c:pt idx="1654">
                  <c:v>0.827</c:v>
                </c:pt>
                <c:pt idx="1655">
                  <c:v>0.8275</c:v>
                </c:pt>
                <c:pt idx="1656">
                  <c:v>0.828</c:v>
                </c:pt>
                <c:pt idx="1657">
                  <c:v>0.8285</c:v>
                </c:pt>
                <c:pt idx="1658">
                  <c:v>0.829</c:v>
                </c:pt>
                <c:pt idx="1659">
                  <c:v>0.8295</c:v>
                </c:pt>
                <c:pt idx="1660">
                  <c:v>0.83</c:v>
                </c:pt>
                <c:pt idx="1661">
                  <c:v>0.8305</c:v>
                </c:pt>
                <c:pt idx="1662">
                  <c:v>0.831</c:v>
                </c:pt>
                <c:pt idx="1663">
                  <c:v>0.8315</c:v>
                </c:pt>
                <c:pt idx="1664">
                  <c:v>0.832</c:v>
                </c:pt>
                <c:pt idx="1665">
                  <c:v>0.8325</c:v>
                </c:pt>
                <c:pt idx="1666">
                  <c:v>0.833</c:v>
                </c:pt>
                <c:pt idx="1667">
                  <c:v>0.8335</c:v>
                </c:pt>
                <c:pt idx="1668">
                  <c:v>0.834</c:v>
                </c:pt>
                <c:pt idx="1669">
                  <c:v>0.8345</c:v>
                </c:pt>
                <c:pt idx="1670">
                  <c:v>0.835</c:v>
                </c:pt>
                <c:pt idx="1671">
                  <c:v>0.8355</c:v>
                </c:pt>
                <c:pt idx="1672">
                  <c:v>0.836</c:v>
                </c:pt>
                <c:pt idx="1673">
                  <c:v>0.8365</c:v>
                </c:pt>
                <c:pt idx="1674">
                  <c:v>0.837</c:v>
                </c:pt>
                <c:pt idx="1675">
                  <c:v>0.8375</c:v>
                </c:pt>
                <c:pt idx="1676">
                  <c:v>0.838</c:v>
                </c:pt>
                <c:pt idx="1677">
                  <c:v>0.8385</c:v>
                </c:pt>
                <c:pt idx="1678">
                  <c:v>0.839</c:v>
                </c:pt>
                <c:pt idx="1679">
                  <c:v>0.8395</c:v>
                </c:pt>
                <c:pt idx="1680">
                  <c:v>0.84</c:v>
                </c:pt>
                <c:pt idx="1681">
                  <c:v>0.8405</c:v>
                </c:pt>
                <c:pt idx="1682">
                  <c:v>0.841</c:v>
                </c:pt>
                <c:pt idx="1683">
                  <c:v>0.8415</c:v>
                </c:pt>
                <c:pt idx="1684">
                  <c:v>0.842</c:v>
                </c:pt>
                <c:pt idx="1685">
                  <c:v>0.8425</c:v>
                </c:pt>
                <c:pt idx="1686">
                  <c:v>0.843</c:v>
                </c:pt>
                <c:pt idx="1687">
                  <c:v>0.8435</c:v>
                </c:pt>
                <c:pt idx="1688">
                  <c:v>0.844</c:v>
                </c:pt>
                <c:pt idx="1689">
                  <c:v>0.8445</c:v>
                </c:pt>
                <c:pt idx="1690">
                  <c:v>0.845</c:v>
                </c:pt>
                <c:pt idx="1691">
                  <c:v>0.8455</c:v>
                </c:pt>
                <c:pt idx="1692">
                  <c:v>0.846</c:v>
                </c:pt>
                <c:pt idx="1693">
                  <c:v>0.8465</c:v>
                </c:pt>
                <c:pt idx="1694">
                  <c:v>0.847</c:v>
                </c:pt>
                <c:pt idx="1695">
                  <c:v>0.8475</c:v>
                </c:pt>
                <c:pt idx="1696">
                  <c:v>0.848</c:v>
                </c:pt>
                <c:pt idx="1697">
                  <c:v>0.8485</c:v>
                </c:pt>
                <c:pt idx="1698">
                  <c:v>0.849</c:v>
                </c:pt>
                <c:pt idx="1699">
                  <c:v>0.8495</c:v>
                </c:pt>
                <c:pt idx="1700">
                  <c:v>0.85</c:v>
                </c:pt>
                <c:pt idx="1701">
                  <c:v>0.8505</c:v>
                </c:pt>
                <c:pt idx="1702">
                  <c:v>0.851</c:v>
                </c:pt>
                <c:pt idx="1703">
                  <c:v>0.8515</c:v>
                </c:pt>
                <c:pt idx="1704">
                  <c:v>0.852</c:v>
                </c:pt>
                <c:pt idx="1705">
                  <c:v>0.8525</c:v>
                </c:pt>
                <c:pt idx="1706">
                  <c:v>0.853</c:v>
                </c:pt>
                <c:pt idx="1707">
                  <c:v>0.8535</c:v>
                </c:pt>
                <c:pt idx="1708">
                  <c:v>0.854</c:v>
                </c:pt>
                <c:pt idx="1709">
                  <c:v>0.8545</c:v>
                </c:pt>
                <c:pt idx="1710">
                  <c:v>0.855</c:v>
                </c:pt>
                <c:pt idx="1711">
                  <c:v>0.8555</c:v>
                </c:pt>
                <c:pt idx="1712">
                  <c:v>0.856</c:v>
                </c:pt>
                <c:pt idx="1713">
                  <c:v>0.8565</c:v>
                </c:pt>
                <c:pt idx="1714">
                  <c:v>0.857</c:v>
                </c:pt>
                <c:pt idx="1715">
                  <c:v>0.8575</c:v>
                </c:pt>
                <c:pt idx="1716">
                  <c:v>0.858</c:v>
                </c:pt>
                <c:pt idx="1717">
                  <c:v>0.8585</c:v>
                </c:pt>
                <c:pt idx="1718">
                  <c:v>0.859</c:v>
                </c:pt>
                <c:pt idx="1719">
                  <c:v>0.8595</c:v>
                </c:pt>
                <c:pt idx="1720">
                  <c:v>0.86</c:v>
                </c:pt>
                <c:pt idx="1721">
                  <c:v>0.8605</c:v>
                </c:pt>
                <c:pt idx="1722">
                  <c:v>0.861</c:v>
                </c:pt>
                <c:pt idx="1723">
                  <c:v>0.8615</c:v>
                </c:pt>
                <c:pt idx="1724">
                  <c:v>0.862</c:v>
                </c:pt>
                <c:pt idx="1725">
                  <c:v>0.8625</c:v>
                </c:pt>
                <c:pt idx="1726">
                  <c:v>0.863</c:v>
                </c:pt>
                <c:pt idx="1727">
                  <c:v>0.8635</c:v>
                </c:pt>
                <c:pt idx="1728">
                  <c:v>0.864</c:v>
                </c:pt>
                <c:pt idx="1729">
                  <c:v>0.8645</c:v>
                </c:pt>
                <c:pt idx="1730">
                  <c:v>0.865</c:v>
                </c:pt>
                <c:pt idx="1731">
                  <c:v>0.8655</c:v>
                </c:pt>
                <c:pt idx="1732">
                  <c:v>0.866</c:v>
                </c:pt>
                <c:pt idx="1733">
                  <c:v>0.8665</c:v>
                </c:pt>
                <c:pt idx="1734">
                  <c:v>0.867</c:v>
                </c:pt>
                <c:pt idx="1735">
                  <c:v>0.8675</c:v>
                </c:pt>
                <c:pt idx="1736">
                  <c:v>0.868</c:v>
                </c:pt>
                <c:pt idx="1737">
                  <c:v>0.8685</c:v>
                </c:pt>
                <c:pt idx="1738">
                  <c:v>0.869</c:v>
                </c:pt>
                <c:pt idx="1739">
                  <c:v>0.8695</c:v>
                </c:pt>
                <c:pt idx="1740">
                  <c:v>0.87</c:v>
                </c:pt>
                <c:pt idx="1741">
                  <c:v>0.8705</c:v>
                </c:pt>
                <c:pt idx="1742">
                  <c:v>0.871</c:v>
                </c:pt>
                <c:pt idx="1743">
                  <c:v>0.8715</c:v>
                </c:pt>
                <c:pt idx="1744">
                  <c:v>0.872</c:v>
                </c:pt>
                <c:pt idx="1745">
                  <c:v>0.8725</c:v>
                </c:pt>
                <c:pt idx="1746">
                  <c:v>0.873</c:v>
                </c:pt>
                <c:pt idx="1747">
                  <c:v>0.8735</c:v>
                </c:pt>
                <c:pt idx="1748">
                  <c:v>0.874</c:v>
                </c:pt>
                <c:pt idx="1749">
                  <c:v>0.8745</c:v>
                </c:pt>
                <c:pt idx="1750">
                  <c:v>0.875</c:v>
                </c:pt>
                <c:pt idx="1751">
                  <c:v>0.8755</c:v>
                </c:pt>
                <c:pt idx="1752">
                  <c:v>0.876</c:v>
                </c:pt>
                <c:pt idx="1753">
                  <c:v>0.8765</c:v>
                </c:pt>
                <c:pt idx="1754">
                  <c:v>0.877</c:v>
                </c:pt>
                <c:pt idx="1755">
                  <c:v>0.8775</c:v>
                </c:pt>
                <c:pt idx="1756">
                  <c:v>0.878</c:v>
                </c:pt>
                <c:pt idx="1757">
                  <c:v>0.8785</c:v>
                </c:pt>
                <c:pt idx="1758">
                  <c:v>0.879</c:v>
                </c:pt>
                <c:pt idx="1759">
                  <c:v>0.8795</c:v>
                </c:pt>
                <c:pt idx="1760">
                  <c:v>0.88</c:v>
                </c:pt>
                <c:pt idx="1761">
                  <c:v>0.8805</c:v>
                </c:pt>
                <c:pt idx="1762">
                  <c:v>0.881</c:v>
                </c:pt>
                <c:pt idx="1763">
                  <c:v>0.8815</c:v>
                </c:pt>
                <c:pt idx="1764">
                  <c:v>0.882</c:v>
                </c:pt>
                <c:pt idx="1765">
                  <c:v>0.8825</c:v>
                </c:pt>
                <c:pt idx="1766">
                  <c:v>0.883</c:v>
                </c:pt>
                <c:pt idx="1767">
                  <c:v>0.8835</c:v>
                </c:pt>
                <c:pt idx="1768">
                  <c:v>0.884</c:v>
                </c:pt>
                <c:pt idx="1769">
                  <c:v>0.8845</c:v>
                </c:pt>
                <c:pt idx="1770">
                  <c:v>0.885</c:v>
                </c:pt>
                <c:pt idx="1771">
                  <c:v>0.8855</c:v>
                </c:pt>
                <c:pt idx="1772">
                  <c:v>0.886</c:v>
                </c:pt>
                <c:pt idx="1773">
                  <c:v>0.8865</c:v>
                </c:pt>
                <c:pt idx="1774">
                  <c:v>0.887</c:v>
                </c:pt>
                <c:pt idx="1775">
                  <c:v>0.8875</c:v>
                </c:pt>
                <c:pt idx="1776">
                  <c:v>0.888</c:v>
                </c:pt>
                <c:pt idx="1777">
                  <c:v>0.8885</c:v>
                </c:pt>
                <c:pt idx="1778">
                  <c:v>0.889</c:v>
                </c:pt>
                <c:pt idx="1779">
                  <c:v>0.8895</c:v>
                </c:pt>
                <c:pt idx="1780">
                  <c:v>0.89</c:v>
                </c:pt>
                <c:pt idx="1781">
                  <c:v>0.8905</c:v>
                </c:pt>
                <c:pt idx="1782">
                  <c:v>0.891</c:v>
                </c:pt>
                <c:pt idx="1783">
                  <c:v>0.8915</c:v>
                </c:pt>
                <c:pt idx="1784">
                  <c:v>0.892</c:v>
                </c:pt>
                <c:pt idx="1785">
                  <c:v>0.8925</c:v>
                </c:pt>
                <c:pt idx="1786">
                  <c:v>0.893</c:v>
                </c:pt>
                <c:pt idx="1787">
                  <c:v>0.8935</c:v>
                </c:pt>
                <c:pt idx="1788">
                  <c:v>0.894</c:v>
                </c:pt>
                <c:pt idx="1789">
                  <c:v>0.8945</c:v>
                </c:pt>
                <c:pt idx="1790">
                  <c:v>0.895</c:v>
                </c:pt>
                <c:pt idx="1791">
                  <c:v>0.8955</c:v>
                </c:pt>
                <c:pt idx="1792">
                  <c:v>0.896</c:v>
                </c:pt>
                <c:pt idx="1793">
                  <c:v>0.8965</c:v>
                </c:pt>
                <c:pt idx="1794">
                  <c:v>0.897</c:v>
                </c:pt>
                <c:pt idx="1795">
                  <c:v>0.8975</c:v>
                </c:pt>
                <c:pt idx="1796">
                  <c:v>0.898</c:v>
                </c:pt>
                <c:pt idx="1797">
                  <c:v>0.8985</c:v>
                </c:pt>
                <c:pt idx="1798">
                  <c:v>0.899</c:v>
                </c:pt>
                <c:pt idx="1799">
                  <c:v>0.8995</c:v>
                </c:pt>
                <c:pt idx="1800">
                  <c:v>0.9</c:v>
                </c:pt>
                <c:pt idx="1801">
                  <c:v>0.9005</c:v>
                </c:pt>
                <c:pt idx="1802">
                  <c:v>0.901</c:v>
                </c:pt>
                <c:pt idx="1803">
                  <c:v>0.9015</c:v>
                </c:pt>
                <c:pt idx="1804">
                  <c:v>0.902</c:v>
                </c:pt>
                <c:pt idx="1805">
                  <c:v>0.9025</c:v>
                </c:pt>
                <c:pt idx="1806">
                  <c:v>0.903</c:v>
                </c:pt>
                <c:pt idx="1807">
                  <c:v>0.9035</c:v>
                </c:pt>
                <c:pt idx="1808">
                  <c:v>0.904</c:v>
                </c:pt>
                <c:pt idx="1809">
                  <c:v>0.9045</c:v>
                </c:pt>
                <c:pt idx="1810">
                  <c:v>0.905</c:v>
                </c:pt>
                <c:pt idx="1811">
                  <c:v>0.9055</c:v>
                </c:pt>
                <c:pt idx="1812">
                  <c:v>0.906</c:v>
                </c:pt>
                <c:pt idx="1813">
                  <c:v>0.9065</c:v>
                </c:pt>
                <c:pt idx="1814">
                  <c:v>0.907</c:v>
                </c:pt>
                <c:pt idx="1815">
                  <c:v>0.9075</c:v>
                </c:pt>
                <c:pt idx="1816">
                  <c:v>0.908</c:v>
                </c:pt>
                <c:pt idx="1817">
                  <c:v>0.9085</c:v>
                </c:pt>
                <c:pt idx="1818">
                  <c:v>0.909</c:v>
                </c:pt>
                <c:pt idx="1819">
                  <c:v>0.9095</c:v>
                </c:pt>
                <c:pt idx="1820">
                  <c:v>0.91</c:v>
                </c:pt>
                <c:pt idx="1821">
                  <c:v>0.9105</c:v>
                </c:pt>
                <c:pt idx="1822">
                  <c:v>0.911</c:v>
                </c:pt>
                <c:pt idx="1823">
                  <c:v>0.9115</c:v>
                </c:pt>
                <c:pt idx="1824">
                  <c:v>0.912</c:v>
                </c:pt>
                <c:pt idx="1825">
                  <c:v>0.9125</c:v>
                </c:pt>
                <c:pt idx="1826">
                  <c:v>0.913</c:v>
                </c:pt>
                <c:pt idx="1827">
                  <c:v>0.9135</c:v>
                </c:pt>
                <c:pt idx="1828">
                  <c:v>0.914</c:v>
                </c:pt>
                <c:pt idx="1829">
                  <c:v>0.9145</c:v>
                </c:pt>
                <c:pt idx="1830">
                  <c:v>0.915</c:v>
                </c:pt>
                <c:pt idx="1831">
                  <c:v>0.9155</c:v>
                </c:pt>
                <c:pt idx="1832">
                  <c:v>0.916</c:v>
                </c:pt>
                <c:pt idx="1833">
                  <c:v>0.9165</c:v>
                </c:pt>
                <c:pt idx="1834">
                  <c:v>0.917</c:v>
                </c:pt>
                <c:pt idx="1835">
                  <c:v>0.9175</c:v>
                </c:pt>
                <c:pt idx="1836">
                  <c:v>0.918</c:v>
                </c:pt>
                <c:pt idx="1837">
                  <c:v>0.9185</c:v>
                </c:pt>
                <c:pt idx="1838">
                  <c:v>0.919</c:v>
                </c:pt>
                <c:pt idx="1839">
                  <c:v>0.9195</c:v>
                </c:pt>
                <c:pt idx="1840">
                  <c:v>0.92</c:v>
                </c:pt>
                <c:pt idx="1841">
                  <c:v>0.9205</c:v>
                </c:pt>
                <c:pt idx="1842">
                  <c:v>0.921</c:v>
                </c:pt>
                <c:pt idx="1843">
                  <c:v>0.9215</c:v>
                </c:pt>
                <c:pt idx="1844">
                  <c:v>0.922</c:v>
                </c:pt>
                <c:pt idx="1845">
                  <c:v>0.9225</c:v>
                </c:pt>
                <c:pt idx="1846">
                  <c:v>0.923</c:v>
                </c:pt>
                <c:pt idx="1847">
                  <c:v>0.9235</c:v>
                </c:pt>
                <c:pt idx="1848">
                  <c:v>0.924</c:v>
                </c:pt>
                <c:pt idx="1849">
                  <c:v>0.9245</c:v>
                </c:pt>
                <c:pt idx="1850">
                  <c:v>0.925</c:v>
                </c:pt>
                <c:pt idx="1851">
                  <c:v>0.9255</c:v>
                </c:pt>
                <c:pt idx="1852">
                  <c:v>0.926</c:v>
                </c:pt>
                <c:pt idx="1853">
                  <c:v>0.9265</c:v>
                </c:pt>
                <c:pt idx="1854">
                  <c:v>0.927</c:v>
                </c:pt>
                <c:pt idx="1855">
                  <c:v>0.9275</c:v>
                </c:pt>
                <c:pt idx="1856">
                  <c:v>0.928</c:v>
                </c:pt>
                <c:pt idx="1857">
                  <c:v>0.9285</c:v>
                </c:pt>
                <c:pt idx="1858">
                  <c:v>0.929</c:v>
                </c:pt>
                <c:pt idx="1859">
                  <c:v>0.9295</c:v>
                </c:pt>
                <c:pt idx="1860">
                  <c:v>0.93</c:v>
                </c:pt>
                <c:pt idx="1861">
                  <c:v>0.9305</c:v>
                </c:pt>
                <c:pt idx="1862">
                  <c:v>0.931</c:v>
                </c:pt>
                <c:pt idx="1863">
                  <c:v>0.9315</c:v>
                </c:pt>
                <c:pt idx="1864">
                  <c:v>0.932</c:v>
                </c:pt>
                <c:pt idx="1865">
                  <c:v>0.9325</c:v>
                </c:pt>
                <c:pt idx="1866">
                  <c:v>0.933</c:v>
                </c:pt>
                <c:pt idx="1867">
                  <c:v>0.9335</c:v>
                </c:pt>
                <c:pt idx="1868">
                  <c:v>0.934</c:v>
                </c:pt>
                <c:pt idx="1869">
                  <c:v>0.9345</c:v>
                </c:pt>
                <c:pt idx="1870">
                  <c:v>0.935</c:v>
                </c:pt>
                <c:pt idx="1871">
                  <c:v>0.9355</c:v>
                </c:pt>
                <c:pt idx="1872">
                  <c:v>0.936</c:v>
                </c:pt>
                <c:pt idx="1873">
                  <c:v>0.9365</c:v>
                </c:pt>
                <c:pt idx="1874">
                  <c:v>0.937</c:v>
                </c:pt>
                <c:pt idx="1875">
                  <c:v>0.9375</c:v>
                </c:pt>
                <c:pt idx="1876">
                  <c:v>0.938</c:v>
                </c:pt>
                <c:pt idx="1877">
                  <c:v>0.9385</c:v>
                </c:pt>
                <c:pt idx="1878">
                  <c:v>0.939</c:v>
                </c:pt>
                <c:pt idx="1879">
                  <c:v>0.9395</c:v>
                </c:pt>
                <c:pt idx="1880">
                  <c:v>0.94</c:v>
                </c:pt>
                <c:pt idx="1881">
                  <c:v>0.9405</c:v>
                </c:pt>
                <c:pt idx="1882">
                  <c:v>0.941</c:v>
                </c:pt>
                <c:pt idx="1883">
                  <c:v>0.9415</c:v>
                </c:pt>
                <c:pt idx="1884">
                  <c:v>0.942</c:v>
                </c:pt>
                <c:pt idx="1885">
                  <c:v>0.9425</c:v>
                </c:pt>
                <c:pt idx="1886">
                  <c:v>0.943</c:v>
                </c:pt>
                <c:pt idx="1887">
                  <c:v>0.9435</c:v>
                </c:pt>
                <c:pt idx="1888">
                  <c:v>0.944</c:v>
                </c:pt>
                <c:pt idx="1889">
                  <c:v>0.9445</c:v>
                </c:pt>
                <c:pt idx="1890">
                  <c:v>0.945</c:v>
                </c:pt>
                <c:pt idx="1891">
                  <c:v>0.9455</c:v>
                </c:pt>
                <c:pt idx="1892">
                  <c:v>0.946</c:v>
                </c:pt>
                <c:pt idx="1893">
                  <c:v>0.9465</c:v>
                </c:pt>
                <c:pt idx="1894">
                  <c:v>0.947</c:v>
                </c:pt>
                <c:pt idx="1895">
                  <c:v>0.9475</c:v>
                </c:pt>
                <c:pt idx="1896">
                  <c:v>0.948</c:v>
                </c:pt>
                <c:pt idx="1897">
                  <c:v>0.9485</c:v>
                </c:pt>
                <c:pt idx="1898">
                  <c:v>0.949</c:v>
                </c:pt>
                <c:pt idx="1899">
                  <c:v>0.9495</c:v>
                </c:pt>
                <c:pt idx="1900">
                  <c:v>0.95</c:v>
                </c:pt>
                <c:pt idx="1901">
                  <c:v>0.9505</c:v>
                </c:pt>
                <c:pt idx="1902">
                  <c:v>0.951</c:v>
                </c:pt>
                <c:pt idx="1903">
                  <c:v>0.9515</c:v>
                </c:pt>
                <c:pt idx="1904">
                  <c:v>0.952</c:v>
                </c:pt>
                <c:pt idx="1905">
                  <c:v>0.9525</c:v>
                </c:pt>
                <c:pt idx="1906">
                  <c:v>0.953</c:v>
                </c:pt>
                <c:pt idx="1907">
                  <c:v>0.9535</c:v>
                </c:pt>
                <c:pt idx="1908">
                  <c:v>0.954</c:v>
                </c:pt>
                <c:pt idx="1909">
                  <c:v>0.9545</c:v>
                </c:pt>
                <c:pt idx="1910">
                  <c:v>0.955</c:v>
                </c:pt>
                <c:pt idx="1911">
                  <c:v>0.9555</c:v>
                </c:pt>
                <c:pt idx="1912">
                  <c:v>0.956</c:v>
                </c:pt>
                <c:pt idx="1913">
                  <c:v>0.9565</c:v>
                </c:pt>
                <c:pt idx="1914">
                  <c:v>0.957</c:v>
                </c:pt>
                <c:pt idx="1915">
                  <c:v>0.9575</c:v>
                </c:pt>
                <c:pt idx="1916">
                  <c:v>0.958</c:v>
                </c:pt>
                <c:pt idx="1917">
                  <c:v>0.9585</c:v>
                </c:pt>
                <c:pt idx="1918">
                  <c:v>0.959</c:v>
                </c:pt>
                <c:pt idx="1919">
                  <c:v>0.9595</c:v>
                </c:pt>
                <c:pt idx="1920">
                  <c:v>0.96</c:v>
                </c:pt>
                <c:pt idx="1921">
                  <c:v>0.9605</c:v>
                </c:pt>
                <c:pt idx="1922">
                  <c:v>0.961</c:v>
                </c:pt>
                <c:pt idx="1923">
                  <c:v>0.9615</c:v>
                </c:pt>
                <c:pt idx="1924">
                  <c:v>0.962</c:v>
                </c:pt>
                <c:pt idx="1925">
                  <c:v>0.9625</c:v>
                </c:pt>
                <c:pt idx="1926">
                  <c:v>0.963</c:v>
                </c:pt>
                <c:pt idx="1927">
                  <c:v>0.9635</c:v>
                </c:pt>
                <c:pt idx="1928">
                  <c:v>0.964</c:v>
                </c:pt>
                <c:pt idx="1929">
                  <c:v>0.9645</c:v>
                </c:pt>
                <c:pt idx="1930">
                  <c:v>0.965</c:v>
                </c:pt>
                <c:pt idx="1931">
                  <c:v>0.9655</c:v>
                </c:pt>
                <c:pt idx="1932">
                  <c:v>0.966</c:v>
                </c:pt>
                <c:pt idx="1933">
                  <c:v>0.9665</c:v>
                </c:pt>
                <c:pt idx="1934">
                  <c:v>0.967</c:v>
                </c:pt>
                <c:pt idx="1935">
                  <c:v>0.9675</c:v>
                </c:pt>
                <c:pt idx="1936">
                  <c:v>0.968</c:v>
                </c:pt>
                <c:pt idx="1937">
                  <c:v>0.9685</c:v>
                </c:pt>
                <c:pt idx="1938">
                  <c:v>0.969</c:v>
                </c:pt>
                <c:pt idx="1939">
                  <c:v>0.9695</c:v>
                </c:pt>
                <c:pt idx="1940">
                  <c:v>0.97</c:v>
                </c:pt>
                <c:pt idx="1941">
                  <c:v>0.9705</c:v>
                </c:pt>
                <c:pt idx="1942">
                  <c:v>0.971</c:v>
                </c:pt>
                <c:pt idx="1943">
                  <c:v>0.9715</c:v>
                </c:pt>
                <c:pt idx="1944">
                  <c:v>0.972</c:v>
                </c:pt>
                <c:pt idx="1945">
                  <c:v>0.9725</c:v>
                </c:pt>
                <c:pt idx="1946">
                  <c:v>0.973</c:v>
                </c:pt>
                <c:pt idx="1947">
                  <c:v>0.9735</c:v>
                </c:pt>
                <c:pt idx="1948">
                  <c:v>0.974</c:v>
                </c:pt>
                <c:pt idx="1949">
                  <c:v>0.9745</c:v>
                </c:pt>
                <c:pt idx="1950">
                  <c:v>0.975</c:v>
                </c:pt>
                <c:pt idx="1951">
                  <c:v>0.9755</c:v>
                </c:pt>
                <c:pt idx="1952">
                  <c:v>0.976</c:v>
                </c:pt>
                <c:pt idx="1953">
                  <c:v>0.9765</c:v>
                </c:pt>
                <c:pt idx="1954">
                  <c:v>0.977</c:v>
                </c:pt>
                <c:pt idx="1955">
                  <c:v>0.9775</c:v>
                </c:pt>
                <c:pt idx="1956">
                  <c:v>0.978</c:v>
                </c:pt>
                <c:pt idx="1957">
                  <c:v>0.9785</c:v>
                </c:pt>
                <c:pt idx="1958">
                  <c:v>0.979</c:v>
                </c:pt>
                <c:pt idx="1959">
                  <c:v>0.9795</c:v>
                </c:pt>
                <c:pt idx="1960">
                  <c:v>0.98</c:v>
                </c:pt>
                <c:pt idx="1961">
                  <c:v>0.9805</c:v>
                </c:pt>
                <c:pt idx="1962">
                  <c:v>0.981</c:v>
                </c:pt>
                <c:pt idx="1963">
                  <c:v>0.9815</c:v>
                </c:pt>
                <c:pt idx="1964">
                  <c:v>0.982</c:v>
                </c:pt>
                <c:pt idx="1965">
                  <c:v>0.9825</c:v>
                </c:pt>
                <c:pt idx="1966">
                  <c:v>0.983</c:v>
                </c:pt>
                <c:pt idx="1967">
                  <c:v>0.9835</c:v>
                </c:pt>
                <c:pt idx="1968">
                  <c:v>0.984</c:v>
                </c:pt>
                <c:pt idx="1969">
                  <c:v>0.9845</c:v>
                </c:pt>
                <c:pt idx="1970">
                  <c:v>0.985</c:v>
                </c:pt>
                <c:pt idx="1971">
                  <c:v>0.9855</c:v>
                </c:pt>
                <c:pt idx="1972">
                  <c:v>0.986</c:v>
                </c:pt>
                <c:pt idx="1973">
                  <c:v>0.9865</c:v>
                </c:pt>
                <c:pt idx="1974">
                  <c:v>0.987</c:v>
                </c:pt>
                <c:pt idx="1975">
                  <c:v>0.9875</c:v>
                </c:pt>
                <c:pt idx="1976">
                  <c:v>0.988</c:v>
                </c:pt>
                <c:pt idx="1977">
                  <c:v>0.9885</c:v>
                </c:pt>
                <c:pt idx="1978">
                  <c:v>0.989</c:v>
                </c:pt>
                <c:pt idx="1979">
                  <c:v>0.9895</c:v>
                </c:pt>
                <c:pt idx="1980">
                  <c:v>0.99</c:v>
                </c:pt>
                <c:pt idx="1981">
                  <c:v>0.9905</c:v>
                </c:pt>
                <c:pt idx="1982">
                  <c:v>0.991</c:v>
                </c:pt>
                <c:pt idx="1983">
                  <c:v>0.9915</c:v>
                </c:pt>
                <c:pt idx="1984">
                  <c:v>0.992</c:v>
                </c:pt>
                <c:pt idx="1985">
                  <c:v>0.9925</c:v>
                </c:pt>
                <c:pt idx="1986">
                  <c:v>0.993</c:v>
                </c:pt>
                <c:pt idx="1987">
                  <c:v>0.9935</c:v>
                </c:pt>
                <c:pt idx="1988">
                  <c:v>0.994</c:v>
                </c:pt>
                <c:pt idx="1989">
                  <c:v>0.9945</c:v>
                </c:pt>
                <c:pt idx="1990">
                  <c:v>0.995</c:v>
                </c:pt>
                <c:pt idx="1991">
                  <c:v>0.9955</c:v>
                </c:pt>
                <c:pt idx="1992">
                  <c:v>0.996</c:v>
                </c:pt>
                <c:pt idx="1993">
                  <c:v>0.9965</c:v>
                </c:pt>
                <c:pt idx="1994">
                  <c:v>0.997</c:v>
                </c:pt>
                <c:pt idx="1995">
                  <c:v>0.9975</c:v>
                </c:pt>
                <c:pt idx="1996">
                  <c:v>0.998</c:v>
                </c:pt>
                <c:pt idx="1997">
                  <c:v>0.9985</c:v>
                </c:pt>
                <c:pt idx="1998">
                  <c:v>0.999</c:v>
                </c:pt>
                <c:pt idx="1999">
                  <c:v>0.9995</c:v>
                </c:pt>
                <c:pt idx="2000">
                  <c:v>1</c:v>
                </c:pt>
                <c:pt idx="2001">
                  <c:v>0.39325</c:v>
                </c:pt>
                <c:pt idx="2002">
                  <c:v>0.39325</c:v>
                </c:pt>
              </c:numCache>
            </c:numRef>
          </c:xVal>
          <c:yVal>
            <c:numRef>
              <c:f>Sheet1!$B$2:$B$2004</c:f>
              <c:numCache>
                <c:formatCode>General</c:formatCode>
                <c:ptCount val="2003"/>
                <c:pt idx="0">
                  <c:v>80</c:v>
                </c:pt>
                <c:pt idx="1">
                  <c:v>79.833</c:v>
                </c:pt>
                <c:pt idx="2">
                  <c:v>79.333</c:v>
                </c:pt>
                <c:pt idx="3">
                  <c:v>78.504</c:v>
                </c:pt>
                <c:pt idx="4">
                  <c:v>77.349</c:v>
                </c:pt>
                <c:pt idx="5">
                  <c:v>75.876</c:v>
                </c:pt>
                <c:pt idx="6">
                  <c:v>74.092</c:v>
                </c:pt>
                <c:pt idx="7">
                  <c:v>72.004</c:v>
                </c:pt>
                <c:pt idx="8">
                  <c:v>69.623</c:v>
                </c:pt>
                <c:pt idx="9">
                  <c:v>66.959</c:v>
                </c:pt>
                <c:pt idx="10">
                  <c:v>64.026</c:v>
                </c:pt>
                <c:pt idx="11">
                  <c:v>60.835</c:v>
                </c:pt>
                <c:pt idx="12">
                  <c:v>57.402</c:v>
                </c:pt>
                <c:pt idx="13">
                  <c:v>53.741</c:v>
                </c:pt>
                <c:pt idx="14">
                  <c:v>49.869</c:v>
                </c:pt>
                <c:pt idx="15">
                  <c:v>45.802</c:v>
                </c:pt>
                <c:pt idx="16">
                  <c:v>41.559</c:v>
                </c:pt>
                <c:pt idx="17">
                  <c:v>37.156</c:v>
                </c:pt>
                <c:pt idx="18">
                  <c:v>32.615</c:v>
                </c:pt>
                <c:pt idx="19">
                  <c:v>27.953</c:v>
                </c:pt>
                <c:pt idx="20">
                  <c:v>23.19</c:v>
                </c:pt>
                <c:pt idx="21">
                  <c:v>18.348</c:v>
                </c:pt>
                <c:pt idx="22">
                  <c:v>13.447</c:v>
                </c:pt>
                <c:pt idx="23">
                  <c:v>8.506</c:v>
                </c:pt>
                <c:pt idx="24">
                  <c:v>3.547</c:v>
                </c:pt>
                <c:pt idx="25">
                  <c:v>-1.408</c:v>
                </c:pt>
                <c:pt idx="26">
                  <c:v>-6.341</c:v>
                </c:pt>
                <c:pt idx="27">
                  <c:v>-11.229</c:v>
                </c:pt>
                <c:pt idx="28">
                  <c:v>-16.054</c:v>
                </c:pt>
                <c:pt idx="29">
                  <c:v>-20.794</c:v>
                </c:pt>
                <c:pt idx="30">
                  <c:v>-25.431</c:v>
                </c:pt>
                <c:pt idx="31">
                  <c:v>-29.945</c:v>
                </c:pt>
                <c:pt idx="32">
                  <c:v>-34.318</c:v>
                </c:pt>
                <c:pt idx="33">
                  <c:v>-38.533</c:v>
                </c:pt>
                <c:pt idx="34">
                  <c:v>-42.571</c:v>
                </c:pt>
                <c:pt idx="35">
                  <c:v>-46.418</c:v>
                </c:pt>
                <c:pt idx="36">
                  <c:v>-50.057</c:v>
                </c:pt>
                <c:pt idx="37">
                  <c:v>-53.474</c:v>
                </c:pt>
                <c:pt idx="38">
                  <c:v>-56.656</c:v>
                </c:pt>
                <c:pt idx="39">
                  <c:v>-59.591</c:v>
                </c:pt>
                <c:pt idx="40">
                  <c:v>-62.265</c:v>
                </c:pt>
                <c:pt idx="41">
                  <c:v>-64.671</c:v>
                </c:pt>
                <c:pt idx="42">
                  <c:v>-66.798</c:v>
                </c:pt>
                <c:pt idx="43">
                  <c:v>-68.639</c:v>
                </c:pt>
                <c:pt idx="44">
                  <c:v>-70.186</c:v>
                </c:pt>
                <c:pt idx="45">
                  <c:v>-71.435</c:v>
                </c:pt>
                <c:pt idx="46">
                  <c:v>-72.381</c:v>
                </c:pt>
                <c:pt idx="47">
                  <c:v>-73.022</c:v>
                </c:pt>
                <c:pt idx="48">
                  <c:v>-73.355</c:v>
                </c:pt>
                <c:pt idx="49">
                  <c:v>-73.381</c:v>
                </c:pt>
                <c:pt idx="50">
                  <c:v>-73.101</c:v>
                </c:pt>
                <c:pt idx="51">
                  <c:v>-72.516</c:v>
                </c:pt>
                <c:pt idx="52">
                  <c:v>-71.631</c:v>
                </c:pt>
                <c:pt idx="53">
                  <c:v>-70.449</c:v>
                </c:pt>
                <c:pt idx="54">
                  <c:v>-68.978</c:v>
                </c:pt>
                <c:pt idx="55">
                  <c:v>-67.224</c:v>
                </c:pt>
                <c:pt idx="56">
                  <c:v>-65.195</c:v>
                </c:pt>
                <c:pt idx="57">
                  <c:v>-62.901</c:v>
                </c:pt>
                <c:pt idx="58">
                  <c:v>-60.353</c:v>
                </c:pt>
                <c:pt idx="59">
                  <c:v>-57.562</c:v>
                </c:pt>
                <c:pt idx="60">
                  <c:v>-54.54</c:v>
                </c:pt>
                <c:pt idx="61">
                  <c:v>-51.301</c:v>
                </c:pt>
                <c:pt idx="62">
                  <c:v>-47.86</c:v>
                </c:pt>
                <c:pt idx="63">
                  <c:v>-44.23</c:v>
                </c:pt>
                <c:pt idx="64">
                  <c:v>-40.429</c:v>
                </c:pt>
                <c:pt idx="65">
                  <c:v>-36.473</c:v>
                </c:pt>
                <c:pt idx="66">
                  <c:v>-32.378</c:v>
                </c:pt>
                <c:pt idx="67">
                  <c:v>-28.162</c:v>
                </c:pt>
                <c:pt idx="68">
                  <c:v>-23.844</c:v>
                </c:pt>
                <c:pt idx="69">
                  <c:v>-19.442</c:v>
                </c:pt>
                <c:pt idx="70">
                  <c:v>-14.974</c:v>
                </c:pt>
                <c:pt idx="71">
                  <c:v>-10.459</c:v>
                </c:pt>
                <c:pt idx="72">
                  <c:v>-5.916</c:v>
                </c:pt>
                <c:pt idx="73">
                  <c:v>-1.365</c:v>
                </c:pt>
                <c:pt idx="74">
                  <c:v>3.176</c:v>
                </c:pt>
                <c:pt idx="75">
                  <c:v>7.688</c:v>
                </c:pt>
                <c:pt idx="76">
                  <c:v>12.151</c:v>
                </c:pt>
                <c:pt idx="77">
                  <c:v>16.548</c:v>
                </c:pt>
                <c:pt idx="78">
                  <c:v>20.861</c:v>
                </c:pt>
                <c:pt idx="79">
                  <c:v>25.071</c:v>
                </c:pt>
                <c:pt idx="80">
                  <c:v>29.161</c:v>
                </c:pt>
                <c:pt idx="81">
                  <c:v>33.115</c:v>
                </c:pt>
                <c:pt idx="82">
                  <c:v>36.917</c:v>
                </c:pt>
                <c:pt idx="83">
                  <c:v>40.552</c:v>
                </c:pt>
                <c:pt idx="84">
                  <c:v>44.004</c:v>
                </c:pt>
                <c:pt idx="85">
                  <c:v>47.26</c:v>
                </c:pt>
                <c:pt idx="86">
                  <c:v>50.308</c:v>
                </c:pt>
                <c:pt idx="87">
                  <c:v>53.134</c:v>
                </c:pt>
                <c:pt idx="88">
                  <c:v>55.729</c:v>
                </c:pt>
                <c:pt idx="89">
                  <c:v>58.082</c:v>
                </c:pt>
                <c:pt idx="90">
                  <c:v>60.184</c:v>
                </c:pt>
                <c:pt idx="91">
                  <c:v>62.028</c:v>
                </c:pt>
                <c:pt idx="92">
                  <c:v>63.606</c:v>
                </c:pt>
                <c:pt idx="93">
                  <c:v>64.912</c:v>
                </c:pt>
                <c:pt idx="94">
                  <c:v>65.943</c:v>
                </c:pt>
                <c:pt idx="95">
                  <c:v>66.695</c:v>
                </c:pt>
                <c:pt idx="96">
                  <c:v>67.166</c:v>
                </c:pt>
                <c:pt idx="97">
                  <c:v>67.355</c:v>
                </c:pt>
                <c:pt idx="98">
                  <c:v>67.262</c:v>
                </c:pt>
                <c:pt idx="99">
                  <c:v>66.888</c:v>
                </c:pt>
                <c:pt idx="100">
                  <c:v>66.237</c:v>
                </c:pt>
                <c:pt idx="101">
                  <c:v>65.311</c:v>
                </c:pt>
                <c:pt idx="102">
                  <c:v>64.115</c:v>
                </c:pt>
                <c:pt idx="103">
                  <c:v>62.657</c:v>
                </c:pt>
                <c:pt idx="104">
                  <c:v>60.941</c:v>
                </c:pt>
                <c:pt idx="105">
                  <c:v>58.978</c:v>
                </c:pt>
                <c:pt idx="106">
                  <c:v>56.775</c:v>
                </c:pt>
                <c:pt idx="107">
                  <c:v>54.342</c:v>
                </c:pt>
                <c:pt idx="108">
                  <c:v>51.692</c:v>
                </c:pt>
                <c:pt idx="109">
                  <c:v>48.835</c:v>
                </c:pt>
                <c:pt idx="110">
                  <c:v>45.784</c:v>
                </c:pt>
                <c:pt idx="111">
                  <c:v>42.553</c:v>
                </c:pt>
                <c:pt idx="112">
                  <c:v>39.155</c:v>
                </c:pt>
                <c:pt idx="113">
                  <c:v>35.606</c:v>
                </c:pt>
                <c:pt idx="114">
                  <c:v>31.921</c:v>
                </c:pt>
                <c:pt idx="115">
                  <c:v>28.116</c:v>
                </c:pt>
                <c:pt idx="116">
                  <c:v>24.206</c:v>
                </c:pt>
                <c:pt idx="117">
                  <c:v>20.21</c:v>
                </c:pt>
                <c:pt idx="118">
                  <c:v>16.143</c:v>
                </c:pt>
                <c:pt idx="119">
                  <c:v>12.023</c:v>
                </c:pt>
                <c:pt idx="120">
                  <c:v>7.867</c:v>
                </c:pt>
                <c:pt idx="121">
                  <c:v>3.694</c:v>
                </c:pt>
                <c:pt idx="122">
                  <c:v>-0.481</c:v>
                </c:pt>
                <c:pt idx="123">
                  <c:v>-4.638</c:v>
                </c:pt>
                <c:pt idx="124">
                  <c:v>-8.762</c:v>
                </c:pt>
                <c:pt idx="125">
                  <c:v>-12.834</c:v>
                </c:pt>
                <c:pt idx="126">
                  <c:v>-16.839</c:v>
                </c:pt>
                <c:pt idx="127">
                  <c:v>-20.759</c:v>
                </c:pt>
                <c:pt idx="128">
                  <c:v>-24.578</c:v>
                </c:pt>
                <c:pt idx="129">
                  <c:v>-28.281</c:v>
                </c:pt>
                <c:pt idx="130">
                  <c:v>-31.854</c:v>
                </c:pt>
                <c:pt idx="131">
                  <c:v>-35.28</c:v>
                </c:pt>
                <c:pt idx="132">
                  <c:v>-38.547</c:v>
                </c:pt>
                <c:pt idx="133">
                  <c:v>-41.642</c:v>
                </c:pt>
                <c:pt idx="134">
                  <c:v>-44.552</c:v>
                </c:pt>
                <c:pt idx="135">
                  <c:v>-47.265</c:v>
                </c:pt>
                <c:pt idx="136">
                  <c:v>-49.772</c:v>
                </c:pt>
                <c:pt idx="137">
                  <c:v>-52.061</c:v>
                </c:pt>
                <c:pt idx="138">
                  <c:v>-54.126</c:v>
                </c:pt>
                <c:pt idx="139">
                  <c:v>-55.957</c:v>
                </c:pt>
                <c:pt idx="140">
                  <c:v>-57.548</c:v>
                </c:pt>
                <c:pt idx="141">
                  <c:v>-58.893</c:v>
                </c:pt>
                <c:pt idx="142">
                  <c:v>-59.987</c:v>
                </c:pt>
                <c:pt idx="143">
                  <c:v>-60.827</c:v>
                </c:pt>
                <c:pt idx="144">
                  <c:v>-61.41</c:v>
                </c:pt>
                <c:pt idx="145">
                  <c:v>-61.735</c:v>
                </c:pt>
                <c:pt idx="146">
                  <c:v>-61.801</c:v>
                </c:pt>
                <c:pt idx="147">
                  <c:v>-61.608</c:v>
                </c:pt>
                <c:pt idx="148">
                  <c:v>-61.159</c:v>
                </c:pt>
                <c:pt idx="149">
                  <c:v>-60.456</c:v>
                </c:pt>
                <c:pt idx="150">
                  <c:v>-59.503</c:v>
                </c:pt>
                <c:pt idx="151">
                  <c:v>-58.305</c:v>
                </c:pt>
                <c:pt idx="152">
                  <c:v>-56.868</c:v>
                </c:pt>
                <c:pt idx="153">
                  <c:v>-55.198</c:v>
                </c:pt>
                <c:pt idx="154">
                  <c:v>-53.304</c:v>
                </c:pt>
                <c:pt idx="155">
                  <c:v>-51.194</c:v>
                </c:pt>
                <c:pt idx="156">
                  <c:v>-48.878</c:v>
                </c:pt>
                <c:pt idx="157">
                  <c:v>-46.366</c:v>
                </c:pt>
                <c:pt idx="158">
                  <c:v>-43.669</c:v>
                </c:pt>
                <c:pt idx="159">
                  <c:v>-40.799</c:v>
                </c:pt>
                <c:pt idx="160">
                  <c:v>-37.769</c:v>
                </c:pt>
                <c:pt idx="161">
                  <c:v>-34.592</c:v>
                </c:pt>
                <c:pt idx="162">
                  <c:v>-31.282</c:v>
                </c:pt>
                <c:pt idx="163">
                  <c:v>-27.853</c:v>
                </c:pt>
                <c:pt idx="164">
                  <c:v>-24.32</c:v>
                </c:pt>
                <c:pt idx="165">
                  <c:v>-20.697</c:v>
                </c:pt>
                <c:pt idx="166">
                  <c:v>-17.001</c:v>
                </c:pt>
                <c:pt idx="167">
                  <c:v>-13.247</c:v>
                </c:pt>
                <c:pt idx="168">
                  <c:v>-9.451</c:v>
                </c:pt>
                <c:pt idx="169">
                  <c:v>-5.629</c:v>
                </c:pt>
                <c:pt idx="170">
                  <c:v>-1.797</c:v>
                </c:pt>
                <c:pt idx="171">
                  <c:v>2.029</c:v>
                </c:pt>
                <c:pt idx="172">
                  <c:v>5.833</c:v>
                </c:pt>
                <c:pt idx="173">
                  <c:v>9.599</c:v>
                </c:pt>
                <c:pt idx="174">
                  <c:v>13.312</c:v>
                </c:pt>
                <c:pt idx="175">
                  <c:v>16.956</c:v>
                </c:pt>
                <c:pt idx="176">
                  <c:v>20.516</c:v>
                </c:pt>
                <c:pt idx="177">
                  <c:v>23.978</c:v>
                </c:pt>
                <c:pt idx="178">
                  <c:v>27.328</c:v>
                </c:pt>
                <c:pt idx="179">
                  <c:v>30.552</c:v>
                </c:pt>
                <c:pt idx="180">
                  <c:v>33.637</c:v>
                </c:pt>
                <c:pt idx="181">
                  <c:v>36.57</c:v>
                </c:pt>
                <c:pt idx="182">
                  <c:v>39.341</c:v>
                </c:pt>
                <c:pt idx="183">
                  <c:v>41.937</c:v>
                </c:pt>
                <c:pt idx="184">
                  <c:v>44.349</c:v>
                </c:pt>
                <c:pt idx="185">
                  <c:v>46.568</c:v>
                </c:pt>
                <c:pt idx="186">
                  <c:v>48.584</c:v>
                </c:pt>
                <c:pt idx="187">
                  <c:v>50.39</c:v>
                </c:pt>
                <c:pt idx="188">
                  <c:v>51.979</c:v>
                </c:pt>
                <c:pt idx="189">
                  <c:v>53.346</c:v>
                </c:pt>
                <c:pt idx="190">
                  <c:v>54.485</c:v>
                </c:pt>
                <c:pt idx="191">
                  <c:v>55.393</c:v>
                </c:pt>
                <c:pt idx="192">
                  <c:v>56.066</c:v>
                </c:pt>
                <c:pt idx="193">
                  <c:v>56.503</c:v>
                </c:pt>
                <c:pt idx="194">
                  <c:v>56.702</c:v>
                </c:pt>
                <c:pt idx="195">
                  <c:v>56.664</c:v>
                </c:pt>
                <c:pt idx="196">
                  <c:v>56.389</c:v>
                </c:pt>
                <c:pt idx="197">
                  <c:v>55.88</c:v>
                </c:pt>
                <c:pt idx="198">
                  <c:v>55.139</c:v>
                </c:pt>
                <c:pt idx="199">
                  <c:v>54.17</c:v>
                </c:pt>
                <c:pt idx="200">
                  <c:v>52.979</c:v>
                </c:pt>
                <c:pt idx="201">
                  <c:v>51.571</c:v>
                </c:pt>
                <c:pt idx="202">
                  <c:v>49.953</c:v>
                </c:pt>
                <c:pt idx="203">
                  <c:v>48.131</c:v>
                </c:pt>
                <c:pt idx="204">
                  <c:v>46.115</c:v>
                </c:pt>
                <c:pt idx="205">
                  <c:v>43.914</c:v>
                </c:pt>
                <c:pt idx="206">
                  <c:v>41.537</c:v>
                </c:pt>
                <c:pt idx="207">
                  <c:v>38.995</c:v>
                </c:pt>
                <c:pt idx="208">
                  <c:v>36.299</c:v>
                </c:pt>
                <c:pt idx="209">
                  <c:v>33.462</c:v>
                </c:pt>
                <c:pt idx="210">
                  <c:v>30.494</c:v>
                </c:pt>
                <c:pt idx="211">
                  <c:v>27.41</c:v>
                </c:pt>
                <c:pt idx="212">
                  <c:v>24.222</c:v>
                </c:pt>
                <c:pt idx="213">
                  <c:v>20.944</c:v>
                </c:pt>
                <c:pt idx="214">
                  <c:v>17.59</c:v>
                </c:pt>
                <c:pt idx="215">
                  <c:v>14.175</c:v>
                </c:pt>
                <c:pt idx="216">
                  <c:v>10.713</c:v>
                </c:pt>
                <c:pt idx="217">
                  <c:v>7.218</c:v>
                </c:pt>
                <c:pt idx="218">
                  <c:v>3.705</c:v>
                </c:pt>
                <c:pt idx="219">
                  <c:v>0.189</c:v>
                </c:pt>
                <c:pt idx="220">
                  <c:v>-3.315</c:v>
                </c:pt>
                <c:pt idx="221">
                  <c:v>-6.793</c:v>
                </c:pt>
                <c:pt idx="222">
                  <c:v>-10.23</c:v>
                </c:pt>
                <c:pt idx="223">
                  <c:v>-13.612</c:v>
                </c:pt>
                <c:pt idx="224">
                  <c:v>-16.926</c:v>
                </c:pt>
                <c:pt idx="225">
                  <c:v>-20.157</c:v>
                </c:pt>
                <c:pt idx="226">
                  <c:v>-23.292</c:v>
                </c:pt>
                <c:pt idx="227">
                  <c:v>-26.32</c:v>
                </c:pt>
                <c:pt idx="228">
                  <c:v>-29.226</c:v>
                </c:pt>
                <c:pt idx="229">
                  <c:v>-32.001</c:v>
                </c:pt>
                <c:pt idx="230">
                  <c:v>-34.632</c:v>
                </c:pt>
                <c:pt idx="231">
                  <c:v>-37.109</c:v>
                </c:pt>
                <c:pt idx="232">
                  <c:v>-39.422</c:v>
                </c:pt>
                <c:pt idx="233">
                  <c:v>-41.563</c:v>
                </c:pt>
                <c:pt idx="234">
                  <c:v>-43.522</c:v>
                </c:pt>
                <c:pt idx="235">
                  <c:v>-45.293</c:v>
                </c:pt>
                <c:pt idx="236">
                  <c:v>-46.868</c:v>
                </c:pt>
                <c:pt idx="237">
                  <c:v>-48.242</c:v>
                </c:pt>
                <c:pt idx="238">
                  <c:v>-49.41</c:v>
                </c:pt>
                <c:pt idx="239">
                  <c:v>-50.368</c:v>
                </c:pt>
                <c:pt idx="240">
                  <c:v>-51.111</c:v>
                </c:pt>
                <c:pt idx="241">
                  <c:v>-51.639</c:v>
                </c:pt>
                <c:pt idx="242">
                  <c:v>-51.949</c:v>
                </c:pt>
                <c:pt idx="243">
                  <c:v>-52.041</c:v>
                </c:pt>
                <c:pt idx="244">
                  <c:v>-51.916</c:v>
                </c:pt>
                <c:pt idx="245">
                  <c:v>-51.574</c:v>
                </c:pt>
                <c:pt idx="246">
                  <c:v>-51.018</c:v>
                </c:pt>
                <c:pt idx="247">
                  <c:v>-50.251</c:v>
                </c:pt>
                <c:pt idx="248">
                  <c:v>-49.277</c:v>
                </c:pt>
                <c:pt idx="249">
                  <c:v>-48.101</c:v>
                </c:pt>
                <c:pt idx="250">
                  <c:v>-46.728</c:v>
                </c:pt>
                <c:pt idx="251">
                  <c:v>-45.164</c:v>
                </c:pt>
                <c:pt idx="252">
                  <c:v>-43.418</c:v>
                </c:pt>
                <c:pt idx="253">
                  <c:v>-41.497</c:v>
                </c:pt>
                <c:pt idx="254">
                  <c:v>-39.409</c:v>
                </c:pt>
                <c:pt idx="255">
                  <c:v>-37.163</c:v>
                </c:pt>
                <c:pt idx="256">
                  <c:v>-34.771</c:v>
                </c:pt>
                <c:pt idx="257">
                  <c:v>-32.242</c:v>
                </c:pt>
                <c:pt idx="258">
                  <c:v>-29.587</c:v>
                </c:pt>
                <c:pt idx="259">
                  <c:v>-26.818</c:v>
                </c:pt>
                <c:pt idx="260">
                  <c:v>-23.947</c:v>
                </c:pt>
                <c:pt idx="261">
                  <c:v>-20.986</c:v>
                </c:pt>
                <c:pt idx="262">
                  <c:v>-17.948</c:v>
                </c:pt>
                <c:pt idx="263">
                  <c:v>-14.845</c:v>
                </c:pt>
                <c:pt idx="264">
                  <c:v>-11.692</c:v>
                </c:pt>
                <c:pt idx="265">
                  <c:v>-8.501</c:v>
                </c:pt>
                <c:pt idx="266">
                  <c:v>-5.285</c:v>
                </c:pt>
                <c:pt idx="267">
                  <c:v>-2.059</c:v>
                </c:pt>
                <c:pt idx="268">
                  <c:v>1.164</c:v>
                </c:pt>
                <c:pt idx="269">
                  <c:v>4.371</c:v>
                </c:pt>
                <c:pt idx="270">
                  <c:v>7.548</c:v>
                </c:pt>
                <c:pt idx="271">
                  <c:v>10.683</c:v>
                </c:pt>
                <c:pt idx="272">
                  <c:v>13.762</c:v>
                </c:pt>
                <c:pt idx="273">
                  <c:v>16.772</c:v>
                </c:pt>
                <c:pt idx="274">
                  <c:v>19.702</c:v>
                </c:pt>
                <c:pt idx="275">
                  <c:v>22.54</c:v>
                </c:pt>
                <c:pt idx="276">
                  <c:v>25.273</c:v>
                </c:pt>
                <c:pt idx="277">
                  <c:v>27.891</c:v>
                </c:pt>
                <c:pt idx="278">
                  <c:v>30.383</c:v>
                </c:pt>
                <c:pt idx="279">
                  <c:v>32.74</c:v>
                </c:pt>
                <c:pt idx="280">
                  <c:v>34.951</c:v>
                </c:pt>
                <c:pt idx="281">
                  <c:v>37.009</c:v>
                </c:pt>
                <c:pt idx="282">
                  <c:v>38.905</c:v>
                </c:pt>
                <c:pt idx="283">
                  <c:v>40.632</c:v>
                </c:pt>
                <c:pt idx="284">
                  <c:v>42.183</c:v>
                </c:pt>
                <c:pt idx="285">
                  <c:v>43.553</c:v>
                </c:pt>
                <c:pt idx="286">
                  <c:v>44.736</c:v>
                </c:pt>
                <c:pt idx="287">
                  <c:v>45.727</c:v>
                </c:pt>
                <c:pt idx="288">
                  <c:v>46.525</c:v>
                </c:pt>
                <c:pt idx="289">
                  <c:v>47.125</c:v>
                </c:pt>
                <c:pt idx="290">
                  <c:v>47.526</c:v>
                </c:pt>
                <c:pt idx="291">
                  <c:v>47.728</c:v>
                </c:pt>
                <c:pt idx="292">
                  <c:v>47.73</c:v>
                </c:pt>
                <c:pt idx="293">
                  <c:v>47.532</c:v>
                </c:pt>
                <c:pt idx="294">
                  <c:v>47.136</c:v>
                </c:pt>
                <c:pt idx="295">
                  <c:v>46.545</c:v>
                </c:pt>
                <c:pt idx="296">
                  <c:v>45.762</c:v>
                </c:pt>
                <c:pt idx="297">
                  <c:v>44.791</c:v>
                </c:pt>
                <c:pt idx="298">
                  <c:v>43.636</c:v>
                </c:pt>
                <c:pt idx="299">
                  <c:v>42.302</c:v>
                </c:pt>
                <c:pt idx="300">
                  <c:v>40.797</c:v>
                </c:pt>
                <c:pt idx="301">
                  <c:v>39.127</c:v>
                </c:pt>
                <c:pt idx="302">
                  <c:v>37.299</c:v>
                </c:pt>
                <c:pt idx="303">
                  <c:v>35.322</c:v>
                </c:pt>
                <c:pt idx="304">
                  <c:v>33.205</c:v>
                </c:pt>
                <c:pt idx="305">
                  <c:v>30.956</c:v>
                </c:pt>
                <c:pt idx="306">
                  <c:v>28.587</c:v>
                </c:pt>
                <c:pt idx="307">
                  <c:v>26.106</c:v>
                </c:pt>
                <c:pt idx="308">
                  <c:v>23.524</c:v>
                </c:pt>
                <c:pt idx="309">
                  <c:v>20.854</c:v>
                </c:pt>
                <c:pt idx="310">
                  <c:v>18.106</c:v>
                </c:pt>
                <c:pt idx="311">
                  <c:v>15.293</c:v>
                </c:pt>
                <c:pt idx="312">
                  <c:v>12.425</c:v>
                </c:pt>
                <c:pt idx="313">
                  <c:v>9.515</c:v>
                </c:pt>
                <c:pt idx="314">
                  <c:v>6.577</c:v>
                </c:pt>
                <c:pt idx="315">
                  <c:v>3.621</c:v>
                </c:pt>
                <c:pt idx="316">
                  <c:v>0.66</c:v>
                </c:pt>
                <c:pt idx="317">
                  <c:v>-2.293</c:v>
                </c:pt>
                <c:pt idx="318">
                  <c:v>-5.226</c:v>
                </c:pt>
                <c:pt idx="319">
                  <c:v>-8.127</c:v>
                </c:pt>
                <c:pt idx="320">
                  <c:v>-10.983</c:v>
                </c:pt>
                <c:pt idx="321">
                  <c:v>-13.784</c:v>
                </c:pt>
                <c:pt idx="322">
                  <c:v>-16.517</c:v>
                </c:pt>
                <c:pt idx="323">
                  <c:v>-19.171</c:v>
                </c:pt>
                <c:pt idx="324">
                  <c:v>-21.736</c:v>
                </c:pt>
                <c:pt idx="325">
                  <c:v>-24.202</c:v>
                </c:pt>
                <c:pt idx="326">
                  <c:v>-26.557</c:v>
                </c:pt>
                <c:pt idx="327">
                  <c:v>-28.793</c:v>
                </c:pt>
                <c:pt idx="328">
                  <c:v>-30.902</c:v>
                </c:pt>
                <c:pt idx="329">
                  <c:v>-32.873</c:v>
                </c:pt>
                <c:pt idx="330">
                  <c:v>-34.701</c:v>
                </c:pt>
                <c:pt idx="331">
                  <c:v>-36.377</c:v>
                </c:pt>
                <c:pt idx="332">
                  <c:v>-37.895</c:v>
                </c:pt>
                <c:pt idx="333">
                  <c:v>-39.25</c:v>
                </c:pt>
                <c:pt idx="334">
                  <c:v>-40.436</c:v>
                </c:pt>
                <c:pt idx="335">
                  <c:v>-41.449</c:v>
                </c:pt>
                <c:pt idx="336">
                  <c:v>-42.285</c:v>
                </c:pt>
                <c:pt idx="337">
                  <c:v>-42.942</c:v>
                </c:pt>
                <c:pt idx="338">
                  <c:v>-43.417</c:v>
                </c:pt>
                <c:pt idx="339">
                  <c:v>-43.709</c:v>
                </c:pt>
                <c:pt idx="340">
                  <c:v>-43.818</c:v>
                </c:pt>
                <c:pt idx="341">
                  <c:v>-43.743</c:v>
                </c:pt>
                <c:pt idx="342">
                  <c:v>-43.486</c:v>
                </c:pt>
                <c:pt idx="343">
                  <c:v>-43.049</c:v>
                </c:pt>
                <c:pt idx="344">
                  <c:v>-42.433</c:v>
                </c:pt>
                <c:pt idx="345">
                  <c:v>-41.642</c:v>
                </c:pt>
                <c:pt idx="346">
                  <c:v>-40.68</c:v>
                </c:pt>
                <c:pt idx="347">
                  <c:v>-39.551</c:v>
                </c:pt>
                <c:pt idx="348">
                  <c:v>-38.262</c:v>
                </c:pt>
                <c:pt idx="349">
                  <c:v>-36.817</c:v>
                </c:pt>
                <c:pt idx="350">
                  <c:v>-35.223</c:v>
                </c:pt>
                <c:pt idx="351">
                  <c:v>-33.489</c:v>
                </c:pt>
                <c:pt idx="352">
                  <c:v>-31.62</c:v>
                </c:pt>
                <c:pt idx="353">
                  <c:v>-29.626</c:v>
                </c:pt>
                <c:pt idx="354">
                  <c:v>-27.515</c:v>
                </c:pt>
                <c:pt idx="355">
                  <c:v>-25.297</c:v>
                </c:pt>
                <c:pt idx="356">
                  <c:v>-22.981</c:v>
                </c:pt>
                <c:pt idx="357">
                  <c:v>-20.578</c:v>
                </c:pt>
                <c:pt idx="358">
                  <c:v>-18.096</c:v>
                </c:pt>
                <c:pt idx="359">
                  <c:v>-15.549</c:v>
                </c:pt>
                <c:pt idx="360">
                  <c:v>-12.945</c:v>
                </c:pt>
                <c:pt idx="361">
                  <c:v>-10.296</c:v>
                </c:pt>
                <c:pt idx="362">
                  <c:v>-7.614</c:v>
                </c:pt>
                <c:pt idx="363">
                  <c:v>-4.909</c:v>
                </c:pt>
                <c:pt idx="364">
                  <c:v>-2.194</c:v>
                </c:pt>
                <c:pt idx="365">
                  <c:v>0.521</c:v>
                </c:pt>
                <c:pt idx="366">
                  <c:v>3.225</c:v>
                </c:pt>
                <c:pt idx="367">
                  <c:v>5.905</c:v>
                </c:pt>
                <c:pt idx="368">
                  <c:v>8.551</c:v>
                </c:pt>
                <c:pt idx="369">
                  <c:v>11.152</c:v>
                </c:pt>
                <c:pt idx="370">
                  <c:v>13.698</c:v>
                </c:pt>
                <c:pt idx="371">
                  <c:v>16.177</c:v>
                </c:pt>
                <c:pt idx="372">
                  <c:v>18.58</c:v>
                </c:pt>
                <c:pt idx="373">
                  <c:v>20.897</c:v>
                </c:pt>
                <c:pt idx="374">
                  <c:v>23.118</c:v>
                </c:pt>
                <c:pt idx="375">
                  <c:v>25.235</c:v>
                </c:pt>
                <c:pt idx="376">
                  <c:v>27.239</c:v>
                </c:pt>
                <c:pt idx="377">
                  <c:v>29.122</c:v>
                </c:pt>
                <c:pt idx="378">
                  <c:v>30.878</c:v>
                </c:pt>
                <c:pt idx="379">
                  <c:v>32.497</c:v>
                </c:pt>
                <c:pt idx="380">
                  <c:v>33.976</c:v>
                </c:pt>
                <c:pt idx="381">
                  <c:v>35.307</c:v>
                </c:pt>
                <c:pt idx="382">
                  <c:v>36.487</c:v>
                </c:pt>
                <c:pt idx="383">
                  <c:v>37.509</c:v>
                </c:pt>
                <c:pt idx="384">
                  <c:v>38.372</c:v>
                </c:pt>
                <c:pt idx="385">
                  <c:v>39.071</c:v>
                </c:pt>
                <c:pt idx="386">
                  <c:v>39.605</c:v>
                </c:pt>
                <c:pt idx="387">
                  <c:v>39.971</c:v>
                </c:pt>
                <c:pt idx="388">
                  <c:v>40.17</c:v>
                </c:pt>
                <c:pt idx="389">
                  <c:v>40.199</c:v>
                </c:pt>
                <c:pt idx="390">
                  <c:v>40.061</c:v>
                </c:pt>
                <c:pt idx="391">
                  <c:v>39.756</c:v>
                </c:pt>
                <c:pt idx="392">
                  <c:v>39.286</c:v>
                </c:pt>
                <c:pt idx="393">
                  <c:v>38.654</c:v>
                </c:pt>
                <c:pt idx="394">
                  <c:v>37.863</c:v>
                </c:pt>
                <c:pt idx="395">
                  <c:v>36.916</c:v>
                </c:pt>
                <c:pt idx="396">
                  <c:v>35.818</c:v>
                </c:pt>
                <c:pt idx="397">
                  <c:v>34.575</c:v>
                </c:pt>
                <c:pt idx="398">
                  <c:v>33.192</c:v>
                </c:pt>
                <c:pt idx="399">
                  <c:v>31.675</c:v>
                </c:pt>
                <c:pt idx="400">
                  <c:v>30.031</c:v>
                </c:pt>
                <c:pt idx="401">
                  <c:v>28.268</c:v>
                </c:pt>
                <c:pt idx="402">
                  <c:v>26.393</c:v>
                </c:pt>
                <c:pt idx="403">
                  <c:v>24.414</c:v>
                </c:pt>
                <c:pt idx="404">
                  <c:v>22.34</c:v>
                </c:pt>
                <c:pt idx="405">
                  <c:v>20.181</c:v>
                </c:pt>
                <c:pt idx="406">
                  <c:v>17.944</c:v>
                </c:pt>
                <c:pt idx="407">
                  <c:v>15.641</c:v>
                </c:pt>
                <c:pt idx="408">
                  <c:v>13.281</c:v>
                </c:pt>
                <c:pt idx="409">
                  <c:v>10.873</c:v>
                </c:pt>
                <c:pt idx="410">
                  <c:v>8.428</c:v>
                </c:pt>
                <c:pt idx="411">
                  <c:v>5.957</c:v>
                </c:pt>
                <c:pt idx="412">
                  <c:v>3.47</c:v>
                </c:pt>
                <c:pt idx="413">
                  <c:v>0.977</c:v>
                </c:pt>
                <c:pt idx="414">
                  <c:v>-1.511</c:v>
                </c:pt>
                <c:pt idx="415">
                  <c:v>-3.984</c:v>
                </c:pt>
                <c:pt idx="416">
                  <c:v>-6.432</c:v>
                </c:pt>
                <c:pt idx="417">
                  <c:v>-8.844</c:v>
                </c:pt>
                <c:pt idx="418">
                  <c:v>-11.21</c:v>
                </c:pt>
                <c:pt idx="419">
                  <c:v>-13.522</c:v>
                </c:pt>
                <c:pt idx="420">
                  <c:v>-15.769</c:v>
                </c:pt>
                <c:pt idx="421">
                  <c:v>-17.942</c:v>
                </c:pt>
                <c:pt idx="422">
                  <c:v>-20.033</c:v>
                </c:pt>
                <c:pt idx="423">
                  <c:v>-22.032</c:v>
                </c:pt>
                <c:pt idx="424">
                  <c:v>-23.933</c:v>
                </c:pt>
                <c:pt idx="425">
                  <c:v>-25.726</c:v>
                </c:pt>
                <c:pt idx="426">
                  <c:v>-27.406</c:v>
                </c:pt>
                <c:pt idx="427">
                  <c:v>-28.966</c:v>
                </c:pt>
                <c:pt idx="428">
                  <c:v>-30.399</c:v>
                </c:pt>
                <c:pt idx="429">
                  <c:v>-31.7</c:v>
                </c:pt>
                <c:pt idx="430">
                  <c:v>-32.865</c:v>
                </c:pt>
                <c:pt idx="431">
                  <c:v>-33.888</c:v>
                </c:pt>
                <c:pt idx="432">
                  <c:v>-34.765</c:v>
                </c:pt>
                <c:pt idx="433">
                  <c:v>-35.495</c:v>
                </c:pt>
                <c:pt idx="434">
                  <c:v>-36.074</c:v>
                </c:pt>
                <c:pt idx="435">
                  <c:v>-36.5</c:v>
                </c:pt>
                <c:pt idx="436">
                  <c:v>-36.772</c:v>
                </c:pt>
                <c:pt idx="437">
                  <c:v>-36.89</c:v>
                </c:pt>
                <c:pt idx="438">
                  <c:v>-36.853</c:v>
                </c:pt>
                <c:pt idx="439">
                  <c:v>-36.662</c:v>
                </c:pt>
                <c:pt idx="440">
                  <c:v>-36.319</c:v>
                </c:pt>
                <c:pt idx="441">
                  <c:v>-35.826</c:v>
                </c:pt>
                <c:pt idx="442">
                  <c:v>-35.185</c:v>
                </c:pt>
                <c:pt idx="443">
                  <c:v>-34.399</c:v>
                </c:pt>
                <c:pt idx="444">
                  <c:v>-33.472</c:v>
                </c:pt>
                <c:pt idx="445">
                  <c:v>-32.409</c:v>
                </c:pt>
                <c:pt idx="446">
                  <c:v>-31.214</c:v>
                </c:pt>
                <c:pt idx="447">
                  <c:v>-29.893</c:v>
                </c:pt>
                <c:pt idx="448">
                  <c:v>-28.452</c:v>
                </c:pt>
                <c:pt idx="449">
                  <c:v>-26.897</c:v>
                </c:pt>
                <c:pt idx="450">
                  <c:v>-25.236</c:v>
                </c:pt>
                <c:pt idx="451">
                  <c:v>-23.475</c:v>
                </c:pt>
                <c:pt idx="452">
                  <c:v>-21.622</c:v>
                </c:pt>
                <c:pt idx="453">
                  <c:v>-19.685</c:v>
                </c:pt>
                <c:pt idx="454">
                  <c:v>-17.673</c:v>
                </c:pt>
                <c:pt idx="455">
                  <c:v>-15.595</c:v>
                </c:pt>
                <c:pt idx="456">
                  <c:v>-13.458</c:v>
                </c:pt>
                <c:pt idx="457">
                  <c:v>-11.273</c:v>
                </c:pt>
                <c:pt idx="458">
                  <c:v>-9.049</c:v>
                </c:pt>
                <c:pt idx="459">
                  <c:v>-6.794</c:v>
                </c:pt>
                <c:pt idx="460">
                  <c:v>-4.52</c:v>
                </c:pt>
                <c:pt idx="461">
                  <c:v>-2.234</c:v>
                </c:pt>
                <c:pt idx="462">
                  <c:v>0.053</c:v>
                </c:pt>
                <c:pt idx="463">
                  <c:v>2.331</c:v>
                </c:pt>
                <c:pt idx="464">
                  <c:v>4.592</c:v>
                </c:pt>
                <c:pt idx="465">
                  <c:v>6.826</c:v>
                </c:pt>
                <c:pt idx="466">
                  <c:v>9.023</c:v>
                </c:pt>
                <c:pt idx="467">
                  <c:v>11.174</c:v>
                </c:pt>
                <c:pt idx="468">
                  <c:v>13.272</c:v>
                </c:pt>
                <c:pt idx="469">
                  <c:v>15.307</c:v>
                </c:pt>
                <c:pt idx="470">
                  <c:v>17.27</c:v>
                </c:pt>
                <c:pt idx="471">
                  <c:v>19.155</c:v>
                </c:pt>
                <c:pt idx="472">
                  <c:v>20.952</c:v>
                </c:pt>
                <c:pt idx="473">
                  <c:v>22.656</c:v>
                </c:pt>
                <c:pt idx="474">
                  <c:v>24.26</c:v>
                </c:pt>
                <c:pt idx="475">
                  <c:v>25.756</c:v>
                </c:pt>
                <c:pt idx="476">
                  <c:v>27.14</c:v>
                </c:pt>
                <c:pt idx="477">
                  <c:v>28.405</c:v>
                </c:pt>
                <c:pt idx="478">
                  <c:v>29.548</c:v>
                </c:pt>
                <c:pt idx="479">
                  <c:v>30.563</c:v>
                </c:pt>
                <c:pt idx="480">
                  <c:v>31.446</c:v>
                </c:pt>
                <c:pt idx="481">
                  <c:v>32.195</c:v>
                </c:pt>
                <c:pt idx="482">
                  <c:v>32.808</c:v>
                </c:pt>
                <c:pt idx="483">
                  <c:v>33.281</c:v>
                </c:pt>
                <c:pt idx="484">
                  <c:v>33.613</c:v>
                </c:pt>
                <c:pt idx="485">
                  <c:v>33.804</c:v>
                </c:pt>
                <c:pt idx="486">
                  <c:v>33.853</c:v>
                </c:pt>
                <c:pt idx="487">
                  <c:v>33.761</c:v>
                </c:pt>
                <c:pt idx="488">
                  <c:v>33.527</c:v>
                </c:pt>
                <c:pt idx="489">
                  <c:v>33.155</c:v>
                </c:pt>
                <c:pt idx="490">
                  <c:v>32.646</c:v>
                </c:pt>
                <c:pt idx="491">
                  <c:v>32.002</c:v>
                </c:pt>
                <c:pt idx="492">
                  <c:v>31.227</c:v>
                </c:pt>
                <c:pt idx="493">
                  <c:v>30.324</c:v>
                </c:pt>
                <c:pt idx="494">
                  <c:v>29.297</c:v>
                </c:pt>
                <c:pt idx="495">
                  <c:v>28.152</c:v>
                </c:pt>
                <c:pt idx="496">
                  <c:v>26.894</c:v>
                </c:pt>
                <c:pt idx="497">
                  <c:v>25.527</c:v>
                </c:pt>
                <c:pt idx="498">
                  <c:v>24.059</c:v>
                </c:pt>
                <c:pt idx="499">
                  <c:v>22.496</c:v>
                </c:pt>
                <c:pt idx="500">
                  <c:v>20.844</c:v>
                </c:pt>
                <c:pt idx="501">
                  <c:v>19.111</c:v>
                </c:pt>
                <c:pt idx="502">
                  <c:v>17.304</c:v>
                </c:pt>
                <c:pt idx="503">
                  <c:v>15.432</c:v>
                </c:pt>
                <c:pt idx="504">
                  <c:v>13.501</c:v>
                </c:pt>
                <c:pt idx="505">
                  <c:v>11.521</c:v>
                </c:pt>
                <c:pt idx="506">
                  <c:v>9.5</c:v>
                </c:pt>
                <c:pt idx="507">
                  <c:v>7.447</c:v>
                </c:pt>
                <c:pt idx="508">
                  <c:v>5.369</c:v>
                </c:pt>
                <c:pt idx="509">
                  <c:v>3.277</c:v>
                </c:pt>
                <c:pt idx="510">
                  <c:v>1.178</c:v>
                </c:pt>
                <c:pt idx="511">
                  <c:v>-0.918</c:v>
                </c:pt>
                <c:pt idx="512">
                  <c:v>-3.003</c:v>
                </c:pt>
                <c:pt idx="513">
                  <c:v>-5.068</c:v>
                </c:pt>
                <c:pt idx="514">
                  <c:v>-7.105</c:v>
                </c:pt>
                <c:pt idx="515">
                  <c:v>-9.105</c:v>
                </c:pt>
                <c:pt idx="516">
                  <c:v>-11.06</c:v>
                </c:pt>
                <c:pt idx="517">
                  <c:v>-12.961</c:v>
                </c:pt>
                <c:pt idx="518">
                  <c:v>-14.802</c:v>
                </c:pt>
                <c:pt idx="519">
                  <c:v>-16.575</c:v>
                </c:pt>
                <c:pt idx="520">
                  <c:v>-18.272</c:v>
                </c:pt>
                <c:pt idx="521">
                  <c:v>-19.886</c:v>
                </c:pt>
                <c:pt idx="522">
                  <c:v>-21.412</c:v>
                </c:pt>
                <c:pt idx="523">
                  <c:v>-22.843</c:v>
                </c:pt>
                <c:pt idx="524">
                  <c:v>-24.174</c:v>
                </c:pt>
                <c:pt idx="525">
                  <c:v>-25.399</c:v>
                </c:pt>
                <c:pt idx="526">
                  <c:v>-26.514</c:v>
                </c:pt>
                <c:pt idx="527">
                  <c:v>-27.514</c:v>
                </c:pt>
                <c:pt idx="528">
                  <c:v>-28.396</c:v>
                </c:pt>
                <c:pt idx="529">
                  <c:v>-29.156</c:v>
                </c:pt>
                <c:pt idx="530">
                  <c:v>-29.791</c:v>
                </c:pt>
                <c:pt idx="531">
                  <c:v>-30.3</c:v>
                </c:pt>
                <c:pt idx="532">
                  <c:v>-30.681</c:v>
                </c:pt>
                <c:pt idx="533">
                  <c:v>-30.932</c:v>
                </c:pt>
                <c:pt idx="534">
                  <c:v>-31.053</c:v>
                </c:pt>
                <c:pt idx="535">
                  <c:v>-31.044</c:v>
                </c:pt>
                <c:pt idx="536">
                  <c:v>-30.905</c:v>
                </c:pt>
                <c:pt idx="537">
                  <c:v>-30.638</c:v>
                </c:pt>
                <c:pt idx="538">
                  <c:v>-30.244</c:v>
                </c:pt>
                <c:pt idx="539">
                  <c:v>-29.725</c:v>
                </c:pt>
                <c:pt idx="540">
                  <c:v>-29.084</c:v>
                </c:pt>
                <c:pt idx="541">
                  <c:v>-28.323</c:v>
                </c:pt>
                <c:pt idx="542">
                  <c:v>-27.447</c:v>
                </c:pt>
                <c:pt idx="543">
                  <c:v>-26.46</c:v>
                </c:pt>
                <c:pt idx="544">
                  <c:v>-25.365</c:v>
                </c:pt>
                <c:pt idx="545">
                  <c:v>-24.169</c:v>
                </c:pt>
                <c:pt idx="546">
                  <c:v>-22.875</c:v>
                </c:pt>
                <c:pt idx="547">
                  <c:v>-21.491</c:v>
                </c:pt>
                <c:pt idx="548">
                  <c:v>-20.022</c:v>
                </c:pt>
                <c:pt idx="549">
                  <c:v>-18.475</c:v>
                </c:pt>
                <c:pt idx="550">
                  <c:v>-16.855</c:v>
                </c:pt>
                <c:pt idx="551">
                  <c:v>-15.172</c:v>
                </c:pt>
                <c:pt idx="552">
                  <c:v>-13.43</c:v>
                </c:pt>
                <c:pt idx="553">
                  <c:v>-11.639</c:v>
                </c:pt>
                <c:pt idx="554">
                  <c:v>-9.806</c:v>
                </c:pt>
                <c:pt idx="555">
                  <c:v>-7.938</c:v>
                </c:pt>
                <c:pt idx="556">
                  <c:v>-6.043</c:v>
                </c:pt>
                <c:pt idx="557">
                  <c:v>-4.13</c:v>
                </c:pt>
                <c:pt idx="558">
                  <c:v>-2.207</c:v>
                </c:pt>
                <c:pt idx="559">
                  <c:v>-0.281</c:v>
                </c:pt>
                <c:pt idx="560">
                  <c:v>1.639</c:v>
                </c:pt>
                <c:pt idx="561">
                  <c:v>3.546</c:v>
                </c:pt>
                <c:pt idx="562">
                  <c:v>5.431</c:v>
                </c:pt>
                <c:pt idx="563">
                  <c:v>7.286</c:v>
                </c:pt>
                <c:pt idx="564">
                  <c:v>9.105</c:v>
                </c:pt>
                <c:pt idx="565">
                  <c:v>10.879</c:v>
                </c:pt>
                <c:pt idx="566">
                  <c:v>12.602</c:v>
                </c:pt>
                <c:pt idx="567">
                  <c:v>14.266</c:v>
                </c:pt>
                <c:pt idx="568">
                  <c:v>15.864</c:v>
                </c:pt>
                <c:pt idx="569">
                  <c:v>17.391</c:v>
                </c:pt>
                <c:pt idx="570">
                  <c:v>18.84</c:v>
                </c:pt>
                <c:pt idx="571">
                  <c:v>20.204</c:v>
                </c:pt>
                <c:pt idx="572">
                  <c:v>21.48</c:v>
                </c:pt>
                <c:pt idx="573">
                  <c:v>22.661</c:v>
                </c:pt>
                <c:pt idx="574">
                  <c:v>23.744</c:v>
                </c:pt>
                <c:pt idx="575">
                  <c:v>24.723</c:v>
                </c:pt>
                <c:pt idx="576">
                  <c:v>25.596</c:v>
                </c:pt>
                <c:pt idx="577">
                  <c:v>26.359</c:v>
                </c:pt>
                <c:pt idx="578">
                  <c:v>27.01</c:v>
                </c:pt>
                <c:pt idx="579">
                  <c:v>27.545</c:v>
                </c:pt>
                <c:pt idx="580">
                  <c:v>27.963</c:v>
                </c:pt>
                <c:pt idx="581">
                  <c:v>28.263</c:v>
                </c:pt>
                <c:pt idx="582">
                  <c:v>28.444</c:v>
                </c:pt>
                <c:pt idx="583">
                  <c:v>28.505</c:v>
                </c:pt>
                <c:pt idx="584">
                  <c:v>28.448</c:v>
                </c:pt>
                <c:pt idx="585">
                  <c:v>28.271</c:v>
                </c:pt>
                <c:pt idx="586">
                  <c:v>27.977</c:v>
                </c:pt>
                <c:pt idx="587">
                  <c:v>27.568</c:v>
                </c:pt>
                <c:pt idx="588">
                  <c:v>27.045</c:v>
                </c:pt>
                <c:pt idx="589">
                  <c:v>26.411</c:v>
                </c:pt>
                <c:pt idx="590">
                  <c:v>25.668</c:v>
                </c:pt>
                <c:pt idx="591">
                  <c:v>24.821</c:v>
                </c:pt>
                <c:pt idx="592">
                  <c:v>23.874</c:v>
                </c:pt>
                <c:pt idx="593">
                  <c:v>22.83</c:v>
                </c:pt>
                <c:pt idx="594">
                  <c:v>21.695</c:v>
                </c:pt>
                <c:pt idx="595">
                  <c:v>20.473</c:v>
                </c:pt>
                <c:pt idx="596">
                  <c:v>19.169</c:v>
                </c:pt>
                <c:pt idx="597">
                  <c:v>17.791</c:v>
                </c:pt>
                <c:pt idx="598">
                  <c:v>16.343</c:v>
                </c:pt>
                <c:pt idx="599">
                  <c:v>14.831</c:v>
                </c:pt>
                <c:pt idx="600">
                  <c:v>13.264</c:v>
                </c:pt>
                <c:pt idx="601">
                  <c:v>11.646</c:v>
                </c:pt>
                <c:pt idx="602">
                  <c:v>9.986</c:v>
                </c:pt>
                <c:pt idx="603">
                  <c:v>8.289</c:v>
                </c:pt>
                <c:pt idx="604">
                  <c:v>6.564</c:v>
                </c:pt>
                <c:pt idx="605">
                  <c:v>4.818</c:v>
                </c:pt>
                <c:pt idx="606">
                  <c:v>3.058</c:v>
                </c:pt>
                <c:pt idx="607">
                  <c:v>1.291</c:v>
                </c:pt>
                <c:pt idx="608">
                  <c:v>-0.475</c:v>
                </c:pt>
                <c:pt idx="609">
                  <c:v>-2.233</c:v>
                </c:pt>
                <c:pt idx="610">
                  <c:v>-3.975</c:v>
                </c:pt>
                <c:pt idx="611">
                  <c:v>-5.694</c:v>
                </c:pt>
                <c:pt idx="612">
                  <c:v>-7.384</c:v>
                </c:pt>
                <c:pt idx="613">
                  <c:v>-9.037</c:v>
                </c:pt>
                <c:pt idx="614">
                  <c:v>-10.646</c:v>
                </c:pt>
                <c:pt idx="615">
                  <c:v>-12.205</c:v>
                </c:pt>
                <c:pt idx="616">
                  <c:v>-13.707</c:v>
                </c:pt>
                <c:pt idx="617">
                  <c:v>-15.147</c:v>
                </c:pt>
                <c:pt idx="618">
                  <c:v>-16.519</c:v>
                </c:pt>
                <c:pt idx="619">
                  <c:v>-17.817</c:v>
                </c:pt>
                <c:pt idx="620">
                  <c:v>-19.036</c:v>
                </c:pt>
                <c:pt idx="621">
                  <c:v>-20.171</c:v>
                </c:pt>
                <c:pt idx="622">
                  <c:v>-21.218</c:v>
                </c:pt>
                <c:pt idx="623">
                  <c:v>-22.172</c:v>
                </c:pt>
                <c:pt idx="624">
                  <c:v>-23.031</c:v>
                </c:pt>
                <c:pt idx="625">
                  <c:v>-23.79</c:v>
                </c:pt>
                <c:pt idx="626">
                  <c:v>-24.448</c:v>
                </c:pt>
                <c:pt idx="627">
                  <c:v>-25.001</c:v>
                </c:pt>
                <c:pt idx="628">
                  <c:v>-25.447</c:v>
                </c:pt>
                <c:pt idx="629">
                  <c:v>-25.786</c:v>
                </c:pt>
                <c:pt idx="630">
                  <c:v>-26.016</c:v>
                </c:pt>
                <c:pt idx="631">
                  <c:v>-26.137</c:v>
                </c:pt>
                <c:pt idx="632">
                  <c:v>-26.148</c:v>
                </c:pt>
                <c:pt idx="633">
                  <c:v>-26.049</c:v>
                </c:pt>
                <c:pt idx="634">
                  <c:v>-25.843</c:v>
                </c:pt>
                <c:pt idx="635">
                  <c:v>-25.529</c:v>
                </c:pt>
                <c:pt idx="636">
                  <c:v>-25.109</c:v>
                </c:pt>
                <c:pt idx="637">
                  <c:v>-24.587</c:v>
                </c:pt>
                <c:pt idx="638">
                  <c:v>-23.963</c:v>
                </c:pt>
                <c:pt idx="639">
                  <c:v>-23.242</c:v>
                </c:pt>
                <c:pt idx="640">
                  <c:v>-22.426</c:v>
                </c:pt>
                <c:pt idx="641">
                  <c:v>-21.519</c:v>
                </c:pt>
                <c:pt idx="642">
                  <c:v>-20.526</c:v>
                </c:pt>
                <c:pt idx="643">
                  <c:v>-19.451</c:v>
                </c:pt>
                <c:pt idx="644">
                  <c:v>-18.298</c:v>
                </c:pt>
                <c:pt idx="645">
                  <c:v>-17.072</c:v>
                </c:pt>
                <c:pt idx="646">
                  <c:v>-15.78</c:v>
                </c:pt>
                <c:pt idx="647">
                  <c:v>-14.427</c:v>
                </c:pt>
                <c:pt idx="648">
                  <c:v>-13.018</c:v>
                </c:pt>
                <c:pt idx="649">
                  <c:v>-11.559</c:v>
                </c:pt>
                <c:pt idx="650">
                  <c:v>-10.058</c:v>
                </c:pt>
                <c:pt idx="651">
                  <c:v>-8.52</c:v>
                </c:pt>
                <c:pt idx="652">
                  <c:v>-6.951</c:v>
                </c:pt>
                <c:pt idx="653">
                  <c:v>-5.36</c:v>
                </c:pt>
                <c:pt idx="654">
                  <c:v>-3.751</c:v>
                </c:pt>
                <c:pt idx="655">
                  <c:v>-2.133</c:v>
                </c:pt>
                <c:pt idx="656">
                  <c:v>-0.511</c:v>
                </c:pt>
                <c:pt idx="657">
                  <c:v>1.107</c:v>
                </c:pt>
                <c:pt idx="658">
                  <c:v>2.715</c:v>
                </c:pt>
                <c:pt idx="659">
                  <c:v>4.306</c:v>
                </c:pt>
                <c:pt idx="660">
                  <c:v>5.873</c:v>
                </c:pt>
                <c:pt idx="661">
                  <c:v>7.41</c:v>
                </c:pt>
                <c:pt idx="662">
                  <c:v>8.911</c:v>
                </c:pt>
                <c:pt idx="663">
                  <c:v>10.369</c:v>
                </c:pt>
                <c:pt idx="664">
                  <c:v>11.778</c:v>
                </c:pt>
                <c:pt idx="665">
                  <c:v>13.134</c:v>
                </c:pt>
                <c:pt idx="666">
                  <c:v>14.43</c:v>
                </c:pt>
                <c:pt idx="667">
                  <c:v>15.661</c:v>
                </c:pt>
                <c:pt idx="668">
                  <c:v>16.822</c:v>
                </c:pt>
                <c:pt idx="669">
                  <c:v>17.91</c:v>
                </c:pt>
                <c:pt idx="670">
                  <c:v>18.918</c:v>
                </c:pt>
                <c:pt idx="671">
                  <c:v>19.844</c:v>
                </c:pt>
                <c:pt idx="672">
                  <c:v>20.684</c:v>
                </c:pt>
                <c:pt idx="673">
                  <c:v>21.434</c:v>
                </c:pt>
                <c:pt idx="674">
                  <c:v>22.092</c:v>
                </c:pt>
                <c:pt idx="675">
                  <c:v>22.656</c:v>
                </c:pt>
                <c:pt idx="676">
                  <c:v>23.123</c:v>
                </c:pt>
                <c:pt idx="677">
                  <c:v>23.492</c:v>
                </c:pt>
                <c:pt idx="678">
                  <c:v>23.761</c:v>
                </c:pt>
                <c:pt idx="679">
                  <c:v>23.931</c:v>
                </c:pt>
                <c:pt idx="680">
                  <c:v>23.999</c:v>
                </c:pt>
                <c:pt idx="681">
                  <c:v>23.968</c:v>
                </c:pt>
                <c:pt idx="682">
                  <c:v>23.836</c:v>
                </c:pt>
                <c:pt idx="683">
                  <c:v>23.605</c:v>
                </c:pt>
                <c:pt idx="684">
                  <c:v>23.277</c:v>
                </c:pt>
                <c:pt idx="685">
                  <c:v>22.853</c:v>
                </c:pt>
                <c:pt idx="686">
                  <c:v>22.334</c:v>
                </c:pt>
                <c:pt idx="687">
                  <c:v>21.724</c:v>
                </c:pt>
                <c:pt idx="688">
                  <c:v>21.026</c:v>
                </c:pt>
                <c:pt idx="689">
                  <c:v>20.242</c:v>
                </c:pt>
                <c:pt idx="690">
                  <c:v>19.377</c:v>
                </c:pt>
                <c:pt idx="691">
                  <c:v>18.434</c:v>
                </c:pt>
                <c:pt idx="692">
                  <c:v>17.417</c:v>
                </c:pt>
                <c:pt idx="693">
                  <c:v>16.331</c:v>
                </c:pt>
                <c:pt idx="694">
                  <c:v>15.18</c:v>
                </c:pt>
                <c:pt idx="695">
                  <c:v>13.97</c:v>
                </c:pt>
                <c:pt idx="696">
                  <c:v>12.707</c:v>
                </c:pt>
                <c:pt idx="697">
                  <c:v>11.394</c:v>
                </c:pt>
                <c:pt idx="698">
                  <c:v>10.039</c:v>
                </c:pt>
                <c:pt idx="699">
                  <c:v>8.647</c:v>
                </c:pt>
                <c:pt idx="700">
                  <c:v>7.223</c:v>
                </c:pt>
                <c:pt idx="701">
                  <c:v>5.774</c:v>
                </c:pt>
                <c:pt idx="702">
                  <c:v>4.306</c:v>
                </c:pt>
                <c:pt idx="703">
                  <c:v>2.826</c:v>
                </c:pt>
                <c:pt idx="704">
                  <c:v>1.339</c:v>
                </c:pt>
                <c:pt idx="705">
                  <c:v>-0.149</c:v>
                </c:pt>
                <c:pt idx="706">
                  <c:v>-1.63</c:v>
                </c:pt>
                <c:pt idx="707">
                  <c:v>-3.1</c:v>
                </c:pt>
                <c:pt idx="708">
                  <c:v>-4.551</c:v>
                </c:pt>
                <c:pt idx="709">
                  <c:v>-5.978</c:v>
                </c:pt>
                <c:pt idx="710">
                  <c:v>-7.376</c:v>
                </c:pt>
                <c:pt idx="711">
                  <c:v>-8.737</c:v>
                </c:pt>
                <c:pt idx="712">
                  <c:v>-10.057</c:v>
                </c:pt>
                <c:pt idx="713">
                  <c:v>-11.331</c:v>
                </c:pt>
                <c:pt idx="714">
                  <c:v>-12.553</c:v>
                </c:pt>
                <c:pt idx="715">
                  <c:v>-13.718</c:v>
                </c:pt>
                <c:pt idx="716">
                  <c:v>-14.821</c:v>
                </c:pt>
                <c:pt idx="717">
                  <c:v>-15.859</c:v>
                </c:pt>
                <c:pt idx="718">
                  <c:v>-16.827</c:v>
                </c:pt>
                <c:pt idx="719">
                  <c:v>-17.721</c:v>
                </c:pt>
                <c:pt idx="720">
                  <c:v>-18.538</c:v>
                </c:pt>
                <c:pt idx="721">
                  <c:v>-19.275</c:v>
                </c:pt>
                <c:pt idx="722">
                  <c:v>-19.929</c:v>
                </c:pt>
                <c:pt idx="723">
                  <c:v>-20.497</c:v>
                </c:pt>
                <c:pt idx="724">
                  <c:v>-20.978</c:v>
                </c:pt>
                <c:pt idx="725">
                  <c:v>-21.369</c:v>
                </c:pt>
                <c:pt idx="726">
                  <c:v>-21.67</c:v>
                </c:pt>
                <c:pt idx="727">
                  <c:v>-21.879</c:v>
                </c:pt>
                <c:pt idx="728">
                  <c:v>-21.996</c:v>
                </c:pt>
                <c:pt idx="729">
                  <c:v>-22.021</c:v>
                </c:pt>
                <c:pt idx="730">
                  <c:v>-21.954</c:v>
                </c:pt>
                <c:pt idx="731">
                  <c:v>-21.795</c:v>
                </c:pt>
                <c:pt idx="732">
                  <c:v>-21.546</c:v>
                </c:pt>
                <c:pt idx="733">
                  <c:v>-21.208</c:v>
                </c:pt>
                <c:pt idx="734">
                  <c:v>-20.782</c:v>
                </c:pt>
                <c:pt idx="735">
                  <c:v>-20.271</c:v>
                </c:pt>
                <c:pt idx="736">
                  <c:v>-19.678</c:v>
                </c:pt>
                <c:pt idx="737">
                  <c:v>-19.004</c:v>
                </c:pt>
                <c:pt idx="738">
                  <c:v>-18.253</c:v>
                </c:pt>
                <c:pt idx="739">
                  <c:v>-17.429</c:v>
                </c:pt>
                <c:pt idx="740">
                  <c:v>-16.535</c:v>
                </c:pt>
                <c:pt idx="741">
                  <c:v>-15.575</c:v>
                </c:pt>
                <c:pt idx="742">
                  <c:v>-14.553</c:v>
                </c:pt>
                <c:pt idx="743">
                  <c:v>-13.475</c:v>
                </c:pt>
                <c:pt idx="744">
                  <c:v>-12.343</c:v>
                </c:pt>
                <c:pt idx="745">
                  <c:v>-11.165</c:v>
                </c:pt>
                <c:pt idx="746">
                  <c:v>-9.943</c:v>
                </c:pt>
                <c:pt idx="747">
                  <c:v>-8.685</c:v>
                </c:pt>
                <c:pt idx="748">
                  <c:v>-7.395</c:v>
                </c:pt>
                <c:pt idx="749">
                  <c:v>-6.078</c:v>
                </c:pt>
                <c:pt idx="750">
                  <c:v>-4.741</c:v>
                </c:pt>
                <c:pt idx="751">
                  <c:v>-3.388</c:v>
                </c:pt>
                <c:pt idx="752">
                  <c:v>-2.027</c:v>
                </c:pt>
                <c:pt idx="753">
                  <c:v>-0.661</c:v>
                </c:pt>
                <c:pt idx="754">
                  <c:v>0.702</c:v>
                </c:pt>
                <c:pt idx="755">
                  <c:v>2.058</c:v>
                </c:pt>
                <c:pt idx="756">
                  <c:v>3.4</c:v>
                </c:pt>
                <c:pt idx="757">
                  <c:v>4.723</c:v>
                </c:pt>
                <c:pt idx="758">
                  <c:v>6.022</c:v>
                </c:pt>
                <c:pt idx="759">
                  <c:v>7.291</c:v>
                </c:pt>
                <c:pt idx="760">
                  <c:v>8.525</c:v>
                </c:pt>
                <c:pt idx="761">
                  <c:v>9.72</c:v>
                </c:pt>
                <c:pt idx="762">
                  <c:v>10.869</c:v>
                </c:pt>
                <c:pt idx="763">
                  <c:v>11.969</c:v>
                </c:pt>
                <c:pt idx="764">
                  <c:v>13.015</c:v>
                </c:pt>
                <c:pt idx="765">
                  <c:v>14.003</c:v>
                </c:pt>
                <c:pt idx="766">
                  <c:v>14.929</c:v>
                </c:pt>
                <c:pt idx="767">
                  <c:v>15.79</c:v>
                </c:pt>
                <c:pt idx="768">
                  <c:v>16.581</c:v>
                </c:pt>
                <c:pt idx="769">
                  <c:v>17.301</c:v>
                </c:pt>
                <c:pt idx="770">
                  <c:v>17.946</c:v>
                </c:pt>
                <c:pt idx="771">
                  <c:v>18.513</c:v>
                </c:pt>
                <c:pt idx="772">
                  <c:v>19.001</c:v>
                </c:pt>
                <c:pt idx="773">
                  <c:v>19.408</c:v>
                </c:pt>
                <c:pt idx="774">
                  <c:v>19.733</c:v>
                </c:pt>
                <c:pt idx="775">
                  <c:v>19.974</c:v>
                </c:pt>
                <c:pt idx="776">
                  <c:v>20.131</c:v>
                </c:pt>
                <c:pt idx="777">
                  <c:v>20.203</c:v>
                </c:pt>
                <c:pt idx="778">
                  <c:v>20.191</c:v>
                </c:pt>
                <c:pt idx="779">
                  <c:v>20.094</c:v>
                </c:pt>
                <c:pt idx="780">
                  <c:v>19.914</c:v>
                </c:pt>
                <c:pt idx="781">
                  <c:v>19.651</c:v>
                </c:pt>
                <c:pt idx="782">
                  <c:v>19.308</c:v>
                </c:pt>
                <c:pt idx="783">
                  <c:v>18.884</c:v>
                </c:pt>
                <c:pt idx="784">
                  <c:v>18.384</c:v>
                </c:pt>
                <c:pt idx="785">
                  <c:v>17.808</c:v>
                </c:pt>
                <c:pt idx="786">
                  <c:v>17.16</c:v>
                </c:pt>
                <c:pt idx="787">
                  <c:v>16.443</c:v>
                </c:pt>
                <c:pt idx="788">
                  <c:v>15.66</c:v>
                </c:pt>
                <c:pt idx="789">
                  <c:v>14.814</c:v>
                </c:pt>
                <c:pt idx="790">
                  <c:v>13.909</c:v>
                </c:pt>
                <c:pt idx="791">
                  <c:v>12.949</c:v>
                </c:pt>
                <c:pt idx="792">
                  <c:v>11.939</c:v>
                </c:pt>
                <c:pt idx="793">
                  <c:v>10.882</c:v>
                </c:pt>
                <c:pt idx="794">
                  <c:v>9.784</c:v>
                </c:pt>
                <c:pt idx="795">
                  <c:v>8.648</c:v>
                </c:pt>
                <c:pt idx="796">
                  <c:v>7.481</c:v>
                </c:pt>
                <c:pt idx="797">
                  <c:v>6.286</c:v>
                </c:pt>
                <c:pt idx="798">
                  <c:v>5.069</c:v>
                </c:pt>
                <c:pt idx="799">
                  <c:v>3.836</c:v>
                </c:pt>
                <c:pt idx="800">
                  <c:v>2.591</c:v>
                </c:pt>
                <c:pt idx="801">
                  <c:v>1.339</c:v>
                </c:pt>
                <c:pt idx="802">
                  <c:v>0.087</c:v>
                </c:pt>
                <c:pt idx="803">
                  <c:v>-1.162</c:v>
                </c:pt>
                <c:pt idx="804">
                  <c:v>-2.402</c:v>
                </c:pt>
                <c:pt idx="805">
                  <c:v>-3.627</c:v>
                </c:pt>
                <c:pt idx="806">
                  <c:v>-4.832</c:v>
                </c:pt>
                <c:pt idx="807">
                  <c:v>-6.013</c:v>
                </c:pt>
                <c:pt idx="808">
                  <c:v>-7.165</c:v>
                </c:pt>
                <c:pt idx="809">
                  <c:v>-8.283</c:v>
                </c:pt>
                <c:pt idx="810">
                  <c:v>-9.362</c:v>
                </c:pt>
                <c:pt idx="811">
                  <c:v>-10.398</c:v>
                </c:pt>
                <c:pt idx="812">
                  <c:v>-11.388</c:v>
                </c:pt>
                <c:pt idx="813">
                  <c:v>-12.326</c:v>
                </c:pt>
                <c:pt idx="814">
                  <c:v>-13.209</c:v>
                </c:pt>
                <c:pt idx="815">
                  <c:v>-14.035</c:v>
                </c:pt>
                <c:pt idx="816">
                  <c:v>-14.798</c:v>
                </c:pt>
                <c:pt idx="817">
                  <c:v>-15.497</c:v>
                </c:pt>
                <c:pt idx="818">
                  <c:v>-16.129</c:v>
                </c:pt>
                <c:pt idx="819">
                  <c:v>-16.692</c:v>
                </c:pt>
                <c:pt idx="820">
                  <c:v>-17.183</c:v>
                </c:pt>
                <c:pt idx="821">
                  <c:v>-17.6</c:v>
                </c:pt>
                <c:pt idx="822">
                  <c:v>-17.942</c:v>
                </c:pt>
                <c:pt idx="823">
                  <c:v>-18.208</c:v>
                </c:pt>
                <c:pt idx="824">
                  <c:v>-18.398</c:v>
                </c:pt>
                <c:pt idx="825">
                  <c:v>-18.509</c:v>
                </c:pt>
                <c:pt idx="826">
                  <c:v>-18.543</c:v>
                </c:pt>
                <c:pt idx="827">
                  <c:v>-18.5</c:v>
                </c:pt>
                <c:pt idx="828">
                  <c:v>-18.379</c:v>
                </c:pt>
                <c:pt idx="829">
                  <c:v>-18.182</c:v>
                </c:pt>
                <c:pt idx="830">
                  <c:v>-17.91</c:v>
                </c:pt>
                <c:pt idx="831">
                  <c:v>-17.564</c:v>
                </c:pt>
                <c:pt idx="832">
                  <c:v>-17.146</c:v>
                </c:pt>
                <c:pt idx="833">
                  <c:v>-16.658</c:v>
                </c:pt>
                <c:pt idx="834">
                  <c:v>-16.102</c:v>
                </c:pt>
                <c:pt idx="835">
                  <c:v>-15.481</c:v>
                </c:pt>
                <c:pt idx="836">
                  <c:v>-14.797</c:v>
                </c:pt>
                <c:pt idx="837">
                  <c:v>-14.054</c:v>
                </c:pt>
                <c:pt idx="838">
                  <c:v>-13.254</c:v>
                </c:pt>
                <c:pt idx="839">
                  <c:v>-12.403</c:v>
                </c:pt>
                <c:pt idx="840">
                  <c:v>-11.502</c:v>
                </c:pt>
                <c:pt idx="841">
                  <c:v>-10.557</c:v>
                </c:pt>
                <c:pt idx="842">
                  <c:v>-9.571</c:v>
                </c:pt>
                <c:pt idx="843">
                  <c:v>-8.548</c:v>
                </c:pt>
                <c:pt idx="844">
                  <c:v>-7.494</c:v>
                </c:pt>
                <c:pt idx="845">
                  <c:v>-6.412</c:v>
                </c:pt>
                <c:pt idx="846">
                  <c:v>-5.307</c:v>
                </c:pt>
                <c:pt idx="847">
                  <c:v>-4.183</c:v>
                </c:pt>
                <c:pt idx="848">
                  <c:v>-3.046</c:v>
                </c:pt>
                <c:pt idx="849">
                  <c:v>-1.901</c:v>
                </c:pt>
                <c:pt idx="850">
                  <c:v>-0.751</c:v>
                </c:pt>
                <c:pt idx="851">
                  <c:v>0.397</c:v>
                </c:pt>
                <c:pt idx="852">
                  <c:v>1.54</c:v>
                </c:pt>
                <c:pt idx="853">
                  <c:v>2.672</c:v>
                </c:pt>
                <c:pt idx="854">
                  <c:v>3.79</c:v>
                </c:pt>
                <c:pt idx="855">
                  <c:v>4.887</c:v>
                </c:pt>
                <c:pt idx="856">
                  <c:v>5.96</c:v>
                </c:pt>
                <c:pt idx="857">
                  <c:v>7.005</c:v>
                </c:pt>
                <c:pt idx="858">
                  <c:v>8.016</c:v>
                </c:pt>
                <c:pt idx="859">
                  <c:v>8.991</c:v>
                </c:pt>
                <c:pt idx="860">
                  <c:v>9.924</c:v>
                </c:pt>
                <c:pt idx="861">
                  <c:v>10.813</c:v>
                </c:pt>
                <c:pt idx="862">
                  <c:v>11.653</c:v>
                </c:pt>
                <c:pt idx="863">
                  <c:v>12.442</c:v>
                </c:pt>
                <c:pt idx="864">
                  <c:v>13.176</c:v>
                </c:pt>
                <c:pt idx="865">
                  <c:v>13.853</c:v>
                </c:pt>
                <c:pt idx="866">
                  <c:v>14.469</c:v>
                </c:pt>
                <c:pt idx="867">
                  <c:v>15.023</c:v>
                </c:pt>
                <c:pt idx="868">
                  <c:v>15.512</c:v>
                </c:pt>
                <c:pt idx="869">
                  <c:v>15.934</c:v>
                </c:pt>
                <c:pt idx="870">
                  <c:v>16.289</c:v>
                </c:pt>
                <c:pt idx="871">
                  <c:v>16.574</c:v>
                </c:pt>
                <c:pt idx="872">
                  <c:v>16.789</c:v>
                </c:pt>
                <c:pt idx="873">
                  <c:v>16.933</c:v>
                </c:pt>
                <c:pt idx="874">
                  <c:v>17.006</c:v>
                </c:pt>
                <c:pt idx="875">
                  <c:v>17.007</c:v>
                </c:pt>
                <c:pt idx="876">
                  <c:v>16.938</c:v>
                </c:pt>
                <c:pt idx="877">
                  <c:v>16.798</c:v>
                </c:pt>
                <c:pt idx="878">
                  <c:v>16.589</c:v>
                </c:pt>
                <c:pt idx="879">
                  <c:v>16.311</c:v>
                </c:pt>
                <c:pt idx="880">
                  <c:v>15.965</c:v>
                </c:pt>
                <c:pt idx="881">
                  <c:v>15.555</c:v>
                </c:pt>
                <c:pt idx="882">
                  <c:v>15.081</c:v>
                </c:pt>
                <c:pt idx="883">
                  <c:v>14.545</c:v>
                </c:pt>
                <c:pt idx="884">
                  <c:v>13.951</c:v>
                </c:pt>
                <c:pt idx="885">
                  <c:v>13.301</c:v>
                </c:pt>
                <c:pt idx="886">
                  <c:v>12.597</c:v>
                </c:pt>
                <c:pt idx="887">
                  <c:v>11.843</c:v>
                </c:pt>
                <c:pt idx="888">
                  <c:v>11.043</c:v>
                </c:pt>
                <c:pt idx="889">
                  <c:v>10.199</c:v>
                </c:pt>
                <c:pt idx="890">
                  <c:v>9.316</c:v>
                </c:pt>
                <c:pt idx="891">
                  <c:v>8.396</c:v>
                </c:pt>
                <c:pt idx="892">
                  <c:v>7.445</c:v>
                </c:pt>
                <c:pt idx="893">
                  <c:v>6.467</c:v>
                </c:pt>
                <c:pt idx="894">
                  <c:v>5.464</c:v>
                </c:pt>
                <c:pt idx="895">
                  <c:v>4.443</c:v>
                </c:pt>
                <c:pt idx="896">
                  <c:v>3.406</c:v>
                </c:pt>
                <c:pt idx="897">
                  <c:v>2.359</c:v>
                </c:pt>
                <c:pt idx="898">
                  <c:v>1.306</c:v>
                </c:pt>
                <c:pt idx="899">
                  <c:v>0.251</c:v>
                </c:pt>
                <c:pt idx="900">
                  <c:v>-0.801</c:v>
                </c:pt>
                <c:pt idx="901">
                  <c:v>-1.846</c:v>
                </c:pt>
                <c:pt idx="902">
                  <c:v>-2.88</c:v>
                </c:pt>
                <c:pt idx="903">
                  <c:v>-3.898</c:v>
                </c:pt>
                <c:pt idx="904">
                  <c:v>-4.896</c:v>
                </c:pt>
                <c:pt idx="905">
                  <c:v>-5.871</c:v>
                </c:pt>
                <c:pt idx="906">
                  <c:v>-6.817</c:v>
                </c:pt>
                <c:pt idx="907">
                  <c:v>-7.731</c:v>
                </c:pt>
                <c:pt idx="908">
                  <c:v>-8.61</c:v>
                </c:pt>
                <c:pt idx="909">
                  <c:v>-9.45</c:v>
                </c:pt>
                <c:pt idx="910">
                  <c:v>-10.248</c:v>
                </c:pt>
                <c:pt idx="911">
                  <c:v>-11</c:v>
                </c:pt>
                <c:pt idx="912">
                  <c:v>-11.703</c:v>
                </c:pt>
                <c:pt idx="913">
                  <c:v>-12.355</c:v>
                </c:pt>
                <c:pt idx="914">
                  <c:v>-12.953</c:v>
                </c:pt>
                <c:pt idx="915">
                  <c:v>-13.495</c:v>
                </c:pt>
                <c:pt idx="916">
                  <c:v>-13.978</c:v>
                </c:pt>
                <c:pt idx="917">
                  <c:v>-14.402</c:v>
                </c:pt>
                <c:pt idx="918">
                  <c:v>-14.764</c:v>
                </c:pt>
                <c:pt idx="919">
                  <c:v>-15.063</c:v>
                </c:pt>
                <c:pt idx="920">
                  <c:v>-15.298</c:v>
                </c:pt>
                <c:pt idx="921">
                  <c:v>-15.468</c:v>
                </c:pt>
                <c:pt idx="922">
                  <c:v>-15.573</c:v>
                </c:pt>
                <c:pt idx="923">
                  <c:v>-15.613</c:v>
                </c:pt>
                <c:pt idx="924">
                  <c:v>-15.587</c:v>
                </c:pt>
                <c:pt idx="925">
                  <c:v>-15.497</c:v>
                </c:pt>
                <c:pt idx="926">
                  <c:v>-15.342</c:v>
                </c:pt>
                <c:pt idx="927">
                  <c:v>-15.123</c:v>
                </c:pt>
                <c:pt idx="928">
                  <c:v>-14.842</c:v>
                </c:pt>
                <c:pt idx="929">
                  <c:v>-14.501</c:v>
                </c:pt>
                <c:pt idx="930">
                  <c:v>-14.099</c:v>
                </c:pt>
                <c:pt idx="931">
                  <c:v>-13.641</c:v>
                </c:pt>
                <c:pt idx="932">
                  <c:v>-13.127</c:v>
                </c:pt>
                <c:pt idx="933">
                  <c:v>-12.56</c:v>
                </c:pt>
                <c:pt idx="934">
                  <c:v>-11.942</c:v>
                </c:pt>
                <c:pt idx="935">
                  <c:v>-11.277</c:v>
                </c:pt>
                <c:pt idx="936">
                  <c:v>-10.567</c:v>
                </c:pt>
                <c:pt idx="937">
                  <c:v>-9.816</c:v>
                </c:pt>
                <c:pt idx="938">
                  <c:v>-9.026</c:v>
                </c:pt>
                <c:pt idx="939">
                  <c:v>-8.201</c:v>
                </c:pt>
                <c:pt idx="940">
                  <c:v>-7.345</c:v>
                </c:pt>
                <c:pt idx="941">
                  <c:v>-6.462</c:v>
                </c:pt>
                <c:pt idx="942">
                  <c:v>-5.554</c:v>
                </c:pt>
                <c:pt idx="943">
                  <c:v>-4.627</c:v>
                </c:pt>
                <c:pt idx="944">
                  <c:v>-3.683</c:v>
                </c:pt>
                <c:pt idx="945">
                  <c:v>-2.728</c:v>
                </c:pt>
                <c:pt idx="946">
                  <c:v>-1.764</c:v>
                </c:pt>
                <c:pt idx="947">
                  <c:v>-0.796</c:v>
                </c:pt>
                <c:pt idx="948">
                  <c:v>0.171</c:v>
                </c:pt>
                <c:pt idx="949">
                  <c:v>1.134</c:v>
                </c:pt>
                <c:pt idx="950">
                  <c:v>2.09</c:v>
                </c:pt>
                <c:pt idx="951">
                  <c:v>3.033</c:v>
                </c:pt>
                <c:pt idx="952">
                  <c:v>3.96</c:v>
                </c:pt>
                <c:pt idx="953">
                  <c:v>4.867</c:v>
                </c:pt>
                <c:pt idx="954">
                  <c:v>5.751</c:v>
                </c:pt>
                <c:pt idx="955">
                  <c:v>6.607</c:v>
                </c:pt>
                <c:pt idx="956">
                  <c:v>7.433</c:v>
                </c:pt>
                <c:pt idx="957">
                  <c:v>8.226</c:v>
                </c:pt>
                <c:pt idx="958">
                  <c:v>8.98</c:v>
                </c:pt>
                <c:pt idx="959">
                  <c:v>9.695</c:v>
                </c:pt>
                <c:pt idx="960">
                  <c:v>10.367</c:v>
                </c:pt>
                <c:pt idx="961">
                  <c:v>10.993</c:v>
                </c:pt>
                <c:pt idx="962">
                  <c:v>11.571</c:v>
                </c:pt>
                <c:pt idx="963">
                  <c:v>12.099</c:v>
                </c:pt>
                <c:pt idx="964">
                  <c:v>12.574</c:v>
                </c:pt>
                <c:pt idx="965">
                  <c:v>12.995</c:v>
                </c:pt>
                <c:pt idx="966">
                  <c:v>13.36</c:v>
                </c:pt>
                <c:pt idx="967">
                  <c:v>13.668</c:v>
                </c:pt>
                <c:pt idx="968">
                  <c:v>13.918</c:v>
                </c:pt>
                <c:pt idx="969">
                  <c:v>14.109</c:v>
                </c:pt>
                <c:pt idx="970">
                  <c:v>14.241</c:v>
                </c:pt>
                <c:pt idx="971">
                  <c:v>14.312</c:v>
                </c:pt>
                <c:pt idx="972">
                  <c:v>14.324</c:v>
                </c:pt>
                <c:pt idx="973">
                  <c:v>14.276</c:v>
                </c:pt>
                <c:pt idx="974">
                  <c:v>14.168</c:v>
                </c:pt>
                <c:pt idx="975">
                  <c:v>14.001</c:v>
                </c:pt>
                <c:pt idx="976">
                  <c:v>13.777</c:v>
                </c:pt>
                <c:pt idx="977">
                  <c:v>13.496</c:v>
                </c:pt>
                <c:pt idx="978">
                  <c:v>13.159</c:v>
                </c:pt>
                <c:pt idx="979">
                  <c:v>12.769</c:v>
                </c:pt>
                <c:pt idx="980">
                  <c:v>12.327</c:v>
                </c:pt>
                <c:pt idx="981">
                  <c:v>11.835</c:v>
                </c:pt>
                <c:pt idx="982">
                  <c:v>11.295</c:v>
                </c:pt>
                <c:pt idx="983">
                  <c:v>10.71</c:v>
                </c:pt>
                <c:pt idx="984">
                  <c:v>10.082</c:v>
                </c:pt>
                <c:pt idx="985">
                  <c:v>9.415</c:v>
                </c:pt>
                <c:pt idx="986">
                  <c:v>8.71</c:v>
                </c:pt>
                <c:pt idx="987">
                  <c:v>7.972</c:v>
                </c:pt>
                <c:pt idx="988">
                  <c:v>7.203</c:v>
                </c:pt>
                <c:pt idx="989">
                  <c:v>6.406</c:v>
                </c:pt>
                <c:pt idx="990">
                  <c:v>5.586</c:v>
                </c:pt>
                <c:pt idx="991">
                  <c:v>4.745</c:v>
                </c:pt>
                <c:pt idx="992">
                  <c:v>3.887</c:v>
                </c:pt>
                <c:pt idx="993">
                  <c:v>3.017</c:v>
                </c:pt>
                <c:pt idx="994">
                  <c:v>2.136</c:v>
                </c:pt>
                <c:pt idx="995">
                  <c:v>1.25</c:v>
                </c:pt>
                <c:pt idx="996">
                  <c:v>0.362</c:v>
                </c:pt>
                <c:pt idx="997">
                  <c:v>-0.525</c:v>
                </c:pt>
                <c:pt idx="998">
                  <c:v>-1.406</c:v>
                </c:pt>
                <c:pt idx="999">
                  <c:v>-2.278</c:v>
                </c:pt>
                <c:pt idx="1000">
                  <c:v>-3.138</c:v>
                </c:pt>
                <c:pt idx="1001">
                  <c:v>-3.982</c:v>
                </c:pt>
                <c:pt idx="1002">
                  <c:v>-4.806</c:v>
                </c:pt>
                <c:pt idx="1003">
                  <c:v>-5.607</c:v>
                </c:pt>
                <c:pt idx="1004">
                  <c:v>-6.381</c:v>
                </c:pt>
                <c:pt idx="1005">
                  <c:v>-7.127</c:v>
                </c:pt>
                <c:pt idx="1006">
                  <c:v>-7.84</c:v>
                </c:pt>
                <c:pt idx="1007">
                  <c:v>-8.518</c:v>
                </c:pt>
                <c:pt idx="1008">
                  <c:v>-9.157</c:v>
                </c:pt>
                <c:pt idx="1009">
                  <c:v>-9.757</c:v>
                </c:pt>
                <c:pt idx="1010">
                  <c:v>-10.313</c:v>
                </c:pt>
                <c:pt idx="1011">
                  <c:v>-10.824</c:v>
                </c:pt>
                <c:pt idx="1012">
                  <c:v>-11.289</c:v>
                </c:pt>
                <c:pt idx="1013">
                  <c:v>-11.704</c:v>
                </c:pt>
                <c:pt idx="1014">
                  <c:v>-12.07</c:v>
                </c:pt>
                <c:pt idx="1015">
                  <c:v>-12.383</c:v>
                </c:pt>
                <c:pt idx="1016">
                  <c:v>-12.644</c:v>
                </c:pt>
                <c:pt idx="1017">
                  <c:v>-12.851</c:v>
                </c:pt>
                <c:pt idx="1018">
                  <c:v>-13.004</c:v>
                </c:pt>
                <c:pt idx="1019">
                  <c:v>-13.101</c:v>
                </c:pt>
                <c:pt idx="1020">
                  <c:v>-13.144</c:v>
                </c:pt>
                <c:pt idx="1021">
                  <c:v>-13.132</c:v>
                </c:pt>
                <c:pt idx="1022">
                  <c:v>-13.065</c:v>
                </c:pt>
                <c:pt idx="1023">
                  <c:v>-12.943</c:v>
                </c:pt>
                <c:pt idx="1024">
                  <c:v>-12.768</c:v>
                </c:pt>
                <c:pt idx="1025">
                  <c:v>-12.541</c:v>
                </c:pt>
                <c:pt idx="1026">
                  <c:v>-12.262</c:v>
                </c:pt>
                <c:pt idx="1027">
                  <c:v>-11.932</c:v>
                </c:pt>
                <c:pt idx="1028">
                  <c:v>-11.554</c:v>
                </c:pt>
                <c:pt idx="1029">
                  <c:v>-11.129</c:v>
                </c:pt>
                <c:pt idx="1030">
                  <c:v>-10.659</c:v>
                </c:pt>
                <c:pt idx="1031">
                  <c:v>-10.146</c:v>
                </c:pt>
                <c:pt idx="1032">
                  <c:v>-9.593</c:v>
                </c:pt>
                <c:pt idx="1033">
                  <c:v>-9.001</c:v>
                </c:pt>
                <c:pt idx="1034">
                  <c:v>-8.374</c:v>
                </c:pt>
                <c:pt idx="1035">
                  <c:v>-7.715</c:v>
                </c:pt>
                <c:pt idx="1036">
                  <c:v>-7.025</c:v>
                </c:pt>
                <c:pt idx="1037">
                  <c:v>-6.308</c:v>
                </c:pt>
                <c:pt idx="1038">
                  <c:v>-5.568</c:v>
                </c:pt>
                <c:pt idx="1039">
                  <c:v>-4.807</c:v>
                </c:pt>
                <c:pt idx="1040">
                  <c:v>-4.029</c:v>
                </c:pt>
                <c:pt idx="1041">
                  <c:v>-3.236</c:v>
                </c:pt>
                <c:pt idx="1042">
                  <c:v>-2.433</c:v>
                </c:pt>
                <c:pt idx="1043">
                  <c:v>-1.623</c:v>
                </c:pt>
                <c:pt idx="1044">
                  <c:v>-0.808</c:v>
                </c:pt>
                <c:pt idx="1045">
                  <c:v>0.006</c:v>
                </c:pt>
                <c:pt idx="1046">
                  <c:v>0.818</c:v>
                </c:pt>
                <c:pt idx="1047">
                  <c:v>1.624</c:v>
                </c:pt>
                <c:pt idx="1048">
                  <c:v>2.42</c:v>
                </c:pt>
                <c:pt idx="1049">
                  <c:v>3.203</c:v>
                </c:pt>
                <c:pt idx="1050">
                  <c:v>3.97</c:v>
                </c:pt>
                <c:pt idx="1051">
                  <c:v>4.718</c:v>
                </c:pt>
                <c:pt idx="1052">
                  <c:v>5.443</c:v>
                </c:pt>
                <c:pt idx="1053">
                  <c:v>6.143</c:v>
                </c:pt>
                <c:pt idx="1054">
                  <c:v>6.815</c:v>
                </c:pt>
                <c:pt idx="1055">
                  <c:v>7.456</c:v>
                </c:pt>
                <c:pt idx="1056">
                  <c:v>8.064</c:v>
                </c:pt>
                <c:pt idx="1057">
                  <c:v>8.636</c:v>
                </c:pt>
                <c:pt idx="1058">
                  <c:v>9.17</c:v>
                </c:pt>
                <c:pt idx="1059">
                  <c:v>9.663</c:v>
                </c:pt>
                <c:pt idx="1060">
                  <c:v>10.115</c:v>
                </c:pt>
                <c:pt idx="1061">
                  <c:v>10.522</c:v>
                </c:pt>
                <c:pt idx="1062">
                  <c:v>10.885</c:v>
                </c:pt>
                <c:pt idx="1063">
                  <c:v>11.2</c:v>
                </c:pt>
                <c:pt idx="1064">
                  <c:v>11.468</c:v>
                </c:pt>
                <c:pt idx="1065">
                  <c:v>11.687</c:v>
                </c:pt>
                <c:pt idx="1066">
                  <c:v>11.856</c:v>
                </c:pt>
                <c:pt idx="1067">
                  <c:v>11.975</c:v>
                </c:pt>
                <c:pt idx="1068">
                  <c:v>12.044</c:v>
                </c:pt>
                <c:pt idx="1069">
                  <c:v>12.063</c:v>
                </c:pt>
                <c:pt idx="1070">
                  <c:v>12.03</c:v>
                </c:pt>
                <c:pt idx="1071">
                  <c:v>11.948</c:v>
                </c:pt>
                <c:pt idx="1072">
                  <c:v>11.816</c:v>
                </c:pt>
                <c:pt idx="1073">
                  <c:v>11.635</c:v>
                </c:pt>
                <c:pt idx="1074">
                  <c:v>11.407</c:v>
                </c:pt>
                <c:pt idx="1075">
                  <c:v>11.131</c:v>
                </c:pt>
                <c:pt idx="1076">
                  <c:v>10.81</c:v>
                </c:pt>
                <c:pt idx="1077">
                  <c:v>10.445</c:v>
                </c:pt>
                <c:pt idx="1078">
                  <c:v>10.038</c:v>
                </c:pt>
                <c:pt idx="1079">
                  <c:v>9.59</c:v>
                </c:pt>
                <c:pt idx="1080">
                  <c:v>9.104</c:v>
                </c:pt>
                <c:pt idx="1081">
                  <c:v>8.581</c:v>
                </c:pt>
                <c:pt idx="1082">
                  <c:v>8.024</c:v>
                </c:pt>
                <c:pt idx="1083">
                  <c:v>7.436</c:v>
                </c:pt>
                <c:pt idx="1084">
                  <c:v>6.819</c:v>
                </c:pt>
                <c:pt idx="1085">
                  <c:v>6.176</c:v>
                </c:pt>
                <c:pt idx="1086">
                  <c:v>5.509</c:v>
                </c:pt>
                <c:pt idx="1087">
                  <c:v>4.821</c:v>
                </c:pt>
                <c:pt idx="1088">
                  <c:v>4.116</c:v>
                </c:pt>
                <c:pt idx="1089">
                  <c:v>3.396</c:v>
                </c:pt>
                <c:pt idx="1090">
                  <c:v>2.665</c:v>
                </c:pt>
                <c:pt idx="1091">
                  <c:v>1.924</c:v>
                </c:pt>
                <c:pt idx="1092">
                  <c:v>1.179</c:v>
                </c:pt>
                <c:pt idx="1093">
                  <c:v>0.431</c:v>
                </c:pt>
                <c:pt idx="1094">
                  <c:v>-0.316</c:v>
                </c:pt>
                <c:pt idx="1095">
                  <c:v>-1.059</c:v>
                </c:pt>
                <c:pt idx="1096">
                  <c:v>-1.795</c:v>
                </c:pt>
                <c:pt idx="1097">
                  <c:v>-2.521</c:v>
                </c:pt>
                <c:pt idx="1098">
                  <c:v>-3.233</c:v>
                </c:pt>
                <c:pt idx="1099">
                  <c:v>-3.93</c:v>
                </c:pt>
                <c:pt idx="1100">
                  <c:v>-4.608</c:v>
                </c:pt>
                <c:pt idx="1101">
                  <c:v>-5.264</c:v>
                </c:pt>
                <c:pt idx="1102">
                  <c:v>-5.896</c:v>
                </c:pt>
                <c:pt idx="1103">
                  <c:v>-6.501</c:v>
                </c:pt>
                <c:pt idx="1104">
                  <c:v>-7.077</c:v>
                </c:pt>
                <c:pt idx="1105">
                  <c:v>-7.622</c:v>
                </c:pt>
                <c:pt idx="1106">
                  <c:v>-8.132</c:v>
                </c:pt>
                <c:pt idx="1107">
                  <c:v>-8.607</c:v>
                </c:pt>
                <c:pt idx="1108">
                  <c:v>-9.044</c:v>
                </c:pt>
                <c:pt idx="1109">
                  <c:v>-9.442</c:v>
                </c:pt>
                <c:pt idx="1110">
                  <c:v>-9.799</c:v>
                </c:pt>
                <c:pt idx="1111">
                  <c:v>-10.113</c:v>
                </c:pt>
                <c:pt idx="1112">
                  <c:v>-10.385</c:v>
                </c:pt>
                <c:pt idx="1113">
                  <c:v>-10.612</c:v>
                </c:pt>
                <c:pt idx="1114">
                  <c:v>-10.794</c:v>
                </c:pt>
                <c:pt idx="1115">
                  <c:v>-10.93</c:v>
                </c:pt>
                <c:pt idx="1116">
                  <c:v>-11.021</c:v>
                </c:pt>
                <c:pt idx="1117">
                  <c:v>-11.064</c:v>
                </c:pt>
                <c:pt idx="1118">
                  <c:v>-11.062</c:v>
                </c:pt>
                <c:pt idx="1119">
                  <c:v>-11.013</c:v>
                </c:pt>
                <c:pt idx="1120">
                  <c:v>-10.919</c:v>
                </c:pt>
                <c:pt idx="1121">
                  <c:v>-10.779</c:v>
                </c:pt>
                <c:pt idx="1122">
                  <c:v>-10.595</c:v>
                </c:pt>
                <c:pt idx="1123">
                  <c:v>-10.367</c:v>
                </c:pt>
                <c:pt idx="1124">
                  <c:v>-10.097</c:v>
                </c:pt>
                <c:pt idx="1125">
                  <c:v>-9.785</c:v>
                </c:pt>
                <c:pt idx="1126">
                  <c:v>-9.434</c:v>
                </c:pt>
                <c:pt idx="1127">
                  <c:v>-9.044</c:v>
                </c:pt>
                <c:pt idx="1128">
                  <c:v>-8.618</c:v>
                </c:pt>
                <c:pt idx="1129">
                  <c:v>-8.158</c:v>
                </c:pt>
                <c:pt idx="1130">
                  <c:v>-7.665</c:v>
                </c:pt>
                <c:pt idx="1131">
                  <c:v>-7.142</c:v>
                </c:pt>
                <c:pt idx="1132">
                  <c:v>-6.591</c:v>
                </c:pt>
                <c:pt idx="1133">
                  <c:v>-6.015</c:v>
                </c:pt>
                <c:pt idx="1134">
                  <c:v>-5.415</c:v>
                </c:pt>
                <c:pt idx="1135">
                  <c:v>-4.795</c:v>
                </c:pt>
                <c:pt idx="1136">
                  <c:v>-4.157</c:v>
                </c:pt>
                <c:pt idx="1137">
                  <c:v>-3.504</c:v>
                </c:pt>
                <c:pt idx="1138">
                  <c:v>-2.839</c:v>
                </c:pt>
                <c:pt idx="1139">
                  <c:v>-2.164</c:v>
                </c:pt>
                <c:pt idx="1140">
                  <c:v>-1.482</c:v>
                </c:pt>
                <c:pt idx="1141">
                  <c:v>-0.797</c:v>
                </c:pt>
                <c:pt idx="1142">
                  <c:v>-0.111</c:v>
                </c:pt>
                <c:pt idx="1143">
                  <c:v>0.574</c:v>
                </c:pt>
                <c:pt idx="1144">
                  <c:v>1.253</c:v>
                </c:pt>
                <c:pt idx="1145">
                  <c:v>1.925</c:v>
                </c:pt>
                <c:pt idx="1146">
                  <c:v>2.586</c:v>
                </c:pt>
                <c:pt idx="1147">
                  <c:v>3.235</c:v>
                </c:pt>
                <c:pt idx="1148">
                  <c:v>3.867</c:v>
                </c:pt>
                <c:pt idx="1149">
                  <c:v>4.481</c:v>
                </c:pt>
                <c:pt idx="1150">
                  <c:v>5.074</c:v>
                </c:pt>
                <c:pt idx="1151">
                  <c:v>5.644</c:v>
                </c:pt>
                <c:pt idx="1152">
                  <c:v>6.189</c:v>
                </c:pt>
                <c:pt idx="1153">
                  <c:v>6.705</c:v>
                </c:pt>
                <c:pt idx="1154">
                  <c:v>7.192</c:v>
                </c:pt>
                <c:pt idx="1155">
                  <c:v>7.647</c:v>
                </c:pt>
                <c:pt idx="1156">
                  <c:v>8.068</c:v>
                </c:pt>
                <c:pt idx="1157">
                  <c:v>8.455</c:v>
                </c:pt>
                <c:pt idx="1158">
                  <c:v>8.804</c:v>
                </c:pt>
                <c:pt idx="1159">
                  <c:v>9.116</c:v>
                </c:pt>
                <c:pt idx="1160">
                  <c:v>9.388</c:v>
                </c:pt>
                <c:pt idx="1161">
                  <c:v>9.621</c:v>
                </c:pt>
                <c:pt idx="1162">
                  <c:v>9.812</c:v>
                </c:pt>
                <c:pt idx="1163">
                  <c:v>9.962</c:v>
                </c:pt>
                <c:pt idx="1164">
                  <c:v>10.069</c:v>
                </c:pt>
                <c:pt idx="1165">
                  <c:v>10.134</c:v>
                </c:pt>
                <c:pt idx="1166">
                  <c:v>10.157</c:v>
                </c:pt>
                <c:pt idx="1167">
                  <c:v>10.137</c:v>
                </c:pt>
                <c:pt idx="1168">
                  <c:v>10.075</c:v>
                </c:pt>
                <c:pt idx="1169">
                  <c:v>9.971</c:v>
                </c:pt>
                <c:pt idx="1170">
                  <c:v>9.825</c:v>
                </c:pt>
                <c:pt idx="1171">
                  <c:v>9.64</c:v>
                </c:pt>
                <c:pt idx="1172">
                  <c:v>9.414</c:v>
                </c:pt>
                <c:pt idx="1173">
                  <c:v>9.15</c:v>
                </c:pt>
                <c:pt idx="1174">
                  <c:v>8.849</c:v>
                </c:pt>
                <c:pt idx="1175">
                  <c:v>8.512</c:v>
                </c:pt>
                <c:pt idx="1176">
                  <c:v>8.141</c:v>
                </c:pt>
                <c:pt idx="1177">
                  <c:v>7.737</c:v>
                </c:pt>
                <c:pt idx="1178">
                  <c:v>7.302</c:v>
                </c:pt>
                <c:pt idx="1179">
                  <c:v>6.838</c:v>
                </c:pt>
                <c:pt idx="1180">
                  <c:v>6.347</c:v>
                </c:pt>
                <c:pt idx="1181">
                  <c:v>5.831</c:v>
                </c:pt>
                <c:pt idx="1182">
                  <c:v>5.293</c:v>
                </c:pt>
                <c:pt idx="1183">
                  <c:v>4.735</c:v>
                </c:pt>
                <c:pt idx="1184">
                  <c:v>4.159</c:v>
                </c:pt>
                <c:pt idx="1185">
                  <c:v>3.567</c:v>
                </c:pt>
                <c:pt idx="1186">
                  <c:v>2.963</c:v>
                </c:pt>
                <c:pt idx="1187">
                  <c:v>2.348</c:v>
                </c:pt>
                <c:pt idx="1188">
                  <c:v>1.726</c:v>
                </c:pt>
                <c:pt idx="1189">
                  <c:v>1.099</c:v>
                </c:pt>
                <c:pt idx="1190">
                  <c:v>0.47</c:v>
                </c:pt>
                <c:pt idx="1191">
                  <c:v>-0.16</c:v>
                </c:pt>
                <c:pt idx="1192">
                  <c:v>-0.786</c:v>
                </c:pt>
                <c:pt idx="1193">
                  <c:v>-1.407</c:v>
                </c:pt>
                <c:pt idx="1194">
                  <c:v>-2.02</c:v>
                </c:pt>
                <c:pt idx="1195">
                  <c:v>-2.622</c:v>
                </c:pt>
                <c:pt idx="1196">
                  <c:v>-3.211</c:v>
                </c:pt>
                <c:pt idx="1197">
                  <c:v>-3.785</c:v>
                </c:pt>
                <c:pt idx="1198">
                  <c:v>-4.34</c:v>
                </c:pt>
                <c:pt idx="1199">
                  <c:v>-4.876</c:v>
                </c:pt>
                <c:pt idx="1200">
                  <c:v>-5.39</c:v>
                </c:pt>
                <c:pt idx="1201">
                  <c:v>-5.879</c:v>
                </c:pt>
                <c:pt idx="1202">
                  <c:v>-6.342</c:v>
                </c:pt>
                <c:pt idx="1203">
                  <c:v>-6.776</c:v>
                </c:pt>
                <c:pt idx="1204">
                  <c:v>-7.181</c:v>
                </c:pt>
                <c:pt idx="1205">
                  <c:v>-7.555</c:v>
                </c:pt>
                <c:pt idx="1206">
                  <c:v>-7.895</c:v>
                </c:pt>
                <c:pt idx="1207">
                  <c:v>-8.202</c:v>
                </c:pt>
                <c:pt idx="1208">
                  <c:v>-8.473</c:v>
                </c:pt>
                <c:pt idx="1209">
                  <c:v>-8.708</c:v>
                </c:pt>
                <c:pt idx="1210">
                  <c:v>-8.905</c:v>
                </c:pt>
                <c:pt idx="1211">
                  <c:v>-9.065</c:v>
                </c:pt>
                <c:pt idx="1212">
                  <c:v>-9.187</c:v>
                </c:pt>
                <c:pt idx="1213">
                  <c:v>-9.269</c:v>
                </c:pt>
                <c:pt idx="1214">
                  <c:v>-9.313</c:v>
                </c:pt>
                <c:pt idx="1215">
                  <c:v>-9.317</c:v>
                </c:pt>
                <c:pt idx="1216">
                  <c:v>-9.283</c:v>
                </c:pt>
                <c:pt idx="1217">
                  <c:v>-9.21</c:v>
                </c:pt>
                <c:pt idx="1218">
                  <c:v>-9.098</c:v>
                </c:pt>
                <c:pt idx="1219">
                  <c:v>-8.949</c:v>
                </c:pt>
                <c:pt idx="1220">
                  <c:v>-8.764</c:v>
                </c:pt>
                <c:pt idx="1221">
                  <c:v>-8.542</c:v>
                </c:pt>
                <c:pt idx="1222">
                  <c:v>-8.286</c:v>
                </c:pt>
                <c:pt idx="1223">
                  <c:v>-7.995</c:v>
                </c:pt>
                <c:pt idx="1224">
                  <c:v>-7.673</c:v>
                </c:pt>
                <c:pt idx="1225">
                  <c:v>-7.319</c:v>
                </c:pt>
                <c:pt idx="1226">
                  <c:v>-6.937</c:v>
                </c:pt>
                <c:pt idx="1227">
                  <c:v>-6.526</c:v>
                </c:pt>
                <c:pt idx="1228">
                  <c:v>-6.09</c:v>
                </c:pt>
                <c:pt idx="1229">
                  <c:v>-5.63</c:v>
                </c:pt>
                <c:pt idx="1230">
                  <c:v>-5.148</c:v>
                </c:pt>
                <c:pt idx="1231">
                  <c:v>-4.646</c:v>
                </c:pt>
                <c:pt idx="1232">
                  <c:v>-4.127</c:v>
                </c:pt>
                <c:pt idx="1233">
                  <c:v>-3.592</c:v>
                </c:pt>
                <c:pt idx="1234">
                  <c:v>-3.044</c:v>
                </c:pt>
                <c:pt idx="1235">
                  <c:v>-2.486</c:v>
                </c:pt>
                <c:pt idx="1236">
                  <c:v>-1.918</c:v>
                </c:pt>
                <c:pt idx="1237">
                  <c:v>-1.345</c:v>
                </c:pt>
                <c:pt idx="1238">
                  <c:v>-0.769</c:v>
                </c:pt>
                <c:pt idx="1239">
                  <c:v>-0.191</c:v>
                </c:pt>
                <c:pt idx="1240">
                  <c:v>0.386</c:v>
                </c:pt>
                <c:pt idx="1241">
                  <c:v>0.959</c:v>
                </c:pt>
                <c:pt idx="1242">
                  <c:v>1.526</c:v>
                </c:pt>
                <c:pt idx="1243">
                  <c:v>2.084</c:v>
                </c:pt>
                <c:pt idx="1244">
                  <c:v>2.632</c:v>
                </c:pt>
                <c:pt idx="1245">
                  <c:v>3.167</c:v>
                </c:pt>
                <c:pt idx="1246">
                  <c:v>3.687</c:v>
                </c:pt>
                <c:pt idx="1247">
                  <c:v>4.189</c:v>
                </c:pt>
                <c:pt idx="1248">
                  <c:v>4.673</c:v>
                </c:pt>
                <c:pt idx="1249">
                  <c:v>5.135</c:v>
                </c:pt>
                <c:pt idx="1250">
                  <c:v>5.574</c:v>
                </c:pt>
                <c:pt idx="1251">
                  <c:v>5.988</c:v>
                </c:pt>
                <c:pt idx="1252">
                  <c:v>6.376</c:v>
                </c:pt>
                <c:pt idx="1253">
                  <c:v>6.736</c:v>
                </c:pt>
                <c:pt idx="1254">
                  <c:v>7.066</c:v>
                </c:pt>
                <c:pt idx="1255">
                  <c:v>7.366</c:v>
                </c:pt>
                <c:pt idx="1256">
                  <c:v>7.633</c:v>
                </c:pt>
                <c:pt idx="1257">
                  <c:v>7.868</c:v>
                </c:pt>
                <c:pt idx="1258">
                  <c:v>8.07</c:v>
                </c:pt>
                <c:pt idx="1259">
                  <c:v>8.237</c:v>
                </c:pt>
                <c:pt idx="1260">
                  <c:v>8.369</c:v>
                </c:pt>
                <c:pt idx="1261">
                  <c:v>8.465</c:v>
                </c:pt>
                <c:pt idx="1262">
                  <c:v>8.526</c:v>
                </c:pt>
                <c:pt idx="1263">
                  <c:v>8.551</c:v>
                </c:pt>
                <c:pt idx="1264">
                  <c:v>8.541</c:v>
                </c:pt>
                <c:pt idx="1265">
                  <c:v>8.494</c:v>
                </c:pt>
                <c:pt idx="1266">
                  <c:v>8.413</c:v>
                </c:pt>
                <c:pt idx="1267">
                  <c:v>8.296</c:v>
                </c:pt>
                <c:pt idx="1268">
                  <c:v>8.145</c:v>
                </c:pt>
                <c:pt idx="1269">
                  <c:v>7.961</c:v>
                </c:pt>
                <c:pt idx="1270">
                  <c:v>7.744</c:v>
                </c:pt>
                <c:pt idx="1271">
                  <c:v>7.496</c:v>
                </c:pt>
                <c:pt idx="1272">
                  <c:v>7.217</c:v>
                </c:pt>
                <c:pt idx="1273">
                  <c:v>6.909</c:v>
                </c:pt>
                <c:pt idx="1274">
                  <c:v>6.574</c:v>
                </c:pt>
                <c:pt idx="1275">
                  <c:v>6.212</c:v>
                </c:pt>
                <c:pt idx="1276">
                  <c:v>5.825</c:v>
                </c:pt>
                <c:pt idx="1277">
                  <c:v>5.415</c:v>
                </c:pt>
                <c:pt idx="1278">
                  <c:v>4.985</c:v>
                </c:pt>
                <c:pt idx="1279">
                  <c:v>4.535</c:v>
                </c:pt>
                <c:pt idx="1280">
                  <c:v>4.067</c:v>
                </c:pt>
                <c:pt idx="1281">
                  <c:v>3.585</c:v>
                </c:pt>
                <c:pt idx="1282">
                  <c:v>3.089</c:v>
                </c:pt>
                <c:pt idx="1283">
                  <c:v>2.581</c:v>
                </c:pt>
                <c:pt idx="1284">
                  <c:v>2.065</c:v>
                </c:pt>
                <c:pt idx="1285">
                  <c:v>1.542</c:v>
                </c:pt>
                <c:pt idx="1286">
                  <c:v>1.015</c:v>
                </c:pt>
                <c:pt idx="1287">
                  <c:v>0.485</c:v>
                </c:pt>
                <c:pt idx="1288">
                  <c:v>-0.045</c:v>
                </c:pt>
                <c:pt idx="1289">
                  <c:v>-0.573</c:v>
                </c:pt>
                <c:pt idx="1290">
                  <c:v>-1.097</c:v>
                </c:pt>
                <c:pt idx="1291">
                  <c:v>-1.614</c:v>
                </c:pt>
                <c:pt idx="1292">
                  <c:v>-2.123</c:v>
                </c:pt>
                <c:pt idx="1293">
                  <c:v>-2.621</c:v>
                </c:pt>
                <c:pt idx="1294">
                  <c:v>-3.106</c:v>
                </c:pt>
                <c:pt idx="1295">
                  <c:v>-3.577</c:v>
                </c:pt>
                <c:pt idx="1296">
                  <c:v>-4.031</c:v>
                </c:pt>
                <c:pt idx="1297">
                  <c:v>-4.466</c:v>
                </c:pt>
                <c:pt idx="1298">
                  <c:v>-4.882</c:v>
                </c:pt>
                <c:pt idx="1299">
                  <c:v>-5.275</c:v>
                </c:pt>
                <c:pt idx="1300">
                  <c:v>-5.645</c:v>
                </c:pt>
                <c:pt idx="1301">
                  <c:v>-5.991</c:v>
                </c:pt>
                <c:pt idx="1302">
                  <c:v>-6.31</c:v>
                </c:pt>
                <c:pt idx="1303">
                  <c:v>-6.601</c:v>
                </c:pt>
                <c:pt idx="1304">
                  <c:v>-6.864</c:v>
                </c:pt>
                <c:pt idx="1305">
                  <c:v>-7.098</c:v>
                </c:pt>
                <c:pt idx="1306">
                  <c:v>-7.301</c:v>
                </c:pt>
                <c:pt idx="1307">
                  <c:v>-7.472</c:v>
                </c:pt>
                <c:pt idx="1308">
                  <c:v>-7.612</c:v>
                </c:pt>
                <c:pt idx="1309">
                  <c:v>-7.72</c:v>
                </c:pt>
                <c:pt idx="1310">
                  <c:v>-7.795</c:v>
                </c:pt>
                <c:pt idx="1311">
                  <c:v>-7.837</c:v>
                </c:pt>
                <c:pt idx="1312">
                  <c:v>-7.847</c:v>
                </c:pt>
                <c:pt idx="1313">
                  <c:v>-7.823</c:v>
                </c:pt>
                <c:pt idx="1314">
                  <c:v>-7.767</c:v>
                </c:pt>
                <c:pt idx="1315">
                  <c:v>-7.679</c:v>
                </c:pt>
                <c:pt idx="1316">
                  <c:v>-7.559</c:v>
                </c:pt>
                <c:pt idx="1317">
                  <c:v>-7.408</c:v>
                </c:pt>
                <c:pt idx="1318">
                  <c:v>-7.226</c:v>
                </c:pt>
                <c:pt idx="1319">
                  <c:v>-7.015</c:v>
                </c:pt>
                <c:pt idx="1320">
                  <c:v>-6.775</c:v>
                </c:pt>
                <c:pt idx="1321">
                  <c:v>-6.508</c:v>
                </c:pt>
                <c:pt idx="1322">
                  <c:v>-6.215</c:v>
                </c:pt>
                <c:pt idx="1323">
                  <c:v>-5.897</c:v>
                </c:pt>
                <c:pt idx="1324">
                  <c:v>-5.555</c:v>
                </c:pt>
                <c:pt idx="1325">
                  <c:v>-5.191</c:v>
                </c:pt>
                <c:pt idx="1326">
                  <c:v>-4.807</c:v>
                </c:pt>
                <c:pt idx="1327">
                  <c:v>-4.404</c:v>
                </c:pt>
                <c:pt idx="1328">
                  <c:v>-3.985</c:v>
                </c:pt>
                <c:pt idx="1329">
                  <c:v>-3.55</c:v>
                </c:pt>
                <c:pt idx="1330">
                  <c:v>-3.101</c:v>
                </c:pt>
                <c:pt idx="1331">
                  <c:v>-2.642</c:v>
                </c:pt>
                <c:pt idx="1332">
                  <c:v>-2.173</c:v>
                </c:pt>
                <c:pt idx="1333">
                  <c:v>-1.697</c:v>
                </c:pt>
                <c:pt idx="1334">
                  <c:v>-1.215</c:v>
                </c:pt>
                <c:pt idx="1335">
                  <c:v>-0.73</c:v>
                </c:pt>
                <c:pt idx="1336">
                  <c:v>-0.243</c:v>
                </c:pt>
                <c:pt idx="1337">
                  <c:v>0.243</c:v>
                </c:pt>
                <c:pt idx="1338">
                  <c:v>0.726</c:v>
                </c:pt>
                <c:pt idx="1339">
                  <c:v>1.204</c:v>
                </c:pt>
                <c:pt idx="1340">
                  <c:v>1.676</c:v>
                </c:pt>
                <c:pt idx="1341">
                  <c:v>2.139</c:v>
                </c:pt>
                <c:pt idx="1342">
                  <c:v>2.591</c:v>
                </c:pt>
                <c:pt idx="1343">
                  <c:v>3.031</c:v>
                </c:pt>
                <c:pt idx="1344">
                  <c:v>3.457</c:v>
                </c:pt>
                <c:pt idx="1345">
                  <c:v>3.867</c:v>
                </c:pt>
                <c:pt idx="1346">
                  <c:v>4.259</c:v>
                </c:pt>
                <c:pt idx="1347">
                  <c:v>4.632</c:v>
                </c:pt>
                <c:pt idx="1348">
                  <c:v>4.984</c:v>
                </c:pt>
                <c:pt idx="1349">
                  <c:v>5.315</c:v>
                </c:pt>
                <c:pt idx="1350">
                  <c:v>5.622</c:v>
                </c:pt>
                <c:pt idx="1351">
                  <c:v>5.904</c:v>
                </c:pt>
                <c:pt idx="1352">
                  <c:v>6.161</c:v>
                </c:pt>
                <c:pt idx="1353">
                  <c:v>6.391</c:v>
                </c:pt>
                <c:pt idx="1354">
                  <c:v>6.594</c:v>
                </c:pt>
                <c:pt idx="1355">
                  <c:v>6.768</c:v>
                </c:pt>
                <c:pt idx="1356">
                  <c:v>6.914</c:v>
                </c:pt>
                <c:pt idx="1357">
                  <c:v>7.03</c:v>
                </c:pt>
                <c:pt idx="1358">
                  <c:v>7.116</c:v>
                </c:pt>
                <c:pt idx="1359">
                  <c:v>7.172</c:v>
                </c:pt>
                <c:pt idx="1360">
                  <c:v>7.199</c:v>
                </c:pt>
                <c:pt idx="1361">
                  <c:v>7.195</c:v>
                </c:pt>
                <c:pt idx="1362">
                  <c:v>7.161</c:v>
                </c:pt>
                <c:pt idx="1363">
                  <c:v>7.097</c:v>
                </c:pt>
                <c:pt idx="1364">
                  <c:v>7.004</c:v>
                </c:pt>
                <c:pt idx="1365">
                  <c:v>6.882</c:v>
                </c:pt>
                <c:pt idx="1366">
                  <c:v>6.731</c:v>
                </c:pt>
                <c:pt idx="1367">
                  <c:v>6.553</c:v>
                </c:pt>
                <c:pt idx="1368">
                  <c:v>6.349</c:v>
                </c:pt>
                <c:pt idx="1369">
                  <c:v>6.118</c:v>
                </c:pt>
                <c:pt idx="1370">
                  <c:v>5.863</c:v>
                </c:pt>
                <c:pt idx="1371">
                  <c:v>5.584</c:v>
                </c:pt>
                <c:pt idx="1372">
                  <c:v>5.283</c:v>
                </c:pt>
                <c:pt idx="1373">
                  <c:v>4.961</c:v>
                </c:pt>
                <c:pt idx="1374">
                  <c:v>4.619</c:v>
                </c:pt>
                <c:pt idx="1375">
                  <c:v>4.26</c:v>
                </c:pt>
                <c:pt idx="1376">
                  <c:v>3.883</c:v>
                </c:pt>
                <c:pt idx="1377">
                  <c:v>3.492</c:v>
                </c:pt>
                <c:pt idx="1378">
                  <c:v>3.088</c:v>
                </c:pt>
                <c:pt idx="1379">
                  <c:v>2.672</c:v>
                </c:pt>
                <c:pt idx="1380">
                  <c:v>2.246</c:v>
                </c:pt>
                <c:pt idx="1381">
                  <c:v>1.813</c:v>
                </c:pt>
                <c:pt idx="1382">
                  <c:v>1.374</c:v>
                </c:pt>
                <c:pt idx="1383">
                  <c:v>0.93</c:v>
                </c:pt>
                <c:pt idx="1384">
                  <c:v>0.484</c:v>
                </c:pt>
                <c:pt idx="1385">
                  <c:v>0.038</c:v>
                </c:pt>
                <c:pt idx="1386">
                  <c:v>-0.407</c:v>
                </c:pt>
                <c:pt idx="1387">
                  <c:v>-0.849</c:v>
                </c:pt>
                <c:pt idx="1388">
                  <c:v>-1.286</c:v>
                </c:pt>
                <c:pt idx="1389">
                  <c:v>-1.715</c:v>
                </c:pt>
                <c:pt idx="1390">
                  <c:v>-2.136</c:v>
                </c:pt>
                <c:pt idx="1391">
                  <c:v>-2.547</c:v>
                </c:pt>
                <c:pt idx="1392">
                  <c:v>-2.945</c:v>
                </c:pt>
                <c:pt idx="1393">
                  <c:v>-3.33</c:v>
                </c:pt>
                <c:pt idx="1394">
                  <c:v>-3.7</c:v>
                </c:pt>
                <c:pt idx="1395">
                  <c:v>-4.052</c:v>
                </c:pt>
                <c:pt idx="1396">
                  <c:v>-4.387</c:v>
                </c:pt>
                <c:pt idx="1397">
                  <c:v>-4.702</c:v>
                </c:pt>
                <c:pt idx="1398">
                  <c:v>-4.996</c:v>
                </c:pt>
                <c:pt idx="1399">
                  <c:v>-5.269</c:v>
                </c:pt>
                <c:pt idx="1400">
                  <c:v>-5.518</c:v>
                </c:pt>
                <c:pt idx="1401">
                  <c:v>-5.744</c:v>
                </c:pt>
                <c:pt idx="1402">
                  <c:v>-5.945</c:v>
                </c:pt>
                <c:pt idx="1403">
                  <c:v>-6.12</c:v>
                </c:pt>
                <c:pt idx="1404">
                  <c:v>-6.269</c:v>
                </c:pt>
                <c:pt idx="1405">
                  <c:v>-6.391</c:v>
                </c:pt>
                <c:pt idx="1406">
                  <c:v>-6.487</c:v>
                </c:pt>
                <c:pt idx="1407">
                  <c:v>-6.555</c:v>
                </c:pt>
                <c:pt idx="1408">
                  <c:v>-6.595</c:v>
                </c:pt>
                <c:pt idx="1409">
                  <c:v>-6.607</c:v>
                </c:pt>
                <c:pt idx="1410">
                  <c:v>-6.592</c:v>
                </c:pt>
                <c:pt idx="1411">
                  <c:v>-6.55</c:v>
                </c:pt>
                <c:pt idx="1412">
                  <c:v>-6.48</c:v>
                </c:pt>
                <c:pt idx="1413">
                  <c:v>-6.383</c:v>
                </c:pt>
                <c:pt idx="1414">
                  <c:v>-6.26</c:v>
                </c:pt>
                <c:pt idx="1415">
                  <c:v>-6.112</c:v>
                </c:pt>
                <c:pt idx="1416">
                  <c:v>-5.938</c:v>
                </c:pt>
                <c:pt idx="1417">
                  <c:v>-5.741</c:v>
                </c:pt>
                <c:pt idx="1418">
                  <c:v>-5.519</c:v>
                </c:pt>
                <c:pt idx="1419">
                  <c:v>-5.276</c:v>
                </c:pt>
                <c:pt idx="1420">
                  <c:v>-5.012</c:v>
                </c:pt>
                <c:pt idx="1421">
                  <c:v>-4.727</c:v>
                </c:pt>
                <c:pt idx="1422">
                  <c:v>-4.424</c:v>
                </c:pt>
                <c:pt idx="1423">
                  <c:v>-4.103</c:v>
                </c:pt>
                <c:pt idx="1424">
                  <c:v>-3.767</c:v>
                </c:pt>
                <c:pt idx="1425">
                  <c:v>-3.416</c:v>
                </c:pt>
                <c:pt idx="1426">
                  <c:v>-3.052</c:v>
                </c:pt>
                <c:pt idx="1427">
                  <c:v>-2.676</c:v>
                </c:pt>
                <c:pt idx="1428">
                  <c:v>-2.291</c:v>
                </c:pt>
                <c:pt idx="1429">
                  <c:v>-1.897</c:v>
                </c:pt>
                <c:pt idx="1430">
                  <c:v>-1.497</c:v>
                </c:pt>
                <c:pt idx="1431">
                  <c:v>-1.092</c:v>
                </c:pt>
                <c:pt idx="1432">
                  <c:v>-0.683</c:v>
                </c:pt>
                <c:pt idx="1433">
                  <c:v>-0.274</c:v>
                </c:pt>
                <c:pt idx="1434">
                  <c:v>0.135</c:v>
                </c:pt>
                <c:pt idx="1435">
                  <c:v>0.543</c:v>
                </c:pt>
                <c:pt idx="1436">
                  <c:v>0.946</c:v>
                </c:pt>
                <c:pt idx="1437">
                  <c:v>1.344</c:v>
                </c:pt>
                <c:pt idx="1438">
                  <c:v>1.735</c:v>
                </c:pt>
                <c:pt idx="1439">
                  <c:v>2.118</c:v>
                </c:pt>
                <c:pt idx="1440">
                  <c:v>2.49</c:v>
                </c:pt>
                <c:pt idx="1441">
                  <c:v>2.851</c:v>
                </c:pt>
                <c:pt idx="1442">
                  <c:v>3.198</c:v>
                </c:pt>
                <c:pt idx="1443">
                  <c:v>3.531</c:v>
                </c:pt>
                <c:pt idx="1444">
                  <c:v>3.848</c:v>
                </c:pt>
                <c:pt idx="1445">
                  <c:v>4.148</c:v>
                </c:pt>
                <c:pt idx="1446">
                  <c:v>4.429</c:v>
                </c:pt>
                <c:pt idx="1447">
                  <c:v>4.691</c:v>
                </c:pt>
                <c:pt idx="1448">
                  <c:v>4.932</c:v>
                </c:pt>
                <c:pt idx="1449">
                  <c:v>5.152</c:v>
                </c:pt>
                <c:pt idx="1450">
                  <c:v>5.35</c:v>
                </c:pt>
                <c:pt idx="1451">
                  <c:v>5.525</c:v>
                </c:pt>
                <c:pt idx="1452">
                  <c:v>5.675</c:v>
                </c:pt>
                <c:pt idx="1453">
                  <c:v>5.802</c:v>
                </c:pt>
                <c:pt idx="1454">
                  <c:v>5.904</c:v>
                </c:pt>
                <c:pt idx="1455">
                  <c:v>5.981</c:v>
                </c:pt>
                <c:pt idx="1456">
                  <c:v>6.033</c:v>
                </c:pt>
                <c:pt idx="1457">
                  <c:v>6.059</c:v>
                </c:pt>
                <c:pt idx="1458">
                  <c:v>6.06</c:v>
                </c:pt>
                <c:pt idx="1459">
                  <c:v>6.036</c:v>
                </c:pt>
                <c:pt idx="1460">
                  <c:v>5.986</c:v>
                </c:pt>
                <c:pt idx="1461">
                  <c:v>5.912</c:v>
                </c:pt>
                <c:pt idx="1462">
                  <c:v>5.813</c:v>
                </c:pt>
                <c:pt idx="1463">
                  <c:v>5.691</c:v>
                </c:pt>
                <c:pt idx="1464">
                  <c:v>5.545</c:v>
                </c:pt>
                <c:pt idx="1465">
                  <c:v>5.376</c:v>
                </c:pt>
                <c:pt idx="1466">
                  <c:v>5.186</c:v>
                </c:pt>
                <c:pt idx="1467">
                  <c:v>4.974</c:v>
                </c:pt>
                <c:pt idx="1468">
                  <c:v>4.743</c:v>
                </c:pt>
                <c:pt idx="1469">
                  <c:v>4.492</c:v>
                </c:pt>
                <c:pt idx="1470">
                  <c:v>4.224</c:v>
                </c:pt>
                <c:pt idx="1471">
                  <c:v>3.939</c:v>
                </c:pt>
                <c:pt idx="1472">
                  <c:v>3.639</c:v>
                </c:pt>
                <c:pt idx="1473">
                  <c:v>3.324</c:v>
                </c:pt>
                <c:pt idx="1474">
                  <c:v>2.997</c:v>
                </c:pt>
                <c:pt idx="1475">
                  <c:v>2.658</c:v>
                </c:pt>
                <c:pt idx="1476">
                  <c:v>2.31</c:v>
                </c:pt>
                <c:pt idx="1477">
                  <c:v>1.953</c:v>
                </c:pt>
                <c:pt idx="1478">
                  <c:v>1.589</c:v>
                </c:pt>
                <c:pt idx="1479">
                  <c:v>1.219</c:v>
                </c:pt>
                <c:pt idx="1480">
                  <c:v>0.846</c:v>
                </c:pt>
                <c:pt idx="1481">
                  <c:v>0.471</c:v>
                </c:pt>
                <c:pt idx="1482">
                  <c:v>0.095</c:v>
                </c:pt>
                <c:pt idx="1483">
                  <c:v>-0.28</c:v>
                </c:pt>
                <c:pt idx="1484">
                  <c:v>-0.652</c:v>
                </c:pt>
                <c:pt idx="1485">
                  <c:v>-1.021</c:v>
                </c:pt>
                <c:pt idx="1486">
                  <c:v>-1.383</c:v>
                </c:pt>
                <c:pt idx="1487">
                  <c:v>-1.739</c:v>
                </c:pt>
                <c:pt idx="1488">
                  <c:v>-2.087</c:v>
                </c:pt>
                <c:pt idx="1489">
                  <c:v>-2.424</c:v>
                </c:pt>
                <c:pt idx="1490">
                  <c:v>-2.75</c:v>
                </c:pt>
                <c:pt idx="1491">
                  <c:v>-3.063</c:v>
                </c:pt>
                <c:pt idx="1492">
                  <c:v>-3.363</c:v>
                </c:pt>
                <c:pt idx="1493">
                  <c:v>-3.647</c:v>
                </c:pt>
                <c:pt idx="1494">
                  <c:v>-3.915</c:v>
                </c:pt>
                <c:pt idx="1495">
                  <c:v>-4.166</c:v>
                </c:pt>
                <c:pt idx="1496">
                  <c:v>-4.399</c:v>
                </c:pt>
                <c:pt idx="1497">
                  <c:v>-4.612</c:v>
                </c:pt>
                <c:pt idx="1498">
                  <c:v>-4.806</c:v>
                </c:pt>
                <c:pt idx="1499">
                  <c:v>-4.978</c:v>
                </c:pt>
                <c:pt idx="1500">
                  <c:v>-5.13</c:v>
                </c:pt>
                <c:pt idx="1501">
                  <c:v>-5.259</c:v>
                </c:pt>
                <c:pt idx="1502">
                  <c:v>-5.366</c:v>
                </c:pt>
                <c:pt idx="1503">
                  <c:v>-5.45</c:v>
                </c:pt>
                <c:pt idx="1504">
                  <c:v>-5.511</c:v>
                </c:pt>
                <c:pt idx="1505">
                  <c:v>-5.549</c:v>
                </c:pt>
                <c:pt idx="1506">
                  <c:v>-5.563</c:v>
                </c:pt>
                <c:pt idx="1507">
                  <c:v>-5.554</c:v>
                </c:pt>
                <c:pt idx="1508">
                  <c:v>-5.522</c:v>
                </c:pt>
                <c:pt idx="1509">
                  <c:v>-5.468</c:v>
                </c:pt>
                <c:pt idx="1510">
                  <c:v>-5.39</c:v>
                </c:pt>
                <c:pt idx="1511">
                  <c:v>-5.29</c:v>
                </c:pt>
                <c:pt idx="1512">
                  <c:v>-5.169</c:v>
                </c:pt>
                <c:pt idx="1513">
                  <c:v>-5.026</c:v>
                </c:pt>
                <c:pt idx="1514">
                  <c:v>-4.863</c:v>
                </c:pt>
                <c:pt idx="1515">
                  <c:v>-4.68</c:v>
                </c:pt>
                <c:pt idx="1516">
                  <c:v>-4.478</c:v>
                </c:pt>
                <c:pt idx="1517">
                  <c:v>-4.259</c:v>
                </c:pt>
                <c:pt idx="1518">
                  <c:v>-4.022</c:v>
                </c:pt>
                <c:pt idx="1519">
                  <c:v>-3.769</c:v>
                </c:pt>
                <c:pt idx="1520">
                  <c:v>-3.502</c:v>
                </c:pt>
                <c:pt idx="1521">
                  <c:v>-3.221</c:v>
                </c:pt>
                <c:pt idx="1522">
                  <c:v>-2.927</c:v>
                </c:pt>
                <c:pt idx="1523">
                  <c:v>-2.622</c:v>
                </c:pt>
                <c:pt idx="1524">
                  <c:v>-2.307</c:v>
                </c:pt>
                <c:pt idx="1525">
                  <c:v>-1.984</c:v>
                </c:pt>
                <c:pt idx="1526">
                  <c:v>-1.654</c:v>
                </c:pt>
                <c:pt idx="1527">
                  <c:v>-1.318</c:v>
                </c:pt>
                <c:pt idx="1528">
                  <c:v>-0.977</c:v>
                </c:pt>
                <c:pt idx="1529">
                  <c:v>-0.634</c:v>
                </c:pt>
                <c:pt idx="1530">
                  <c:v>-0.289</c:v>
                </c:pt>
                <c:pt idx="1531">
                  <c:v>0.056</c:v>
                </c:pt>
                <c:pt idx="1532">
                  <c:v>0.399</c:v>
                </c:pt>
                <c:pt idx="1533">
                  <c:v>0.739</c:v>
                </c:pt>
                <c:pt idx="1534">
                  <c:v>1.076</c:v>
                </c:pt>
                <c:pt idx="1535">
                  <c:v>1.406</c:v>
                </c:pt>
                <c:pt idx="1536">
                  <c:v>1.729</c:v>
                </c:pt>
                <c:pt idx="1537">
                  <c:v>2.044</c:v>
                </c:pt>
                <c:pt idx="1538">
                  <c:v>2.35</c:v>
                </c:pt>
                <c:pt idx="1539">
                  <c:v>2.644</c:v>
                </c:pt>
                <c:pt idx="1540">
                  <c:v>2.927</c:v>
                </c:pt>
                <c:pt idx="1541">
                  <c:v>3.196</c:v>
                </c:pt>
                <c:pt idx="1542">
                  <c:v>3.451</c:v>
                </c:pt>
                <c:pt idx="1543">
                  <c:v>3.69</c:v>
                </c:pt>
                <c:pt idx="1544">
                  <c:v>3.914</c:v>
                </c:pt>
                <c:pt idx="1545">
                  <c:v>4.12</c:v>
                </c:pt>
                <c:pt idx="1546">
                  <c:v>4.308</c:v>
                </c:pt>
                <c:pt idx="1547">
                  <c:v>4.478</c:v>
                </c:pt>
                <c:pt idx="1548">
                  <c:v>4.628</c:v>
                </c:pt>
                <c:pt idx="1549">
                  <c:v>4.759</c:v>
                </c:pt>
                <c:pt idx="1550">
                  <c:v>4.869</c:v>
                </c:pt>
                <c:pt idx="1551">
                  <c:v>4.958</c:v>
                </c:pt>
                <c:pt idx="1552">
                  <c:v>5.027</c:v>
                </c:pt>
                <c:pt idx="1553">
                  <c:v>5.074</c:v>
                </c:pt>
                <c:pt idx="1554">
                  <c:v>5.1</c:v>
                </c:pt>
                <c:pt idx="1555">
                  <c:v>5.104</c:v>
                </c:pt>
                <c:pt idx="1556">
                  <c:v>5.087</c:v>
                </c:pt>
                <c:pt idx="1557">
                  <c:v>5.049</c:v>
                </c:pt>
                <c:pt idx="1558">
                  <c:v>4.99</c:v>
                </c:pt>
                <c:pt idx="1559">
                  <c:v>4.91</c:v>
                </c:pt>
                <c:pt idx="1560">
                  <c:v>4.81</c:v>
                </c:pt>
                <c:pt idx="1561">
                  <c:v>4.691</c:v>
                </c:pt>
                <c:pt idx="1562">
                  <c:v>4.552</c:v>
                </c:pt>
                <c:pt idx="1563">
                  <c:v>4.395</c:v>
                </c:pt>
                <c:pt idx="1564">
                  <c:v>4.22</c:v>
                </c:pt>
                <c:pt idx="1565">
                  <c:v>4.028</c:v>
                </c:pt>
                <c:pt idx="1566">
                  <c:v>3.819</c:v>
                </c:pt>
                <c:pt idx="1567">
                  <c:v>3.596</c:v>
                </c:pt>
                <c:pt idx="1568">
                  <c:v>3.358</c:v>
                </c:pt>
                <c:pt idx="1569">
                  <c:v>3.107</c:v>
                </c:pt>
                <c:pt idx="1570">
                  <c:v>2.845</c:v>
                </c:pt>
                <c:pt idx="1571">
                  <c:v>2.571</c:v>
                </c:pt>
                <c:pt idx="1572">
                  <c:v>2.287</c:v>
                </c:pt>
                <c:pt idx="1573">
                  <c:v>1.995</c:v>
                </c:pt>
                <c:pt idx="1574">
                  <c:v>1.695</c:v>
                </c:pt>
                <c:pt idx="1575">
                  <c:v>1.39</c:v>
                </c:pt>
                <c:pt idx="1576">
                  <c:v>1.08</c:v>
                </c:pt>
                <c:pt idx="1577">
                  <c:v>0.766</c:v>
                </c:pt>
                <c:pt idx="1578">
                  <c:v>0.45</c:v>
                </c:pt>
                <c:pt idx="1579">
                  <c:v>0.134</c:v>
                </c:pt>
                <c:pt idx="1580">
                  <c:v>-0.182</c:v>
                </c:pt>
                <c:pt idx="1581">
                  <c:v>-0.496</c:v>
                </c:pt>
                <c:pt idx="1582">
                  <c:v>-0.807</c:v>
                </c:pt>
                <c:pt idx="1583">
                  <c:v>-1.114</c:v>
                </c:pt>
                <c:pt idx="1584">
                  <c:v>-1.414</c:v>
                </c:pt>
                <c:pt idx="1585">
                  <c:v>-1.708</c:v>
                </c:pt>
                <c:pt idx="1586">
                  <c:v>-1.993</c:v>
                </c:pt>
                <c:pt idx="1587">
                  <c:v>-2.27</c:v>
                </c:pt>
                <c:pt idx="1588">
                  <c:v>-2.535</c:v>
                </c:pt>
                <c:pt idx="1589">
                  <c:v>-2.79</c:v>
                </c:pt>
                <c:pt idx="1590">
                  <c:v>-3.031</c:v>
                </c:pt>
                <c:pt idx="1591">
                  <c:v>-3.26</c:v>
                </c:pt>
                <c:pt idx="1592">
                  <c:v>-3.473</c:v>
                </c:pt>
                <c:pt idx="1593">
                  <c:v>-3.672</c:v>
                </c:pt>
                <c:pt idx="1594">
                  <c:v>-3.854</c:v>
                </c:pt>
                <c:pt idx="1595">
                  <c:v>-4.02</c:v>
                </c:pt>
                <c:pt idx="1596">
                  <c:v>-4.168</c:v>
                </c:pt>
                <c:pt idx="1597">
                  <c:v>-4.299</c:v>
                </c:pt>
                <c:pt idx="1598">
                  <c:v>-4.411</c:v>
                </c:pt>
                <c:pt idx="1599">
                  <c:v>-4.504</c:v>
                </c:pt>
                <c:pt idx="1600">
                  <c:v>-4.578</c:v>
                </c:pt>
                <c:pt idx="1601">
                  <c:v>-4.633</c:v>
                </c:pt>
                <c:pt idx="1602">
                  <c:v>-4.668</c:v>
                </c:pt>
                <c:pt idx="1603">
                  <c:v>-4.683</c:v>
                </c:pt>
                <c:pt idx="1604">
                  <c:v>-4.679</c:v>
                </c:pt>
                <c:pt idx="1605">
                  <c:v>-4.656</c:v>
                </c:pt>
                <c:pt idx="1606">
                  <c:v>-4.613</c:v>
                </c:pt>
                <c:pt idx="1607">
                  <c:v>-4.551</c:v>
                </c:pt>
                <c:pt idx="1608">
                  <c:v>-4.47</c:v>
                </c:pt>
                <c:pt idx="1609">
                  <c:v>-4.371</c:v>
                </c:pt>
                <c:pt idx="1610">
                  <c:v>-4.254</c:v>
                </c:pt>
                <c:pt idx="1611">
                  <c:v>-4.119</c:v>
                </c:pt>
                <c:pt idx="1612">
                  <c:v>-3.968</c:v>
                </c:pt>
                <c:pt idx="1613">
                  <c:v>-3.801</c:v>
                </c:pt>
                <c:pt idx="1614">
                  <c:v>-3.618</c:v>
                </c:pt>
                <c:pt idx="1615">
                  <c:v>-3.421</c:v>
                </c:pt>
                <c:pt idx="1616">
                  <c:v>-3.211</c:v>
                </c:pt>
                <c:pt idx="1617">
                  <c:v>-2.987</c:v>
                </c:pt>
                <c:pt idx="1618">
                  <c:v>-2.752</c:v>
                </c:pt>
                <c:pt idx="1619">
                  <c:v>-2.507</c:v>
                </c:pt>
                <c:pt idx="1620">
                  <c:v>-2.252</c:v>
                </c:pt>
                <c:pt idx="1621">
                  <c:v>-1.988</c:v>
                </c:pt>
                <c:pt idx="1622">
                  <c:v>-1.717</c:v>
                </c:pt>
                <c:pt idx="1623">
                  <c:v>-1.44</c:v>
                </c:pt>
                <c:pt idx="1624">
                  <c:v>-1.158</c:v>
                </c:pt>
                <c:pt idx="1625">
                  <c:v>-0.871</c:v>
                </c:pt>
                <c:pt idx="1626">
                  <c:v>-0.583</c:v>
                </c:pt>
                <c:pt idx="1627">
                  <c:v>-0.293</c:v>
                </c:pt>
                <c:pt idx="1628">
                  <c:v>-0.002</c:v>
                </c:pt>
                <c:pt idx="1629">
                  <c:v>0.287</c:v>
                </c:pt>
                <c:pt idx="1630">
                  <c:v>0.574</c:v>
                </c:pt>
                <c:pt idx="1631">
                  <c:v>0.858</c:v>
                </c:pt>
                <c:pt idx="1632">
                  <c:v>1.137</c:v>
                </c:pt>
                <c:pt idx="1633">
                  <c:v>1.41</c:v>
                </c:pt>
                <c:pt idx="1634">
                  <c:v>1.677</c:v>
                </c:pt>
                <c:pt idx="1635">
                  <c:v>1.936</c:v>
                </c:pt>
                <c:pt idx="1636">
                  <c:v>2.185</c:v>
                </c:pt>
                <c:pt idx="1637">
                  <c:v>2.425</c:v>
                </c:pt>
                <c:pt idx="1638">
                  <c:v>2.653</c:v>
                </c:pt>
                <c:pt idx="1639">
                  <c:v>2.87</c:v>
                </c:pt>
                <c:pt idx="1640">
                  <c:v>3.074</c:v>
                </c:pt>
                <c:pt idx="1641">
                  <c:v>3.264</c:v>
                </c:pt>
                <c:pt idx="1642">
                  <c:v>3.441</c:v>
                </c:pt>
                <c:pt idx="1643">
                  <c:v>3.602</c:v>
                </c:pt>
                <c:pt idx="1644">
                  <c:v>3.747</c:v>
                </c:pt>
                <c:pt idx="1645">
                  <c:v>3.877</c:v>
                </c:pt>
                <c:pt idx="1646">
                  <c:v>3.989</c:v>
                </c:pt>
                <c:pt idx="1647">
                  <c:v>4.085</c:v>
                </c:pt>
                <c:pt idx="1648">
                  <c:v>4.163</c:v>
                </c:pt>
                <c:pt idx="1649">
                  <c:v>4.224</c:v>
                </c:pt>
                <c:pt idx="1650">
                  <c:v>4.267</c:v>
                </c:pt>
                <c:pt idx="1651">
                  <c:v>4.291</c:v>
                </c:pt>
                <c:pt idx="1652">
                  <c:v>4.298</c:v>
                </c:pt>
                <c:pt idx="1653">
                  <c:v>4.287</c:v>
                </c:pt>
                <c:pt idx="1654">
                  <c:v>4.258</c:v>
                </c:pt>
                <c:pt idx="1655">
                  <c:v>4.211</c:v>
                </c:pt>
                <c:pt idx="1656">
                  <c:v>4.147</c:v>
                </c:pt>
                <c:pt idx="1657">
                  <c:v>4.066</c:v>
                </c:pt>
                <c:pt idx="1658">
                  <c:v>3.968</c:v>
                </c:pt>
                <c:pt idx="1659">
                  <c:v>3.854</c:v>
                </c:pt>
                <c:pt idx="1660">
                  <c:v>3.724</c:v>
                </c:pt>
                <c:pt idx="1661">
                  <c:v>3.579</c:v>
                </c:pt>
                <c:pt idx="1662">
                  <c:v>3.42</c:v>
                </c:pt>
                <c:pt idx="1663">
                  <c:v>3.246</c:v>
                </c:pt>
                <c:pt idx="1664">
                  <c:v>3.06</c:v>
                </c:pt>
                <c:pt idx="1665">
                  <c:v>2.862</c:v>
                </c:pt>
                <c:pt idx="1666">
                  <c:v>2.653</c:v>
                </c:pt>
                <c:pt idx="1667">
                  <c:v>2.433</c:v>
                </c:pt>
                <c:pt idx="1668">
                  <c:v>2.204</c:v>
                </c:pt>
                <c:pt idx="1669">
                  <c:v>1.967</c:v>
                </c:pt>
                <c:pt idx="1670">
                  <c:v>1.722</c:v>
                </c:pt>
                <c:pt idx="1671">
                  <c:v>1.471</c:v>
                </c:pt>
                <c:pt idx="1672">
                  <c:v>1.214</c:v>
                </c:pt>
                <c:pt idx="1673">
                  <c:v>0.953</c:v>
                </c:pt>
                <c:pt idx="1674">
                  <c:v>0.69</c:v>
                </c:pt>
                <c:pt idx="1675">
                  <c:v>0.424</c:v>
                </c:pt>
                <c:pt idx="1676">
                  <c:v>0.158</c:v>
                </c:pt>
                <c:pt idx="1677">
                  <c:v>-0.108</c:v>
                </c:pt>
                <c:pt idx="1678">
                  <c:v>-0.373</c:v>
                </c:pt>
                <c:pt idx="1679">
                  <c:v>-0.636</c:v>
                </c:pt>
                <c:pt idx="1680">
                  <c:v>-0.894</c:v>
                </c:pt>
                <c:pt idx="1681">
                  <c:v>-1.148</c:v>
                </c:pt>
                <c:pt idx="1682">
                  <c:v>-1.397</c:v>
                </c:pt>
                <c:pt idx="1683">
                  <c:v>-1.638</c:v>
                </c:pt>
                <c:pt idx="1684">
                  <c:v>-1.872</c:v>
                </c:pt>
                <c:pt idx="1685">
                  <c:v>-2.098</c:v>
                </c:pt>
                <c:pt idx="1686">
                  <c:v>-2.313</c:v>
                </c:pt>
                <c:pt idx="1687">
                  <c:v>-2.519</c:v>
                </c:pt>
                <c:pt idx="1688">
                  <c:v>-2.713</c:v>
                </c:pt>
                <c:pt idx="1689">
                  <c:v>-2.895</c:v>
                </c:pt>
                <c:pt idx="1690">
                  <c:v>-3.064</c:v>
                </c:pt>
                <c:pt idx="1691">
                  <c:v>-3.22</c:v>
                </c:pt>
                <c:pt idx="1692">
                  <c:v>-3.362</c:v>
                </c:pt>
                <c:pt idx="1693">
                  <c:v>-3.49</c:v>
                </c:pt>
                <c:pt idx="1694">
                  <c:v>-3.602</c:v>
                </c:pt>
                <c:pt idx="1695">
                  <c:v>-3.699</c:v>
                </c:pt>
                <c:pt idx="1696">
                  <c:v>-3.78</c:v>
                </c:pt>
                <c:pt idx="1697">
                  <c:v>-3.845</c:v>
                </c:pt>
                <c:pt idx="1698">
                  <c:v>-3.894</c:v>
                </c:pt>
                <c:pt idx="1699">
                  <c:v>-3.926</c:v>
                </c:pt>
                <c:pt idx="1700">
                  <c:v>-3.942</c:v>
                </c:pt>
                <c:pt idx="1701">
                  <c:v>-3.942</c:v>
                </c:pt>
                <c:pt idx="1702">
                  <c:v>-3.925</c:v>
                </c:pt>
                <c:pt idx="1703">
                  <c:v>-3.891</c:v>
                </c:pt>
                <c:pt idx="1704">
                  <c:v>-3.842</c:v>
                </c:pt>
                <c:pt idx="1705">
                  <c:v>-3.776</c:v>
                </c:pt>
                <c:pt idx="1706">
                  <c:v>-3.695</c:v>
                </c:pt>
                <c:pt idx="1707">
                  <c:v>-3.599</c:v>
                </c:pt>
                <c:pt idx="1708">
                  <c:v>-3.488</c:v>
                </c:pt>
                <c:pt idx="1709">
                  <c:v>-3.363</c:v>
                </c:pt>
                <c:pt idx="1710">
                  <c:v>-3.225</c:v>
                </c:pt>
                <c:pt idx="1711">
                  <c:v>-3.073</c:v>
                </c:pt>
                <c:pt idx="1712">
                  <c:v>-2.909</c:v>
                </c:pt>
                <c:pt idx="1713">
                  <c:v>-2.734</c:v>
                </c:pt>
                <c:pt idx="1714">
                  <c:v>-2.548</c:v>
                </c:pt>
                <c:pt idx="1715">
                  <c:v>-2.352</c:v>
                </c:pt>
                <c:pt idx="1716">
                  <c:v>-2.146</c:v>
                </c:pt>
                <c:pt idx="1717">
                  <c:v>-1.933</c:v>
                </c:pt>
                <c:pt idx="1718">
                  <c:v>-1.712</c:v>
                </c:pt>
                <c:pt idx="1719">
                  <c:v>-1.485</c:v>
                </c:pt>
                <c:pt idx="1720">
                  <c:v>-1.252</c:v>
                </c:pt>
                <c:pt idx="1721">
                  <c:v>-1.015</c:v>
                </c:pt>
                <c:pt idx="1722">
                  <c:v>-0.775</c:v>
                </c:pt>
                <c:pt idx="1723">
                  <c:v>-0.532</c:v>
                </c:pt>
                <c:pt idx="1724">
                  <c:v>-0.288</c:v>
                </c:pt>
                <c:pt idx="1725">
                  <c:v>-0.043</c:v>
                </c:pt>
                <c:pt idx="1726">
                  <c:v>0.201</c:v>
                </c:pt>
                <c:pt idx="1727">
                  <c:v>0.443</c:v>
                </c:pt>
                <c:pt idx="1728">
                  <c:v>0.682</c:v>
                </c:pt>
                <c:pt idx="1729">
                  <c:v>0.918</c:v>
                </c:pt>
                <c:pt idx="1730">
                  <c:v>1.149</c:v>
                </c:pt>
                <c:pt idx="1731">
                  <c:v>1.375</c:v>
                </c:pt>
                <c:pt idx="1732">
                  <c:v>1.593</c:v>
                </c:pt>
                <c:pt idx="1733">
                  <c:v>1.805</c:v>
                </c:pt>
                <c:pt idx="1734">
                  <c:v>2.008</c:v>
                </c:pt>
                <c:pt idx="1735">
                  <c:v>2.202</c:v>
                </c:pt>
                <c:pt idx="1736">
                  <c:v>2.386</c:v>
                </c:pt>
                <c:pt idx="1737">
                  <c:v>2.56</c:v>
                </c:pt>
                <c:pt idx="1738">
                  <c:v>2.722</c:v>
                </c:pt>
                <c:pt idx="1739">
                  <c:v>2.873</c:v>
                </c:pt>
                <c:pt idx="1740">
                  <c:v>3.011</c:v>
                </c:pt>
                <c:pt idx="1741">
                  <c:v>3.135</c:v>
                </c:pt>
                <c:pt idx="1742">
                  <c:v>3.247</c:v>
                </c:pt>
                <c:pt idx="1743">
                  <c:v>3.344</c:v>
                </c:pt>
                <c:pt idx="1744">
                  <c:v>3.427</c:v>
                </c:pt>
                <c:pt idx="1745">
                  <c:v>3.495</c:v>
                </c:pt>
                <c:pt idx="1746">
                  <c:v>3.549</c:v>
                </c:pt>
                <c:pt idx="1747">
                  <c:v>3.587</c:v>
                </c:pt>
                <c:pt idx="1748">
                  <c:v>3.611</c:v>
                </c:pt>
                <c:pt idx="1749">
                  <c:v>3.619</c:v>
                </c:pt>
                <c:pt idx="1750">
                  <c:v>3.612</c:v>
                </c:pt>
                <c:pt idx="1751">
                  <c:v>3.59</c:v>
                </c:pt>
                <c:pt idx="1752">
                  <c:v>3.553</c:v>
                </c:pt>
                <c:pt idx="1753">
                  <c:v>3.502</c:v>
                </c:pt>
                <c:pt idx="1754">
                  <c:v>3.436</c:v>
                </c:pt>
                <c:pt idx="1755">
                  <c:v>3.356</c:v>
                </c:pt>
                <c:pt idx="1756">
                  <c:v>3.262</c:v>
                </c:pt>
                <c:pt idx="1757">
                  <c:v>3.155</c:v>
                </c:pt>
                <c:pt idx="1758">
                  <c:v>3.035</c:v>
                </c:pt>
                <c:pt idx="1759">
                  <c:v>2.903</c:v>
                </c:pt>
                <c:pt idx="1760">
                  <c:v>2.759</c:v>
                </c:pt>
                <c:pt idx="1761">
                  <c:v>2.604</c:v>
                </c:pt>
                <c:pt idx="1762">
                  <c:v>2.439</c:v>
                </c:pt>
                <c:pt idx="1763">
                  <c:v>2.264</c:v>
                </c:pt>
                <c:pt idx="1764">
                  <c:v>2.081</c:v>
                </c:pt>
                <c:pt idx="1765">
                  <c:v>1.889</c:v>
                </c:pt>
                <c:pt idx="1766">
                  <c:v>1.69</c:v>
                </c:pt>
                <c:pt idx="1767">
                  <c:v>1.485</c:v>
                </c:pt>
                <c:pt idx="1768">
                  <c:v>1.274</c:v>
                </c:pt>
                <c:pt idx="1769">
                  <c:v>1.059</c:v>
                </c:pt>
                <c:pt idx="1770">
                  <c:v>0.84</c:v>
                </c:pt>
                <c:pt idx="1771">
                  <c:v>0.618</c:v>
                </c:pt>
                <c:pt idx="1772">
                  <c:v>0.395</c:v>
                </c:pt>
                <c:pt idx="1773">
                  <c:v>0.171</c:v>
                </c:pt>
                <c:pt idx="1774">
                  <c:v>-0.053</c:v>
                </c:pt>
                <c:pt idx="1775">
                  <c:v>-0.277</c:v>
                </c:pt>
                <c:pt idx="1776">
                  <c:v>-0.498</c:v>
                </c:pt>
                <c:pt idx="1777">
                  <c:v>-0.716</c:v>
                </c:pt>
                <c:pt idx="1778">
                  <c:v>-0.931</c:v>
                </c:pt>
                <c:pt idx="1779">
                  <c:v>-1.141</c:v>
                </c:pt>
                <c:pt idx="1780">
                  <c:v>-1.345</c:v>
                </c:pt>
                <c:pt idx="1781">
                  <c:v>-1.544</c:v>
                </c:pt>
                <c:pt idx="1782">
                  <c:v>-1.735</c:v>
                </c:pt>
                <c:pt idx="1783">
                  <c:v>-1.918</c:v>
                </c:pt>
                <c:pt idx="1784">
                  <c:v>-2.092</c:v>
                </c:pt>
                <c:pt idx="1785">
                  <c:v>-2.257</c:v>
                </c:pt>
                <c:pt idx="1786">
                  <c:v>-2.412</c:v>
                </c:pt>
                <c:pt idx="1787">
                  <c:v>-2.557</c:v>
                </c:pt>
                <c:pt idx="1788">
                  <c:v>-2.69</c:v>
                </c:pt>
                <c:pt idx="1789">
                  <c:v>-2.812</c:v>
                </c:pt>
                <c:pt idx="1790">
                  <c:v>-2.921</c:v>
                </c:pt>
                <c:pt idx="1791">
                  <c:v>-3.018</c:v>
                </c:pt>
                <c:pt idx="1792">
                  <c:v>-3.102</c:v>
                </c:pt>
                <c:pt idx="1793">
                  <c:v>-3.172</c:v>
                </c:pt>
                <c:pt idx="1794">
                  <c:v>-3.229</c:v>
                </c:pt>
                <c:pt idx="1795">
                  <c:v>-3.273</c:v>
                </c:pt>
                <c:pt idx="1796">
                  <c:v>-3.302</c:v>
                </c:pt>
                <c:pt idx="1797">
                  <c:v>-3.318</c:v>
                </c:pt>
                <c:pt idx="1798">
                  <c:v>-3.32</c:v>
                </c:pt>
                <c:pt idx="1799">
                  <c:v>-3.308</c:v>
                </c:pt>
                <c:pt idx="1800">
                  <c:v>-3.282</c:v>
                </c:pt>
                <c:pt idx="1801">
                  <c:v>-3.243</c:v>
                </c:pt>
                <c:pt idx="1802">
                  <c:v>-3.19</c:v>
                </c:pt>
                <c:pt idx="1803">
                  <c:v>-3.124</c:v>
                </c:pt>
                <c:pt idx="1804">
                  <c:v>-3.045</c:v>
                </c:pt>
                <c:pt idx="1805">
                  <c:v>-2.954</c:v>
                </c:pt>
                <c:pt idx="1806">
                  <c:v>-2.851</c:v>
                </c:pt>
                <c:pt idx="1807">
                  <c:v>-2.736</c:v>
                </c:pt>
                <c:pt idx="1808">
                  <c:v>-2.61</c:v>
                </c:pt>
                <c:pt idx="1809">
                  <c:v>-2.474</c:v>
                </c:pt>
                <c:pt idx="1810">
                  <c:v>-2.328</c:v>
                </c:pt>
                <c:pt idx="1811">
                  <c:v>-2.172</c:v>
                </c:pt>
                <c:pt idx="1812">
                  <c:v>-2.009</c:v>
                </c:pt>
                <c:pt idx="1813">
                  <c:v>-1.837</c:v>
                </c:pt>
                <c:pt idx="1814">
                  <c:v>-1.658</c:v>
                </c:pt>
                <c:pt idx="1815">
                  <c:v>-1.473</c:v>
                </c:pt>
                <c:pt idx="1816">
                  <c:v>-1.283</c:v>
                </c:pt>
                <c:pt idx="1817">
                  <c:v>-1.088</c:v>
                </c:pt>
                <c:pt idx="1818">
                  <c:v>-0.889</c:v>
                </c:pt>
                <c:pt idx="1819">
                  <c:v>-0.687</c:v>
                </c:pt>
                <c:pt idx="1820">
                  <c:v>-0.482</c:v>
                </c:pt>
                <c:pt idx="1821">
                  <c:v>-0.277</c:v>
                </c:pt>
                <c:pt idx="1822">
                  <c:v>-0.071</c:v>
                </c:pt>
                <c:pt idx="1823">
                  <c:v>0.134</c:v>
                </c:pt>
                <c:pt idx="1824">
                  <c:v>0.338</c:v>
                </c:pt>
                <c:pt idx="1825">
                  <c:v>0.541</c:v>
                </c:pt>
                <c:pt idx="1826">
                  <c:v>0.74</c:v>
                </c:pt>
                <c:pt idx="1827">
                  <c:v>0.935</c:v>
                </c:pt>
                <c:pt idx="1828">
                  <c:v>1.126</c:v>
                </c:pt>
                <c:pt idx="1829">
                  <c:v>1.311</c:v>
                </c:pt>
                <c:pt idx="1830">
                  <c:v>1.49</c:v>
                </c:pt>
                <c:pt idx="1831">
                  <c:v>1.662</c:v>
                </c:pt>
                <c:pt idx="1832">
                  <c:v>1.827</c:v>
                </c:pt>
                <c:pt idx="1833">
                  <c:v>1.984</c:v>
                </c:pt>
                <c:pt idx="1834">
                  <c:v>2.131</c:v>
                </c:pt>
                <c:pt idx="1835">
                  <c:v>2.27</c:v>
                </c:pt>
                <c:pt idx="1836">
                  <c:v>2.398</c:v>
                </c:pt>
                <c:pt idx="1837">
                  <c:v>2.516</c:v>
                </c:pt>
                <c:pt idx="1838">
                  <c:v>2.623</c:v>
                </c:pt>
                <c:pt idx="1839">
                  <c:v>2.719</c:v>
                </c:pt>
                <c:pt idx="1840">
                  <c:v>2.802</c:v>
                </c:pt>
                <c:pt idx="1841">
                  <c:v>2.874</c:v>
                </c:pt>
                <c:pt idx="1842">
                  <c:v>2.934</c:v>
                </c:pt>
                <c:pt idx="1843">
                  <c:v>2.981</c:v>
                </c:pt>
                <c:pt idx="1844">
                  <c:v>3.016</c:v>
                </c:pt>
                <c:pt idx="1845">
                  <c:v>3.038</c:v>
                </c:pt>
                <c:pt idx="1846">
                  <c:v>3.047</c:v>
                </c:pt>
                <c:pt idx="1847">
                  <c:v>3.043</c:v>
                </c:pt>
                <c:pt idx="1848">
                  <c:v>3.027</c:v>
                </c:pt>
                <c:pt idx="1849">
                  <c:v>2.998</c:v>
                </c:pt>
                <c:pt idx="1850">
                  <c:v>2.957</c:v>
                </c:pt>
                <c:pt idx="1851">
                  <c:v>2.903</c:v>
                </c:pt>
                <c:pt idx="1852">
                  <c:v>2.838</c:v>
                </c:pt>
                <c:pt idx="1853">
                  <c:v>2.761</c:v>
                </c:pt>
                <c:pt idx="1854">
                  <c:v>2.672</c:v>
                </c:pt>
                <c:pt idx="1855">
                  <c:v>2.573</c:v>
                </c:pt>
                <c:pt idx="1856">
                  <c:v>2.464</c:v>
                </c:pt>
                <c:pt idx="1857">
                  <c:v>2.344</c:v>
                </c:pt>
                <c:pt idx="1858">
                  <c:v>2.215</c:v>
                </c:pt>
                <c:pt idx="1859">
                  <c:v>2.078</c:v>
                </c:pt>
                <c:pt idx="1860">
                  <c:v>1.932</c:v>
                </c:pt>
                <c:pt idx="1861">
                  <c:v>1.778</c:v>
                </c:pt>
                <c:pt idx="1862">
                  <c:v>1.618</c:v>
                </c:pt>
                <c:pt idx="1863">
                  <c:v>1.452</c:v>
                </c:pt>
                <c:pt idx="1864">
                  <c:v>1.28</c:v>
                </c:pt>
                <c:pt idx="1865">
                  <c:v>1.103</c:v>
                </c:pt>
                <c:pt idx="1866">
                  <c:v>0.923</c:v>
                </c:pt>
                <c:pt idx="1867">
                  <c:v>0.739</c:v>
                </c:pt>
                <c:pt idx="1868">
                  <c:v>0.552</c:v>
                </c:pt>
                <c:pt idx="1869">
                  <c:v>0.365</c:v>
                </c:pt>
                <c:pt idx="1870">
                  <c:v>0.176</c:v>
                </c:pt>
                <c:pt idx="1871">
                  <c:v>-0.013</c:v>
                </c:pt>
                <c:pt idx="1872">
                  <c:v>-0.201</c:v>
                </c:pt>
                <c:pt idx="1873">
                  <c:v>-0.388</c:v>
                </c:pt>
                <c:pt idx="1874">
                  <c:v>-0.572</c:v>
                </c:pt>
                <c:pt idx="1875">
                  <c:v>-0.754</c:v>
                </c:pt>
                <c:pt idx="1876">
                  <c:v>-0.931</c:v>
                </c:pt>
                <c:pt idx="1877">
                  <c:v>-1.104</c:v>
                </c:pt>
                <c:pt idx="1878">
                  <c:v>-1.272</c:v>
                </c:pt>
                <c:pt idx="1879">
                  <c:v>-1.434</c:v>
                </c:pt>
                <c:pt idx="1880">
                  <c:v>-1.589</c:v>
                </c:pt>
                <c:pt idx="1881">
                  <c:v>-1.737</c:v>
                </c:pt>
                <c:pt idx="1882">
                  <c:v>-1.878</c:v>
                </c:pt>
                <c:pt idx="1883">
                  <c:v>-2.01</c:v>
                </c:pt>
                <c:pt idx="1884">
                  <c:v>-2.133</c:v>
                </c:pt>
                <c:pt idx="1885">
                  <c:v>-2.247</c:v>
                </c:pt>
                <c:pt idx="1886">
                  <c:v>-2.351</c:v>
                </c:pt>
                <c:pt idx="1887">
                  <c:v>-2.445</c:v>
                </c:pt>
                <c:pt idx="1888">
                  <c:v>-2.528</c:v>
                </c:pt>
                <c:pt idx="1889">
                  <c:v>-2.6</c:v>
                </c:pt>
                <c:pt idx="1890">
                  <c:v>-2.662</c:v>
                </c:pt>
                <c:pt idx="1891">
                  <c:v>-2.712</c:v>
                </c:pt>
                <c:pt idx="1892">
                  <c:v>-2.75</c:v>
                </c:pt>
                <c:pt idx="1893">
                  <c:v>-2.777</c:v>
                </c:pt>
                <c:pt idx="1894">
                  <c:v>-2.792</c:v>
                </c:pt>
                <c:pt idx="1895">
                  <c:v>-2.796</c:v>
                </c:pt>
                <c:pt idx="1896">
                  <c:v>-2.788</c:v>
                </c:pt>
                <c:pt idx="1897">
                  <c:v>-2.768</c:v>
                </c:pt>
                <c:pt idx="1898">
                  <c:v>-2.737</c:v>
                </c:pt>
                <c:pt idx="1899">
                  <c:v>-2.694</c:v>
                </c:pt>
                <c:pt idx="1900">
                  <c:v>-2.64</c:v>
                </c:pt>
                <c:pt idx="1901">
                  <c:v>-2.576</c:v>
                </c:pt>
                <c:pt idx="1902">
                  <c:v>-2.501</c:v>
                </c:pt>
                <c:pt idx="1903">
                  <c:v>-2.416</c:v>
                </c:pt>
                <c:pt idx="1904">
                  <c:v>-2.321</c:v>
                </c:pt>
                <c:pt idx="1905">
                  <c:v>-2.216</c:v>
                </c:pt>
                <c:pt idx="1906">
                  <c:v>-2.103</c:v>
                </c:pt>
                <c:pt idx="1907">
                  <c:v>-1.981</c:v>
                </c:pt>
                <c:pt idx="1908">
                  <c:v>-1.852</c:v>
                </c:pt>
                <c:pt idx="1909">
                  <c:v>-1.715</c:v>
                </c:pt>
                <c:pt idx="1910">
                  <c:v>-1.572</c:v>
                </c:pt>
                <c:pt idx="1911">
                  <c:v>-1.422</c:v>
                </c:pt>
                <c:pt idx="1912">
                  <c:v>-1.267</c:v>
                </c:pt>
                <c:pt idx="1913">
                  <c:v>-1.108</c:v>
                </c:pt>
                <c:pt idx="1914">
                  <c:v>-0.944</c:v>
                </c:pt>
                <c:pt idx="1915">
                  <c:v>-0.777</c:v>
                </c:pt>
                <c:pt idx="1916">
                  <c:v>-0.607</c:v>
                </c:pt>
                <c:pt idx="1917">
                  <c:v>-0.435</c:v>
                </c:pt>
                <c:pt idx="1918">
                  <c:v>-0.263</c:v>
                </c:pt>
                <c:pt idx="1919">
                  <c:v>-0.089</c:v>
                </c:pt>
                <c:pt idx="1920">
                  <c:v>0.084</c:v>
                </c:pt>
                <c:pt idx="1921">
                  <c:v>0.256</c:v>
                </c:pt>
                <c:pt idx="1922">
                  <c:v>0.426</c:v>
                </c:pt>
                <c:pt idx="1923">
                  <c:v>0.595</c:v>
                </c:pt>
                <c:pt idx="1924">
                  <c:v>0.76</c:v>
                </c:pt>
                <c:pt idx="1925">
                  <c:v>0.921</c:v>
                </c:pt>
                <c:pt idx="1926">
                  <c:v>1.078</c:v>
                </c:pt>
                <c:pt idx="1927">
                  <c:v>1.229</c:v>
                </c:pt>
                <c:pt idx="1928">
                  <c:v>1.376</c:v>
                </c:pt>
                <c:pt idx="1929">
                  <c:v>1.515</c:v>
                </c:pt>
                <c:pt idx="1930">
                  <c:v>1.648</c:v>
                </c:pt>
                <c:pt idx="1931">
                  <c:v>1.774</c:v>
                </c:pt>
                <c:pt idx="1932">
                  <c:v>1.892</c:v>
                </c:pt>
                <c:pt idx="1933">
                  <c:v>2.001</c:v>
                </c:pt>
                <c:pt idx="1934">
                  <c:v>2.102</c:v>
                </c:pt>
                <c:pt idx="1935">
                  <c:v>2.194</c:v>
                </c:pt>
                <c:pt idx="1936">
                  <c:v>2.276</c:v>
                </c:pt>
                <c:pt idx="1937">
                  <c:v>2.348</c:v>
                </c:pt>
                <c:pt idx="1938">
                  <c:v>2.411</c:v>
                </c:pt>
                <c:pt idx="1939">
                  <c:v>2.463</c:v>
                </c:pt>
                <c:pt idx="1940">
                  <c:v>2.504</c:v>
                </c:pt>
                <c:pt idx="1941">
                  <c:v>2.535</c:v>
                </c:pt>
                <c:pt idx="1942">
                  <c:v>2.555</c:v>
                </c:pt>
                <c:pt idx="1943">
                  <c:v>2.565</c:v>
                </c:pt>
                <c:pt idx="1944">
                  <c:v>2.564</c:v>
                </c:pt>
                <c:pt idx="1945">
                  <c:v>2.552</c:v>
                </c:pt>
                <c:pt idx="1946">
                  <c:v>2.529</c:v>
                </c:pt>
                <c:pt idx="1947">
                  <c:v>2.496</c:v>
                </c:pt>
                <c:pt idx="1948">
                  <c:v>2.453</c:v>
                </c:pt>
                <c:pt idx="1949">
                  <c:v>2.399</c:v>
                </c:pt>
                <c:pt idx="1950">
                  <c:v>2.336</c:v>
                </c:pt>
                <c:pt idx="1951">
                  <c:v>2.263</c:v>
                </c:pt>
                <c:pt idx="1952">
                  <c:v>2.181</c:v>
                </c:pt>
                <c:pt idx="1953">
                  <c:v>2.091</c:v>
                </c:pt>
                <c:pt idx="1954">
                  <c:v>1.991</c:v>
                </c:pt>
                <c:pt idx="1955">
                  <c:v>1.884</c:v>
                </c:pt>
                <c:pt idx="1956">
                  <c:v>1.769</c:v>
                </c:pt>
                <c:pt idx="1957">
                  <c:v>1.648</c:v>
                </c:pt>
                <c:pt idx="1958">
                  <c:v>1.52</c:v>
                </c:pt>
                <c:pt idx="1959">
                  <c:v>1.386</c:v>
                </c:pt>
                <c:pt idx="1960">
                  <c:v>1.246</c:v>
                </c:pt>
                <c:pt idx="1961">
                  <c:v>1.102</c:v>
                </c:pt>
                <c:pt idx="1962">
                  <c:v>0.954</c:v>
                </c:pt>
                <c:pt idx="1963">
                  <c:v>0.803</c:v>
                </c:pt>
                <c:pt idx="1964">
                  <c:v>0.648</c:v>
                </c:pt>
                <c:pt idx="1965">
                  <c:v>0.492</c:v>
                </c:pt>
                <c:pt idx="1966">
                  <c:v>0.334</c:v>
                </c:pt>
                <c:pt idx="1967">
                  <c:v>0.175</c:v>
                </c:pt>
                <c:pt idx="1968">
                  <c:v>0.016</c:v>
                </c:pt>
                <c:pt idx="1969">
                  <c:v>-0.143</c:v>
                </c:pt>
                <c:pt idx="1970">
                  <c:v>-0.3</c:v>
                </c:pt>
                <c:pt idx="1971">
                  <c:v>-0.456</c:v>
                </c:pt>
                <c:pt idx="1972">
                  <c:v>-0.609</c:v>
                </c:pt>
                <c:pt idx="1973">
                  <c:v>-0.759</c:v>
                </c:pt>
                <c:pt idx="1974">
                  <c:v>-0.905</c:v>
                </c:pt>
                <c:pt idx="1975">
                  <c:v>-1.047</c:v>
                </c:pt>
                <c:pt idx="1976">
                  <c:v>-1.185</c:v>
                </c:pt>
                <c:pt idx="1977">
                  <c:v>-1.316</c:v>
                </c:pt>
                <c:pt idx="1978">
                  <c:v>-1.442</c:v>
                </c:pt>
                <c:pt idx="1979">
                  <c:v>-1.561</c:v>
                </c:pt>
                <c:pt idx="1980">
                  <c:v>-1.674</c:v>
                </c:pt>
                <c:pt idx="1981">
                  <c:v>-1.779</c:v>
                </c:pt>
                <c:pt idx="1982">
                  <c:v>-1.876</c:v>
                </c:pt>
                <c:pt idx="1983">
                  <c:v>-1.965</c:v>
                </c:pt>
                <c:pt idx="1984">
                  <c:v>-2.045</c:v>
                </c:pt>
                <c:pt idx="1985">
                  <c:v>-2.117</c:v>
                </c:pt>
                <c:pt idx="1986">
                  <c:v>-2.18</c:v>
                </c:pt>
                <c:pt idx="1987">
                  <c:v>-2.233</c:v>
                </c:pt>
                <c:pt idx="1988">
                  <c:v>-2.277</c:v>
                </c:pt>
                <c:pt idx="1989">
                  <c:v>-2.311</c:v>
                </c:pt>
                <c:pt idx="1990">
                  <c:v>-2.335</c:v>
                </c:pt>
                <c:pt idx="1991">
                  <c:v>-2.35</c:v>
                </c:pt>
                <c:pt idx="1992">
                  <c:v>-2.354</c:v>
                </c:pt>
                <c:pt idx="1993">
                  <c:v>-2.349</c:v>
                </c:pt>
                <c:pt idx="1994">
                  <c:v>-2.334</c:v>
                </c:pt>
                <c:pt idx="1995">
                  <c:v>-2.309</c:v>
                </c:pt>
                <c:pt idx="1996">
                  <c:v>-2.275</c:v>
                </c:pt>
                <c:pt idx="1997">
                  <c:v>-2.231</c:v>
                </c:pt>
                <c:pt idx="1998">
                  <c:v>-2.179</c:v>
                </c:pt>
                <c:pt idx="1999">
                  <c:v>-2.117</c:v>
                </c:pt>
                <c:pt idx="2000">
                  <c:v>-2.047</c:v>
                </c:pt>
                <c:pt idx="2001">
                  <c:v/>
                </c:pt>
                <c:pt idx="2002">
                  <c:v/>
                </c:pt>
              </c:numCache>
            </c:numRef>
          </c:yVal>
          <c:smooth val="0"/>
        </c:ser>
        <c:ser>
          <c:idx val="1"/>
          <c:order val="1"/>
          <c:tx>
            <c:strRef>
              <c:f>Sheet1!$C$1</c:f>
              <c:strCache>
                <c:ptCount val="1"/>
                <c:pt idx="0">
                  <c:v>Z4_20K</c:v>
                </c:pt>
              </c:strCache>
            </c:strRef>
          </c:tx>
          <c:spPr>
            <a:solidFill>
              <a:srgbClr val="E8743B"/>
            </a:solidFill>
            <a:ln w="19050" cap="flat">
              <a:solidFill>
                <a:srgbClr val="E8743B"/>
              </a:solidFill>
              <a:prstDash val="solid"/>
              <a:round/>
            </a:ln>
            <a:effectLst/>
          </c:spPr>
          <c:marker>
            <c:symbol val="none"/>
            <c:size val="6"/>
            <c:spPr>
              <a:solidFill>
                <a:srgbClr val="E8743B"/>
              </a:solidFill>
              <a:ln w="9525" cap="flat">
                <a:solidFill>
                  <a:srgbClr val="E8743B"/>
                </a:solidFill>
                <a:prstDash val="solid"/>
                <a:round/>
              </a:ln>
              <a:effectLst/>
            </c:spPr>
          </c:marker>
          <c:xVal>
            <c:numRef>
              <c:f>Sheet1!$A$2:$A$2004</c:f>
              <c:numCache>
                <c:formatCode>General</c:formatCode>
                <c:ptCount val="2003"/>
                <c:pt idx="0">
                  <c:v>0</c:v>
                </c:pt>
                <c:pt idx="1">
                  <c:v>0.0005</c:v>
                </c:pt>
                <c:pt idx="2">
                  <c:v>0.001</c:v>
                </c:pt>
                <c:pt idx="3">
                  <c:v>0.0015</c:v>
                </c:pt>
                <c:pt idx="4">
                  <c:v>0.002</c:v>
                </c:pt>
                <c:pt idx="5">
                  <c:v>0.0025</c:v>
                </c:pt>
                <c:pt idx="6">
                  <c:v>0.003</c:v>
                </c:pt>
                <c:pt idx="7">
                  <c:v>0.0035</c:v>
                </c:pt>
                <c:pt idx="8">
                  <c:v>0.004</c:v>
                </c:pt>
                <c:pt idx="9">
                  <c:v>0.0045</c:v>
                </c:pt>
                <c:pt idx="10">
                  <c:v>0.005</c:v>
                </c:pt>
                <c:pt idx="11">
                  <c:v>0.0055</c:v>
                </c:pt>
                <c:pt idx="12">
                  <c:v>0.006</c:v>
                </c:pt>
                <c:pt idx="13">
                  <c:v>0.0065</c:v>
                </c:pt>
                <c:pt idx="14">
                  <c:v>0.007</c:v>
                </c:pt>
                <c:pt idx="15">
                  <c:v>0.0075</c:v>
                </c:pt>
                <c:pt idx="16">
                  <c:v>0.008</c:v>
                </c:pt>
                <c:pt idx="17">
                  <c:v>0.0085</c:v>
                </c:pt>
                <c:pt idx="18">
                  <c:v>0.009</c:v>
                </c:pt>
                <c:pt idx="19">
                  <c:v>0.0095</c:v>
                </c:pt>
                <c:pt idx="20">
                  <c:v>0.01</c:v>
                </c:pt>
                <c:pt idx="21">
                  <c:v>0.0105</c:v>
                </c:pt>
                <c:pt idx="22">
                  <c:v>0.011</c:v>
                </c:pt>
                <c:pt idx="23">
                  <c:v>0.0115</c:v>
                </c:pt>
                <c:pt idx="24">
                  <c:v>0.012</c:v>
                </c:pt>
                <c:pt idx="25">
                  <c:v>0.0125</c:v>
                </c:pt>
                <c:pt idx="26">
                  <c:v>0.013</c:v>
                </c:pt>
                <c:pt idx="27">
                  <c:v>0.0135</c:v>
                </c:pt>
                <c:pt idx="28">
                  <c:v>0.014</c:v>
                </c:pt>
                <c:pt idx="29">
                  <c:v>0.0145</c:v>
                </c:pt>
                <c:pt idx="30">
                  <c:v>0.015</c:v>
                </c:pt>
                <c:pt idx="31">
                  <c:v>0.0155</c:v>
                </c:pt>
                <c:pt idx="32">
                  <c:v>0.016</c:v>
                </c:pt>
                <c:pt idx="33">
                  <c:v>0.0165</c:v>
                </c:pt>
                <c:pt idx="34">
                  <c:v>0.017</c:v>
                </c:pt>
                <c:pt idx="35">
                  <c:v>0.0175</c:v>
                </c:pt>
                <c:pt idx="36">
                  <c:v>0.018</c:v>
                </c:pt>
                <c:pt idx="37">
                  <c:v>0.0185</c:v>
                </c:pt>
                <c:pt idx="38">
                  <c:v>0.019</c:v>
                </c:pt>
                <c:pt idx="39">
                  <c:v>0.0195</c:v>
                </c:pt>
                <c:pt idx="40">
                  <c:v>0.02</c:v>
                </c:pt>
                <c:pt idx="41">
                  <c:v>0.0205</c:v>
                </c:pt>
                <c:pt idx="42">
                  <c:v>0.021</c:v>
                </c:pt>
                <c:pt idx="43">
                  <c:v>0.0215</c:v>
                </c:pt>
                <c:pt idx="44">
                  <c:v>0.022</c:v>
                </c:pt>
                <c:pt idx="45">
                  <c:v>0.0225</c:v>
                </c:pt>
                <c:pt idx="46">
                  <c:v>0.023</c:v>
                </c:pt>
                <c:pt idx="47">
                  <c:v>0.0235</c:v>
                </c:pt>
                <c:pt idx="48">
                  <c:v>0.024</c:v>
                </c:pt>
                <c:pt idx="49">
                  <c:v>0.0245</c:v>
                </c:pt>
                <c:pt idx="50">
                  <c:v>0.025</c:v>
                </c:pt>
                <c:pt idx="51">
                  <c:v>0.0255</c:v>
                </c:pt>
                <c:pt idx="52">
                  <c:v>0.026</c:v>
                </c:pt>
                <c:pt idx="53">
                  <c:v>0.0265</c:v>
                </c:pt>
                <c:pt idx="54">
                  <c:v>0.027</c:v>
                </c:pt>
                <c:pt idx="55">
                  <c:v>0.0275</c:v>
                </c:pt>
                <c:pt idx="56">
                  <c:v>0.028</c:v>
                </c:pt>
                <c:pt idx="57">
                  <c:v>0.0285</c:v>
                </c:pt>
                <c:pt idx="58">
                  <c:v>0.029</c:v>
                </c:pt>
                <c:pt idx="59">
                  <c:v>0.0295</c:v>
                </c:pt>
                <c:pt idx="60">
                  <c:v>0.03</c:v>
                </c:pt>
                <c:pt idx="61">
                  <c:v>0.0305</c:v>
                </c:pt>
                <c:pt idx="62">
                  <c:v>0.031</c:v>
                </c:pt>
                <c:pt idx="63">
                  <c:v>0.0315</c:v>
                </c:pt>
                <c:pt idx="64">
                  <c:v>0.032</c:v>
                </c:pt>
                <c:pt idx="65">
                  <c:v>0.0325</c:v>
                </c:pt>
                <c:pt idx="66">
                  <c:v>0.033</c:v>
                </c:pt>
                <c:pt idx="67">
                  <c:v>0.0335</c:v>
                </c:pt>
                <c:pt idx="68">
                  <c:v>0.034</c:v>
                </c:pt>
                <c:pt idx="69">
                  <c:v>0.0345</c:v>
                </c:pt>
                <c:pt idx="70">
                  <c:v>0.035</c:v>
                </c:pt>
                <c:pt idx="71">
                  <c:v>0.0355</c:v>
                </c:pt>
                <c:pt idx="72">
                  <c:v>0.036</c:v>
                </c:pt>
                <c:pt idx="73">
                  <c:v>0.0365</c:v>
                </c:pt>
                <c:pt idx="74">
                  <c:v>0.037</c:v>
                </c:pt>
                <c:pt idx="75">
                  <c:v>0.0375</c:v>
                </c:pt>
                <c:pt idx="76">
                  <c:v>0.038</c:v>
                </c:pt>
                <c:pt idx="77">
                  <c:v>0.0385</c:v>
                </c:pt>
                <c:pt idx="78">
                  <c:v>0.039</c:v>
                </c:pt>
                <c:pt idx="79">
                  <c:v>0.0395</c:v>
                </c:pt>
                <c:pt idx="80">
                  <c:v>0.04</c:v>
                </c:pt>
                <c:pt idx="81">
                  <c:v>0.0405</c:v>
                </c:pt>
                <c:pt idx="82">
                  <c:v>0.041</c:v>
                </c:pt>
                <c:pt idx="83">
                  <c:v>0.0415</c:v>
                </c:pt>
                <c:pt idx="84">
                  <c:v>0.042</c:v>
                </c:pt>
                <c:pt idx="85">
                  <c:v>0.0425</c:v>
                </c:pt>
                <c:pt idx="86">
                  <c:v>0.043</c:v>
                </c:pt>
                <c:pt idx="87">
                  <c:v>0.0435</c:v>
                </c:pt>
                <c:pt idx="88">
                  <c:v>0.044</c:v>
                </c:pt>
                <c:pt idx="89">
                  <c:v>0.0445</c:v>
                </c:pt>
                <c:pt idx="90">
                  <c:v>0.045</c:v>
                </c:pt>
                <c:pt idx="91">
                  <c:v>0.0455</c:v>
                </c:pt>
                <c:pt idx="92">
                  <c:v>0.046</c:v>
                </c:pt>
                <c:pt idx="93">
                  <c:v>0.0465</c:v>
                </c:pt>
                <c:pt idx="94">
                  <c:v>0.047</c:v>
                </c:pt>
                <c:pt idx="95">
                  <c:v>0.0475</c:v>
                </c:pt>
                <c:pt idx="96">
                  <c:v>0.048</c:v>
                </c:pt>
                <c:pt idx="97">
                  <c:v>0.0485</c:v>
                </c:pt>
                <c:pt idx="98">
                  <c:v>0.049</c:v>
                </c:pt>
                <c:pt idx="99">
                  <c:v>0.0495</c:v>
                </c:pt>
                <c:pt idx="100">
                  <c:v>0.05</c:v>
                </c:pt>
                <c:pt idx="101">
                  <c:v>0.0505</c:v>
                </c:pt>
                <c:pt idx="102">
                  <c:v>0.051</c:v>
                </c:pt>
                <c:pt idx="103">
                  <c:v>0.0515</c:v>
                </c:pt>
                <c:pt idx="104">
                  <c:v>0.052</c:v>
                </c:pt>
                <c:pt idx="105">
                  <c:v>0.0525</c:v>
                </c:pt>
                <c:pt idx="106">
                  <c:v>0.053</c:v>
                </c:pt>
                <c:pt idx="107">
                  <c:v>0.0535</c:v>
                </c:pt>
                <c:pt idx="108">
                  <c:v>0.054</c:v>
                </c:pt>
                <c:pt idx="109">
                  <c:v>0.0545</c:v>
                </c:pt>
                <c:pt idx="110">
                  <c:v>0.055</c:v>
                </c:pt>
                <c:pt idx="111">
                  <c:v>0.0555</c:v>
                </c:pt>
                <c:pt idx="112">
                  <c:v>0.056</c:v>
                </c:pt>
                <c:pt idx="113">
                  <c:v>0.0565</c:v>
                </c:pt>
                <c:pt idx="114">
                  <c:v>0.057</c:v>
                </c:pt>
                <c:pt idx="115">
                  <c:v>0.0575</c:v>
                </c:pt>
                <c:pt idx="116">
                  <c:v>0.058</c:v>
                </c:pt>
                <c:pt idx="117">
                  <c:v>0.0585</c:v>
                </c:pt>
                <c:pt idx="118">
                  <c:v>0.059</c:v>
                </c:pt>
                <c:pt idx="119">
                  <c:v>0.0595</c:v>
                </c:pt>
                <c:pt idx="120">
                  <c:v>0.06</c:v>
                </c:pt>
                <c:pt idx="121">
                  <c:v>0.0605</c:v>
                </c:pt>
                <c:pt idx="122">
                  <c:v>0.061</c:v>
                </c:pt>
                <c:pt idx="123">
                  <c:v>0.0615</c:v>
                </c:pt>
                <c:pt idx="124">
                  <c:v>0.062</c:v>
                </c:pt>
                <c:pt idx="125">
                  <c:v>0.0625</c:v>
                </c:pt>
                <c:pt idx="126">
                  <c:v>0.063</c:v>
                </c:pt>
                <c:pt idx="127">
                  <c:v>0.0635</c:v>
                </c:pt>
                <c:pt idx="128">
                  <c:v>0.064</c:v>
                </c:pt>
                <c:pt idx="129">
                  <c:v>0.0645</c:v>
                </c:pt>
                <c:pt idx="130">
                  <c:v>0.065</c:v>
                </c:pt>
                <c:pt idx="131">
                  <c:v>0.0655</c:v>
                </c:pt>
                <c:pt idx="132">
                  <c:v>0.066</c:v>
                </c:pt>
                <c:pt idx="133">
                  <c:v>0.0665</c:v>
                </c:pt>
                <c:pt idx="134">
                  <c:v>0.067</c:v>
                </c:pt>
                <c:pt idx="135">
                  <c:v>0.0675</c:v>
                </c:pt>
                <c:pt idx="136">
                  <c:v>0.068</c:v>
                </c:pt>
                <c:pt idx="137">
                  <c:v>0.0685</c:v>
                </c:pt>
                <c:pt idx="138">
                  <c:v>0.069</c:v>
                </c:pt>
                <c:pt idx="139">
                  <c:v>0.0695</c:v>
                </c:pt>
                <c:pt idx="140">
                  <c:v>0.07</c:v>
                </c:pt>
                <c:pt idx="141">
                  <c:v>0.0705</c:v>
                </c:pt>
                <c:pt idx="142">
                  <c:v>0.071</c:v>
                </c:pt>
                <c:pt idx="143">
                  <c:v>0.0715</c:v>
                </c:pt>
                <c:pt idx="144">
                  <c:v>0.072</c:v>
                </c:pt>
                <c:pt idx="145">
                  <c:v>0.0725</c:v>
                </c:pt>
                <c:pt idx="146">
                  <c:v>0.073</c:v>
                </c:pt>
                <c:pt idx="147">
                  <c:v>0.0735</c:v>
                </c:pt>
                <c:pt idx="148">
                  <c:v>0.074</c:v>
                </c:pt>
                <c:pt idx="149">
                  <c:v>0.0745</c:v>
                </c:pt>
                <c:pt idx="150">
                  <c:v>0.075</c:v>
                </c:pt>
                <c:pt idx="151">
                  <c:v>0.0755</c:v>
                </c:pt>
                <c:pt idx="152">
                  <c:v>0.076</c:v>
                </c:pt>
                <c:pt idx="153">
                  <c:v>0.0765</c:v>
                </c:pt>
                <c:pt idx="154">
                  <c:v>0.077</c:v>
                </c:pt>
                <c:pt idx="155">
                  <c:v>0.0775</c:v>
                </c:pt>
                <c:pt idx="156">
                  <c:v>0.078</c:v>
                </c:pt>
                <c:pt idx="157">
                  <c:v>0.0785</c:v>
                </c:pt>
                <c:pt idx="158">
                  <c:v>0.079</c:v>
                </c:pt>
                <c:pt idx="159">
                  <c:v>0.0795</c:v>
                </c:pt>
                <c:pt idx="160">
                  <c:v>0.08</c:v>
                </c:pt>
                <c:pt idx="161">
                  <c:v>0.0805</c:v>
                </c:pt>
                <c:pt idx="162">
                  <c:v>0.081</c:v>
                </c:pt>
                <c:pt idx="163">
                  <c:v>0.0815</c:v>
                </c:pt>
                <c:pt idx="164">
                  <c:v>0.082</c:v>
                </c:pt>
                <c:pt idx="165">
                  <c:v>0.0825</c:v>
                </c:pt>
                <c:pt idx="166">
                  <c:v>0.083</c:v>
                </c:pt>
                <c:pt idx="167">
                  <c:v>0.0835</c:v>
                </c:pt>
                <c:pt idx="168">
                  <c:v>0.084</c:v>
                </c:pt>
                <c:pt idx="169">
                  <c:v>0.0845</c:v>
                </c:pt>
                <c:pt idx="170">
                  <c:v>0.085</c:v>
                </c:pt>
                <c:pt idx="171">
                  <c:v>0.0855</c:v>
                </c:pt>
                <c:pt idx="172">
                  <c:v>0.086</c:v>
                </c:pt>
                <c:pt idx="173">
                  <c:v>0.0865</c:v>
                </c:pt>
                <c:pt idx="174">
                  <c:v>0.087</c:v>
                </c:pt>
                <c:pt idx="175">
                  <c:v>0.0875</c:v>
                </c:pt>
                <c:pt idx="176">
                  <c:v>0.088</c:v>
                </c:pt>
                <c:pt idx="177">
                  <c:v>0.0885</c:v>
                </c:pt>
                <c:pt idx="178">
                  <c:v>0.089</c:v>
                </c:pt>
                <c:pt idx="179">
                  <c:v>0.0895</c:v>
                </c:pt>
                <c:pt idx="180">
                  <c:v>0.09</c:v>
                </c:pt>
                <c:pt idx="181">
                  <c:v>0.0905</c:v>
                </c:pt>
                <c:pt idx="182">
                  <c:v>0.091</c:v>
                </c:pt>
                <c:pt idx="183">
                  <c:v>0.0915</c:v>
                </c:pt>
                <c:pt idx="184">
                  <c:v>0.092</c:v>
                </c:pt>
                <c:pt idx="185">
                  <c:v>0.0925</c:v>
                </c:pt>
                <c:pt idx="186">
                  <c:v>0.093</c:v>
                </c:pt>
                <c:pt idx="187">
                  <c:v>0.0935</c:v>
                </c:pt>
                <c:pt idx="188">
                  <c:v>0.094</c:v>
                </c:pt>
                <c:pt idx="189">
                  <c:v>0.0945</c:v>
                </c:pt>
                <c:pt idx="190">
                  <c:v>0.095</c:v>
                </c:pt>
                <c:pt idx="191">
                  <c:v>0.0955</c:v>
                </c:pt>
                <c:pt idx="192">
                  <c:v>0.096</c:v>
                </c:pt>
                <c:pt idx="193">
                  <c:v>0.0965</c:v>
                </c:pt>
                <c:pt idx="194">
                  <c:v>0.097</c:v>
                </c:pt>
                <c:pt idx="195">
                  <c:v>0.0975</c:v>
                </c:pt>
                <c:pt idx="196">
                  <c:v>0.098</c:v>
                </c:pt>
                <c:pt idx="197">
                  <c:v>0.0985</c:v>
                </c:pt>
                <c:pt idx="198">
                  <c:v>0.099</c:v>
                </c:pt>
                <c:pt idx="199">
                  <c:v>0.0995</c:v>
                </c:pt>
                <c:pt idx="200">
                  <c:v>0.1</c:v>
                </c:pt>
                <c:pt idx="201">
                  <c:v>0.1005</c:v>
                </c:pt>
                <c:pt idx="202">
                  <c:v>0.101</c:v>
                </c:pt>
                <c:pt idx="203">
                  <c:v>0.1015</c:v>
                </c:pt>
                <c:pt idx="204">
                  <c:v>0.102</c:v>
                </c:pt>
                <c:pt idx="205">
                  <c:v>0.1025</c:v>
                </c:pt>
                <c:pt idx="206">
                  <c:v>0.103</c:v>
                </c:pt>
                <c:pt idx="207">
                  <c:v>0.1035</c:v>
                </c:pt>
                <c:pt idx="208">
                  <c:v>0.104</c:v>
                </c:pt>
                <c:pt idx="209">
                  <c:v>0.1045</c:v>
                </c:pt>
                <c:pt idx="210">
                  <c:v>0.105</c:v>
                </c:pt>
                <c:pt idx="211">
                  <c:v>0.1055</c:v>
                </c:pt>
                <c:pt idx="212">
                  <c:v>0.106</c:v>
                </c:pt>
                <c:pt idx="213">
                  <c:v>0.1065</c:v>
                </c:pt>
                <c:pt idx="214">
                  <c:v>0.107</c:v>
                </c:pt>
                <c:pt idx="215">
                  <c:v>0.1075</c:v>
                </c:pt>
                <c:pt idx="216">
                  <c:v>0.108</c:v>
                </c:pt>
                <c:pt idx="217">
                  <c:v>0.1085</c:v>
                </c:pt>
                <c:pt idx="218">
                  <c:v>0.109</c:v>
                </c:pt>
                <c:pt idx="219">
                  <c:v>0.1095</c:v>
                </c:pt>
                <c:pt idx="220">
                  <c:v>0.11</c:v>
                </c:pt>
                <c:pt idx="221">
                  <c:v>0.1105</c:v>
                </c:pt>
                <c:pt idx="222">
                  <c:v>0.111</c:v>
                </c:pt>
                <c:pt idx="223">
                  <c:v>0.1115</c:v>
                </c:pt>
                <c:pt idx="224">
                  <c:v>0.112</c:v>
                </c:pt>
                <c:pt idx="225">
                  <c:v>0.1125</c:v>
                </c:pt>
                <c:pt idx="226">
                  <c:v>0.113</c:v>
                </c:pt>
                <c:pt idx="227">
                  <c:v>0.1135</c:v>
                </c:pt>
                <c:pt idx="228">
                  <c:v>0.114</c:v>
                </c:pt>
                <c:pt idx="229">
                  <c:v>0.1145</c:v>
                </c:pt>
                <c:pt idx="230">
                  <c:v>0.115</c:v>
                </c:pt>
                <c:pt idx="231">
                  <c:v>0.1155</c:v>
                </c:pt>
                <c:pt idx="232">
                  <c:v>0.116</c:v>
                </c:pt>
                <c:pt idx="233">
                  <c:v>0.1165</c:v>
                </c:pt>
                <c:pt idx="234">
                  <c:v>0.117</c:v>
                </c:pt>
                <c:pt idx="235">
                  <c:v>0.1175</c:v>
                </c:pt>
                <c:pt idx="236">
                  <c:v>0.118</c:v>
                </c:pt>
                <c:pt idx="237">
                  <c:v>0.1185</c:v>
                </c:pt>
                <c:pt idx="238">
                  <c:v>0.119</c:v>
                </c:pt>
                <c:pt idx="239">
                  <c:v>0.1195</c:v>
                </c:pt>
                <c:pt idx="240">
                  <c:v>0.12</c:v>
                </c:pt>
                <c:pt idx="241">
                  <c:v>0.1205</c:v>
                </c:pt>
                <c:pt idx="242">
                  <c:v>0.121</c:v>
                </c:pt>
                <c:pt idx="243">
                  <c:v>0.1215</c:v>
                </c:pt>
                <c:pt idx="244">
                  <c:v>0.122</c:v>
                </c:pt>
                <c:pt idx="245">
                  <c:v>0.1225</c:v>
                </c:pt>
                <c:pt idx="246">
                  <c:v>0.123</c:v>
                </c:pt>
                <c:pt idx="247">
                  <c:v>0.1235</c:v>
                </c:pt>
                <c:pt idx="248">
                  <c:v>0.124</c:v>
                </c:pt>
                <c:pt idx="249">
                  <c:v>0.1245</c:v>
                </c:pt>
                <c:pt idx="250">
                  <c:v>0.125</c:v>
                </c:pt>
                <c:pt idx="251">
                  <c:v>0.1255</c:v>
                </c:pt>
                <c:pt idx="252">
                  <c:v>0.126</c:v>
                </c:pt>
                <c:pt idx="253">
                  <c:v>0.1265</c:v>
                </c:pt>
                <c:pt idx="254">
                  <c:v>0.127</c:v>
                </c:pt>
                <c:pt idx="255">
                  <c:v>0.1275</c:v>
                </c:pt>
                <c:pt idx="256">
                  <c:v>0.128</c:v>
                </c:pt>
                <c:pt idx="257">
                  <c:v>0.1285</c:v>
                </c:pt>
                <c:pt idx="258">
                  <c:v>0.129</c:v>
                </c:pt>
                <c:pt idx="259">
                  <c:v>0.1295</c:v>
                </c:pt>
                <c:pt idx="260">
                  <c:v>0.13</c:v>
                </c:pt>
                <c:pt idx="261">
                  <c:v>0.1305</c:v>
                </c:pt>
                <c:pt idx="262">
                  <c:v>0.131</c:v>
                </c:pt>
                <c:pt idx="263">
                  <c:v>0.1315</c:v>
                </c:pt>
                <c:pt idx="264">
                  <c:v>0.132</c:v>
                </c:pt>
                <c:pt idx="265">
                  <c:v>0.1325</c:v>
                </c:pt>
                <c:pt idx="266">
                  <c:v>0.133</c:v>
                </c:pt>
                <c:pt idx="267">
                  <c:v>0.1335</c:v>
                </c:pt>
                <c:pt idx="268">
                  <c:v>0.134</c:v>
                </c:pt>
                <c:pt idx="269">
                  <c:v>0.1345</c:v>
                </c:pt>
                <c:pt idx="270">
                  <c:v>0.135</c:v>
                </c:pt>
                <c:pt idx="271">
                  <c:v>0.1355</c:v>
                </c:pt>
                <c:pt idx="272">
                  <c:v>0.136</c:v>
                </c:pt>
                <c:pt idx="273">
                  <c:v>0.1365</c:v>
                </c:pt>
                <c:pt idx="274">
                  <c:v>0.137</c:v>
                </c:pt>
                <c:pt idx="275">
                  <c:v>0.1375</c:v>
                </c:pt>
                <c:pt idx="276">
                  <c:v>0.138</c:v>
                </c:pt>
                <c:pt idx="277">
                  <c:v>0.1385</c:v>
                </c:pt>
                <c:pt idx="278">
                  <c:v>0.139</c:v>
                </c:pt>
                <c:pt idx="279">
                  <c:v>0.1395</c:v>
                </c:pt>
                <c:pt idx="280">
                  <c:v>0.14</c:v>
                </c:pt>
                <c:pt idx="281">
                  <c:v>0.1405</c:v>
                </c:pt>
                <c:pt idx="282">
                  <c:v>0.141</c:v>
                </c:pt>
                <c:pt idx="283">
                  <c:v>0.1415</c:v>
                </c:pt>
                <c:pt idx="284">
                  <c:v>0.142</c:v>
                </c:pt>
                <c:pt idx="285">
                  <c:v>0.1425</c:v>
                </c:pt>
                <c:pt idx="286">
                  <c:v>0.143</c:v>
                </c:pt>
                <c:pt idx="287">
                  <c:v>0.1435</c:v>
                </c:pt>
                <c:pt idx="288">
                  <c:v>0.144</c:v>
                </c:pt>
                <c:pt idx="289">
                  <c:v>0.1445</c:v>
                </c:pt>
                <c:pt idx="290">
                  <c:v>0.145</c:v>
                </c:pt>
                <c:pt idx="291">
                  <c:v>0.1455</c:v>
                </c:pt>
                <c:pt idx="292">
                  <c:v>0.146</c:v>
                </c:pt>
                <c:pt idx="293">
                  <c:v>0.1465</c:v>
                </c:pt>
                <c:pt idx="294">
                  <c:v>0.147</c:v>
                </c:pt>
                <c:pt idx="295">
                  <c:v>0.1475</c:v>
                </c:pt>
                <c:pt idx="296">
                  <c:v>0.148</c:v>
                </c:pt>
                <c:pt idx="297">
                  <c:v>0.1485</c:v>
                </c:pt>
                <c:pt idx="298">
                  <c:v>0.149</c:v>
                </c:pt>
                <c:pt idx="299">
                  <c:v>0.1495</c:v>
                </c:pt>
                <c:pt idx="300">
                  <c:v>0.15</c:v>
                </c:pt>
                <c:pt idx="301">
                  <c:v>0.1505</c:v>
                </c:pt>
                <c:pt idx="302">
                  <c:v>0.151</c:v>
                </c:pt>
                <c:pt idx="303">
                  <c:v>0.1515</c:v>
                </c:pt>
                <c:pt idx="304">
                  <c:v>0.152</c:v>
                </c:pt>
                <c:pt idx="305">
                  <c:v>0.1525</c:v>
                </c:pt>
                <c:pt idx="306">
                  <c:v>0.153</c:v>
                </c:pt>
                <c:pt idx="307">
                  <c:v>0.1535</c:v>
                </c:pt>
                <c:pt idx="308">
                  <c:v>0.154</c:v>
                </c:pt>
                <c:pt idx="309">
                  <c:v>0.1545</c:v>
                </c:pt>
                <c:pt idx="310">
                  <c:v>0.155</c:v>
                </c:pt>
                <c:pt idx="311">
                  <c:v>0.1555</c:v>
                </c:pt>
                <c:pt idx="312">
                  <c:v>0.156</c:v>
                </c:pt>
                <c:pt idx="313">
                  <c:v>0.1565</c:v>
                </c:pt>
                <c:pt idx="314">
                  <c:v>0.157</c:v>
                </c:pt>
                <c:pt idx="315">
                  <c:v>0.1575</c:v>
                </c:pt>
                <c:pt idx="316">
                  <c:v>0.158</c:v>
                </c:pt>
                <c:pt idx="317">
                  <c:v>0.1585</c:v>
                </c:pt>
                <c:pt idx="318">
                  <c:v>0.159</c:v>
                </c:pt>
                <c:pt idx="319">
                  <c:v>0.1595</c:v>
                </c:pt>
                <c:pt idx="320">
                  <c:v>0.16</c:v>
                </c:pt>
                <c:pt idx="321">
                  <c:v>0.1605</c:v>
                </c:pt>
                <c:pt idx="322">
                  <c:v>0.161</c:v>
                </c:pt>
                <c:pt idx="323">
                  <c:v>0.1615</c:v>
                </c:pt>
                <c:pt idx="324">
                  <c:v>0.162</c:v>
                </c:pt>
                <c:pt idx="325">
                  <c:v>0.1625</c:v>
                </c:pt>
                <c:pt idx="326">
                  <c:v>0.163</c:v>
                </c:pt>
                <c:pt idx="327">
                  <c:v>0.1635</c:v>
                </c:pt>
                <c:pt idx="328">
                  <c:v>0.164</c:v>
                </c:pt>
                <c:pt idx="329">
                  <c:v>0.1645</c:v>
                </c:pt>
                <c:pt idx="330">
                  <c:v>0.165</c:v>
                </c:pt>
                <c:pt idx="331">
                  <c:v>0.1655</c:v>
                </c:pt>
                <c:pt idx="332">
                  <c:v>0.166</c:v>
                </c:pt>
                <c:pt idx="333">
                  <c:v>0.1665</c:v>
                </c:pt>
                <c:pt idx="334">
                  <c:v>0.167</c:v>
                </c:pt>
                <c:pt idx="335">
                  <c:v>0.1675</c:v>
                </c:pt>
                <c:pt idx="336">
                  <c:v>0.168</c:v>
                </c:pt>
                <c:pt idx="337">
                  <c:v>0.1685</c:v>
                </c:pt>
                <c:pt idx="338">
                  <c:v>0.169</c:v>
                </c:pt>
                <c:pt idx="339">
                  <c:v>0.1695</c:v>
                </c:pt>
                <c:pt idx="340">
                  <c:v>0.17</c:v>
                </c:pt>
                <c:pt idx="341">
                  <c:v>0.1705</c:v>
                </c:pt>
                <c:pt idx="342">
                  <c:v>0.171</c:v>
                </c:pt>
                <c:pt idx="343">
                  <c:v>0.1715</c:v>
                </c:pt>
                <c:pt idx="344">
                  <c:v>0.172</c:v>
                </c:pt>
                <c:pt idx="345">
                  <c:v>0.1725</c:v>
                </c:pt>
                <c:pt idx="346">
                  <c:v>0.173</c:v>
                </c:pt>
                <c:pt idx="347">
                  <c:v>0.1735</c:v>
                </c:pt>
                <c:pt idx="348">
                  <c:v>0.174</c:v>
                </c:pt>
                <c:pt idx="349">
                  <c:v>0.1745</c:v>
                </c:pt>
                <c:pt idx="350">
                  <c:v>0.175</c:v>
                </c:pt>
                <c:pt idx="351">
                  <c:v>0.1755</c:v>
                </c:pt>
                <c:pt idx="352">
                  <c:v>0.176</c:v>
                </c:pt>
                <c:pt idx="353">
                  <c:v>0.1765</c:v>
                </c:pt>
                <c:pt idx="354">
                  <c:v>0.177</c:v>
                </c:pt>
                <c:pt idx="355">
                  <c:v>0.1775</c:v>
                </c:pt>
                <c:pt idx="356">
                  <c:v>0.178</c:v>
                </c:pt>
                <c:pt idx="357">
                  <c:v>0.1785</c:v>
                </c:pt>
                <c:pt idx="358">
                  <c:v>0.179</c:v>
                </c:pt>
                <c:pt idx="359">
                  <c:v>0.1795</c:v>
                </c:pt>
                <c:pt idx="360">
                  <c:v>0.18</c:v>
                </c:pt>
                <c:pt idx="361">
                  <c:v>0.1805</c:v>
                </c:pt>
                <c:pt idx="362">
                  <c:v>0.181</c:v>
                </c:pt>
                <c:pt idx="363">
                  <c:v>0.1815</c:v>
                </c:pt>
                <c:pt idx="364">
                  <c:v>0.182</c:v>
                </c:pt>
                <c:pt idx="365">
                  <c:v>0.1825</c:v>
                </c:pt>
                <c:pt idx="366">
                  <c:v>0.183</c:v>
                </c:pt>
                <c:pt idx="367">
                  <c:v>0.1835</c:v>
                </c:pt>
                <c:pt idx="368">
                  <c:v>0.184</c:v>
                </c:pt>
                <c:pt idx="369">
                  <c:v>0.1845</c:v>
                </c:pt>
                <c:pt idx="370">
                  <c:v>0.185</c:v>
                </c:pt>
                <c:pt idx="371">
                  <c:v>0.1855</c:v>
                </c:pt>
                <c:pt idx="372">
                  <c:v>0.186</c:v>
                </c:pt>
                <c:pt idx="373">
                  <c:v>0.1865</c:v>
                </c:pt>
                <c:pt idx="374">
                  <c:v>0.187</c:v>
                </c:pt>
                <c:pt idx="375">
                  <c:v>0.1875</c:v>
                </c:pt>
                <c:pt idx="376">
                  <c:v>0.188</c:v>
                </c:pt>
                <c:pt idx="377">
                  <c:v>0.1885</c:v>
                </c:pt>
                <c:pt idx="378">
                  <c:v>0.189</c:v>
                </c:pt>
                <c:pt idx="379">
                  <c:v>0.1895</c:v>
                </c:pt>
                <c:pt idx="380">
                  <c:v>0.19</c:v>
                </c:pt>
                <c:pt idx="381">
                  <c:v>0.1905</c:v>
                </c:pt>
                <c:pt idx="382">
                  <c:v>0.191</c:v>
                </c:pt>
                <c:pt idx="383">
                  <c:v>0.1915</c:v>
                </c:pt>
                <c:pt idx="384">
                  <c:v>0.192</c:v>
                </c:pt>
                <c:pt idx="385">
                  <c:v>0.1925</c:v>
                </c:pt>
                <c:pt idx="386">
                  <c:v>0.193</c:v>
                </c:pt>
                <c:pt idx="387">
                  <c:v>0.1935</c:v>
                </c:pt>
                <c:pt idx="388">
                  <c:v>0.194</c:v>
                </c:pt>
                <c:pt idx="389">
                  <c:v>0.1945</c:v>
                </c:pt>
                <c:pt idx="390">
                  <c:v>0.195</c:v>
                </c:pt>
                <c:pt idx="391">
                  <c:v>0.1955</c:v>
                </c:pt>
                <c:pt idx="392">
                  <c:v>0.196</c:v>
                </c:pt>
                <c:pt idx="393">
                  <c:v>0.1965</c:v>
                </c:pt>
                <c:pt idx="394">
                  <c:v>0.197</c:v>
                </c:pt>
                <c:pt idx="395">
                  <c:v>0.1975</c:v>
                </c:pt>
                <c:pt idx="396">
                  <c:v>0.198</c:v>
                </c:pt>
                <c:pt idx="397">
                  <c:v>0.1985</c:v>
                </c:pt>
                <c:pt idx="398">
                  <c:v>0.199</c:v>
                </c:pt>
                <c:pt idx="399">
                  <c:v>0.1995</c:v>
                </c:pt>
                <c:pt idx="400">
                  <c:v>0.2</c:v>
                </c:pt>
                <c:pt idx="401">
                  <c:v>0.2005</c:v>
                </c:pt>
                <c:pt idx="402">
                  <c:v>0.201</c:v>
                </c:pt>
                <c:pt idx="403">
                  <c:v>0.2015</c:v>
                </c:pt>
                <c:pt idx="404">
                  <c:v>0.202</c:v>
                </c:pt>
                <c:pt idx="405">
                  <c:v>0.2025</c:v>
                </c:pt>
                <c:pt idx="406">
                  <c:v>0.203</c:v>
                </c:pt>
                <c:pt idx="407">
                  <c:v>0.2035</c:v>
                </c:pt>
                <c:pt idx="408">
                  <c:v>0.204</c:v>
                </c:pt>
                <c:pt idx="409">
                  <c:v>0.2045</c:v>
                </c:pt>
                <c:pt idx="410">
                  <c:v>0.205</c:v>
                </c:pt>
                <c:pt idx="411">
                  <c:v>0.2055</c:v>
                </c:pt>
                <c:pt idx="412">
                  <c:v>0.206</c:v>
                </c:pt>
                <c:pt idx="413">
                  <c:v>0.2065</c:v>
                </c:pt>
                <c:pt idx="414">
                  <c:v>0.207</c:v>
                </c:pt>
                <c:pt idx="415">
                  <c:v>0.2075</c:v>
                </c:pt>
                <c:pt idx="416">
                  <c:v>0.208</c:v>
                </c:pt>
                <c:pt idx="417">
                  <c:v>0.2085</c:v>
                </c:pt>
                <c:pt idx="418">
                  <c:v>0.209</c:v>
                </c:pt>
                <c:pt idx="419">
                  <c:v>0.2095</c:v>
                </c:pt>
                <c:pt idx="420">
                  <c:v>0.21</c:v>
                </c:pt>
                <c:pt idx="421">
                  <c:v>0.2105</c:v>
                </c:pt>
                <c:pt idx="422">
                  <c:v>0.211</c:v>
                </c:pt>
                <c:pt idx="423">
                  <c:v>0.2115</c:v>
                </c:pt>
                <c:pt idx="424">
                  <c:v>0.212</c:v>
                </c:pt>
                <c:pt idx="425">
                  <c:v>0.2125</c:v>
                </c:pt>
                <c:pt idx="426">
                  <c:v>0.213</c:v>
                </c:pt>
                <c:pt idx="427">
                  <c:v>0.2135</c:v>
                </c:pt>
                <c:pt idx="428">
                  <c:v>0.214</c:v>
                </c:pt>
                <c:pt idx="429">
                  <c:v>0.2145</c:v>
                </c:pt>
                <c:pt idx="430">
                  <c:v>0.215</c:v>
                </c:pt>
                <c:pt idx="431">
                  <c:v>0.2155</c:v>
                </c:pt>
                <c:pt idx="432">
                  <c:v>0.216</c:v>
                </c:pt>
                <c:pt idx="433">
                  <c:v>0.2165</c:v>
                </c:pt>
                <c:pt idx="434">
                  <c:v>0.217</c:v>
                </c:pt>
                <c:pt idx="435">
                  <c:v>0.2175</c:v>
                </c:pt>
                <c:pt idx="436">
                  <c:v>0.218</c:v>
                </c:pt>
                <c:pt idx="437">
                  <c:v>0.2185</c:v>
                </c:pt>
                <c:pt idx="438">
                  <c:v>0.219</c:v>
                </c:pt>
                <c:pt idx="439">
                  <c:v>0.2195</c:v>
                </c:pt>
                <c:pt idx="440">
                  <c:v>0.22</c:v>
                </c:pt>
                <c:pt idx="441">
                  <c:v>0.2205</c:v>
                </c:pt>
                <c:pt idx="442">
                  <c:v>0.221</c:v>
                </c:pt>
                <c:pt idx="443">
                  <c:v>0.2215</c:v>
                </c:pt>
                <c:pt idx="444">
                  <c:v>0.222</c:v>
                </c:pt>
                <c:pt idx="445">
                  <c:v>0.2225</c:v>
                </c:pt>
                <c:pt idx="446">
                  <c:v>0.223</c:v>
                </c:pt>
                <c:pt idx="447">
                  <c:v>0.2235</c:v>
                </c:pt>
                <c:pt idx="448">
                  <c:v>0.224</c:v>
                </c:pt>
                <c:pt idx="449">
                  <c:v>0.2245</c:v>
                </c:pt>
                <c:pt idx="450">
                  <c:v>0.225</c:v>
                </c:pt>
                <c:pt idx="451">
                  <c:v>0.2255</c:v>
                </c:pt>
                <c:pt idx="452">
                  <c:v>0.226</c:v>
                </c:pt>
                <c:pt idx="453">
                  <c:v>0.2265</c:v>
                </c:pt>
                <c:pt idx="454">
                  <c:v>0.227</c:v>
                </c:pt>
                <c:pt idx="455">
                  <c:v>0.2275</c:v>
                </c:pt>
                <c:pt idx="456">
                  <c:v>0.228</c:v>
                </c:pt>
                <c:pt idx="457">
                  <c:v>0.2285</c:v>
                </c:pt>
                <c:pt idx="458">
                  <c:v>0.229</c:v>
                </c:pt>
                <c:pt idx="459">
                  <c:v>0.2295</c:v>
                </c:pt>
                <c:pt idx="460">
                  <c:v>0.23</c:v>
                </c:pt>
                <c:pt idx="461">
                  <c:v>0.2305</c:v>
                </c:pt>
                <c:pt idx="462">
                  <c:v>0.231</c:v>
                </c:pt>
                <c:pt idx="463">
                  <c:v>0.2315</c:v>
                </c:pt>
                <c:pt idx="464">
                  <c:v>0.232</c:v>
                </c:pt>
                <c:pt idx="465">
                  <c:v>0.2325</c:v>
                </c:pt>
                <c:pt idx="466">
                  <c:v>0.233</c:v>
                </c:pt>
                <c:pt idx="467">
                  <c:v>0.2335</c:v>
                </c:pt>
                <c:pt idx="468">
                  <c:v>0.234</c:v>
                </c:pt>
                <c:pt idx="469">
                  <c:v>0.2345</c:v>
                </c:pt>
                <c:pt idx="470">
                  <c:v>0.235</c:v>
                </c:pt>
                <c:pt idx="471">
                  <c:v>0.2355</c:v>
                </c:pt>
                <c:pt idx="472">
                  <c:v>0.236</c:v>
                </c:pt>
                <c:pt idx="473">
                  <c:v>0.2365</c:v>
                </c:pt>
                <c:pt idx="474">
                  <c:v>0.237</c:v>
                </c:pt>
                <c:pt idx="475">
                  <c:v>0.2375</c:v>
                </c:pt>
                <c:pt idx="476">
                  <c:v>0.238</c:v>
                </c:pt>
                <c:pt idx="477">
                  <c:v>0.2385</c:v>
                </c:pt>
                <c:pt idx="478">
                  <c:v>0.239</c:v>
                </c:pt>
                <c:pt idx="479">
                  <c:v>0.2395</c:v>
                </c:pt>
                <c:pt idx="480">
                  <c:v>0.24</c:v>
                </c:pt>
                <c:pt idx="481">
                  <c:v>0.2405</c:v>
                </c:pt>
                <c:pt idx="482">
                  <c:v>0.241</c:v>
                </c:pt>
                <c:pt idx="483">
                  <c:v>0.2415</c:v>
                </c:pt>
                <c:pt idx="484">
                  <c:v>0.242</c:v>
                </c:pt>
                <c:pt idx="485">
                  <c:v>0.2425</c:v>
                </c:pt>
                <c:pt idx="486">
                  <c:v>0.243</c:v>
                </c:pt>
                <c:pt idx="487">
                  <c:v>0.2435</c:v>
                </c:pt>
                <c:pt idx="488">
                  <c:v>0.244</c:v>
                </c:pt>
                <c:pt idx="489">
                  <c:v>0.2445</c:v>
                </c:pt>
                <c:pt idx="490">
                  <c:v>0.245</c:v>
                </c:pt>
                <c:pt idx="491">
                  <c:v>0.2455</c:v>
                </c:pt>
                <c:pt idx="492">
                  <c:v>0.246</c:v>
                </c:pt>
                <c:pt idx="493">
                  <c:v>0.2465</c:v>
                </c:pt>
                <c:pt idx="494">
                  <c:v>0.247</c:v>
                </c:pt>
                <c:pt idx="495">
                  <c:v>0.2475</c:v>
                </c:pt>
                <c:pt idx="496">
                  <c:v>0.248</c:v>
                </c:pt>
                <c:pt idx="497">
                  <c:v>0.2485</c:v>
                </c:pt>
                <c:pt idx="498">
                  <c:v>0.249</c:v>
                </c:pt>
                <c:pt idx="499">
                  <c:v>0.2495</c:v>
                </c:pt>
                <c:pt idx="500">
                  <c:v>0.25</c:v>
                </c:pt>
                <c:pt idx="501">
                  <c:v>0.2505</c:v>
                </c:pt>
                <c:pt idx="502">
                  <c:v>0.251</c:v>
                </c:pt>
                <c:pt idx="503">
                  <c:v>0.2515</c:v>
                </c:pt>
                <c:pt idx="504">
                  <c:v>0.252</c:v>
                </c:pt>
                <c:pt idx="505">
                  <c:v>0.2525</c:v>
                </c:pt>
                <c:pt idx="506">
                  <c:v>0.253</c:v>
                </c:pt>
                <c:pt idx="507">
                  <c:v>0.2535</c:v>
                </c:pt>
                <c:pt idx="508">
                  <c:v>0.254</c:v>
                </c:pt>
                <c:pt idx="509">
                  <c:v>0.2545</c:v>
                </c:pt>
                <c:pt idx="510">
                  <c:v>0.255</c:v>
                </c:pt>
                <c:pt idx="511">
                  <c:v>0.2555</c:v>
                </c:pt>
                <c:pt idx="512">
                  <c:v>0.256</c:v>
                </c:pt>
                <c:pt idx="513">
                  <c:v>0.2565</c:v>
                </c:pt>
                <c:pt idx="514">
                  <c:v>0.257</c:v>
                </c:pt>
                <c:pt idx="515">
                  <c:v>0.2575</c:v>
                </c:pt>
                <c:pt idx="516">
                  <c:v>0.258</c:v>
                </c:pt>
                <c:pt idx="517">
                  <c:v>0.2585</c:v>
                </c:pt>
                <c:pt idx="518">
                  <c:v>0.259</c:v>
                </c:pt>
                <c:pt idx="519">
                  <c:v>0.2595</c:v>
                </c:pt>
                <c:pt idx="520">
                  <c:v>0.26</c:v>
                </c:pt>
                <c:pt idx="521">
                  <c:v>0.2605</c:v>
                </c:pt>
                <c:pt idx="522">
                  <c:v>0.261</c:v>
                </c:pt>
                <c:pt idx="523">
                  <c:v>0.2615</c:v>
                </c:pt>
                <c:pt idx="524">
                  <c:v>0.262</c:v>
                </c:pt>
                <c:pt idx="525">
                  <c:v>0.2625</c:v>
                </c:pt>
                <c:pt idx="526">
                  <c:v>0.263</c:v>
                </c:pt>
                <c:pt idx="527">
                  <c:v>0.2635</c:v>
                </c:pt>
                <c:pt idx="528">
                  <c:v>0.264</c:v>
                </c:pt>
                <c:pt idx="529">
                  <c:v>0.2645</c:v>
                </c:pt>
                <c:pt idx="530">
                  <c:v>0.265</c:v>
                </c:pt>
                <c:pt idx="531">
                  <c:v>0.2655</c:v>
                </c:pt>
                <c:pt idx="532">
                  <c:v>0.266</c:v>
                </c:pt>
                <c:pt idx="533">
                  <c:v>0.2665</c:v>
                </c:pt>
                <c:pt idx="534">
                  <c:v>0.267</c:v>
                </c:pt>
                <c:pt idx="535">
                  <c:v>0.2675</c:v>
                </c:pt>
                <c:pt idx="536">
                  <c:v>0.268</c:v>
                </c:pt>
                <c:pt idx="537">
                  <c:v>0.2685</c:v>
                </c:pt>
                <c:pt idx="538">
                  <c:v>0.269</c:v>
                </c:pt>
                <c:pt idx="539">
                  <c:v>0.2695</c:v>
                </c:pt>
                <c:pt idx="540">
                  <c:v>0.27</c:v>
                </c:pt>
                <c:pt idx="541">
                  <c:v>0.2705</c:v>
                </c:pt>
                <c:pt idx="542">
                  <c:v>0.271</c:v>
                </c:pt>
                <c:pt idx="543">
                  <c:v>0.2715</c:v>
                </c:pt>
                <c:pt idx="544">
                  <c:v>0.272</c:v>
                </c:pt>
                <c:pt idx="545">
                  <c:v>0.2725</c:v>
                </c:pt>
                <c:pt idx="546">
                  <c:v>0.273</c:v>
                </c:pt>
                <c:pt idx="547">
                  <c:v>0.2735</c:v>
                </c:pt>
                <c:pt idx="548">
                  <c:v>0.274</c:v>
                </c:pt>
                <c:pt idx="549">
                  <c:v>0.2745</c:v>
                </c:pt>
                <c:pt idx="550">
                  <c:v>0.275</c:v>
                </c:pt>
                <c:pt idx="551">
                  <c:v>0.2755</c:v>
                </c:pt>
                <c:pt idx="552">
                  <c:v>0.276</c:v>
                </c:pt>
                <c:pt idx="553">
                  <c:v>0.2765</c:v>
                </c:pt>
                <c:pt idx="554">
                  <c:v>0.277</c:v>
                </c:pt>
                <c:pt idx="555">
                  <c:v>0.2775</c:v>
                </c:pt>
                <c:pt idx="556">
                  <c:v>0.278</c:v>
                </c:pt>
                <c:pt idx="557">
                  <c:v>0.2785</c:v>
                </c:pt>
                <c:pt idx="558">
                  <c:v>0.279</c:v>
                </c:pt>
                <c:pt idx="559">
                  <c:v>0.2795</c:v>
                </c:pt>
                <c:pt idx="560">
                  <c:v>0.28</c:v>
                </c:pt>
                <c:pt idx="561">
                  <c:v>0.2805</c:v>
                </c:pt>
                <c:pt idx="562">
                  <c:v>0.281</c:v>
                </c:pt>
                <c:pt idx="563">
                  <c:v>0.2815</c:v>
                </c:pt>
                <c:pt idx="564">
                  <c:v>0.282</c:v>
                </c:pt>
                <c:pt idx="565">
                  <c:v>0.2825</c:v>
                </c:pt>
                <c:pt idx="566">
                  <c:v>0.283</c:v>
                </c:pt>
                <c:pt idx="567">
                  <c:v>0.2835</c:v>
                </c:pt>
                <c:pt idx="568">
                  <c:v>0.284</c:v>
                </c:pt>
                <c:pt idx="569">
                  <c:v>0.2845</c:v>
                </c:pt>
                <c:pt idx="570">
                  <c:v>0.285</c:v>
                </c:pt>
                <c:pt idx="571">
                  <c:v>0.2855</c:v>
                </c:pt>
                <c:pt idx="572">
                  <c:v>0.286</c:v>
                </c:pt>
                <c:pt idx="573">
                  <c:v>0.2865</c:v>
                </c:pt>
                <c:pt idx="574">
                  <c:v>0.287</c:v>
                </c:pt>
                <c:pt idx="575">
                  <c:v>0.2875</c:v>
                </c:pt>
                <c:pt idx="576">
                  <c:v>0.288</c:v>
                </c:pt>
                <c:pt idx="577">
                  <c:v>0.2885</c:v>
                </c:pt>
                <c:pt idx="578">
                  <c:v>0.289</c:v>
                </c:pt>
                <c:pt idx="579">
                  <c:v>0.2895</c:v>
                </c:pt>
                <c:pt idx="580">
                  <c:v>0.29</c:v>
                </c:pt>
                <c:pt idx="581">
                  <c:v>0.2905</c:v>
                </c:pt>
                <c:pt idx="582">
                  <c:v>0.291</c:v>
                </c:pt>
                <c:pt idx="583">
                  <c:v>0.2915</c:v>
                </c:pt>
                <c:pt idx="584">
                  <c:v>0.292</c:v>
                </c:pt>
                <c:pt idx="585">
                  <c:v>0.2925</c:v>
                </c:pt>
                <c:pt idx="586">
                  <c:v>0.293</c:v>
                </c:pt>
                <c:pt idx="587">
                  <c:v>0.2935</c:v>
                </c:pt>
                <c:pt idx="588">
                  <c:v>0.294</c:v>
                </c:pt>
                <c:pt idx="589">
                  <c:v>0.2945</c:v>
                </c:pt>
                <c:pt idx="590">
                  <c:v>0.295</c:v>
                </c:pt>
                <c:pt idx="591">
                  <c:v>0.2955</c:v>
                </c:pt>
                <c:pt idx="592">
                  <c:v>0.296</c:v>
                </c:pt>
                <c:pt idx="593">
                  <c:v>0.2965</c:v>
                </c:pt>
                <c:pt idx="594">
                  <c:v>0.297</c:v>
                </c:pt>
                <c:pt idx="595">
                  <c:v>0.2975</c:v>
                </c:pt>
                <c:pt idx="596">
                  <c:v>0.298</c:v>
                </c:pt>
                <c:pt idx="597">
                  <c:v>0.2985</c:v>
                </c:pt>
                <c:pt idx="598">
                  <c:v>0.299</c:v>
                </c:pt>
                <c:pt idx="599">
                  <c:v>0.2995</c:v>
                </c:pt>
                <c:pt idx="600">
                  <c:v>0.3</c:v>
                </c:pt>
                <c:pt idx="601">
                  <c:v>0.3005</c:v>
                </c:pt>
                <c:pt idx="602">
                  <c:v>0.301</c:v>
                </c:pt>
                <c:pt idx="603">
                  <c:v>0.3015</c:v>
                </c:pt>
                <c:pt idx="604">
                  <c:v>0.302</c:v>
                </c:pt>
                <c:pt idx="605">
                  <c:v>0.3025</c:v>
                </c:pt>
                <c:pt idx="606">
                  <c:v>0.303</c:v>
                </c:pt>
                <c:pt idx="607">
                  <c:v>0.3035</c:v>
                </c:pt>
                <c:pt idx="608">
                  <c:v>0.304</c:v>
                </c:pt>
                <c:pt idx="609">
                  <c:v>0.3045</c:v>
                </c:pt>
                <c:pt idx="610">
                  <c:v>0.305</c:v>
                </c:pt>
                <c:pt idx="611">
                  <c:v>0.3055</c:v>
                </c:pt>
                <c:pt idx="612">
                  <c:v>0.306</c:v>
                </c:pt>
                <c:pt idx="613">
                  <c:v>0.3065</c:v>
                </c:pt>
                <c:pt idx="614">
                  <c:v>0.307</c:v>
                </c:pt>
                <c:pt idx="615">
                  <c:v>0.3075</c:v>
                </c:pt>
                <c:pt idx="616">
                  <c:v>0.308</c:v>
                </c:pt>
                <c:pt idx="617">
                  <c:v>0.3085</c:v>
                </c:pt>
                <c:pt idx="618">
                  <c:v>0.309</c:v>
                </c:pt>
                <c:pt idx="619">
                  <c:v>0.3095</c:v>
                </c:pt>
                <c:pt idx="620">
                  <c:v>0.31</c:v>
                </c:pt>
                <c:pt idx="621">
                  <c:v>0.3105</c:v>
                </c:pt>
                <c:pt idx="622">
                  <c:v>0.311</c:v>
                </c:pt>
                <c:pt idx="623">
                  <c:v>0.3115</c:v>
                </c:pt>
                <c:pt idx="624">
                  <c:v>0.312</c:v>
                </c:pt>
                <c:pt idx="625">
                  <c:v>0.3125</c:v>
                </c:pt>
                <c:pt idx="626">
                  <c:v>0.313</c:v>
                </c:pt>
                <c:pt idx="627">
                  <c:v>0.3135</c:v>
                </c:pt>
                <c:pt idx="628">
                  <c:v>0.314</c:v>
                </c:pt>
                <c:pt idx="629">
                  <c:v>0.3145</c:v>
                </c:pt>
                <c:pt idx="630">
                  <c:v>0.315</c:v>
                </c:pt>
                <c:pt idx="631">
                  <c:v>0.3155</c:v>
                </c:pt>
                <c:pt idx="632">
                  <c:v>0.316</c:v>
                </c:pt>
                <c:pt idx="633">
                  <c:v>0.3165</c:v>
                </c:pt>
                <c:pt idx="634">
                  <c:v>0.317</c:v>
                </c:pt>
                <c:pt idx="635">
                  <c:v>0.3175</c:v>
                </c:pt>
                <c:pt idx="636">
                  <c:v>0.318</c:v>
                </c:pt>
                <c:pt idx="637">
                  <c:v>0.3185</c:v>
                </c:pt>
                <c:pt idx="638">
                  <c:v>0.319</c:v>
                </c:pt>
                <c:pt idx="639">
                  <c:v>0.3195</c:v>
                </c:pt>
                <c:pt idx="640">
                  <c:v>0.32</c:v>
                </c:pt>
                <c:pt idx="641">
                  <c:v>0.3205</c:v>
                </c:pt>
                <c:pt idx="642">
                  <c:v>0.321</c:v>
                </c:pt>
                <c:pt idx="643">
                  <c:v>0.3215</c:v>
                </c:pt>
                <c:pt idx="644">
                  <c:v>0.322</c:v>
                </c:pt>
                <c:pt idx="645">
                  <c:v>0.3225</c:v>
                </c:pt>
                <c:pt idx="646">
                  <c:v>0.323</c:v>
                </c:pt>
                <c:pt idx="647">
                  <c:v>0.3235</c:v>
                </c:pt>
                <c:pt idx="648">
                  <c:v>0.324</c:v>
                </c:pt>
                <c:pt idx="649">
                  <c:v>0.3245</c:v>
                </c:pt>
                <c:pt idx="650">
                  <c:v>0.325</c:v>
                </c:pt>
                <c:pt idx="651">
                  <c:v>0.3255</c:v>
                </c:pt>
                <c:pt idx="652">
                  <c:v>0.326</c:v>
                </c:pt>
                <c:pt idx="653">
                  <c:v>0.3265</c:v>
                </c:pt>
                <c:pt idx="654">
                  <c:v>0.327</c:v>
                </c:pt>
                <c:pt idx="655">
                  <c:v>0.3275</c:v>
                </c:pt>
                <c:pt idx="656">
                  <c:v>0.328</c:v>
                </c:pt>
                <c:pt idx="657">
                  <c:v>0.3285</c:v>
                </c:pt>
                <c:pt idx="658">
                  <c:v>0.329</c:v>
                </c:pt>
                <c:pt idx="659">
                  <c:v>0.3295</c:v>
                </c:pt>
                <c:pt idx="660">
                  <c:v>0.33</c:v>
                </c:pt>
                <c:pt idx="661">
                  <c:v>0.3305</c:v>
                </c:pt>
                <c:pt idx="662">
                  <c:v>0.331</c:v>
                </c:pt>
                <c:pt idx="663">
                  <c:v>0.3315</c:v>
                </c:pt>
                <c:pt idx="664">
                  <c:v>0.332</c:v>
                </c:pt>
                <c:pt idx="665">
                  <c:v>0.3325</c:v>
                </c:pt>
                <c:pt idx="666">
                  <c:v>0.333</c:v>
                </c:pt>
                <c:pt idx="667">
                  <c:v>0.3335</c:v>
                </c:pt>
                <c:pt idx="668">
                  <c:v>0.334</c:v>
                </c:pt>
                <c:pt idx="669">
                  <c:v>0.3345</c:v>
                </c:pt>
                <c:pt idx="670">
                  <c:v>0.335</c:v>
                </c:pt>
                <c:pt idx="671">
                  <c:v>0.3355</c:v>
                </c:pt>
                <c:pt idx="672">
                  <c:v>0.336</c:v>
                </c:pt>
                <c:pt idx="673">
                  <c:v>0.3365</c:v>
                </c:pt>
                <c:pt idx="674">
                  <c:v>0.337</c:v>
                </c:pt>
                <c:pt idx="675">
                  <c:v>0.3375</c:v>
                </c:pt>
                <c:pt idx="676">
                  <c:v>0.338</c:v>
                </c:pt>
                <c:pt idx="677">
                  <c:v>0.3385</c:v>
                </c:pt>
                <c:pt idx="678">
                  <c:v>0.339</c:v>
                </c:pt>
                <c:pt idx="679">
                  <c:v>0.3395</c:v>
                </c:pt>
                <c:pt idx="680">
                  <c:v>0.34</c:v>
                </c:pt>
                <c:pt idx="681">
                  <c:v>0.3405</c:v>
                </c:pt>
                <c:pt idx="682">
                  <c:v>0.341</c:v>
                </c:pt>
                <c:pt idx="683">
                  <c:v>0.3415</c:v>
                </c:pt>
                <c:pt idx="684">
                  <c:v>0.342</c:v>
                </c:pt>
                <c:pt idx="685">
                  <c:v>0.3425</c:v>
                </c:pt>
                <c:pt idx="686">
                  <c:v>0.343</c:v>
                </c:pt>
                <c:pt idx="687">
                  <c:v>0.3435</c:v>
                </c:pt>
                <c:pt idx="688">
                  <c:v>0.344</c:v>
                </c:pt>
                <c:pt idx="689">
                  <c:v>0.3445</c:v>
                </c:pt>
                <c:pt idx="690">
                  <c:v>0.345</c:v>
                </c:pt>
                <c:pt idx="691">
                  <c:v>0.3455</c:v>
                </c:pt>
                <c:pt idx="692">
                  <c:v>0.346</c:v>
                </c:pt>
                <c:pt idx="693">
                  <c:v>0.3465</c:v>
                </c:pt>
                <c:pt idx="694">
                  <c:v>0.347</c:v>
                </c:pt>
                <c:pt idx="695">
                  <c:v>0.3475</c:v>
                </c:pt>
                <c:pt idx="696">
                  <c:v>0.348</c:v>
                </c:pt>
                <c:pt idx="697">
                  <c:v>0.3485</c:v>
                </c:pt>
                <c:pt idx="698">
                  <c:v>0.349</c:v>
                </c:pt>
                <c:pt idx="699">
                  <c:v>0.3495</c:v>
                </c:pt>
                <c:pt idx="700">
                  <c:v>0.35</c:v>
                </c:pt>
                <c:pt idx="701">
                  <c:v>0.3505</c:v>
                </c:pt>
                <c:pt idx="702">
                  <c:v>0.351</c:v>
                </c:pt>
                <c:pt idx="703">
                  <c:v>0.3515</c:v>
                </c:pt>
                <c:pt idx="704">
                  <c:v>0.352</c:v>
                </c:pt>
                <c:pt idx="705">
                  <c:v>0.3525</c:v>
                </c:pt>
                <c:pt idx="706">
                  <c:v>0.353</c:v>
                </c:pt>
                <c:pt idx="707">
                  <c:v>0.3535</c:v>
                </c:pt>
                <c:pt idx="708">
                  <c:v>0.354</c:v>
                </c:pt>
                <c:pt idx="709">
                  <c:v>0.3545</c:v>
                </c:pt>
                <c:pt idx="710">
                  <c:v>0.355</c:v>
                </c:pt>
                <c:pt idx="711">
                  <c:v>0.3555</c:v>
                </c:pt>
                <c:pt idx="712">
                  <c:v>0.356</c:v>
                </c:pt>
                <c:pt idx="713">
                  <c:v>0.3565</c:v>
                </c:pt>
                <c:pt idx="714">
                  <c:v>0.357</c:v>
                </c:pt>
                <c:pt idx="715">
                  <c:v>0.3575</c:v>
                </c:pt>
                <c:pt idx="716">
                  <c:v>0.358</c:v>
                </c:pt>
                <c:pt idx="717">
                  <c:v>0.3585</c:v>
                </c:pt>
                <c:pt idx="718">
                  <c:v>0.359</c:v>
                </c:pt>
                <c:pt idx="719">
                  <c:v>0.3595</c:v>
                </c:pt>
                <c:pt idx="720">
                  <c:v>0.36</c:v>
                </c:pt>
                <c:pt idx="721">
                  <c:v>0.3605</c:v>
                </c:pt>
                <c:pt idx="722">
                  <c:v>0.361</c:v>
                </c:pt>
                <c:pt idx="723">
                  <c:v>0.3615</c:v>
                </c:pt>
                <c:pt idx="724">
                  <c:v>0.362</c:v>
                </c:pt>
                <c:pt idx="725">
                  <c:v>0.3625</c:v>
                </c:pt>
                <c:pt idx="726">
                  <c:v>0.363</c:v>
                </c:pt>
                <c:pt idx="727">
                  <c:v>0.3635</c:v>
                </c:pt>
                <c:pt idx="728">
                  <c:v>0.364</c:v>
                </c:pt>
                <c:pt idx="729">
                  <c:v>0.3645</c:v>
                </c:pt>
                <c:pt idx="730">
                  <c:v>0.365</c:v>
                </c:pt>
                <c:pt idx="731">
                  <c:v>0.3655</c:v>
                </c:pt>
                <c:pt idx="732">
                  <c:v>0.366</c:v>
                </c:pt>
                <c:pt idx="733">
                  <c:v>0.3665</c:v>
                </c:pt>
                <c:pt idx="734">
                  <c:v>0.367</c:v>
                </c:pt>
                <c:pt idx="735">
                  <c:v>0.3675</c:v>
                </c:pt>
                <c:pt idx="736">
                  <c:v>0.368</c:v>
                </c:pt>
                <c:pt idx="737">
                  <c:v>0.3685</c:v>
                </c:pt>
                <c:pt idx="738">
                  <c:v>0.369</c:v>
                </c:pt>
                <c:pt idx="739">
                  <c:v>0.3695</c:v>
                </c:pt>
                <c:pt idx="740">
                  <c:v>0.37</c:v>
                </c:pt>
                <c:pt idx="741">
                  <c:v>0.3705</c:v>
                </c:pt>
                <c:pt idx="742">
                  <c:v>0.371</c:v>
                </c:pt>
                <c:pt idx="743">
                  <c:v>0.3715</c:v>
                </c:pt>
                <c:pt idx="744">
                  <c:v>0.372</c:v>
                </c:pt>
                <c:pt idx="745">
                  <c:v>0.3725</c:v>
                </c:pt>
                <c:pt idx="746">
                  <c:v>0.373</c:v>
                </c:pt>
                <c:pt idx="747">
                  <c:v>0.3735</c:v>
                </c:pt>
                <c:pt idx="748">
                  <c:v>0.374</c:v>
                </c:pt>
                <c:pt idx="749">
                  <c:v>0.3745</c:v>
                </c:pt>
                <c:pt idx="750">
                  <c:v>0.375</c:v>
                </c:pt>
                <c:pt idx="751">
                  <c:v>0.3755</c:v>
                </c:pt>
                <c:pt idx="752">
                  <c:v>0.376</c:v>
                </c:pt>
                <c:pt idx="753">
                  <c:v>0.3765</c:v>
                </c:pt>
                <c:pt idx="754">
                  <c:v>0.377</c:v>
                </c:pt>
                <c:pt idx="755">
                  <c:v>0.3775</c:v>
                </c:pt>
                <c:pt idx="756">
                  <c:v>0.378</c:v>
                </c:pt>
                <c:pt idx="757">
                  <c:v>0.3785</c:v>
                </c:pt>
                <c:pt idx="758">
                  <c:v>0.379</c:v>
                </c:pt>
                <c:pt idx="759">
                  <c:v>0.3795</c:v>
                </c:pt>
                <c:pt idx="760">
                  <c:v>0.38</c:v>
                </c:pt>
                <c:pt idx="761">
                  <c:v>0.3805</c:v>
                </c:pt>
                <c:pt idx="762">
                  <c:v>0.381</c:v>
                </c:pt>
                <c:pt idx="763">
                  <c:v>0.3815</c:v>
                </c:pt>
                <c:pt idx="764">
                  <c:v>0.382</c:v>
                </c:pt>
                <c:pt idx="765">
                  <c:v>0.3825</c:v>
                </c:pt>
                <c:pt idx="766">
                  <c:v>0.383</c:v>
                </c:pt>
                <c:pt idx="767">
                  <c:v>0.3835</c:v>
                </c:pt>
                <c:pt idx="768">
                  <c:v>0.384</c:v>
                </c:pt>
                <c:pt idx="769">
                  <c:v>0.3845</c:v>
                </c:pt>
                <c:pt idx="770">
                  <c:v>0.385</c:v>
                </c:pt>
                <c:pt idx="771">
                  <c:v>0.3855</c:v>
                </c:pt>
                <c:pt idx="772">
                  <c:v>0.386</c:v>
                </c:pt>
                <c:pt idx="773">
                  <c:v>0.3865</c:v>
                </c:pt>
                <c:pt idx="774">
                  <c:v>0.387</c:v>
                </c:pt>
                <c:pt idx="775">
                  <c:v>0.3875</c:v>
                </c:pt>
                <c:pt idx="776">
                  <c:v>0.388</c:v>
                </c:pt>
                <c:pt idx="777">
                  <c:v>0.3885</c:v>
                </c:pt>
                <c:pt idx="778">
                  <c:v>0.389</c:v>
                </c:pt>
                <c:pt idx="779">
                  <c:v>0.3895</c:v>
                </c:pt>
                <c:pt idx="780">
                  <c:v>0.39</c:v>
                </c:pt>
                <c:pt idx="781">
                  <c:v>0.3905</c:v>
                </c:pt>
                <c:pt idx="782">
                  <c:v>0.391</c:v>
                </c:pt>
                <c:pt idx="783">
                  <c:v>0.3915</c:v>
                </c:pt>
                <c:pt idx="784">
                  <c:v>0.392</c:v>
                </c:pt>
                <c:pt idx="785">
                  <c:v>0.3925</c:v>
                </c:pt>
                <c:pt idx="786">
                  <c:v>0.393</c:v>
                </c:pt>
                <c:pt idx="787">
                  <c:v>0.3935</c:v>
                </c:pt>
                <c:pt idx="788">
                  <c:v>0.394</c:v>
                </c:pt>
                <c:pt idx="789">
                  <c:v>0.3945</c:v>
                </c:pt>
                <c:pt idx="790">
                  <c:v>0.395</c:v>
                </c:pt>
                <c:pt idx="791">
                  <c:v>0.3955</c:v>
                </c:pt>
                <c:pt idx="792">
                  <c:v>0.396</c:v>
                </c:pt>
                <c:pt idx="793">
                  <c:v>0.3965</c:v>
                </c:pt>
                <c:pt idx="794">
                  <c:v>0.397</c:v>
                </c:pt>
                <c:pt idx="795">
                  <c:v>0.3975</c:v>
                </c:pt>
                <c:pt idx="796">
                  <c:v>0.398</c:v>
                </c:pt>
                <c:pt idx="797">
                  <c:v>0.3985</c:v>
                </c:pt>
                <c:pt idx="798">
                  <c:v>0.399</c:v>
                </c:pt>
                <c:pt idx="799">
                  <c:v>0.3995</c:v>
                </c:pt>
                <c:pt idx="800">
                  <c:v>0.4</c:v>
                </c:pt>
                <c:pt idx="801">
                  <c:v>0.4005</c:v>
                </c:pt>
                <c:pt idx="802">
                  <c:v>0.401</c:v>
                </c:pt>
                <c:pt idx="803">
                  <c:v>0.4015</c:v>
                </c:pt>
                <c:pt idx="804">
                  <c:v>0.402</c:v>
                </c:pt>
                <c:pt idx="805">
                  <c:v>0.4025</c:v>
                </c:pt>
                <c:pt idx="806">
                  <c:v>0.403</c:v>
                </c:pt>
                <c:pt idx="807">
                  <c:v>0.4035</c:v>
                </c:pt>
                <c:pt idx="808">
                  <c:v>0.404</c:v>
                </c:pt>
                <c:pt idx="809">
                  <c:v>0.4045</c:v>
                </c:pt>
                <c:pt idx="810">
                  <c:v>0.405</c:v>
                </c:pt>
                <c:pt idx="811">
                  <c:v>0.4055</c:v>
                </c:pt>
                <c:pt idx="812">
                  <c:v>0.406</c:v>
                </c:pt>
                <c:pt idx="813">
                  <c:v>0.4065</c:v>
                </c:pt>
                <c:pt idx="814">
                  <c:v>0.407</c:v>
                </c:pt>
                <c:pt idx="815">
                  <c:v>0.4075</c:v>
                </c:pt>
                <c:pt idx="816">
                  <c:v>0.408</c:v>
                </c:pt>
                <c:pt idx="817">
                  <c:v>0.4085</c:v>
                </c:pt>
                <c:pt idx="818">
                  <c:v>0.409</c:v>
                </c:pt>
                <c:pt idx="819">
                  <c:v>0.4095</c:v>
                </c:pt>
                <c:pt idx="820">
                  <c:v>0.41</c:v>
                </c:pt>
                <c:pt idx="821">
                  <c:v>0.4105</c:v>
                </c:pt>
                <c:pt idx="822">
                  <c:v>0.411</c:v>
                </c:pt>
                <c:pt idx="823">
                  <c:v>0.4115</c:v>
                </c:pt>
                <c:pt idx="824">
                  <c:v>0.412</c:v>
                </c:pt>
                <c:pt idx="825">
                  <c:v>0.4125</c:v>
                </c:pt>
                <c:pt idx="826">
                  <c:v>0.413</c:v>
                </c:pt>
                <c:pt idx="827">
                  <c:v>0.4135</c:v>
                </c:pt>
                <c:pt idx="828">
                  <c:v>0.414</c:v>
                </c:pt>
                <c:pt idx="829">
                  <c:v>0.4145</c:v>
                </c:pt>
                <c:pt idx="830">
                  <c:v>0.415</c:v>
                </c:pt>
                <c:pt idx="831">
                  <c:v>0.4155</c:v>
                </c:pt>
                <c:pt idx="832">
                  <c:v>0.416</c:v>
                </c:pt>
                <c:pt idx="833">
                  <c:v>0.4165</c:v>
                </c:pt>
                <c:pt idx="834">
                  <c:v>0.417</c:v>
                </c:pt>
                <c:pt idx="835">
                  <c:v>0.4175</c:v>
                </c:pt>
                <c:pt idx="836">
                  <c:v>0.418</c:v>
                </c:pt>
                <c:pt idx="837">
                  <c:v>0.4185</c:v>
                </c:pt>
                <c:pt idx="838">
                  <c:v>0.419</c:v>
                </c:pt>
                <c:pt idx="839">
                  <c:v>0.4195</c:v>
                </c:pt>
                <c:pt idx="840">
                  <c:v>0.42</c:v>
                </c:pt>
                <c:pt idx="841">
                  <c:v>0.4205</c:v>
                </c:pt>
                <c:pt idx="842">
                  <c:v>0.421</c:v>
                </c:pt>
                <c:pt idx="843">
                  <c:v>0.4215</c:v>
                </c:pt>
                <c:pt idx="844">
                  <c:v>0.422</c:v>
                </c:pt>
                <c:pt idx="845">
                  <c:v>0.4225</c:v>
                </c:pt>
                <c:pt idx="846">
                  <c:v>0.423</c:v>
                </c:pt>
                <c:pt idx="847">
                  <c:v>0.4235</c:v>
                </c:pt>
                <c:pt idx="848">
                  <c:v>0.424</c:v>
                </c:pt>
                <c:pt idx="849">
                  <c:v>0.4245</c:v>
                </c:pt>
                <c:pt idx="850">
                  <c:v>0.425</c:v>
                </c:pt>
                <c:pt idx="851">
                  <c:v>0.4255</c:v>
                </c:pt>
                <c:pt idx="852">
                  <c:v>0.426</c:v>
                </c:pt>
                <c:pt idx="853">
                  <c:v>0.4265</c:v>
                </c:pt>
                <c:pt idx="854">
                  <c:v>0.427</c:v>
                </c:pt>
                <c:pt idx="855">
                  <c:v>0.4275</c:v>
                </c:pt>
                <c:pt idx="856">
                  <c:v>0.428</c:v>
                </c:pt>
                <c:pt idx="857">
                  <c:v>0.4285</c:v>
                </c:pt>
                <c:pt idx="858">
                  <c:v>0.429</c:v>
                </c:pt>
                <c:pt idx="859">
                  <c:v>0.4295</c:v>
                </c:pt>
                <c:pt idx="860">
                  <c:v>0.43</c:v>
                </c:pt>
                <c:pt idx="861">
                  <c:v>0.4305</c:v>
                </c:pt>
                <c:pt idx="862">
                  <c:v>0.431</c:v>
                </c:pt>
                <c:pt idx="863">
                  <c:v>0.4315</c:v>
                </c:pt>
                <c:pt idx="864">
                  <c:v>0.432</c:v>
                </c:pt>
                <c:pt idx="865">
                  <c:v>0.4325</c:v>
                </c:pt>
                <c:pt idx="866">
                  <c:v>0.433</c:v>
                </c:pt>
                <c:pt idx="867">
                  <c:v>0.4335</c:v>
                </c:pt>
                <c:pt idx="868">
                  <c:v>0.434</c:v>
                </c:pt>
                <c:pt idx="869">
                  <c:v>0.4345</c:v>
                </c:pt>
                <c:pt idx="870">
                  <c:v>0.435</c:v>
                </c:pt>
                <c:pt idx="871">
                  <c:v>0.4355</c:v>
                </c:pt>
                <c:pt idx="872">
                  <c:v>0.436</c:v>
                </c:pt>
                <c:pt idx="873">
                  <c:v>0.4365</c:v>
                </c:pt>
                <c:pt idx="874">
                  <c:v>0.437</c:v>
                </c:pt>
                <c:pt idx="875">
                  <c:v>0.4375</c:v>
                </c:pt>
                <c:pt idx="876">
                  <c:v>0.438</c:v>
                </c:pt>
                <c:pt idx="877">
                  <c:v>0.4385</c:v>
                </c:pt>
                <c:pt idx="878">
                  <c:v>0.439</c:v>
                </c:pt>
                <c:pt idx="879">
                  <c:v>0.4395</c:v>
                </c:pt>
                <c:pt idx="880">
                  <c:v>0.44</c:v>
                </c:pt>
                <c:pt idx="881">
                  <c:v>0.4405</c:v>
                </c:pt>
                <c:pt idx="882">
                  <c:v>0.441</c:v>
                </c:pt>
                <c:pt idx="883">
                  <c:v>0.4415</c:v>
                </c:pt>
                <c:pt idx="884">
                  <c:v>0.442</c:v>
                </c:pt>
                <c:pt idx="885">
                  <c:v>0.4425</c:v>
                </c:pt>
                <c:pt idx="886">
                  <c:v>0.443</c:v>
                </c:pt>
                <c:pt idx="887">
                  <c:v>0.4435</c:v>
                </c:pt>
                <c:pt idx="888">
                  <c:v>0.444</c:v>
                </c:pt>
                <c:pt idx="889">
                  <c:v>0.4445</c:v>
                </c:pt>
                <c:pt idx="890">
                  <c:v>0.445</c:v>
                </c:pt>
                <c:pt idx="891">
                  <c:v>0.4455</c:v>
                </c:pt>
                <c:pt idx="892">
                  <c:v>0.446</c:v>
                </c:pt>
                <c:pt idx="893">
                  <c:v>0.4465</c:v>
                </c:pt>
                <c:pt idx="894">
                  <c:v>0.447</c:v>
                </c:pt>
                <c:pt idx="895">
                  <c:v>0.4475</c:v>
                </c:pt>
                <c:pt idx="896">
                  <c:v>0.448</c:v>
                </c:pt>
                <c:pt idx="897">
                  <c:v>0.4485</c:v>
                </c:pt>
                <c:pt idx="898">
                  <c:v>0.449</c:v>
                </c:pt>
                <c:pt idx="899">
                  <c:v>0.4495</c:v>
                </c:pt>
                <c:pt idx="900">
                  <c:v>0.45</c:v>
                </c:pt>
                <c:pt idx="901">
                  <c:v>0.4505</c:v>
                </c:pt>
                <c:pt idx="902">
                  <c:v>0.451</c:v>
                </c:pt>
                <c:pt idx="903">
                  <c:v>0.4515</c:v>
                </c:pt>
                <c:pt idx="904">
                  <c:v>0.452</c:v>
                </c:pt>
                <c:pt idx="905">
                  <c:v>0.4525</c:v>
                </c:pt>
                <c:pt idx="906">
                  <c:v>0.453</c:v>
                </c:pt>
                <c:pt idx="907">
                  <c:v>0.4535</c:v>
                </c:pt>
                <c:pt idx="908">
                  <c:v>0.454</c:v>
                </c:pt>
                <c:pt idx="909">
                  <c:v>0.4545</c:v>
                </c:pt>
                <c:pt idx="910">
                  <c:v>0.455</c:v>
                </c:pt>
                <c:pt idx="911">
                  <c:v>0.4555</c:v>
                </c:pt>
                <c:pt idx="912">
                  <c:v>0.456</c:v>
                </c:pt>
                <c:pt idx="913">
                  <c:v>0.4565</c:v>
                </c:pt>
                <c:pt idx="914">
                  <c:v>0.457</c:v>
                </c:pt>
                <c:pt idx="915">
                  <c:v>0.4575</c:v>
                </c:pt>
                <c:pt idx="916">
                  <c:v>0.458</c:v>
                </c:pt>
                <c:pt idx="917">
                  <c:v>0.4585</c:v>
                </c:pt>
                <c:pt idx="918">
                  <c:v>0.459</c:v>
                </c:pt>
                <c:pt idx="919">
                  <c:v>0.4595</c:v>
                </c:pt>
                <c:pt idx="920">
                  <c:v>0.46</c:v>
                </c:pt>
                <c:pt idx="921">
                  <c:v>0.4605</c:v>
                </c:pt>
                <c:pt idx="922">
                  <c:v>0.461</c:v>
                </c:pt>
                <c:pt idx="923">
                  <c:v>0.4615</c:v>
                </c:pt>
                <c:pt idx="924">
                  <c:v>0.462</c:v>
                </c:pt>
                <c:pt idx="925">
                  <c:v>0.4625</c:v>
                </c:pt>
                <c:pt idx="926">
                  <c:v>0.463</c:v>
                </c:pt>
                <c:pt idx="927">
                  <c:v>0.4635</c:v>
                </c:pt>
                <c:pt idx="928">
                  <c:v>0.464</c:v>
                </c:pt>
                <c:pt idx="929">
                  <c:v>0.4645</c:v>
                </c:pt>
                <c:pt idx="930">
                  <c:v>0.465</c:v>
                </c:pt>
                <c:pt idx="931">
                  <c:v>0.4655</c:v>
                </c:pt>
                <c:pt idx="932">
                  <c:v>0.466</c:v>
                </c:pt>
                <c:pt idx="933">
                  <c:v>0.4665</c:v>
                </c:pt>
                <c:pt idx="934">
                  <c:v>0.467</c:v>
                </c:pt>
                <c:pt idx="935">
                  <c:v>0.4675</c:v>
                </c:pt>
                <c:pt idx="936">
                  <c:v>0.468</c:v>
                </c:pt>
                <c:pt idx="937">
                  <c:v>0.4685</c:v>
                </c:pt>
                <c:pt idx="938">
                  <c:v>0.469</c:v>
                </c:pt>
                <c:pt idx="939">
                  <c:v>0.4695</c:v>
                </c:pt>
                <c:pt idx="940">
                  <c:v>0.47</c:v>
                </c:pt>
                <c:pt idx="941">
                  <c:v>0.4705</c:v>
                </c:pt>
                <c:pt idx="942">
                  <c:v>0.471</c:v>
                </c:pt>
                <c:pt idx="943">
                  <c:v>0.4715</c:v>
                </c:pt>
                <c:pt idx="944">
                  <c:v>0.472</c:v>
                </c:pt>
                <c:pt idx="945">
                  <c:v>0.4725</c:v>
                </c:pt>
                <c:pt idx="946">
                  <c:v>0.473</c:v>
                </c:pt>
                <c:pt idx="947">
                  <c:v>0.4735</c:v>
                </c:pt>
                <c:pt idx="948">
                  <c:v>0.474</c:v>
                </c:pt>
                <c:pt idx="949">
                  <c:v>0.4745</c:v>
                </c:pt>
                <c:pt idx="950">
                  <c:v>0.475</c:v>
                </c:pt>
                <c:pt idx="951">
                  <c:v>0.4755</c:v>
                </c:pt>
                <c:pt idx="952">
                  <c:v>0.476</c:v>
                </c:pt>
                <c:pt idx="953">
                  <c:v>0.4765</c:v>
                </c:pt>
                <c:pt idx="954">
                  <c:v>0.477</c:v>
                </c:pt>
                <c:pt idx="955">
                  <c:v>0.4775</c:v>
                </c:pt>
                <c:pt idx="956">
                  <c:v>0.478</c:v>
                </c:pt>
                <c:pt idx="957">
                  <c:v>0.4785</c:v>
                </c:pt>
                <c:pt idx="958">
                  <c:v>0.479</c:v>
                </c:pt>
                <c:pt idx="959">
                  <c:v>0.4795</c:v>
                </c:pt>
                <c:pt idx="960">
                  <c:v>0.48</c:v>
                </c:pt>
                <c:pt idx="961">
                  <c:v>0.4805</c:v>
                </c:pt>
                <c:pt idx="962">
                  <c:v>0.481</c:v>
                </c:pt>
                <c:pt idx="963">
                  <c:v>0.4815</c:v>
                </c:pt>
                <c:pt idx="964">
                  <c:v>0.482</c:v>
                </c:pt>
                <c:pt idx="965">
                  <c:v>0.4825</c:v>
                </c:pt>
                <c:pt idx="966">
                  <c:v>0.483</c:v>
                </c:pt>
                <c:pt idx="967">
                  <c:v>0.4835</c:v>
                </c:pt>
                <c:pt idx="968">
                  <c:v>0.484</c:v>
                </c:pt>
                <c:pt idx="969">
                  <c:v>0.4845</c:v>
                </c:pt>
                <c:pt idx="970">
                  <c:v>0.485</c:v>
                </c:pt>
                <c:pt idx="971">
                  <c:v>0.4855</c:v>
                </c:pt>
                <c:pt idx="972">
                  <c:v>0.486</c:v>
                </c:pt>
                <c:pt idx="973">
                  <c:v>0.4865</c:v>
                </c:pt>
                <c:pt idx="974">
                  <c:v>0.487</c:v>
                </c:pt>
                <c:pt idx="975">
                  <c:v>0.4875</c:v>
                </c:pt>
                <c:pt idx="976">
                  <c:v>0.488</c:v>
                </c:pt>
                <c:pt idx="977">
                  <c:v>0.4885</c:v>
                </c:pt>
                <c:pt idx="978">
                  <c:v>0.489</c:v>
                </c:pt>
                <c:pt idx="979">
                  <c:v>0.4895</c:v>
                </c:pt>
                <c:pt idx="980">
                  <c:v>0.49</c:v>
                </c:pt>
                <c:pt idx="981">
                  <c:v>0.4905</c:v>
                </c:pt>
                <c:pt idx="982">
                  <c:v>0.491</c:v>
                </c:pt>
                <c:pt idx="983">
                  <c:v>0.4915</c:v>
                </c:pt>
                <c:pt idx="984">
                  <c:v>0.492</c:v>
                </c:pt>
                <c:pt idx="985">
                  <c:v>0.4925</c:v>
                </c:pt>
                <c:pt idx="986">
                  <c:v>0.493</c:v>
                </c:pt>
                <c:pt idx="987">
                  <c:v>0.4935</c:v>
                </c:pt>
                <c:pt idx="988">
                  <c:v>0.494</c:v>
                </c:pt>
                <c:pt idx="989">
                  <c:v>0.4945</c:v>
                </c:pt>
                <c:pt idx="990">
                  <c:v>0.495</c:v>
                </c:pt>
                <c:pt idx="991">
                  <c:v>0.4955</c:v>
                </c:pt>
                <c:pt idx="992">
                  <c:v>0.496</c:v>
                </c:pt>
                <c:pt idx="993">
                  <c:v>0.4965</c:v>
                </c:pt>
                <c:pt idx="994">
                  <c:v>0.497</c:v>
                </c:pt>
                <c:pt idx="995">
                  <c:v>0.4975</c:v>
                </c:pt>
                <c:pt idx="996">
                  <c:v>0.498</c:v>
                </c:pt>
                <c:pt idx="997">
                  <c:v>0.4985</c:v>
                </c:pt>
                <c:pt idx="998">
                  <c:v>0.499</c:v>
                </c:pt>
                <c:pt idx="999">
                  <c:v>0.4995</c:v>
                </c:pt>
                <c:pt idx="1000">
                  <c:v>0.5</c:v>
                </c:pt>
                <c:pt idx="1001">
                  <c:v>0.5005</c:v>
                </c:pt>
                <c:pt idx="1002">
                  <c:v>0.501</c:v>
                </c:pt>
                <c:pt idx="1003">
                  <c:v>0.5015</c:v>
                </c:pt>
                <c:pt idx="1004">
                  <c:v>0.502</c:v>
                </c:pt>
                <c:pt idx="1005">
                  <c:v>0.5025</c:v>
                </c:pt>
                <c:pt idx="1006">
                  <c:v>0.503</c:v>
                </c:pt>
                <c:pt idx="1007">
                  <c:v>0.5035</c:v>
                </c:pt>
                <c:pt idx="1008">
                  <c:v>0.504</c:v>
                </c:pt>
                <c:pt idx="1009">
                  <c:v>0.5045</c:v>
                </c:pt>
                <c:pt idx="1010">
                  <c:v>0.505</c:v>
                </c:pt>
                <c:pt idx="1011">
                  <c:v>0.5055</c:v>
                </c:pt>
                <c:pt idx="1012">
                  <c:v>0.506</c:v>
                </c:pt>
                <c:pt idx="1013">
                  <c:v>0.5065</c:v>
                </c:pt>
                <c:pt idx="1014">
                  <c:v>0.507</c:v>
                </c:pt>
                <c:pt idx="1015">
                  <c:v>0.5075</c:v>
                </c:pt>
                <c:pt idx="1016">
                  <c:v>0.508</c:v>
                </c:pt>
                <c:pt idx="1017">
                  <c:v>0.5085</c:v>
                </c:pt>
                <c:pt idx="1018">
                  <c:v>0.509</c:v>
                </c:pt>
                <c:pt idx="1019">
                  <c:v>0.5095</c:v>
                </c:pt>
                <c:pt idx="1020">
                  <c:v>0.51</c:v>
                </c:pt>
                <c:pt idx="1021">
                  <c:v>0.5105</c:v>
                </c:pt>
                <c:pt idx="1022">
                  <c:v>0.511</c:v>
                </c:pt>
                <c:pt idx="1023">
                  <c:v>0.5115</c:v>
                </c:pt>
                <c:pt idx="1024">
                  <c:v>0.512</c:v>
                </c:pt>
                <c:pt idx="1025">
                  <c:v>0.5125</c:v>
                </c:pt>
                <c:pt idx="1026">
                  <c:v>0.513</c:v>
                </c:pt>
                <c:pt idx="1027">
                  <c:v>0.5135</c:v>
                </c:pt>
                <c:pt idx="1028">
                  <c:v>0.514</c:v>
                </c:pt>
                <c:pt idx="1029">
                  <c:v>0.5145</c:v>
                </c:pt>
                <c:pt idx="1030">
                  <c:v>0.515</c:v>
                </c:pt>
                <c:pt idx="1031">
                  <c:v>0.5155</c:v>
                </c:pt>
                <c:pt idx="1032">
                  <c:v>0.516</c:v>
                </c:pt>
                <c:pt idx="1033">
                  <c:v>0.5165</c:v>
                </c:pt>
                <c:pt idx="1034">
                  <c:v>0.517</c:v>
                </c:pt>
                <c:pt idx="1035">
                  <c:v>0.5175</c:v>
                </c:pt>
                <c:pt idx="1036">
                  <c:v>0.518</c:v>
                </c:pt>
                <c:pt idx="1037">
                  <c:v>0.5185</c:v>
                </c:pt>
                <c:pt idx="1038">
                  <c:v>0.519</c:v>
                </c:pt>
                <c:pt idx="1039">
                  <c:v>0.5195</c:v>
                </c:pt>
                <c:pt idx="1040">
                  <c:v>0.52</c:v>
                </c:pt>
                <c:pt idx="1041">
                  <c:v>0.5205</c:v>
                </c:pt>
                <c:pt idx="1042">
                  <c:v>0.521</c:v>
                </c:pt>
                <c:pt idx="1043">
                  <c:v>0.5215</c:v>
                </c:pt>
                <c:pt idx="1044">
                  <c:v>0.522</c:v>
                </c:pt>
                <c:pt idx="1045">
                  <c:v>0.5225</c:v>
                </c:pt>
                <c:pt idx="1046">
                  <c:v>0.523</c:v>
                </c:pt>
                <c:pt idx="1047">
                  <c:v>0.5235</c:v>
                </c:pt>
                <c:pt idx="1048">
                  <c:v>0.524</c:v>
                </c:pt>
                <c:pt idx="1049">
                  <c:v>0.5245</c:v>
                </c:pt>
                <c:pt idx="1050">
                  <c:v>0.525</c:v>
                </c:pt>
                <c:pt idx="1051">
                  <c:v>0.5255</c:v>
                </c:pt>
                <c:pt idx="1052">
                  <c:v>0.526</c:v>
                </c:pt>
                <c:pt idx="1053">
                  <c:v>0.5265</c:v>
                </c:pt>
                <c:pt idx="1054">
                  <c:v>0.527</c:v>
                </c:pt>
                <c:pt idx="1055">
                  <c:v>0.5275</c:v>
                </c:pt>
                <c:pt idx="1056">
                  <c:v>0.528</c:v>
                </c:pt>
                <c:pt idx="1057">
                  <c:v>0.5285</c:v>
                </c:pt>
                <c:pt idx="1058">
                  <c:v>0.529</c:v>
                </c:pt>
                <c:pt idx="1059">
                  <c:v>0.5295</c:v>
                </c:pt>
                <c:pt idx="1060">
                  <c:v>0.53</c:v>
                </c:pt>
                <c:pt idx="1061">
                  <c:v>0.5305</c:v>
                </c:pt>
                <c:pt idx="1062">
                  <c:v>0.531</c:v>
                </c:pt>
                <c:pt idx="1063">
                  <c:v>0.5315</c:v>
                </c:pt>
                <c:pt idx="1064">
                  <c:v>0.532</c:v>
                </c:pt>
                <c:pt idx="1065">
                  <c:v>0.5325</c:v>
                </c:pt>
                <c:pt idx="1066">
                  <c:v>0.533</c:v>
                </c:pt>
                <c:pt idx="1067">
                  <c:v>0.5335</c:v>
                </c:pt>
                <c:pt idx="1068">
                  <c:v>0.534</c:v>
                </c:pt>
                <c:pt idx="1069">
                  <c:v>0.5345</c:v>
                </c:pt>
                <c:pt idx="1070">
                  <c:v>0.535</c:v>
                </c:pt>
                <c:pt idx="1071">
                  <c:v>0.5355</c:v>
                </c:pt>
                <c:pt idx="1072">
                  <c:v>0.536</c:v>
                </c:pt>
                <c:pt idx="1073">
                  <c:v>0.5365</c:v>
                </c:pt>
                <c:pt idx="1074">
                  <c:v>0.537</c:v>
                </c:pt>
                <c:pt idx="1075">
                  <c:v>0.5375</c:v>
                </c:pt>
                <c:pt idx="1076">
                  <c:v>0.538</c:v>
                </c:pt>
                <c:pt idx="1077">
                  <c:v>0.5385</c:v>
                </c:pt>
                <c:pt idx="1078">
                  <c:v>0.539</c:v>
                </c:pt>
                <c:pt idx="1079">
                  <c:v>0.5395</c:v>
                </c:pt>
                <c:pt idx="1080">
                  <c:v>0.54</c:v>
                </c:pt>
                <c:pt idx="1081">
                  <c:v>0.5405</c:v>
                </c:pt>
                <c:pt idx="1082">
                  <c:v>0.541</c:v>
                </c:pt>
                <c:pt idx="1083">
                  <c:v>0.5415</c:v>
                </c:pt>
                <c:pt idx="1084">
                  <c:v>0.542</c:v>
                </c:pt>
                <c:pt idx="1085">
                  <c:v>0.5425</c:v>
                </c:pt>
                <c:pt idx="1086">
                  <c:v>0.543</c:v>
                </c:pt>
                <c:pt idx="1087">
                  <c:v>0.5435</c:v>
                </c:pt>
                <c:pt idx="1088">
                  <c:v>0.544</c:v>
                </c:pt>
                <c:pt idx="1089">
                  <c:v>0.5445</c:v>
                </c:pt>
                <c:pt idx="1090">
                  <c:v>0.545</c:v>
                </c:pt>
                <c:pt idx="1091">
                  <c:v>0.5455</c:v>
                </c:pt>
                <c:pt idx="1092">
                  <c:v>0.546</c:v>
                </c:pt>
                <c:pt idx="1093">
                  <c:v>0.5465</c:v>
                </c:pt>
                <c:pt idx="1094">
                  <c:v>0.547</c:v>
                </c:pt>
                <c:pt idx="1095">
                  <c:v>0.5475</c:v>
                </c:pt>
                <c:pt idx="1096">
                  <c:v>0.548</c:v>
                </c:pt>
                <c:pt idx="1097">
                  <c:v>0.5485</c:v>
                </c:pt>
                <c:pt idx="1098">
                  <c:v>0.549</c:v>
                </c:pt>
                <c:pt idx="1099">
                  <c:v>0.5495</c:v>
                </c:pt>
                <c:pt idx="1100">
                  <c:v>0.55</c:v>
                </c:pt>
                <c:pt idx="1101">
                  <c:v>0.5505</c:v>
                </c:pt>
                <c:pt idx="1102">
                  <c:v>0.551</c:v>
                </c:pt>
                <c:pt idx="1103">
                  <c:v>0.5515</c:v>
                </c:pt>
                <c:pt idx="1104">
                  <c:v>0.552</c:v>
                </c:pt>
                <c:pt idx="1105">
                  <c:v>0.5525</c:v>
                </c:pt>
                <c:pt idx="1106">
                  <c:v>0.553</c:v>
                </c:pt>
                <c:pt idx="1107">
                  <c:v>0.5535</c:v>
                </c:pt>
                <c:pt idx="1108">
                  <c:v>0.554</c:v>
                </c:pt>
                <c:pt idx="1109">
                  <c:v>0.5545</c:v>
                </c:pt>
                <c:pt idx="1110">
                  <c:v>0.555</c:v>
                </c:pt>
                <c:pt idx="1111">
                  <c:v>0.5555</c:v>
                </c:pt>
                <c:pt idx="1112">
                  <c:v>0.556</c:v>
                </c:pt>
                <c:pt idx="1113">
                  <c:v>0.5565</c:v>
                </c:pt>
                <c:pt idx="1114">
                  <c:v>0.557</c:v>
                </c:pt>
                <c:pt idx="1115">
                  <c:v>0.5575</c:v>
                </c:pt>
                <c:pt idx="1116">
                  <c:v>0.558</c:v>
                </c:pt>
                <c:pt idx="1117">
                  <c:v>0.5585</c:v>
                </c:pt>
                <c:pt idx="1118">
                  <c:v>0.559</c:v>
                </c:pt>
                <c:pt idx="1119">
                  <c:v>0.5595</c:v>
                </c:pt>
                <c:pt idx="1120">
                  <c:v>0.56</c:v>
                </c:pt>
                <c:pt idx="1121">
                  <c:v>0.5605</c:v>
                </c:pt>
                <c:pt idx="1122">
                  <c:v>0.561</c:v>
                </c:pt>
                <c:pt idx="1123">
                  <c:v>0.5615</c:v>
                </c:pt>
                <c:pt idx="1124">
                  <c:v>0.562</c:v>
                </c:pt>
                <c:pt idx="1125">
                  <c:v>0.5625</c:v>
                </c:pt>
                <c:pt idx="1126">
                  <c:v>0.563</c:v>
                </c:pt>
                <c:pt idx="1127">
                  <c:v>0.5635</c:v>
                </c:pt>
                <c:pt idx="1128">
                  <c:v>0.564</c:v>
                </c:pt>
                <c:pt idx="1129">
                  <c:v>0.5645</c:v>
                </c:pt>
                <c:pt idx="1130">
                  <c:v>0.565</c:v>
                </c:pt>
                <c:pt idx="1131">
                  <c:v>0.5655</c:v>
                </c:pt>
                <c:pt idx="1132">
                  <c:v>0.566</c:v>
                </c:pt>
                <c:pt idx="1133">
                  <c:v>0.5665</c:v>
                </c:pt>
                <c:pt idx="1134">
                  <c:v>0.567</c:v>
                </c:pt>
                <c:pt idx="1135">
                  <c:v>0.5675</c:v>
                </c:pt>
                <c:pt idx="1136">
                  <c:v>0.568</c:v>
                </c:pt>
                <c:pt idx="1137">
                  <c:v>0.5685</c:v>
                </c:pt>
                <c:pt idx="1138">
                  <c:v>0.569</c:v>
                </c:pt>
                <c:pt idx="1139">
                  <c:v>0.5695</c:v>
                </c:pt>
                <c:pt idx="1140">
                  <c:v>0.57</c:v>
                </c:pt>
                <c:pt idx="1141">
                  <c:v>0.5705</c:v>
                </c:pt>
                <c:pt idx="1142">
                  <c:v>0.571</c:v>
                </c:pt>
                <c:pt idx="1143">
                  <c:v>0.5715</c:v>
                </c:pt>
                <c:pt idx="1144">
                  <c:v>0.572</c:v>
                </c:pt>
                <c:pt idx="1145">
                  <c:v>0.5725</c:v>
                </c:pt>
                <c:pt idx="1146">
                  <c:v>0.573</c:v>
                </c:pt>
                <c:pt idx="1147">
                  <c:v>0.5735</c:v>
                </c:pt>
                <c:pt idx="1148">
                  <c:v>0.574</c:v>
                </c:pt>
                <c:pt idx="1149">
                  <c:v>0.5745</c:v>
                </c:pt>
                <c:pt idx="1150">
                  <c:v>0.575</c:v>
                </c:pt>
                <c:pt idx="1151">
                  <c:v>0.5755</c:v>
                </c:pt>
                <c:pt idx="1152">
                  <c:v>0.576</c:v>
                </c:pt>
                <c:pt idx="1153">
                  <c:v>0.5765</c:v>
                </c:pt>
                <c:pt idx="1154">
                  <c:v>0.577</c:v>
                </c:pt>
                <c:pt idx="1155">
                  <c:v>0.5775</c:v>
                </c:pt>
                <c:pt idx="1156">
                  <c:v>0.578</c:v>
                </c:pt>
                <c:pt idx="1157">
                  <c:v>0.5785</c:v>
                </c:pt>
                <c:pt idx="1158">
                  <c:v>0.579</c:v>
                </c:pt>
                <c:pt idx="1159">
                  <c:v>0.5795</c:v>
                </c:pt>
                <c:pt idx="1160">
                  <c:v>0.58</c:v>
                </c:pt>
                <c:pt idx="1161">
                  <c:v>0.5805</c:v>
                </c:pt>
                <c:pt idx="1162">
                  <c:v>0.581</c:v>
                </c:pt>
                <c:pt idx="1163">
                  <c:v>0.5815</c:v>
                </c:pt>
                <c:pt idx="1164">
                  <c:v>0.582</c:v>
                </c:pt>
                <c:pt idx="1165">
                  <c:v>0.5825</c:v>
                </c:pt>
                <c:pt idx="1166">
                  <c:v>0.583</c:v>
                </c:pt>
                <c:pt idx="1167">
                  <c:v>0.5835</c:v>
                </c:pt>
                <c:pt idx="1168">
                  <c:v>0.584</c:v>
                </c:pt>
                <c:pt idx="1169">
                  <c:v>0.5845</c:v>
                </c:pt>
                <c:pt idx="1170">
                  <c:v>0.585</c:v>
                </c:pt>
                <c:pt idx="1171">
                  <c:v>0.5855</c:v>
                </c:pt>
                <c:pt idx="1172">
                  <c:v>0.586</c:v>
                </c:pt>
                <c:pt idx="1173">
                  <c:v>0.5865</c:v>
                </c:pt>
                <c:pt idx="1174">
                  <c:v>0.587</c:v>
                </c:pt>
                <c:pt idx="1175">
                  <c:v>0.5875</c:v>
                </c:pt>
                <c:pt idx="1176">
                  <c:v>0.588</c:v>
                </c:pt>
                <c:pt idx="1177">
                  <c:v>0.5885</c:v>
                </c:pt>
                <c:pt idx="1178">
                  <c:v>0.589</c:v>
                </c:pt>
                <c:pt idx="1179">
                  <c:v>0.5895</c:v>
                </c:pt>
                <c:pt idx="1180">
                  <c:v>0.59</c:v>
                </c:pt>
                <c:pt idx="1181">
                  <c:v>0.5905</c:v>
                </c:pt>
                <c:pt idx="1182">
                  <c:v>0.591</c:v>
                </c:pt>
                <c:pt idx="1183">
                  <c:v>0.5915</c:v>
                </c:pt>
                <c:pt idx="1184">
                  <c:v>0.592</c:v>
                </c:pt>
                <c:pt idx="1185">
                  <c:v>0.5925</c:v>
                </c:pt>
                <c:pt idx="1186">
                  <c:v>0.593</c:v>
                </c:pt>
                <c:pt idx="1187">
                  <c:v>0.5935</c:v>
                </c:pt>
                <c:pt idx="1188">
                  <c:v>0.594</c:v>
                </c:pt>
                <c:pt idx="1189">
                  <c:v>0.5945</c:v>
                </c:pt>
                <c:pt idx="1190">
                  <c:v>0.595</c:v>
                </c:pt>
                <c:pt idx="1191">
                  <c:v>0.5955</c:v>
                </c:pt>
                <c:pt idx="1192">
                  <c:v>0.596</c:v>
                </c:pt>
                <c:pt idx="1193">
                  <c:v>0.5965</c:v>
                </c:pt>
                <c:pt idx="1194">
                  <c:v>0.597</c:v>
                </c:pt>
                <c:pt idx="1195">
                  <c:v>0.5975</c:v>
                </c:pt>
                <c:pt idx="1196">
                  <c:v>0.598</c:v>
                </c:pt>
                <c:pt idx="1197">
                  <c:v>0.5985</c:v>
                </c:pt>
                <c:pt idx="1198">
                  <c:v>0.599</c:v>
                </c:pt>
                <c:pt idx="1199">
                  <c:v>0.5995</c:v>
                </c:pt>
                <c:pt idx="1200">
                  <c:v>0.6</c:v>
                </c:pt>
                <c:pt idx="1201">
                  <c:v>0.6005</c:v>
                </c:pt>
                <c:pt idx="1202">
                  <c:v>0.601</c:v>
                </c:pt>
                <c:pt idx="1203">
                  <c:v>0.6015</c:v>
                </c:pt>
                <c:pt idx="1204">
                  <c:v>0.602</c:v>
                </c:pt>
                <c:pt idx="1205">
                  <c:v>0.6025</c:v>
                </c:pt>
                <c:pt idx="1206">
                  <c:v>0.603</c:v>
                </c:pt>
                <c:pt idx="1207">
                  <c:v>0.6035</c:v>
                </c:pt>
                <c:pt idx="1208">
                  <c:v>0.604</c:v>
                </c:pt>
                <c:pt idx="1209">
                  <c:v>0.6045</c:v>
                </c:pt>
                <c:pt idx="1210">
                  <c:v>0.605</c:v>
                </c:pt>
                <c:pt idx="1211">
                  <c:v>0.6055</c:v>
                </c:pt>
                <c:pt idx="1212">
                  <c:v>0.606</c:v>
                </c:pt>
                <c:pt idx="1213">
                  <c:v>0.6065</c:v>
                </c:pt>
                <c:pt idx="1214">
                  <c:v>0.607</c:v>
                </c:pt>
                <c:pt idx="1215">
                  <c:v>0.6075</c:v>
                </c:pt>
                <c:pt idx="1216">
                  <c:v>0.608</c:v>
                </c:pt>
                <c:pt idx="1217">
                  <c:v>0.6085</c:v>
                </c:pt>
                <c:pt idx="1218">
                  <c:v>0.609</c:v>
                </c:pt>
                <c:pt idx="1219">
                  <c:v>0.6095</c:v>
                </c:pt>
                <c:pt idx="1220">
                  <c:v>0.61</c:v>
                </c:pt>
                <c:pt idx="1221">
                  <c:v>0.6105</c:v>
                </c:pt>
                <c:pt idx="1222">
                  <c:v>0.611</c:v>
                </c:pt>
                <c:pt idx="1223">
                  <c:v>0.6115</c:v>
                </c:pt>
                <c:pt idx="1224">
                  <c:v>0.612</c:v>
                </c:pt>
                <c:pt idx="1225">
                  <c:v>0.6125</c:v>
                </c:pt>
                <c:pt idx="1226">
                  <c:v>0.613</c:v>
                </c:pt>
                <c:pt idx="1227">
                  <c:v>0.6135</c:v>
                </c:pt>
                <c:pt idx="1228">
                  <c:v>0.614</c:v>
                </c:pt>
                <c:pt idx="1229">
                  <c:v>0.6145</c:v>
                </c:pt>
                <c:pt idx="1230">
                  <c:v>0.615</c:v>
                </c:pt>
                <c:pt idx="1231">
                  <c:v>0.6155</c:v>
                </c:pt>
                <c:pt idx="1232">
                  <c:v>0.616</c:v>
                </c:pt>
                <c:pt idx="1233">
                  <c:v>0.6165</c:v>
                </c:pt>
                <c:pt idx="1234">
                  <c:v>0.617</c:v>
                </c:pt>
                <c:pt idx="1235">
                  <c:v>0.6175</c:v>
                </c:pt>
                <c:pt idx="1236">
                  <c:v>0.618</c:v>
                </c:pt>
                <c:pt idx="1237">
                  <c:v>0.6185</c:v>
                </c:pt>
                <c:pt idx="1238">
                  <c:v>0.619</c:v>
                </c:pt>
                <c:pt idx="1239">
                  <c:v>0.6195</c:v>
                </c:pt>
                <c:pt idx="1240">
                  <c:v>0.62</c:v>
                </c:pt>
                <c:pt idx="1241">
                  <c:v>0.6205</c:v>
                </c:pt>
                <c:pt idx="1242">
                  <c:v>0.621</c:v>
                </c:pt>
                <c:pt idx="1243">
                  <c:v>0.6215</c:v>
                </c:pt>
                <c:pt idx="1244">
                  <c:v>0.622</c:v>
                </c:pt>
                <c:pt idx="1245">
                  <c:v>0.6225</c:v>
                </c:pt>
                <c:pt idx="1246">
                  <c:v>0.623</c:v>
                </c:pt>
                <c:pt idx="1247">
                  <c:v>0.6235</c:v>
                </c:pt>
                <c:pt idx="1248">
                  <c:v>0.624</c:v>
                </c:pt>
                <c:pt idx="1249">
                  <c:v>0.6245</c:v>
                </c:pt>
                <c:pt idx="1250">
                  <c:v>0.625</c:v>
                </c:pt>
                <c:pt idx="1251">
                  <c:v>0.6255</c:v>
                </c:pt>
                <c:pt idx="1252">
                  <c:v>0.626</c:v>
                </c:pt>
                <c:pt idx="1253">
                  <c:v>0.6265</c:v>
                </c:pt>
                <c:pt idx="1254">
                  <c:v>0.627</c:v>
                </c:pt>
                <c:pt idx="1255">
                  <c:v>0.6275</c:v>
                </c:pt>
                <c:pt idx="1256">
                  <c:v>0.628</c:v>
                </c:pt>
                <c:pt idx="1257">
                  <c:v>0.6285</c:v>
                </c:pt>
                <c:pt idx="1258">
                  <c:v>0.629</c:v>
                </c:pt>
                <c:pt idx="1259">
                  <c:v>0.6295</c:v>
                </c:pt>
                <c:pt idx="1260">
                  <c:v>0.63</c:v>
                </c:pt>
                <c:pt idx="1261">
                  <c:v>0.6305</c:v>
                </c:pt>
                <c:pt idx="1262">
                  <c:v>0.631</c:v>
                </c:pt>
                <c:pt idx="1263">
                  <c:v>0.6315</c:v>
                </c:pt>
                <c:pt idx="1264">
                  <c:v>0.632</c:v>
                </c:pt>
                <c:pt idx="1265">
                  <c:v>0.6325</c:v>
                </c:pt>
                <c:pt idx="1266">
                  <c:v>0.633</c:v>
                </c:pt>
                <c:pt idx="1267">
                  <c:v>0.6335</c:v>
                </c:pt>
                <c:pt idx="1268">
                  <c:v>0.634</c:v>
                </c:pt>
                <c:pt idx="1269">
                  <c:v>0.6345</c:v>
                </c:pt>
                <c:pt idx="1270">
                  <c:v>0.635</c:v>
                </c:pt>
                <c:pt idx="1271">
                  <c:v>0.6355</c:v>
                </c:pt>
                <c:pt idx="1272">
                  <c:v>0.636</c:v>
                </c:pt>
                <c:pt idx="1273">
                  <c:v>0.6365</c:v>
                </c:pt>
                <c:pt idx="1274">
                  <c:v>0.637</c:v>
                </c:pt>
                <c:pt idx="1275">
                  <c:v>0.6375</c:v>
                </c:pt>
                <c:pt idx="1276">
                  <c:v>0.638</c:v>
                </c:pt>
                <c:pt idx="1277">
                  <c:v>0.6385</c:v>
                </c:pt>
                <c:pt idx="1278">
                  <c:v>0.639</c:v>
                </c:pt>
                <c:pt idx="1279">
                  <c:v>0.6395</c:v>
                </c:pt>
                <c:pt idx="1280">
                  <c:v>0.64</c:v>
                </c:pt>
                <c:pt idx="1281">
                  <c:v>0.6405</c:v>
                </c:pt>
                <c:pt idx="1282">
                  <c:v>0.641</c:v>
                </c:pt>
                <c:pt idx="1283">
                  <c:v>0.6415</c:v>
                </c:pt>
                <c:pt idx="1284">
                  <c:v>0.642</c:v>
                </c:pt>
                <c:pt idx="1285">
                  <c:v>0.6425</c:v>
                </c:pt>
                <c:pt idx="1286">
                  <c:v>0.643</c:v>
                </c:pt>
                <c:pt idx="1287">
                  <c:v>0.6435</c:v>
                </c:pt>
                <c:pt idx="1288">
                  <c:v>0.644</c:v>
                </c:pt>
                <c:pt idx="1289">
                  <c:v>0.6445</c:v>
                </c:pt>
                <c:pt idx="1290">
                  <c:v>0.645</c:v>
                </c:pt>
                <c:pt idx="1291">
                  <c:v>0.6455</c:v>
                </c:pt>
                <c:pt idx="1292">
                  <c:v>0.646</c:v>
                </c:pt>
                <c:pt idx="1293">
                  <c:v>0.6465</c:v>
                </c:pt>
                <c:pt idx="1294">
                  <c:v>0.647</c:v>
                </c:pt>
                <c:pt idx="1295">
                  <c:v>0.6475</c:v>
                </c:pt>
                <c:pt idx="1296">
                  <c:v>0.648</c:v>
                </c:pt>
                <c:pt idx="1297">
                  <c:v>0.6485</c:v>
                </c:pt>
                <c:pt idx="1298">
                  <c:v>0.649</c:v>
                </c:pt>
                <c:pt idx="1299">
                  <c:v>0.6495</c:v>
                </c:pt>
                <c:pt idx="1300">
                  <c:v>0.65</c:v>
                </c:pt>
                <c:pt idx="1301">
                  <c:v>0.6505</c:v>
                </c:pt>
                <c:pt idx="1302">
                  <c:v>0.651</c:v>
                </c:pt>
                <c:pt idx="1303">
                  <c:v>0.6515</c:v>
                </c:pt>
                <c:pt idx="1304">
                  <c:v>0.652</c:v>
                </c:pt>
                <c:pt idx="1305">
                  <c:v>0.6525</c:v>
                </c:pt>
                <c:pt idx="1306">
                  <c:v>0.653</c:v>
                </c:pt>
                <c:pt idx="1307">
                  <c:v>0.6535</c:v>
                </c:pt>
                <c:pt idx="1308">
                  <c:v>0.654</c:v>
                </c:pt>
                <c:pt idx="1309">
                  <c:v>0.6545</c:v>
                </c:pt>
                <c:pt idx="1310">
                  <c:v>0.655</c:v>
                </c:pt>
                <c:pt idx="1311">
                  <c:v>0.6555</c:v>
                </c:pt>
                <c:pt idx="1312">
                  <c:v>0.656</c:v>
                </c:pt>
                <c:pt idx="1313">
                  <c:v>0.6565</c:v>
                </c:pt>
                <c:pt idx="1314">
                  <c:v>0.657</c:v>
                </c:pt>
                <c:pt idx="1315">
                  <c:v>0.6575</c:v>
                </c:pt>
                <c:pt idx="1316">
                  <c:v>0.658</c:v>
                </c:pt>
                <c:pt idx="1317">
                  <c:v>0.6585</c:v>
                </c:pt>
                <c:pt idx="1318">
                  <c:v>0.659</c:v>
                </c:pt>
                <c:pt idx="1319">
                  <c:v>0.6595</c:v>
                </c:pt>
                <c:pt idx="1320">
                  <c:v>0.66</c:v>
                </c:pt>
                <c:pt idx="1321">
                  <c:v>0.6605</c:v>
                </c:pt>
                <c:pt idx="1322">
                  <c:v>0.661</c:v>
                </c:pt>
                <c:pt idx="1323">
                  <c:v>0.6615</c:v>
                </c:pt>
                <c:pt idx="1324">
                  <c:v>0.662</c:v>
                </c:pt>
                <c:pt idx="1325">
                  <c:v>0.6625</c:v>
                </c:pt>
                <c:pt idx="1326">
                  <c:v>0.663</c:v>
                </c:pt>
                <c:pt idx="1327">
                  <c:v>0.6635</c:v>
                </c:pt>
                <c:pt idx="1328">
                  <c:v>0.664</c:v>
                </c:pt>
                <c:pt idx="1329">
                  <c:v>0.6645</c:v>
                </c:pt>
                <c:pt idx="1330">
                  <c:v>0.665</c:v>
                </c:pt>
                <c:pt idx="1331">
                  <c:v>0.6655</c:v>
                </c:pt>
                <c:pt idx="1332">
                  <c:v>0.666</c:v>
                </c:pt>
                <c:pt idx="1333">
                  <c:v>0.6665</c:v>
                </c:pt>
                <c:pt idx="1334">
                  <c:v>0.667</c:v>
                </c:pt>
                <c:pt idx="1335">
                  <c:v>0.6675</c:v>
                </c:pt>
                <c:pt idx="1336">
                  <c:v>0.668</c:v>
                </c:pt>
                <c:pt idx="1337">
                  <c:v>0.6685</c:v>
                </c:pt>
                <c:pt idx="1338">
                  <c:v>0.669</c:v>
                </c:pt>
                <c:pt idx="1339">
                  <c:v>0.6695</c:v>
                </c:pt>
                <c:pt idx="1340">
                  <c:v>0.67</c:v>
                </c:pt>
                <c:pt idx="1341">
                  <c:v>0.6705</c:v>
                </c:pt>
                <c:pt idx="1342">
                  <c:v>0.671</c:v>
                </c:pt>
                <c:pt idx="1343">
                  <c:v>0.6715</c:v>
                </c:pt>
                <c:pt idx="1344">
                  <c:v>0.672</c:v>
                </c:pt>
                <c:pt idx="1345">
                  <c:v>0.6725</c:v>
                </c:pt>
                <c:pt idx="1346">
                  <c:v>0.673</c:v>
                </c:pt>
                <c:pt idx="1347">
                  <c:v>0.6735</c:v>
                </c:pt>
                <c:pt idx="1348">
                  <c:v>0.674</c:v>
                </c:pt>
                <c:pt idx="1349">
                  <c:v>0.6745</c:v>
                </c:pt>
                <c:pt idx="1350">
                  <c:v>0.675</c:v>
                </c:pt>
                <c:pt idx="1351">
                  <c:v>0.6755</c:v>
                </c:pt>
                <c:pt idx="1352">
                  <c:v>0.676</c:v>
                </c:pt>
                <c:pt idx="1353">
                  <c:v>0.6765</c:v>
                </c:pt>
                <c:pt idx="1354">
                  <c:v>0.677</c:v>
                </c:pt>
                <c:pt idx="1355">
                  <c:v>0.6775</c:v>
                </c:pt>
                <c:pt idx="1356">
                  <c:v>0.678</c:v>
                </c:pt>
                <c:pt idx="1357">
                  <c:v>0.6785</c:v>
                </c:pt>
                <c:pt idx="1358">
                  <c:v>0.679</c:v>
                </c:pt>
                <c:pt idx="1359">
                  <c:v>0.6795</c:v>
                </c:pt>
                <c:pt idx="1360">
                  <c:v>0.68</c:v>
                </c:pt>
                <c:pt idx="1361">
                  <c:v>0.6805</c:v>
                </c:pt>
                <c:pt idx="1362">
                  <c:v>0.681</c:v>
                </c:pt>
                <c:pt idx="1363">
                  <c:v>0.6815</c:v>
                </c:pt>
                <c:pt idx="1364">
                  <c:v>0.682</c:v>
                </c:pt>
                <c:pt idx="1365">
                  <c:v>0.6825</c:v>
                </c:pt>
                <c:pt idx="1366">
                  <c:v>0.683</c:v>
                </c:pt>
                <c:pt idx="1367">
                  <c:v>0.6835</c:v>
                </c:pt>
                <c:pt idx="1368">
                  <c:v>0.684</c:v>
                </c:pt>
                <c:pt idx="1369">
                  <c:v>0.6845</c:v>
                </c:pt>
                <c:pt idx="1370">
                  <c:v>0.685</c:v>
                </c:pt>
                <c:pt idx="1371">
                  <c:v>0.6855</c:v>
                </c:pt>
                <c:pt idx="1372">
                  <c:v>0.686</c:v>
                </c:pt>
                <c:pt idx="1373">
                  <c:v>0.6865</c:v>
                </c:pt>
                <c:pt idx="1374">
                  <c:v>0.687</c:v>
                </c:pt>
                <c:pt idx="1375">
                  <c:v>0.6875</c:v>
                </c:pt>
                <c:pt idx="1376">
                  <c:v>0.688</c:v>
                </c:pt>
                <c:pt idx="1377">
                  <c:v>0.6885</c:v>
                </c:pt>
                <c:pt idx="1378">
                  <c:v>0.689</c:v>
                </c:pt>
                <c:pt idx="1379">
                  <c:v>0.6895</c:v>
                </c:pt>
                <c:pt idx="1380">
                  <c:v>0.69</c:v>
                </c:pt>
                <c:pt idx="1381">
                  <c:v>0.6905</c:v>
                </c:pt>
                <c:pt idx="1382">
                  <c:v>0.691</c:v>
                </c:pt>
                <c:pt idx="1383">
                  <c:v>0.6915</c:v>
                </c:pt>
                <c:pt idx="1384">
                  <c:v>0.692</c:v>
                </c:pt>
                <c:pt idx="1385">
                  <c:v>0.6925</c:v>
                </c:pt>
                <c:pt idx="1386">
                  <c:v>0.693</c:v>
                </c:pt>
                <c:pt idx="1387">
                  <c:v>0.6935</c:v>
                </c:pt>
                <c:pt idx="1388">
                  <c:v>0.694</c:v>
                </c:pt>
                <c:pt idx="1389">
                  <c:v>0.6945</c:v>
                </c:pt>
                <c:pt idx="1390">
                  <c:v>0.695</c:v>
                </c:pt>
                <c:pt idx="1391">
                  <c:v>0.6955</c:v>
                </c:pt>
                <c:pt idx="1392">
                  <c:v>0.696</c:v>
                </c:pt>
                <c:pt idx="1393">
                  <c:v>0.6965</c:v>
                </c:pt>
                <c:pt idx="1394">
                  <c:v>0.697</c:v>
                </c:pt>
                <c:pt idx="1395">
                  <c:v>0.6975</c:v>
                </c:pt>
                <c:pt idx="1396">
                  <c:v>0.698</c:v>
                </c:pt>
                <c:pt idx="1397">
                  <c:v>0.6985</c:v>
                </c:pt>
                <c:pt idx="1398">
                  <c:v>0.699</c:v>
                </c:pt>
                <c:pt idx="1399">
                  <c:v>0.6995</c:v>
                </c:pt>
                <c:pt idx="1400">
                  <c:v>0.7</c:v>
                </c:pt>
                <c:pt idx="1401">
                  <c:v>0.7005</c:v>
                </c:pt>
                <c:pt idx="1402">
                  <c:v>0.701</c:v>
                </c:pt>
                <c:pt idx="1403">
                  <c:v>0.7015</c:v>
                </c:pt>
                <c:pt idx="1404">
                  <c:v>0.702</c:v>
                </c:pt>
                <c:pt idx="1405">
                  <c:v>0.7025</c:v>
                </c:pt>
                <c:pt idx="1406">
                  <c:v>0.703</c:v>
                </c:pt>
                <c:pt idx="1407">
                  <c:v>0.7035</c:v>
                </c:pt>
                <c:pt idx="1408">
                  <c:v>0.704</c:v>
                </c:pt>
                <c:pt idx="1409">
                  <c:v>0.7045</c:v>
                </c:pt>
                <c:pt idx="1410">
                  <c:v>0.705</c:v>
                </c:pt>
                <c:pt idx="1411">
                  <c:v>0.7055</c:v>
                </c:pt>
                <c:pt idx="1412">
                  <c:v>0.706</c:v>
                </c:pt>
                <c:pt idx="1413">
                  <c:v>0.7065</c:v>
                </c:pt>
                <c:pt idx="1414">
                  <c:v>0.707</c:v>
                </c:pt>
                <c:pt idx="1415">
                  <c:v>0.7075</c:v>
                </c:pt>
                <c:pt idx="1416">
                  <c:v>0.708</c:v>
                </c:pt>
                <c:pt idx="1417">
                  <c:v>0.7085</c:v>
                </c:pt>
                <c:pt idx="1418">
                  <c:v>0.709</c:v>
                </c:pt>
                <c:pt idx="1419">
                  <c:v>0.7095</c:v>
                </c:pt>
                <c:pt idx="1420">
                  <c:v>0.71</c:v>
                </c:pt>
                <c:pt idx="1421">
                  <c:v>0.7105</c:v>
                </c:pt>
                <c:pt idx="1422">
                  <c:v>0.711</c:v>
                </c:pt>
                <c:pt idx="1423">
                  <c:v>0.7115</c:v>
                </c:pt>
                <c:pt idx="1424">
                  <c:v>0.712</c:v>
                </c:pt>
                <c:pt idx="1425">
                  <c:v>0.7125</c:v>
                </c:pt>
                <c:pt idx="1426">
                  <c:v>0.713</c:v>
                </c:pt>
                <c:pt idx="1427">
                  <c:v>0.7135</c:v>
                </c:pt>
                <c:pt idx="1428">
                  <c:v>0.714</c:v>
                </c:pt>
                <c:pt idx="1429">
                  <c:v>0.7145</c:v>
                </c:pt>
                <c:pt idx="1430">
                  <c:v>0.715</c:v>
                </c:pt>
                <c:pt idx="1431">
                  <c:v>0.7155</c:v>
                </c:pt>
                <c:pt idx="1432">
                  <c:v>0.716</c:v>
                </c:pt>
                <c:pt idx="1433">
                  <c:v>0.7165</c:v>
                </c:pt>
                <c:pt idx="1434">
                  <c:v>0.717</c:v>
                </c:pt>
                <c:pt idx="1435">
                  <c:v>0.7175</c:v>
                </c:pt>
                <c:pt idx="1436">
                  <c:v>0.718</c:v>
                </c:pt>
                <c:pt idx="1437">
                  <c:v>0.7185</c:v>
                </c:pt>
                <c:pt idx="1438">
                  <c:v>0.719</c:v>
                </c:pt>
                <c:pt idx="1439">
                  <c:v>0.7195</c:v>
                </c:pt>
                <c:pt idx="1440">
                  <c:v>0.72</c:v>
                </c:pt>
                <c:pt idx="1441">
                  <c:v>0.7205</c:v>
                </c:pt>
                <c:pt idx="1442">
                  <c:v>0.721</c:v>
                </c:pt>
                <c:pt idx="1443">
                  <c:v>0.7215</c:v>
                </c:pt>
                <c:pt idx="1444">
                  <c:v>0.722</c:v>
                </c:pt>
                <c:pt idx="1445">
                  <c:v>0.7225</c:v>
                </c:pt>
                <c:pt idx="1446">
                  <c:v>0.723</c:v>
                </c:pt>
                <c:pt idx="1447">
                  <c:v>0.7235</c:v>
                </c:pt>
                <c:pt idx="1448">
                  <c:v>0.724</c:v>
                </c:pt>
                <c:pt idx="1449">
                  <c:v>0.7245</c:v>
                </c:pt>
                <c:pt idx="1450">
                  <c:v>0.725</c:v>
                </c:pt>
                <c:pt idx="1451">
                  <c:v>0.7255</c:v>
                </c:pt>
                <c:pt idx="1452">
                  <c:v>0.726</c:v>
                </c:pt>
                <c:pt idx="1453">
                  <c:v>0.7265</c:v>
                </c:pt>
                <c:pt idx="1454">
                  <c:v>0.727</c:v>
                </c:pt>
                <c:pt idx="1455">
                  <c:v>0.7275</c:v>
                </c:pt>
                <c:pt idx="1456">
                  <c:v>0.728</c:v>
                </c:pt>
                <c:pt idx="1457">
                  <c:v>0.7285</c:v>
                </c:pt>
                <c:pt idx="1458">
                  <c:v>0.729</c:v>
                </c:pt>
                <c:pt idx="1459">
                  <c:v>0.7295</c:v>
                </c:pt>
                <c:pt idx="1460">
                  <c:v>0.73</c:v>
                </c:pt>
                <c:pt idx="1461">
                  <c:v>0.7305</c:v>
                </c:pt>
                <c:pt idx="1462">
                  <c:v>0.731</c:v>
                </c:pt>
                <c:pt idx="1463">
                  <c:v>0.7315</c:v>
                </c:pt>
                <c:pt idx="1464">
                  <c:v>0.732</c:v>
                </c:pt>
                <c:pt idx="1465">
                  <c:v>0.7325</c:v>
                </c:pt>
                <c:pt idx="1466">
                  <c:v>0.733</c:v>
                </c:pt>
                <c:pt idx="1467">
                  <c:v>0.7335</c:v>
                </c:pt>
                <c:pt idx="1468">
                  <c:v>0.734</c:v>
                </c:pt>
                <c:pt idx="1469">
                  <c:v>0.7345</c:v>
                </c:pt>
                <c:pt idx="1470">
                  <c:v>0.735</c:v>
                </c:pt>
                <c:pt idx="1471">
                  <c:v>0.7355</c:v>
                </c:pt>
                <c:pt idx="1472">
                  <c:v>0.736</c:v>
                </c:pt>
                <c:pt idx="1473">
                  <c:v>0.7365</c:v>
                </c:pt>
                <c:pt idx="1474">
                  <c:v>0.737</c:v>
                </c:pt>
                <c:pt idx="1475">
                  <c:v>0.7375</c:v>
                </c:pt>
                <c:pt idx="1476">
                  <c:v>0.738</c:v>
                </c:pt>
                <c:pt idx="1477">
                  <c:v>0.7385</c:v>
                </c:pt>
                <c:pt idx="1478">
                  <c:v>0.739</c:v>
                </c:pt>
                <c:pt idx="1479">
                  <c:v>0.7395</c:v>
                </c:pt>
                <c:pt idx="1480">
                  <c:v>0.74</c:v>
                </c:pt>
                <c:pt idx="1481">
                  <c:v>0.7405</c:v>
                </c:pt>
                <c:pt idx="1482">
                  <c:v>0.741</c:v>
                </c:pt>
                <c:pt idx="1483">
                  <c:v>0.7415</c:v>
                </c:pt>
                <c:pt idx="1484">
                  <c:v>0.742</c:v>
                </c:pt>
                <c:pt idx="1485">
                  <c:v>0.7425</c:v>
                </c:pt>
                <c:pt idx="1486">
                  <c:v>0.743</c:v>
                </c:pt>
                <c:pt idx="1487">
                  <c:v>0.7435</c:v>
                </c:pt>
                <c:pt idx="1488">
                  <c:v>0.744</c:v>
                </c:pt>
                <c:pt idx="1489">
                  <c:v>0.7445</c:v>
                </c:pt>
                <c:pt idx="1490">
                  <c:v>0.745</c:v>
                </c:pt>
                <c:pt idx="1491">
                  <c:v>0.7455</c:v>
                </c:pt>
                <c:pt idx="1492">
                  <c:v>0.746</c:v>
                </c:pt>
                <c:pt idx="1493">
                  <c:v>0.7465</c:v>
                </c:pt>
                <c:pt idx="1494">
                  <c:v>0.747</c:v>
                </c:pt>
                <c:pt idx="1495">
                  <c:v>0.7475</c:v>
                </c:pt>
                <c:pt idx="1496">
                  <c:v>0.748</c:v>
                </c:pt>
                <c:pt idx="1497">
                  <c:v>0.7485</c:v>
                </c:pt>
                <c:pt idx="1498">
                  <c:v>0.749</c:v>
                </c:pt>
                <c:pt idx="1499">
                  <c:v>0.7495</c:v>
                </c:pt>
                <c:pt idx="1500">
                  <c:v>0.75</c:v>
                </c:pt>
                <c:pt idx="1501">
                  <c:v>0.7505</c:v>
                </c:pt>
                <c:pt idx="1502">
                  <c:v>0.751</c:v>
                </c:pt>
                <c:pt idx="1503">
                  <c:v>0.7515</c:v>
                </c:pt>
                <c:pt idx="1504">
                  <c:v>0.752</c:v>
                </c:pt>
                <c:pt idx="1505">
                  <c:v>0.7525</c:v>
                </c:pt>
                <c:pt idx="1506">
                  <c:v>0.753</c:v>
                </c:pt>
                <c:pt idx="1507">
                  <c:v>0.7535</c:v>
                </c:pt>
                <c:pt idx="1508">
                  <c:v>0.754</c:v>
                </c:pt>
                <c:pt idx="1509">
                  <c:v>0.7545</c:v>
                </c:pt>
                <c:pt idx="1510">
                  <c:v>0.755</c:v>
                </c:pt>
                <c:pt idx="1511">
                  <c:v>0.7555</c:v>
                </c:pt>
                <c:pt idx="1512">
                  <c:v>0.756</c:v>
                </c:pt>
                <c:pt idx="1513">
                  <c:v>0.7565</c:v>
                </c:pt>
                <c:pt idx="1514">
                  <c:v>0.757</c:v>
                </c:pt>
                <c:pt idx="1515">
                  <c:v>0.7575</c:v>
                </c:pt>
                <c:pt idx="1516">
                  <c:v>0.758</c:v>
                </c:pt>
                <c:pt idx="1517">
                  <c:v>0.7585</c:v>
                </c:pt>
                <c:pt idx="1518">
                  <c:v>0.759</c:v>
                </c:pt>
                <c:pt idx="1519">
                  <c:v>0.7595</c:v>
                </c:pt>
                <c:pt idx="1520">
                  <c:v>0.76</c:v>
                </c:pt>
                <c:pt idx="1521">
                  <c:v>0.7605</c:v>
                </c:pt>
                <c:pt idx="1522">
                  <c:v>0.761</c:v>
                </c:pt>
                <c:pt idx="1523">
                  <c:v>0.7615</c:v>
                </c:pt>
                <c:pt idx="1524">
                  <c:v>0.762</c:v>
                </c:pt>
                <c:pt idx="1525">
                  <c:v>0.7625</c:v>
                </c:pt>
                <c:pt idx="1526">
                  <c:v>0.763</c:v>
                </c:pt>
                <c:pt idx="1527">
                  <c:v>0.7635</c:v>
                </c:pt>
                <c:pt idx="1528">
                  <c:v>0.764</c:v>
                </c:pt>
                <c:pt idx="1529">
                  <c:v>0.7645</c:v>
                </c:pt>
                <c:pt idx="1530">
                  <c:v>0.765</c:v>
                </c:pt>
                <c:pt idx="1531">
                  <c:v>0.7655</c:v>
                </c:pt>
                <c:pt idx="1532">
                  <c:v>0.766</c:v>
                </c:pt>
                <c:pt idx="1533">
                  <c:v>0.7665</c:v>
                </c:pt>
                <c:pt idx="1534">
                  <c:v>0.767</c:v>
                </c:pt>
                <c:pt idx="1535">
                  <c:v>0.7675</c:v>
                </c:pt>
                <c:pt idx="1536">
                  <c:v>0.768</c:v>
                </c:pt>
                <c:pt idx="1537">
                  <c:v>0.7685</c:v>
                </c:pt>
                <c:pt idx="1538">
                  <c:v>0.769</c:v>
                </c:pt>
                <c:pt idx="1539">
                  <c:v>0.7695</c:v>
                </c:pt>
                <c:pt idx="1540">
                  <c:v>0.77</c:v>
                </c:pt>
                <c:pt idx="1541">
                  <c:v>0.7705</c:v>
                </c:pt>
                <c:pt idx="1542">
                  <c:v>0.771</c:v>
                </c:pt>
                <c:pt idx="1543">
                  <c:v>0.7715</c:v>
                </c:pt>
                <c:pt idx="1544">
                  <c:v>0.772</c:v>
                </c:pt>
                <c:pt idx="1545">
                  <c:v>0.7725</c:v>
                </c:pt>
                <c:pt idx="1546">
                  <c:v>0.773</c:v>
                </c:pt>
                <c:pt idx="1547">
                  <c:v>0.7735</c:v>
                </c:pt>
                <c:pt idx="1548">
                  <c:v>0.774</c:v>
                </c:pt>
                <c:pt idx="1549">
                  <c:v>0.7745</c:v>
                </c:pt>
                <c:pt idx="1550">
                  <c:v>0.775</c:v>
                </c:pt>
                <c:pt idx="1551">
                  <c:v>0.7755</c:v>
                </c:pt>
                <c:pt idx="1552">
                  <c:v>0.776</c:v>
                </c:pt>
                <c:pt idx="1553">
                  <c:v>0.7765</c:v>
                </c:pt>
                <c:pt idx="1554">
                  <c:v>0.777</c:v>
                </c:pt>
                <c:pt idx="1555">
                  <c:v>0.7775</c:v>
                </c:pt>
                <c:pt idx="1556">
                  <c:v>0.778</c:v>
                </c:pt>
                <c:pt idx="1557">
                  <c:v>0.7785</c:v>
                </c:pt>
                <c:pt idx="1558">
                  <c:v>0.779</c:v>
                </c:pt>
                <c:pt idx="1559">
                  <c:v>0.7795</c:v>
                </c:pt>
                <c:pt idx="1560">
                  <c:v>0.78</c:v>
                </c:pt>
                <c:pt idx="1561">
                  <c:v>0.7805</c:v>
                </c:pt>
                <c:pt idx="1562">
                  <c:v>0.781</c:v>
                </c:pt>
                <c:pt idx="1563">
                  <c:v>0.7815</c:v>
                </c:pt>
                <c:pt idx="1564">
                  <c:v>0.782</c:v>
                </c:pt>
                <c:pt idx="1565">
                  <c:v>0.7825</c:v>
                </c:pt>
                <c:pt idx="1566">
                  <c:v>0.783</c:v>
                </c:pt>
                <c:pt idx="1567">
                  <c:v>0.7835</c:v>
                </c:pt>
                <c:pt idx="1568">
                  <c:v>0.784</c:v>
                </c:pt>
                <c:pt idx="1569">
                  <c:v>0.7845</c:v>
                </c:pt>
                <c:pt idx="1570">
                  <c:v>0.785</c:v>
                </c:pt>
                <c:pt idx="1571">
                  <c:v>0.7855</c:v>
                </c:pt>
                <c:pt idx="1572">
                  <c:v>0.786</c:v>
                </c:pt>
                <c:pt idx="1573">
                  <c:v>0.7865</c:v>
                </c:pt>
                <c:pt idx="1574">
                  <c:v>0.787</c:v>
                </c:pt>
                <c:pt idx="1575">
                  <c:v>0.7875</c:v>
                </c:pt>
                <c:pt idx="1576">
                  <c:v>0.788</c:v>
                </c:pt>
                <c:pt idx="1577">
                  <c:v>0.7885</c:v>
                </c:pt>
                <c:pt idx="1578">
                  <c:v>0.789</c:v>
                </c:pt>
                <c:pt idx="1579">
                  <c:v>0.7895</c:v>
                </c:pt>
                <c:pt idx="1580">
                  <c:v>0.79</c:v>
                </c:pt>
                <c:pt idx="1581">
                  <c:v>0.7905</c:v>
                </c:pt>
                <c:pt idx="1582">
                  <c:v>0.791</c:v>
                </c:pt>
                <c:pt idx="1583">
                  <c:v>0.7915</c:v>
                </c:pt>
                <c:pt idx="1584">
                  <c:v>0.792</c:v>
                </c:pt>
                <c:pt idx="1585">
                  <c:v>0.7925</c:v>
                </c:pt>
                <c:pt idx="1586">
                  <c:v>0.793</c:v>
                </c:pt>
                <c:pt idx="1587">
                  <c:v>0.7935</c:v>
                </c:pt>
                <c:pt idx="1588">
                  <c:v>0.794</c:v>
                </c:pt>
                <c:pt idx="1589">
                  <c:v>0.7945</c:v>
                </c:pt>
                <c:pt idx="1590">
                  <c:v>0.795</c:v>
                </c:pt>
                <c:pt idx="1591">
                  <c:v>0.7955</c:v>
                </c:pt>
                <c:pt idx="1592">
                  <c:v>0.796</c:v>
                </c:pt>
                <c:pt idx="1593">
                  <c:v>0.7965</c:v>
                </c:pt>
                <c:pt idx="1594">
                  <c:v>0.797</c:v>
                </c:pt>
                <c:pt idx="1595">
                  <c:v>0.7975</c:v>
                </c:pt>
                <c:pt idx="1596">
                  <c:v>0.798</c:v>
                </c:pt>
                <c:pt idx="1597">
                  <c:v>0.7985</c:v>
                </c:pt>
                <c:pt idx="1598">
                  <c:v>0.799</c:v>
                </c:pt>
                <c:pt idx="1599">
                  <c:v>0.7995</c:v>
                </c:pt>
                <c:pt idx="1600">
                  <c:v>0.8</c:v>
                </c:pt>
                <c:pt idx="1601">
                  <c:v>0.8005</c:v>
                </c:pt>
                <c:pt idx="1602">
                  <c:v>0.801</c:v>
                </c:pt>
                <c:pt idx="1603">
                  <c:v>0.8015</c:v>
                </c:pt>
                <c:pt idx="1604">
                  <c:v>0.802</c:v>
                </c:pt>
                <c:pt idx="1605">
                  <c:v>0.8025</c:v>
                </c:pt>
                <c:pt idx="1606">
                  <c:v>0.803</c:v>
                </c:pt>
                <c:pt idx="1607">
                  <c:v>0.8035</c:v>
                </c:pt>
                <c:pt idx="1608">
                  <c:v>0.804</c:v>
                </c:pt>
                <c:pt idx="1609">
                  <c:v>0.8045</c:v>
                </c:pt>
                <c:pt idx="1610">
                  <c:v>0.805</c:v>
                </c:pt>
                <c:pt idx="1611">
                  <c:v>0.8055</c:v>
                </c:pt>
                <c:pt idx="1612">
                  <c:v>0.806</c:v>
                </c:pt>
                <c:pt idx="1613">
                  <c:v>0.8065</c:v>
                </c:pt>
                <c:pt idx="1614">
                  <c:v>0.807</c:v>
                </c:pt>
                <c:pt idx="1615">
                  <c:v>0.8075</c:v>
                </c:pt>
                <c:pt idx="1616">
                  <c:v>0.808</c:v>
                </c:pt>
                <c:pt idx="1617">
                  <c:v>0.8085</c:v>
                </c:pt>
                <c:pt idx="1618">
                  <c:v>0.809</c:v>
                </c:pt>
                <c:pt idx="1619">
                  <c:v>0.8095</c:v>
                </c:pt>
                <c:pt idx="1620">
                  <c:v>0.81</c:v>
                </c:pt>
                <c:pt idx="1621">
                  <c:v>0.8105</c:v>
                </c:pt>
                <c:pt idx="1622">
                  <c:v>0.811</c:v>
                </c:pt>
                <c:pt idx="1623">
                  <c:v>0.8115</c:v>
                </c:pt>
                <c:pt idx="1624">
                  <c:v>0.812</c:v>
                </c:pt>
                <c:pt idx="1625">
                  <c:v>0.8125</c:v>
                </c:pt>
                <c:pt idx="1626">
                  <c:v>0.813</c:v>
                </c:pt>
                <c:pt idx="1627">
                  <c:v>0.8135</c:v>
                </c:pt>
                <c:pt idx="1628">
                  <c:v>0.814</c:v>
                </c:pt>
                <c:pt idx="1629">
                  <c:v>0.8145</c:v>
                </c:pt>
                <c:pt idx="1630">
                  <c:v>0.815</c:v>
                </c:pt>
                <c:pt idx="1631">
                  <c:v>0.8155</c:v>
                </c:pt>
                <c:pt idx="1632">
                  <c:v>0.816</c:v>
                </c:pt>
                <c:pt idx="1633">
                  <c:v>0.8165</c:v>
                </c:pt>
                <c:pt idx="1634">
                  <c:v>0.817</c:v>
                </c:pt>
                <c:pt idx="1635">
                  <c:v>0.8175</c:v>
                </c:pt>
                <c:pt idx="1636">
                  <c:v>0.818</c:v>
                </c:pt>
                <c:pt idx="1637">
                  <c:v>0.8185</c:v>
                </c:pt>
                <c:pt idx="1638">
                  <c:v>0.819</c:v>
                </c:pt>
                <c:pt idx="1639">
                  <c:v>0.8195</c:v>
                </c:pt>
                <c:pt idx="1640">
                  <c:v>0.82</c:v>
                </c:pt>
                <c:pt idx="1641">
                  <c:v>0.8205</c:v>
                </c:pt>
                <c:pt idx="1642">
                  <c:v>0.821</c:v>
                </c:pt>
                <c:pt idx="1643">
                  <c:v>0.8215</c:v>
                </c:pt>
                <c:pt idx="1644">
                  <c:v>0.822</c:v>
                </c:pt>
                <c:pt idx="1645">
                  <c:v>0.8225</c:v>
                </c:pt>
                <c:pt idx="1646">
                  <c:v>0.823</c:v>
                </c:pt>
                <c:pt idx="1647">
                  <c:v>0.8235</c:v>
                </c:pt>
                <c:pt idx="1648">
                  <c:v>0.824</c:v>
                </c:pt>
                <c:pt idx="1649">
                  <c:v>0.8245</c:v>
                </c:pt>
                <c:pt idx="1650">
                  <c:v>0.825</c:v>
                </c:pt>
                <c:pt idx="1651">
                  <c:v>0.8255</c:v>
                </c:pt>
                <c:pt idx="1652">
                  <c:v>0.826</c:v>
                </c:pt>
                <c:pt idx="1653">
                  <c:v>0.8265</c:v>
                </c:pt>
                <c:pt idx="1654">
                  <c:v>0.827</c:v>
                </c:pt>
                <c:pt idx="1655">
                  <c:v>0.8275</c:v>
                </c:pt>
                <c:pt idx="1656">
                  <c:v>0.828</c:v>
                </c:pt>
                <c:pt idx="1657">
                  <c:v>0.8285</c:v>
                </c:pt>
                <c:pt idx="1658">
                  <c:v>0.829</c:v>
                </c:pt>
                <c:pt idx="1659">
                  <c:v>0.8295</c:v>
                </c:pt>
                <c:pt idx="1660">
                  <c:v>0.83</c:v>
                </c:pt>
                <c:pt idx="1661">
                  <c:v>0.8305</c:v>
                </c:pt>
                <c:pt idx="1662">
                  <c:v>0.831</c:v>
                </c:pt>
                <c:pt idx="1663">
                  <c:v>0.8315</c:v>
                </c:pt>
                <c:pt idx="1664">
                  <c:v>0.832</c:v>
                </c:pt>
                <c:pt idx="1665">
                  <c:v>0.8325</c:v>
                </c:pt>
                <c:pt idx="1666">
                  <c:v>0.833</c:v>
                </c:pt>
                <c:pt idx="1667">
                  <c:v>0.8335</c:v>
                </c:pt>
                <c:pt idx="1668">
                  <c:v>0.834</c:v>
                </c:pt>
                <c:pt idx="1669">
                  <c:v>0.8345</c:v>
                </c:pt>
                <c:pt idx="1670">
                  <c:v>0.835</c:v>
                </c:pt>
                <c:pt idx="1671">
                  <c:v>0.8355</c:v>
                </c:pt>
                <c:pt idx="1672">
                  <c:v>0.836</c:v>
                </c:pt>
                <c:pt idx="1673">
                  <c:v>0.8365</c:v>
                </c:pt>
                <c:pt idx="1674">
                  <c:v>0.837</c:v>
                </c:pt>
                <c:pt idx="1675">
                  <c:v>0.8375</c:v>
                </c:pt>
                <c:pt idx="1676">
                  <c:v>0.838</c:v>
                </c:pt>
                <c:pt idx="1677">
                  <c:v>0.8385</c:v>
                </c:pt>
                <c:pt idx="1678">
                  <c:v>0.839</c:v>
                </c:pt>
                <c:pt idx="1679">
                  <c:v>0.8395</c:v>
                </c:pt>
                <c:pt idx="1680">
                  <c:v>0.84</c:v>
                </c:pt>
                <c:pt idx="1681">
                  <c:v>0.8405</c:v>
                </c:pt>
                <c:pt idx="1682">
                  <c:v>0.841</c:v>
                </c:pt>
                <c:pt idx="1683">
                  <c:v>0.8415</c:v>
                </c:pt>
                <c:pt idx="1684">
                  <c:v>0.842</c:v>
                </c:pt>
                <c:pt idx="1685">
                  <c:v>0.8425</c:v>
                </c:pt>
                <c:pt idx="1686">
                  <c:v>0.843</c:v>
                </c:pt>
                <c:pt idx="1687">
                  <c:v>0.8435</c:v>
                </c:pt>
                <c:pt idx="1688">
                  <c:v>0.844</c:v>
                </c:pt>
                <c:pt idx="1689">
                  <c:v>0.8445</c:v>
                </c:pt>
                <c:pt idx="1690">
                  <c:v>0.845</c:v>
                </c:pt>
                <c:pt idx="1691">
                  <c:v>0.8455</c:v>
                </c:pt>
                <c:pt idx="1692">
                  <c:v>0.846</c:v>
                </c:pt>
                <c:pt idx="1693">
                  <c:v>0.8465</c:v>
                </c:pt>
                <c:pt idx="1694">
                  <c:v>0.847</c:v>
                </c:pt>
                <c:pt idx="1695">
                  <c:v>0.8475</c:v>
                </c:pt>
                <c:pt idx="1696">
                  <c:v>0.848</c:v>
                </c:pt>
                <c:pt idx="1697">
                  <c:v>0.8485</c:v>
                </c:pt>
                <c:pt idx="1698">
                  <c:v>0.849</c:v>
                </c:pt>
                <c:pt idx="1699">
                  <c:v>0.8495</c:v>
                </c:pt>
                <c:pt idx="1700">
                  <c:v>0.85</c:v>
                </c:pt>
                <c:pt idx="1701">
                  <c:v>0.8505</c:v>
                </c:pt>
                <c:pt idx="1702">
                  <c:v>0.851</c:v>
                </c:pt>
                <c:pt idx="1703">
                  <c:v>0.8515</c:v>
                </c:pt>
                <c:pt idx="1704">
                  <c:v>0.852</c:v>
                </c:pt>
                <c:pt idx="1705">
                  <c:v>0.8525</c:v>
                </c:pt>
                <c:pt idx="1706">
                  <c:v>0.853</c:v>
                </c:pt>
                <c:pt idx="1707">
                  <c:v>0.8535</c:v>
                </c:pt>
                <c:pt idx="1708">
                  <c:v>0.854</c:v>
                </c:pt>
                <c:pt idx="1709">
                  <c:v>0.8545</c:v>
                </c:pt>
                <c:pt idx="1710">
                  <c:v>0.855</c:v>
                </c:pt>
                <c:pt idx="1711">
                  <c:v>0.8555</c:v>
                </c:pt>
                <c:pt idx="1712">
                  <c:v>0.856</c:v>
                </c:pt>
                <c:pt idx="1713">
                  <c:v>0.8565</c:v>
                </c:pt>
                <c:pt idx="1714">
                  <c:v>0.857</c:v>
                </c:pt>
                <c:pt idx="1715">
                  <c:v>0.8575</c:v>
                </c:pt>
                <c:pt idx="1716">
                  <c:v>0.858</c:v>
                </c:pt>
                <c:pt idx="1717">
                  <c:v>0.8585</c:v>
                </c:pt>
                <c:pt idx="1718">
                  <c:v>0.859</c:v>
                </c:pt>
                <c:pt idx="1719">
                  <c:v>0.8595</c:v>
                </c:pt>
                <c:pt idx="1720">
                  <c:v>0.86</c:v>
                </c:pt>
                <c:pt idx="1721">
                  <c:v>0.8605</c:v>
                </c:pt>
                <c:pt idx="1722">
                  <c:v>0.861</c:v>
                </c:pt>
                <c:pt idx="1723">
                  <c:v>0.8615</c:v>
                </c:pt>
                <c:pt idx="1724">
                  <c:v>0.862</c:v>
                </c:pt>
                <c:pt idx="1725">
                  <c:v>0.8625</c:v>
                </c:pt>
                <c:pt idx="1726">
                  <c:v>0.863</c:v>
                </c:pt>
                <c:pt idx="1727">
                  <c:v>0.8635</c:v>
                </c:pt>
                <c:pt idx="1728">
                  <c:v>0.864</c:v>
                </c:pt>
                <c:pt idx="1729">
                  <c:v>0.8645</c:v>
                </c:pt>
                <c:pt idx="1730">
                  <c:v>0.865</c:v>
                </c:pt>
                <c:pt idx="1731">
                  <c:v>0.8655</c:v>
                </c:pt>
                <c:pt idx="1732">
                  <c:v>0.866</c:v>
                </c:pt>
                <c:pt idx="1733">
                  <c:v>0.8665</c:v>
                </c:pt>
                <c:pt idx="1734">
                  <c:v>0.867</c:v>
                </c:pt>
                <c:pt idx="1735">
                  <c:v>0.8675</c:v>
                </c:pt>
                <c:pt idx="1736">
                  <c:v>0.868</c:v>
                </c:pt>
                <c:pt idx="1737">
                  <c:v>0.8685</c:v>
                </c:pt>
                <c:pt idx="1738">
                  <c:v>0.869</c:v>
                </c:pt>
                <c:pt idx="1739">
                  <c:v>0.8695</c:v>
                </c:pt>
                <c:pt idx="1740">
                  <c:v>0.87</c:v>
                </c:pt>
                <c:pt idx="1741">
                  <c:v>0.8705</c:v>
                </c:pt>
                <c:pt idx="1742">
                  <c:v>0.871</c:v>
                </c:pt>
                <c:pt idx="1743">
                  <c:v>0.8715</c:v>
                </c:pt>
                <c:pt idx="1744">
                  <c:v>0.872</c:v>
                </c:pt>
                <c:pt idx="1745">
                  <c:v>0.8725</c:v>
                </c:pt>
                <c:pt idx="1746">
                  <c:v>0.873</c:v>
                </c:pt>
                <c:pt idx="1747">
                  <c:v>0.8735</c:v>
                </c:pt>
                <c:pt idx="1748">
                  <c:v>0.874</c:v>
                </c:pt>
                <c:pt idx="1749">
                  <c:v>0.8745</c:v>
                </c:pt>
                <c:pt idx="1750">
                  <c:v>0.875</c:v>
                </c:pt>
                <c:pt idx="1751">
                  <c:v>0.8755</c:v>
                </c:pt>
                <c:pt idx="1752">
                  <c:v>0.876</c:v>
                </c:pt>
                <c:pt idx="1753">
                  <c:v>0.8765</c:v>
                </c:pt>
                <c:pt idx="1754">
                  <c:v>0.877</c:v>
                </c:pt>
                <c:pt idx="1755">
                  <c:v>0.8775</c:v>
                </c:pt>
                <c:pt idx="1756">
                  <c:v>0.878</c:v>
                </c:pt>
                <c:pt idx="1757">
                  <c:v>0.8785</c:v>
                </c:pt>
                <c:pt idx="1758">
                  <c:v>0.879</c:v>
                </c:pt>
                <c:pt idx="1759">
                  <c:v>0.8795</c:v>
                </c:pt>
                <c:pt idx="1760">
                  <c:v>0.88</c:v>
                </c:pt>
                <c:pt idx="1761">
                  <c:v>0.8805</c:v>
                </c:pt>
                <c:pt idx="1762">
                  <c:v>0.881</c:v>
                </c:pt>
                <c:pt idx="1763">
                  <c:v>0.8815</c:v>
                </c:pt>
                <c:pt idx="1764">
                  <c:v>0.882</c:v>
                </c:pt>
                <c:pt idx="1765">
                  <c:v>0.8825</c:v>
                </c:pt>
                <c:pt idx="1766">
                  <c:v>0.883</c:v>
                </c:pt>
                <c:pt idx="1767">
                  <c:v>0.8835</c:v>
                </c:pt>
                <c:pt idx="1768">
                  <c:v>0.884</c:v>
                </c:pt>
                <c:pt idx="1769">
                  <c:v>0.8845</c:v>
                </c:pt>
                <c:pt idx="1770">
                  <c:v>0.885</c:v>
                </c:pt>
                <c:pt idx="1771">
                  <c:v>0.8855</c:v>
                </c:pt>
                <c:pt idx="1772">
                  <c:v>0.886</c:v>
                </c:pt>
                <c:pt idx="1773">
                  <c:v>0.8865</c:v>
                </c:pt>
                <c:pt idx="1774">
                  <c:v>0.887</c:v>
                </c:pt>
                <c:pt idx="1775">
                  <c:v>0.8875</c:v>
                </c:pt>
                <c:pt idx="1776">
                  <c:v>0.888</c:v>
                </c:pt>
                <c:pt idx="1777">
                  <c:v>0.8885</c:v>
                </c:pt>
                <c:pt idx="1778">
                  <c:v>0.889</c:v>
                </c:pt>
                <c:pt idx="1779">
                  <c:v>0.8895</c:v>
                </c:pt>
                <c:pt idx="1780">
                  <c:v>0.89</c:v>
                </c:pt>
                <c:pt idx="1781">
                  <c:v>0.8905</c:v>
                </c:pt>
                <c:pt idx="1782">
                  <c:v>0.891</c:v>
                </c:pt>
                <c:pt idx="1783">
                  <c:v>0.8915</c:v>
                </c:pt>
                <c:pt idx="1784">
                  <c:v>0.892</c:v>
                </c:pt>
                <c:pt idx="1785">
                  <c:v>0.8925</c:v>
                </c:pt>
                <c:pt idx="1786">
                  <c:v>0.893</c:v>
                </c:pt>
                <c:pt idx="1787">
                  <c:v>0.8935</c:v>
                </c:pt>
                <c:pt idx="1788">
                  <c:v>0.894</c:v>
                </c:pt>
                <c:pt idx="1789">
                  <c:v>0.8945</c:v>
                </c:pt>
                <c:pt idx="1790">
                  <c:v>0.895</c:v>
                </c:pt>
                <c:pt idx="1791">
                  <c:v>0.8955</c:v>
                </c:pt>
                <c:pt idx="1792">
                  <c:v>0.896</c:v>
                </c:pt>
                <c:pt idx="1793">
                  <c:v>0.8965</c:v>
                </c:pt>
                <c:pt idx="1794">
                  <c:v>0.897</c:v>
                </c:pt>
                <c:pt idx="1795">
                  <c:v>0.8975</c:v>
                </c:pt>
                <c:pt idx="1796">
                  <c:v>0.898</c:v>
                </c:pt>
                <c:pt idx="1797">
                  <c:v>0.8985</c:v>
                </c:pt>
                <c:pt idx="1798">
                  <c:v>0.899</c:v>
                </c:pt>
                <c:pt idx="1799">
                  <c:v>0.8995</c:v>
                </c:pt>
                <c:pt idx="1800">
                  <c:v>0.9</c:v>
                </c:pt>
                <c:pt idx="1801">
                  <c:v>0.9005</c:v>
                </c:pt>
                <c:pt idx="1802">
                  <c:v>0.901</c:v>
                </c:pt>
                <c:pt idx="1803">
                  <c:v>0.9015</c:v>
                </c:pt>
                <c:pt idx="1804">
                  <c:v>0.902</c:v>
                </c:pt>
                <c:pt idx="1805">
                  <c:v>0.9025</c:v>
                </c:pt>
                <c:pt idx="1806">
                  <c:v>0.903</c:v>
                </c:pt>
                <c:pt idx="1807">
                  <c:v>0.9035</c:v>
                </c:pt>
                <c:pt idx="1808">
                  <c:v>0.904</c:v>
                </c:pt>
                <c:pt idx="1809">
                  <c:v>0.9045</c:v>
                </c:pt>
                <c:pt idx="1810">
                  <c:v>0.905</c:v>
                </c:pt>
                <c:pt idx="1811">
                  <c:v>0.9055</c:v>
                </c:pt>
                <c:pt idx="1812">
                  <c:v>0.906</c:v>
                </c:pt>
                <c:pt idx="1813">
                  <c:v>0.9065</c:v>
                </c:pt>
                <c:pt idx="1814">
                  <c:v>0.907</c:v>
                </c:pt>
                <c:pt idx="1815">
                  <c:v>0.9075</c:v>
                </c:pt>
                <c:pt idx="1816">
                  <c:v>0.908</c:v>
                </c:pt>
                <c:pt idx="1817">
                  <c:v>0.9085</c:v>
                </c:pt>
                <c:pt idx="1818">
                  <c:v>0.909</c:v>
                </c:pt>
                <c:pt idx="1819">
                  <c:v>0.9095</c:v>
                </c:pt>
                <c:pt idx="1820">
                  <c:v>0.91</c:v>
                </c:pt>
                <c:pt idx="1821">
                  <c:v>0.9105</c:v>
                </c:pt>
                <c:pt idx="1822">
                  <c:v>0.911</c:v>
                </c:pt>
                <c:pt idx="1823">
                  <c:v>0.9115</c:v>
                </c:pt>
                <c:pt idx="1824">
                  <c:v>0.912</c:v>
                </c:pt>
                <c:pt idx="1825">
                  <c:v>0.9125</c:v>
                </c:pt>
                <c:pt idx="1826">
                  <c:v>0.913</c:v>
                </c:pt>
                <c:pt idx="1827">
                  <c:v>0.9135</c:v>
                </c:pt>
                <c:pt idx="1828">
                  <c:v>0.914</c:v>
                </c:pt>
                <c:pt idx="1829">
                  <c:v>0.9145</c:v>
                </c:pt>
                <c:pt idx="1830">
                  <c:v>0.915</c:v>
                </c:pt>
                <c:pt idx="1831">
                  <c:v>0.9155</c:v>
                </c:pt>
                <c:pt idx="1832">
                  <c:v>0.916</c:v>
                </c:pt>
                <c:pt idx="1833">
                  <c:v>0.9165</c:v>
                </c:pt>
                <c:pt idx="1834">
                  <c:v>0.917</c:v>
                </c:pt>
                <c:pt idx="1835">
                  <c:v>0.9175</c:v>
                </c:pt>
                <c:pt idx="1836">
                  <c:v>0.918</c:v>
                </c:pt>
                <c:pt idx="1837">
                  <c:v>0.9185</c:v>
                </c:pt>
                <c:pt idx="1838">
                  <c:v>0.919</c:v>
                </c:pt>
                <c:pt idx="1839">
                  <c:v>0.9195</c:v>
                </c:pt>
                <c:pt idx="1840">
                  <c:v>0.92</c:v>
                </c:pt>
                <c:pt idx="1841">
                  <c:v>0.9205</c:v>
                </c:pt>
                <c:pt idx="1842">
                  <c:v>0.921</c:v>
                </c:pt>
                <c:pt idx="1843">
                  <c:v>0.9215</c:v>
                </c:pt>
                <c:pt idx="1844">
                  <c:v>0.922</c:v>
                </c:pt>
                <c:pt idx="1845">
                  <c:v>0.9225</c:v>
                </c:pt>
                <c:pt idx="1846">
                  <c:v>0.923</c:v>
                </c:pt>
                <c:pt idx="1847">
                  <c:v>0.9235</c:v>
                </c:pt>
                <c:pt idx="1848">
                  <c:v>0.924</c:v>
                </c:pt>
                <c:pt idx="1849">
                  <c:v>0.9245</c:v>
                </c:pt>
                <c:pt idx="1850">
                  <c:v>0.925</c:v>
                </c:pt>
                <c:pt idx="1851">
                  <c:v>0.9255</c:v>
                </c:pt>
                <c:pt idx="1852">
                  <c:v>0.926</c:v>
                </c:pt>
                <c:pt idx="1853">
                  <c:v>0.9265</c:v>
                </c:pt>
                <c:pt idx="1854">
                  <c:v>0.927</c:v>
                </c:pt>
                <c:pt idx="1855">
                  <c:v>0.9275</c:v>
                </c:pt>
                <c:pt idx="1856">
                  <c:v>0.928</c:v>
                </c:pt>
                <c:pt idx="1857">
                  <c:v>0.9285</c:v>
                </c:pt>
                <c:pt idx="1858">
                  <c:v>0.929</c:v>
                </c:pt>
                <c:pt idx="1859">
                  <c:v>0.9295</c:v>
                </c:pt>
                <c:pt idx="1860">
                  <c:v>0.93</c:v>
                </c:pt>
                <c:pt idx="1861">
                  <c:v>0.9305</c:v>
                </c:pt>
                <c:pt idx="1862">
                  <c:v>0.931</c:v>
                </c:pt>
                <c:pt idx="1863">
                  <c:v>0.9315</c:v>
                </c:pt>
                <c:pt idx="1864">
                  <c:v>0.932</c:v>
                </c:pt>
                <c:pt idx="1865">
                  <c:v>0.9325</c:v>
                </c:pt>
                <c:pt idx="1866">
                  <c:v>0.933</c:v>
                </c:pt>
                <c:pt idx="1867">
                  <c:v>0.9335</c:v>
                </c:pt>
                <c:pt idx="1868">
                  <c:v>0.934</c:v>
                </c:pt>
                <c:pt idx="1869">
                  <c:v>0.9345</c:v>
                </c:pt>
                <c:pt idx="1870">
                  <c:v>0.935</c:v>
                </c:pt>
                <c:pt idx="1871">
                  <c:v>0.9355</c:v>
                </c:pt>
                <c:pt idx="1872">
                  <c:v>0.936</c:v>
                </c:pt>
                <c:pt idx="1873">
                  <c:v>0.9365</c:v>
                </c:pt>
                <c:pt idx="1874">
                  <c:v>0.937</c:v>
                </c:pt>
                <c:pt idx="1875">
                  <c:v>0.9375</c:v>
                </c:pt>
                <c:pt idx="1876">
                  <c:v>0.938</c:v>
                </c:pt>
                <c:pt idx="1877">
                  <c:v>0.9385</c:v>
                </c:pt>
                <c:pt idx="1878">
                  <c:v>0.939</c:v>
                </c:pt>
                <c:pt idx="1879">
                  <c:v>0.9395</c:v>
                </c:pt>
                <c:pt idx="1880">
                  <c:v>0.94</c:v>
                </c:pt>
                <c:pt idx="1881">
                  <c:v>0.9405</c:v>
                </c:pt>
                <c:pt idx="1882">
                  <c:v>0.941</c:v>
                </c:pt>
                <c:pt idx="1883">
                  <c:v>0.9415</c:v>
                </c:pt>
                <c:pt idx="1884">
                  <c:v>0.942</c:v>
                </c:pt>
                <c:pt idx="1885">
                  <c:v>0.9425</c:v>
                </c:pt>
                <c:pt idx="1886">
                  <c:v>0.943</c:v>
                </c:pt>
                <c:pt idx="1887">
                  <c:v>0.9435</c:v>
                </c:pt>
                <c:pt idx="1888">
                  <c:v>0.944</c:v>
                </c:pt>
                <c:pt idx="1889">
                  <c:v>0.9445</c:v>
                </c:pt>
                <c:pt idx="1890">
                  <c:v>0.945</c:v>
                </c:pt>
                <c:pt idx="1891">
                  <c:v>0.9455</c:v>
                </c:pt>
                <c:pt idx="1892">
                  <c:v>0.946</c:v>
                </c:pt>
                <c:pt idx="1893">
                  <c:v>0.9465</c:v>
                </c:pt>
                <c:pt idx="1894">
                  <c:v>0.947</c:v>
                </c:pt>
                <c:pt idx="1895">
                  <c:v>0.9475</c:v>
                </c:pt>
                <c:pt idx="1896">
                  <c:v>0.948</c:v>
                </c:pt>
                <c:pt idx="1897">
                  <c:v>0.9485</c:v>
                </c:pt>
                <c:pt idx="1898">
                  <c:v>0.949</c:v>
                </c:pt>
                <c:pt idx="1899">
                  <c:v>0.9495</c:v>
                </c:pt>
                <c:pt idx="1900">
                  <c:v>0.95</c:v>
                </c:pt>
                <c:pt idx="1901">
                  <c:v>0.9505</c:v>
                </c:pt>
                <c:pt idx="1902">
                  <c:v>0.951</c:v>
                </c:pt>
                <c:pt idx="1903">
                  <c:v>0.9515</c:v>
                </c:pt>
                <c:pt idx="1904">
                  <c:v>0.952</c:v>
                </c:pt>
                <c:pt idx="1905">
                  <c:v>0.9525</c:v>
                </c:pt>
                <c:pt idx="1906">
                  <c:v>0.953</c:v>
                </c:pt>
                <c:pt idx="1907">
                  <c:v>0.9535</c:v>
                </c:pt>
                <c:pt idx="1908">
                  <c:v>0.954</c:v>
                </c:pt>
                <c:pt idx="1909">
                  <c:v>0.9545</c:v>
                </c:pt>
                <c:pt idx="1910">
                  <c:v>0.955</c:v>
                </c:pt>
                <c:pt idx="1911">
                  <c:v>0.9555</c:v>
                </c:pt>
                <c:pt idx="1912">
                  <c:v>0.956</c:v>
                </c:pt>
                <c:pt idx="1913">
                  <c:v>0.9565</c:v>
                </c:pt>
                <c:pt idx="1914">
                  <c:v>0.957</c:v>
                </c:pt>
                <c:pt idx="1915">
                  <c:v>0.9575</c:v>
                </c:pt>
                <c:pt idx="1916">
                  <c:v>0.958</c:v>
                </c:pt>
                <c:pt idx="1917">
                  <c:v>0.9585</c:v>
                </c:pt>
                <c:pt idx="1918">
                  <c:v>0.959</c:v>
                </c:pt>
                <c:pt idx="1919">
                  <c:v>0.9595</c:v>
                </c:pt>
                <c:pt idx="1920">
                  <c:v>0.96</c:v>
                </c:pt>
                <c:pt idx="1921">
                  <c:v>0.9605</c:v>
                </c:pt>
                <c:pt idx="1922">
                  <c:v>0.961</c:v>
                </c:pt>
                <c:pt idx="1923">
                  <c:v>0.9615</c:v>
                </c:pt>
                <c:pt idx="1924">
                  <c:v>0.962</c:v>
                </c:pt>
                <c:pt idx="1925">
                  <c:v>0.9625</c:v>
                </c:pt>
                <c:pt idx="1926">
                  <c:v>0.963</c:v>
                </c:pt>
                <c:pt idx="1927">
                  <c:v>0.9635</c:v>
                </c:pt>
                <c:pt idx="1928">
                  <c:v>0.964</c:v>
                </c:pt>
                <c:pt idx="1929">
                  <c:v>0.9645</c:v>
                </c:pt>
                <c:pt idx="1930">
                  <c:v>0.965</c:v>
                </c:pt>
                <c:pt idx="1931">
                  <c:v>0.9655</c:v>
                </c:pt>
                <c:pt idx="1932">
                  <c:v>0.966</c:v>
                </c:pt>
                <c:pt idx="1933">
                  <c:v>0.9665</c:v>
                </c:pt>
                <c:pt idx="1934">
                  <c:v>0.967</c:v>
                </c:pt>
                <c:pt idx="1935">
                  <c:v>0.9675</c:v>
                </c:pt>
                <c:pt idx="1936">
                  <c:v>0.968</c:v>
                </c:pt>
                <c:pt idx="1937">
                  <c:v>0.9685</c:v>
                </c:pt>
                <c:pt idx="1938">
                  <c:v>0.969</c:v>
                </c:pt>
                <c:pt idx="1939">
                  <c:v>0.9695</c:v>
                </c:pt>
                <c:pt idx="1940">
                  <c:v>0.97</c:v>
                </c:pt>
                <c:pt idx="1941">
                  <c:v>0.9705</c:v>
                </c:pt>
                <c:pt idx="1942">
                  <c:v>0.971</c:v>
                </c:pt>
                <c:pt idx="1943">
                  <c:v>0.9715</c:v>
                </c:pt>
                <c:pt idx="1944">
                  <c:v>0.972</c:v>
                </c:pt>
                <c:pt idx="1945">
                  <c:v>0.9725</c:v>
                </c:pt>
                <c:pt idx="1946">
                  <c:v>0.973</c:v>
                </c:pt>
                <c:pt idx="1947">
                  <c:v>0.9735</c:v>
                </c:pt>
                <c:pt idx="1948">
                  <c:v>0.974</c:v>
                </c:pt>
                <c:pt idx="1949">
                  <c:v>0.9745</c:v>
                </c:pt>
                <c:pt idx="1950">
                  <c:v>0.975</c:v>
                </c:pt>
                <c:pt idx="1951">
                  <c:v>0.9755</c:v>
                </c:pt>
                <c:pt idx="1952">
                  <c:v>0.976</c:v>
                </c:pt>
                <c:pt idx="1953">
                  <c:v>0.9765</c:v>
                </c:pt>
                <c:pt idx="1954">
                  <c:v>0.977</c:v>
                </c:pt>
                <c:pt idx="1955">
                  <c:v>0.9775</c:v>
                </c:pt>
                <c:pt idx="1956">
                  <c:v>0.978</c:v>
                </c:pt>
                <c:pt idx="1957">
                  <c:v>0.9785</c:v>
                </c:pt>
                <c:pt idx="1958">
                  <c:v>0.979</c:v>
                </c:pt>
                <c:pt idx="1959">
                  <c:v>0.9795</c:v>
                </c:pt>
                <c:pt idx="1960">
                  <c:v>0.98</c:v>
                </c:pt>
                <c:pt idx="1961">
                  <c:v>0.9805</c:v>
                </c:pt>
                <c:pt idx="1962">
                  <c:v>0.981</c:v>
                </c:pt>
                <c:pt idx="1963">
                  <c:v>0.9815</c:v>
                </c:pt>
                <c:pt idx="1964">
                  <c:v>0.982</c:v>
                </c:pt>
                <c:pt idx="1965">
                  <c:v>0.9825</c:v>
                </c:pt>
                <c:pt idx="1966">
                  <c:v>0.983</c:v>
                </c:pt>
                <c:pt idx="1967">
                  <c:v>0.9835</c:v>
                </c:pt>
                <c:pt idx="1968">
                  <c:v>0.984</c:v>
                </c:pt>
                <c:pt idx="1969">
                  <c:v>0.9845</c:v>
                </c:pt>
                <c:pt idx="1970">
                  <c:v>0.985</c:v>
                </c:pt>
                <c:pt idx="1971">
                  <c:v>0.9855</c:v>
                </c:pt>
                <c:pt idx="1972">
                  <c:v>0.986</c:v>
                </c:pt>
                <c:pt idx="1973">
                  <c:v>0.9865</c:v>
                </c:pt>
                <c:pt idx="1974">
                  <c:v>0.987</c:v>
                </c:pt>
                <c:pt idx="1975">
                  <c:v>0.9875</c:v>
                </c:pt>
                <c:pt idx="1976">
                  <c:v>0.988</c:v>
                </c:pt>
                <c:pt idx="1977">
                  <c:v>0.9885</c:v>
                </c:pt>
                <c:pt idx="1978">
                  <c:v>0.989</c:v>
                </c:pt>
                <c:pt idx="1979">
                  <c:v>0.9895</c:v>
                </c:pt>
                <c:pt idx="1980">
                  <c:v>0.99</c:v>
                </c:pt>
                <c:pt idx="1981">
                  <c:v>0.9905</c:v>
                </c:pt>
                <c:pt idx="1982">
                  <c:v>0.991</c:v>
                </c:pt>
                <c:pt idx="1983">
                  <c:v>0.9915</c:v>
                </c:pt>
                <c:pt idx="1984">
                  <c:v>0.992</c:v>
                </c:pt>
                <c:pt idx="1985">
                  <c:v>0.9925</c:v>
                </c:pt>
                <c:pt idx="1986">
                  <c:v>0.993</c:v>
                </c:pt>
                <c:pt idx="1987">
                  <c:v>0.9935</c:v>
                </c:pt>
                <c:pt idx="1988">
                  <c:v>0.994</c:v>
                </c:pt>
                <c:pt idx="1989">
                  <c:v>0.9945</c:v>
                </c:pt>
                <c:pt idx="1990">
                  <c:v>0.995</c:v>
                </c:pt>
                <c:pt idx="1991">
                  <c:v>0.9955</c:v>
                </c:pt>
                <c:pt idx="1992">
                  <c:v>0.996</c:v>
                </c:pt>
                <c:pt idx="1993">
                  <c:v>0.9965</c:v>
                </c:pt>
                <c:pt idx="1994">
                  <c:v>0.997</c:v>
                </c:pt>
                <c:pt idx="1995">
                  <c:v>0.9975</c:v>
                </c:pt>
                <c:pt idx="1996">
                  <c:v>0.998</c:v>
                </c:pt>
                <c:pt idx="1997">
                  <c:v>0.9985</c:v>
                </c:pt>
                <c:pt idx="1998">
                  <c:v>0.999</c:v>
                </c:pt>
                <c:pt idx="1999">
                  <c:v>0.9995</c:v>
                </c:pt>
                <c:pt idx="2000">
                  <c:v>1</c:v>
                </c:pt>
                <c:pt idx="2001">
                  <c:v>0.39325</c:v>
                </c:pt>
                <c:pt idx="2002">
                  <c:v>0.39325</c:v>
                </c:pt>
              </c:numCache>
            </c:numRef>
          </c:xVal>
          <c:yVal>
            <c:numRef>
              <c:f>Sheet1!$C$2:$C$2004</c:f>
              <c:numCache>
                <c:formatCode>General</c:formatCode>
                <c:ptCount val="2003"/>
                <c:pt idx="0">
                  <c:v>80</c:v>
                </c:pt>
                <c:pt idx="1">
                  <c:v>79.835</c:v>
                </c:pt>
                <c:pt idx="2">
                  <c:v>79.339</c:v>
                </c:pt>
                <c:pt idx="3">
                  <c:v>78.513</c:v>
                </c:pt>
                <c:pt idx="4">
                  <c:v>77.362</c:v>
                </c:pt>
                <c:pt idx="5">
                  <c:v>75.89</c:v>
                </c:pt>
                <c:pt idx="6">
                  <c:v>74.106</c:v>
                </c:pt>
                <c:pt idx="7">
                  <c:v>72.018</c:v>
                </c:pt>
                <c:pt idx="8">
                  <c:v>69.635</c:v>
                </c:pt>
                <c:pt idx="9">
                  <c:v>66.967</c:v>
                </c:pt>
                <c:pt idx="10">
                  <c:v>64.026</c:v>
                </c:pt>
                <c:pt idx="11">
                  <c:v>60.823</c:v>
                </c:pt>
                <c:pt idx="12">
                  <c:v>57.372</c:v>
                </c:pt>
                <c:pt idx="13">
                  <c:v>53.688</c:v>
                </c:pt>
                <c:pt idx="14">
                  <c:v>49.786</c:v>
                </c:pt>
                <c:pt idx="15">
                  <c:v>45.684</c:v>
                </c:pt>
                <c:pt idx="16">
                  <c:v>41.4</c:v>
                </c:pt>
                <c:pt idx="17">
                  <c:v>36.952</c:v>
                </c:pt>
                <c:pt idx="18">
                  <c:v>32.36</c:v>
                </c:pt>
                <c:pt idx="19">
                  <c:v>27.645</c:v>
                </c:pt>
                <c:pt idx="20">
                  <c:v>22.828</c:v>
                </c:pt>
                <c:pt idx="21">
                  <c:v>17.931</c:v>
                </c:pt>
                <c:pt idx="22">
                  <c:v>12.974</c:v>
                </c:pt>
                <c:pt idx="23">
                  <c:v>7.982</c:v>
                </c:pt>
                <c:pt idx="24">
                  <c:v>2.975</c:v>
                </c:pt>
                <c:pt idx="25">
                  <c:v>-2.023</c:v>
                </c:pt>
                <c:pt idx="26">
                  <c:v>-6.99</c:v>
                </c:pt>
                <c:pt idx="27">
                  <c:v>-11.904</c:v>
                </c:pt>
                <c:pt idx="28">
                  <c:v>-16.743</c:v>
                </c:pt>
                <c:pt idx="29">
                  <c:v>-21.487</c:v>
                </c:pt>
                <c:pt idx="30">
                  <c:v>-26.116</c:v>
                </c:pt>
                <c:pt idx="31">
                  <c:v>-30.61</c:v>
                </c:pt>
                <c:pt idx="32">
                  <c:v>-34.952</c:v>
                </c:pt>
                <c:pt idx="33">
                  <c:v>-39.124</c:v>
                </c:pt>
                <c:pt idx="34">
                  <c:v>-43.111</c:v>
                </c:pt>
                <c:pt idx="35">
                  <c:v>-46.899</c:v>
                </c:pt>
                <c:pt idx="36">
                  <c:v>-50.475</c:v>
                </c:pt>
                <c:pt idx="37">
                  <c:v>-53.824</c:v>
                </c:pt>
                <c:pt idx="38">
                  <c:v>-56.938</c:v>
                </c:pt>
                <c:pt idx="39">
                  <c:v>-59.806</c:v>
                </c:pt>
                <c:pt idx="40">
                  <c:v>-62.418</c:v>
                </c:pt>
                <c:pt idx="41">
                  <c:v>-64.768</c:v>
                </c:pt>
                <c:pt idx="42">
                  <c:v>-66.847</c:v>
                </c:pt>
                <c:pt idx="43">
                  <c:v>-68.65</c:v>
                </c:pt>
                <c:pt idx="44">
                  <c:v>-70.172</c:v>
                </c:pt>
                <c:pt idx="45">
                  <c:v>-71.408</c:v>
                </c:pt>
                <c:pt idx="46">
                  <c:v>-72.356</c:v>
                </c:pt>
                <c:pt idx="47">
                  <c:v>-73.014</c:v>
                </c:pt>
                <c:pt idx="48">
                  <c:v>-73.379</c:v>
                </c:pt>
                <c:pt idx="49">
                  <c:v>-73.451</c:v>
                </c:pt>
                <c:pt idx="50">
                  <c:v>-73.231</c:v>
                </c:pt>
                <c:pt idx="51">
                  <c:v>-72.721</c:v>
                </c:pt>
                <c:pt idx="52">
                  <c:v>-71.922</c:v>
                </c:pt>
                <c:pt idx="53">
                  <c:v>-70.839</c:v>
                </c:pt>
                <c:pt idx="54">
                  <c:v>-69.475</c:v>
                </c:pt>
                <c:pt idx="55">
                  <c:v>-67.836</c:v>
                </c:pt>
                <c:pt idx="56">
                  <c:v>-65.93</c:v>
                </c:pt>
                <c:pt idx="57">
                  <c:v>-63.765</c:v>
                </c:pt>
                <c:pt idx="58">
                  <c:v>-61.349</c:v>
                </c:pt>
                <c:pt idx="59">
                  <c:v>-58.693</c:v>
                </c:pt>
                <c:pt idx="60">
                  <c:v>-55.809</c:v>
                </c:pt>
                <c:pt idx="61">
                  <c:v>-52.71</c:v>
                </c:pt>
                <c:pt idx="62">
                  <c:v>-49.408</c:v>
                </c:pt>
                <c:pt idx="63">
                  <c:v>-45.919</c:v>
                </c:pt>
                <c:pt idx="64">
                  <c:v>-42.258</c:v>
                </c:pt>
                <c:pt idx="65">
                  <c:v>-38.441</c:v>
                </c:pt>
                <c:pt idx="66">
                  <c:v>-34.485</c:v>
                </c:pt>
                <c:pt idx="67">
                  <c:v>-30.406</c:v>
                </c:pt>
                <c:pt idx="68">
                  <c:v>-26.222</c:v>
                </c:pt>
                <c:pt idx="69">
                  <c:v>-21.951</c:v>
                </c:pt>
                <c:pt idx="70">
                  <c:v>-17.613</c:v>
                </c:pt>
                <c:pt idx="71">
                  <c:v>-13.223</c:v>
                </c:pt>
                <c:pt idx="72">
                  <c:v>-8.802</c:v>
                </c:pt>
                <c:pt idx="73">
                  <c:v>-4.368</c:v>
                </c:pt>
                <c:pt idx="74">
                  <c:v>0.061</c:v>
                </c:pt>
                <c:pt idx="75">
                  <c:v>4.466</c:v>
                </c:pt>
                <c:pt idx="76">
                  <c:v>8.83</c:v>
                </c:pt>
                <c:pt idx="77">
                  <c:v>13.134</c:v>
                </c:pt>
                <c:pt idx="78">
                  <c:v>17.361</c:v>
                </c:pt>
                <c:pt idx="79">
                  <c:v>21.494</c:v>
                </c:pt>
                <c:pt idx="80">
                  <c:v>25.517</c:v>
                </c:pt>
                <c:pt idx="81">
                  <c:v>29.413</c:v>
                </c:pt>
                <c:pt idx="82">
                  <c:v>33.167</c:v>
                </c:pt>
                <c:pt idx="83">
                  <c:v>36.765</c:v>
                </c:pt>
                <c:pt idx="84">
                  <c:v>40.191</c:v>
                </c:pt>
                <c:pt idx="85">
                  <c:v>43.433</c:v>
                </c:pt>
                <c:pt idx="86">
                  <c:v>46.477</c:v>
                </c:pt>
                <c:pt idx="87">
                  <c:v>49.311</c:v>
                </c:pt>
                <c:pt idx="88">
                  <c:v>51.923</c:v>
                </c:pt>
                <c:pt idx="89">
                  <c:v>54.302</c:v>
                </c:pt>
                <c:pt idx="90">
                  <c:v>56.44</c:v>
                </c:pt>
                <c:pt idx="91">
                  <c:v>58.326</c:v>
                </c:pt>
                <c:pt idx="92">
                  <c:v>59.953</c:v>
                </c:pt>
                <c:pt idx="93">
                  <c:v>61.315</c:v>
                </c:pt>
                <c:pt idx="94">
                  <c:v>62.405</c:v>
                </c:pt>
                <c:pt idx="95">
                  <c:v>63.22</c:v>
                </c:pt>
                <c:pt idx="96">
                  <c:v>63.755</c:v>
                </c:pt>
                <c:pt idx="97">
                  <c:v>64.01</c:v>
                </c:pt>
                <c:pt idx="98">
                  <c:v>63.984</c:v>
                </c:pt>
                <c:pt idx="99">
                  <c:v>63.677</c:v>
                </c:pt>
                <c:pt idx="100">
                  <c:v>63.092</c:v>
                </c:pt>
                <c:pt idx="101">
                  <c:v>62.231</c:v>
                </c:pt>
                <c:pt idx="102">
                  <c:v>61.099</c:v>
                </c:pt>
                <c:pt idx="103">
                  <c:v>59.701</c:v>
                </c:pt>
                <c:pt idx="104">
                  <c:v>58.045</c:v>
                </c:pt>
                <c:pt idx="105">
                  <c:v>56.139</c:v>
                </c:pt>
                <c:pt idx="106">
                  <c:v>53.993</c:v>
                </c:pt>
                <c:pt idx="107">
                  <c:v>51.617</c:v>
                </c:pt>
                <c:pt idx="108">
                  <c:v>49.024</c:v>
                </c:pt>
                <c:pt idx="109">
                  <c:v>46.227</c:v>
                </c:pt>
                <c:pt idx="110">
                  <c:v>43.239</c:v>
                </c:pt>
                <c:pt idx="111">
                  <c:v>40.075</c:v>
                </c:pt>
                <c:pt idx="112">
                  <c:v>36.75</c:v>
                </c:pt>
                <c:pt idx="113">
                  <c:v>33.281</c:v>
                </c:pt>
                <c:pt idx="114">
                  <c:v>29.682</c:v>
                </c:pt>
                <c:pt idx="115">
                  <c:v>25.97</c:v>
                </c:pt>
                <c:pt idx="116">
                  <c:v>22.163</c:v>
                </c:pt>
                <c:pt idx="117">
                  <c:v>18.276</c:v>
                </c:pt>
                <c:pt idx="118">
                  <c:v>14.327</c:v>
                </c:pt>
                <c:pt idx="119">
                  <c:v>10.332</c:v>
                </c:pt>
                <c:pt idx="120">
                  <c:v>6.31</c:v>
                </c:pt>
                <c:pt idx="121">
                  <c:v>2.276</c:v>
                </c:pt>
                <c:pt idx="122">
                  <c:v>-1.751</c:v>
                </c:pt>
                <c:pt idx="123">
                  <c:v>-5.755</c:v>
                </c:pt>
                <c:pt idx="124">
                  <c:v>-9.719</c:v>
                </c:pt>
                <c:pt idx="125">
                  <c:v>-13.626</c:v>
                </c:pt>
                <c:pt idx="126">
                  <c:v>-17.461</c:v>
                </c:pt>
                <c:pt idx="127">
                  <c:v>-21.207</c:v>
                </c:pt>
                <c:pt idx="128">
                  <c:v>-24.849</c:v>
                </c:pt>
                <c:pt idx="129">
                  <c:v>-28.374</c:v>
                </c:pt>
                <c:pt idx="130">
                  <c:v>-31.767</c:v>
                </c:pt>
                <c:pt idx="131">
                  <c:v>-35.014</c:v>
                </c:pt>
                <c:pt idx="132">
                  <c:v>-38.105</c:v>
                </c:pt>
                <c:pt idx="133">
                  <c:v>-41.026</c:v>
                </c:pt>
                <c:pt idx="134">
                  <c:v>-43.767</c:v>
                </c:pt>
                <c:pt idx="135">
                  <c:v>-46.317</c:v>
                </c:pt>
                <c:pt idx="136">
                  <c:v>-48.667</c:v>
                </c:pt>
                <c:pt idx="137">
                  <c:v>-50.809</c:v>
                </c:pt>
                <c:pt idx="138">
                  <c:v>-52.734</c:v>
                </c:pt>
                <c:pt idx="139">
                  <c:v>-54.436</c:v>
                </c:pt>
                <c:pt idx="140">
                  <c:v>-55.908</c:v>
                </c:pt>
                <c:pt idx="141">
                  <c:v>-57.146</c:v>
                </c:pt>
                <c:pt idx="142">
                  <c:v>-58.146</c:v>
                </c:pt>
                <c:pt idx="143">
                  <c:v>-58.903</c:v>
                </c:pt>
                <c:pt idx="144">
                  <c:v>-59.416</c:v>
                </c:pt>
                <c:pt idx="145">
                  <c:v>-59.683</c:v>
                </c:pt>
                <c:pt idx="146">
                  <c:v>-59.702</c:v>
                </c:pt>
                <c:pt idx="147">
                  <c:v>-59.475</c:v>
                </c:pt>
                <c:pt idx="148">
                  <c:v>-59.002</c:v>
                </c:pt>
                <c:pt idx="149">
                  <c:v>-58.284</c:v>
                </c:pt>
                <c:pt idx="150">
                  <c:v>-57.326</c:v>
                </c:pt>
                <c:pt idx="151">
                  <c:v>-56.13</c:v>
                </c:pt>
                <c:pt idx="152">
                  <c:v>-54.703</c:v>
                </c:pt>
                <c:pt idx="153">
                  <c:v>-53.05</c:v>
                </c:pt>
                <c:pt idx="154">
                  <c:v>-51.18</c:v>
                </c:pt>
                <c:pt idx="155">
                  <c:v>-49.1</c:v>
                </c:pt>
                <c:pt idx="156">
                  <c:v>-46.822</c:v>
                </c:pt>
                <c:pt idx="157">
                  <c:v>-44.355</c:v>
                </c:pt>
                <c:pt idx="158">
                  <c:v>-41.711</c:v>
                </c:pt>
                <c:pt idx="159">
                  <c:v>-38.903</c:v>
                </c:pt>
                <c:pt idx="160">
                  <c:v>-35.944</c:v>
                </c:pt>
                <c:pt idx="161">
                  <c:v>-32.848</c:v>
                </c:pt>
                <c:pt idx="162">
                  <c:v>-29.628</c:v>
                </c:pt>
                <c:pt idx="163">
                  <c:v>-26.299</c:v>
                </c:pt>
                <c:pt idx="164">
                  <c:v>-22.876</c:v>
                </c:pt>
                <c:pt idx="165">
                  <c:v>-19.374</c:v>
                </c:pt>
                <c:pt idx="166">
                  <c:v>-15.809</c:v>
                </c:pt>
                <c:pt idx="167">
                  <c:v>-12.195</c:v>
                </c:pt>
                <c:pt idx="168">
                  <c:v>-8.548</c:v>
                </c:pt>
                <c:pt idx="169">
                  <c:v>-4.882</c:v>
                </c:pt>
                <c:pt idx="170">
                  <c:v>-1.215</c:v>
                </c:pt>
                <c:pt idx="171">
                  <c:v>2.44</c:v>
                </c:pt>
                <c:pt idx="172">
                  <c:v>6.067</c:v>
                </c:pt>
                <c:pt idx="173">
                  <c:v>9.652</c:v>
                </c:pt>
                <c:pt idx="174">
                  <c:v>13.181</c:v>
                </c:pt>
                <c:pt idx="175">
                  <c:v>16.638</c:v>
                </c:pt>
                <c:pt idx="176">
                  <c:v>20.012</c:v>
                </c:pt>
                <c:pt idx="177">
                  <c:v>23.288</c:v>
                </c:pt>
                <c:pt idx="178">
                  <c:v>26.454</c:v>
                </c:pt>
                <c:pt idx="179">
                  <c:v>29.497</c:v>
                </c:pt>
                <c:pt idx="180">
                  <c:v>32.407</c:v>
                </c:pt>
                <c:pt idx="181">
                  <c:v>35.171</c:v>
                </c:pt>
                <c:pt idx="182">
                  <c:v>37.779</c:v>
                </c:pt>
                <c:pt idx="183">
                  <c:v>40.221</c:v>
                </c:pt>
                <c:pt idx="184">
                  <c:v>42.488</c:v>
                </c:pt>
                <c:pt idx="185">
                  <c:v>44.571</c:v>
                </c:pt>
                <c:pt idx="186">
                  <c:v>46.462</c:v>
                </c:pt>
                <c:pt idx="187">
                  <c:v>48.155</c:v>
                </c:pt>
                <c:pt idx="188">
                  <c:v>49.642</c:v>
                </c:pt>
                <c:pt idx="189">
                  <c:v>50.919</c:v>
                </c:pt>
                <c:pt idx="190">
                  <c:v>51.981</c:v>
                </c:pt>
                <c:pt idx="191">
                  <c:v>52.824</c:v>
                </c:pt>
                <c:pt idx="192">
                  <c:v>53.446</c:v>
                </c:pt>
                <c:pt idx="193">
                  <c:v>53.846</c:v>
                </c:pt>
                <c:pt idx="194">
                  <c:v>54.023</c:v>
                </c:pt>
                <c:pt idx="195">
                  <c:v>53.977</c:v>
                </c:pt>
                <c:pt idx="196">
                  <c:v>53.708</c:v>
                </c:pt>
                <c:pt idx="197">
                  <c:v>53.221</c:v>
                </c:pt>
                <c:pt idx="198">
                  <c:v>52.516</c:v>
                </c:pt>
                <c:pt idx="199">
                  <c:v>51.598</c:v>
                </c:pt>
                <c:pt idx="200">
                  <c:v>50.471</c:v>
                </c:pt>
                <c:pt idx="201">
                  <c:v>49.141</c:v>
                </c:pt>
                <c:pt idx="202">
                  <c:v>47.615</c:v>
                </c:pt>
                <c:pt idx="203">
                  <c:v>45.898</c:v>
                </c:pt>
                <c:pt idx="204">
                  <c:v>44.001</c:v>
                </c:pt>
                <c:pt idx="205">
                  <c:v>41.93</c:v>
                </c:pt>
                <c:pt idx="206">
                  <c:v>39.697</c:v>
                </c:pt>
                <c:pt idx="207">
                  <c:v>37.31</c:v>
                </c:pt>
                <c:pt idx="208">
                  <c:v>34.782</c:v>
                </c:pt>
                <c:pt idx="209">
                  <c:v>32.122</c:v>
                </c:pt>
                <c:pt idx="210">
                  <c:v>29.344</c:v>
                </c:pt>
                <c:pt idx="211">
                  <c:v>26.458</c:v>
                </c:pt>
                <c:pt idx="212">
                  <c:v>23.478</c:v>
                </c:pt>
                <c:pt idx="213">
                  <c:v>20.415</c:v>
                </c:pt>
                <c:pt idx="214">
                  <c:v>17.284</c:v>
                </c:pt>
                <c:pt idx="215">
                  <c:v>14.096</c:v>
                </c:pt>
                <c:pt idx="216">
                  <c:v>10.866</c:v>
                </c:pt>
                <c:pt idx="217">
                  <c:v>7.606</c:v>
                </c:pt>
                <c:pt idx="218">
                  <c:v>4.332</c:v>
                </c:pt>
                <c:pt idx="219">
                  <c:v>1.055</c:v>
                </c:pt>
                <c:pt idx="220">
                  <c:v>-2.21</c:v>
                </c:pt>
                <c:pt idx="221">
                  <c:v>-5.449</c:v>
                </c:pt>
                <c:pt idx="222">
                  <c:v>-8.65</c:v>
                </c:pt>
                <c:pt idx="223">
                  <c:v>-11.798</c:v>
                </c:pt>
                <c:pt idx="224">
                  <c:v>-14.882</c:v>
                </c:pt>
                <c:pt idx="225">
                  <c:v>-17.889</c:v>
                </c:pt>
                <c:pt idx="226">
                  <c:v>-20.807</c:v>
                </c:pt>
                <c:pt idx="227">
                  <c:v>-23.624</c:v>
                </c:pt>
                <c:pt idx="228">
                  <c:v>-26.329</c:v>
                </c:pt>
                <c:pt idx="229">
                  <c:v>-28.912</c:v>
                </c:pt>
                <c:pt idx="230">
                  <c:v>-31.362</c:v>
                </c:pt>
                <c:pt idx="231">
                  <c:v>-33.669</c:v>
                </c:pt>
                <c:pt idx="232">
                  <c:v>-35.826</c:v>
                </c:pt>
                <c:pt idx="233">
                  <c:v>-37.822</c:v>
                </c:pt>
                <c:pt idx="234">
                  <c:v>-39.65</c:v>
                </c:pt>
                <c:pt idx="235">
                  <c:v>-41.303</c:v>
                </c:pt>
                <c:pt idx="236">
                  <c:v>-42.774</c:v>
                </c:pt>
                <c:pt idx="237">
                  <c:v>-44.057</c:v>
                </c:pt>
                <c:pt idx="238">
                  <c:v>-45.148</c:v>
                </c:pt>
                <c:pt idx="239">
                  <c:v>-46.041</c:v>
                </c:pt>
                <c:pt idx="240">
                  <c:v>-46.735</c:v>
                </c:pt>
                <c:pt idx="241">
                  <c:v>-47.226</c:v>
                </c:pt>
                <c:pt idx="242">
                  <c:v>-47.515</c:v>
                </c:pt>
                <c:pt idx="243">
                  <c:v>-47.6</c:v>
                </c:pt>
                <c:pt idx="244">
                  <c:v>-47.482</c:v>
                </c:pt>
                <c:pt idx="245">
                  <c:v>-47.164</c:v>
                </c:pt>
                <c:pt idx="246">
                  <c:v>-46.647</c:v>
                </c:pt>
                <c:pt idx="247">
                  <c:v>-45.936</c:v>
                </c:pt>
                <c:pt idx="248">
                  <c:v>-45.034</c:v>
                </c:pt>
                <c:pt idx="249">
                  <c:v>-43.946</c:v>
                </c:pt>
                <c:pt idx="250">
                  <c:v>-42.68</c:v>
                </c:pt>
                <c:pt idx="251">
                  <c:v>-41.241</c:v>
                </c:pt>
                <c:pt idx="252">
                  <c:v>-39.637</c:v>
                </c:pt>
                <c:pt idx="253">
                  <c:v>-37.876</c:v>
                </c:pt>
                <c:pt idx="254">
                  <c:v>-35.968</c:v>
                </c:pt>
                <c:pt idx="255">
                  <c:v>-33.92</c:v>
                </c:pt>
                <c:pt idx="256">
                  <c:v>-31.744</c:v>
                </c:pt>
                <c:pt idx="257">
                  <c:v>-29.45</c:v>
                </c:pt>
                <c:pt idx="258">
                  <c:v>-27.047</c:v>
                </c:pt>
                <c:pt idx="259">
                  <c:v>-24.547</c:v>
                </c:pt>
                <c:pt idx="260">
                  <c:v>-21.962</c:v>
                </c:pt>
                <c:pt idx="261">
                  <c:v>-19.302</c:v>
                </c:pt>
                <c:pt idx="262">
                  <c:v>-16.579</c:v>
                </c:pt>
                <c:pt idx="263">
                  <c:v>-13.804</c:v>
                </c:pt>
                <c:pt idx="264">
                  <c:v>-10.99</c:v>
                </c:pt>
                <c:pt idx="265">
                  <c:v>-8.147</c:v>
                </c:pt>
                <c:pt idx="266">
                  <c:v>-5.288</c:v>
                </c:pt>
                <c:pt idx="267">
                  <c:v>-2.424</c:v>
                </c:pt>
                <c:pt idx="268">
                  <c:v>0.433</c:v>
                </c:pt>
                <c:pt idx="269">
                  <c:v>3.272</c:v>
                </c:pt>
                <c:pt idx="270">
                  <c:v>6.081</c:v>
                </c:pt>
                <c:pt idx="271">
                  <c:v>8.85</c:v>
                </c:pt>
                <c:pt idx="272">
                  <c:v>11.567</c:v>
                </c:pt>
                <c:pt idx="273">
                  <c:v>14.221</c:v>
                </c:pt>
                <c:pt idx="274">
                  <c:v>16.802</c:v>
                </c:pt>
                <c:pt idx="275">
                  <c:v>19.3</c:v>
                </c:pt>
                <c:pt idx="276">
                  <c:v>21.704</c:v>
                </c:pt>
                <c:pt idx="277">
                  <c:v>24.006</c:v>
                </c:pt>
                <c:pt idx="278">
                  <c:v>26.195</c:v>
                </c:pt>
                <c:pt idx="279">
                  <c:v>28.263</c:v>
                </c:pt>
                <c:pt idx="280">
                  <c:v>30.202</c:v>
                </c:pt>
                <c:pt idx="281">
                  <c:v>32.003</c:v>
                </c:pt>
                <c:pt idx="282">
                  <c:v>33.659</c:v>
                </c:pt>
                <c:pt idx="283">
                  <c:v>35.164</c:v>
                </c:pt>
                <c:pt idx="284">
                  <c:v>36.511</c:v>
                </c:pt>
                <c:pt idx="285">
                  <c:v>37.695</c:v>
                </c:pt>
                <c:pt idx="286">
                  <c:v>38.71</c:v>
                </c:pt>
                <c:pt idx="287">
                  <c:v>39.554</c:v>
                </c:pt>
                <c:pt idx="288">
                  <c:v>40.223</c:v>
                </c:pt>
                <c:pt idx="289">
                  <c:v>40.715</c:v>
                </c:pt>
                <c:pt idx="290">
                  <c:v>41.027</c:v>
                </c:pt>
                <c:pt idx="291">
                  <c:v>41.16</c:v>
                </c:pt>
                <c:pt idx="292">
                  <c:v>41.113</c:v>
                </c:pt>
                <c:pt idx="293">
                  <c:v>40.887</c:v>
                </c:pt>
                <c:pt idx="294">
                  <c:v>40.485</c:v>
                </c:pt>
                <c:pt idx="295">
                  <c:v>39.908</c:v>
                </c:pt>
                <c:pt idx="296">
                  <c:v>39.16</c:v>
                </c:pt>
                <c:pt idx="297">
                  <c:v>38.244</c:v>
                </c:pt>
                <c:pt idx="298">
                  <c:v>37.166</c:v>
                </c:pt>
                <c:pt idx="299">
                  <c:v>35.93</c:v>
                </c:pt>
                <c:pt idx="300">
                  <c:v>34.543</c:v>
                </c:pt>
                <c:pt idx="301">
                  <c:v>33.01</c:v>
                </c:pt>
                <c:pt idx="302">
                  <c:v>31.34</c:v>
                </c:pt>
                <c:pt idx="303">
                  <c:v>29.539</c:v>
                </c:pt>
                <c:pt idx="304">
                  <c:v>27.616</c:v>
                </c:pt>
                <c:pt idx="305">
                  <c:v>25.579</c:v>
                </c:pt>
                <c:pt idx="306">
                  <c:v>23.437</c:v>
                </c:pt>
                <c:pt idx="307">
                  <c:v>21.2</c:v>
                </c:pt>
                <c:pt idx="308">
                  <c:v>18.877</c:v>
                </c:pt>
                <c:pt idx="309">
                  <c:v>16.478</c:v>
                </c:pt>
                <c:pt idx="310">
                  <c:v>14.014</c:v>
                </c:pt>
                <c:pt idx="311">
                  <c:v>11.496</c:v>
                </c:pt>
                <c:pt idx="312">
                  <c:v>8.933</c:v>
                </c:pt>
                <c:pt idx="313">
                  <c:v>6.339</c:v>
                </c:pt>
                <c:pt idx="314">
                  <c:v>3.724</c:v>
                </c:pt>
                <c:pt idx="315">
                  <c:v>1.098</c:v>
                </c:pt>
                <c:pt idx="316">
                  <c:v>-1.526</c:v>
                </c:pt>
                <c:pt idx="317">
                  <c:v>-4.138</c:v>
                </c:pt>
                <c:pt idx="318">
                  <c:v>-6.726</c:v>
                </c:pt>
                <c:pt idx="319">
                  <c:v>-9.281</c:v>
                </c:pt>
                <c:pt idx="320">
                  <c:v>-11.789</c:v>
                </c:pt>
                <c:pt idx="321">
                  <c:v>-14.242</c:v>
                </c:pt>
                <c:pt idx="322">
                  <c:v>-16.629</c:v>
                </c:pt>
                <c:pt idx="323">
                  <c:v>-18.941</c:v>
                </c:pt>
                <c:pt idx="324">
                  <c:v>-21.168</c:v>
                </c:pt>
                <c:pt idx="325">
                  <c:v>-23.301</c:v>
                </c:pt>
                <c:pt idx="326">
                  <c:v>-25.331</c:v>
                </c:pt>
                <c:pt idx="327">
                  <c:v>-27.251</c:v>
                </c:pt>
                <c:pt idx="328">
                  <c:v>-29.052</c:v>
                </c:pt>
                <c:pt idx="329">
                  <c:v>-30.728</c:v>
                </c:pt>
                <c:pt idx="330">
                  <c:v>-32.272</c:v>
                </c:pt>
                <c:pt idx="331">
                  <c:v>-33.679</c:v>
                </c:pt>
                <c:pt idx="332">
                  <c:v>-34.942</c:v>
                </c:pt>
                <c:pt idx="333">
                  <c:v>-36.058</c:v>
                </c:pt>
                <c:pt idx="334">
                  <c:v>-37.021</c:v>
                </c:pt>
                <c:pt idx="335">
                  <c:v>-37.83</c:v>
                </c:pt>
                <c:pt idx="336">
                  <c:v>-38.481</c:v>
                </c:pt>
                <c:pt idx="337">
                  <c:v>-38.971</c:v>
                </c:pt>
                <c:pt idx="338">
                  <c:v>-39.3</c:v>
                </c:pt>
                <c:pt idx="339">
                  <c:v>-39.467</c:v>
                </c:pt>
                <c:pt idx="340">
                  <c:v>-39.471</c:v>
                </c:pt>
                <c:pt idx="341">
                  <c:v>-39.314</c:v>
                </c:pt>
                <c:pt idx="342">
                  <c:v>-38.997</c:v>
                </c:pt>
                <c:pt idx="343">
                  <c:v>-38.521</c:v>
                </c:pt>
                <c:pt idx="344">
                  <c:v>-37.89</c:v>
                </c:pt>
                <c:pt idx="345">
                  <c:v>-37.107</c:v>
                </c:pt>
                <c:pt idx="346">
                  <c:v>-36.176</c:v>
                </c:pt>
                <c:pt idx="347">
                  <c:v>-35.101</c:v>
                </c:pt>
                <c:pt idx="348">
                  <c:v>-33.889</c:v>
                </c:pt>
                <c:pt idx="349">
                  <c:v>-32.545</c:v>
                </c:pt>
                <c:pt idx="350">
                  <c:v>-31.075</c:v>
                </c:pt>
                <c:pt idx="351">
                  <c:v>-29.486</c:v>
                </c:pt>
                <c:pt idx="352">
                  <c:v>-27.787</c:v>
                </c:pt>
                <c:pt idx="353">
                  <c:v>-25.984</c:v>
                </c:pt>
                <c:pt idx="354">
                  <c:v>-24.087</c:v>
                </c:pt>
                <c:pt idx="355">
                  <c:v>-22.102</c:v>
                </c:pt>
                <c:pt idx="356">
                  <c:v>-20.04</c:v>
                </c:pt>
                <c:pt idx="357">
                  <c:v>-17.91</c:v>
                </c:pt>
                <c:pt idx="358">
                  <c:v>-15.72</c:v>
                </c:pt>
                <c:pt idx="359">
                  <c:v>-13.48</c:v>
                </c:pt>
                <c:pt idx="360">
                  <c:v>-11.2</c:v>
                </c:pt>
                <c:pt idx="361">
                  <c:v>-8.889</c:v>
                </c:pt>
                <c:pt idx="362">
                  <c:v>-6.557</c:v>
                </c:pt>
                <c:pt idx="363">
                  <c:v>-4.212</c:v>
                </c:pt>
                <c:pt idx="364">
                  <c:v>-1.866</c:v>
                </c:pt>
                <c:pt idx="365">
                  <c:v>0.474</c:v>
                </c:pt>
                <c:pt idx="366">
                  <c:v>2.798</c:v>
                </c:pt>
                <c:pt idx="367">
                  <c:v>5.097</c:v>
                </c:pt>
                <c:pt idx="368">
                  <c:v>7.363</c:v>
                </c:pt>
                <c:pt idx="369">
                  <c:v>9.586</c:v>
                </c:pt>
                <c:pt idx="370">
                  <c:v>11.758</c:v>
                </c:pt>
                <c:pt idx="371">
                  <c:v>13.87</c:v>
                </c:pt>
                <c:pt idx="372">
                  <c:v>15.916</c:v>
                </c:pt>
                <c:pt idx="373">
                  <c:v>17.887</c:v>
                </c:pt>
                <c:pt idx="374">
                  <c:v>19.775</c:v>
                </c:pt>
                <c:pt idx="375">
                  <c:v>21.574</c:v>
                </c:pt>
                <c:pt idx="376">
                  <c:v>23.277</c:v>
                </c:pt>
                <c:pt idx="377">
                  <c:v>24.878</c:v>
                </c:pt>
                <c:pt idx="378">
                  <c:v>26.37</c:v>
                </c:pt>
                <c:pt idx="379">
                  <c:v>27.748</c:v>
                </c:pt>
                <c:pt idx="380">
                  <c:v>29.006</c:v>
                </c:pt>
                <c:pt idx="381">
                  <c:v>30.141</c:v>
                </c:pt>
                <c:pt idx="382">
                  <c:v>31.148</c:v>
                </c:pt>
                <c:pt idx="383">
                  <c:v>32.024</c:v>
                </c:pt>
                <c:pt idx="384">
                  <c:v>32.764</c:v>
                </c:pt>
                <c:pt idx="385">
                  <c:v>33.368</c:v>
                </c:pt>
                <c:pt idx="386">
                  <c:v>33.832</c:v>
                </c:pt>
                <c:pt idx="387">
                  <c:v>34.156</c:v>
                </c:pt>
                <c:pt idx="388">
                  <c:v>34.338</c:v>
                </c:pt>
                <c:pt idx="389">
                  <c:v>34.378</c:v>
                </c:pt>
                <c:pt idx="390">
                  <c:v>34.276</c:v>
                </c:pt>
                <c:pt idx="391">
                  <c:v>34.034</c:v>
                </c:pt>
                <c:pt idx="392">
                  <c:v>33.653</c:v>
                </c:pt>
                <c:pt idx="393">
                  <c:v>33.134</c:v>
                </c:pt>
                <c:pt idx="394">
                  <c:v>32.48</c:v>
                </c:pt>
                <c:pt idx="395">
                  <c:v>31.696</c:v>
                </c:pt>
                <c:pt idx="396">
                  <c:v>30.784</c:v>
                </c:pt>
                <c:pt idx="397">
                  <c:v>29.749</c:v>
                </c:pt>
                <c:pt idx="398">
                  <c:v>28.596</c:v>
                </c:pt>
                <c:pt idx="399">
                  <c:v>27.331</c:v>
                </c:pt>
                <c:pt idx="400">
                  <c:v>25.959</c:v>
                </c:pt>
                <c:pt idx="401">
                  <c:v>24.486</c:v>
                </c:pt>
                <c:pt idx="402">
                  <c:v>22.921</c:v>
                </c:pt>
                <c:pt idx="403">
                  <c:v>21.269</c:v>
                </c:pt>
                <c:pt idx="404">
                  <c:v>19.538</c:v>
                </c:pt>
                <c:pt idx="405">
                  <c:v>17.737</c:v>
                </c:pt>
                <c:pt idx="406">
                  <c:v>15.873</c:v>
                </c:pt>
                <c:pt idx="407">
                  <c:v>13.954</c:v>
                </c:pt>
                <c:pt idx="408">
                  <c:v>11.99</c:v>
                </c:pt>
                <c:pt idx="409">
                  <c:v>9.988</c:v>
                </c:pt>
                <c:pt idx="410">
                  <c:v>7.958</c:v>
                </c:pt>
                <c:pt idx="411">
                  <c:v>5.908</c:v>
                </c:pt>
                <c:pt idx="412">
                  <c:v>3.847</c:v>
                </c:pt>
                <c:pt idx="413">
                  <c:v>1.784</c:v>
                </c:pt>
                <c:pt idx="414">
                  <c:v>-0.273</c:v>
                </c:pt>
                <c:pt idx="415">
                  <c:v>-2.314</c:v>
                </c:pt>
                <c:pt idx="416">
                  <c:v>-4.332</c:v>
                </c:pt>
                <c:pt idx="417">
                  <c:v>-6.318</c:v>
                </c:pt>
                <c:pt idx="418">
                  <c:v>-8.264</c:v>
                </c:pt>
                <c:pt idx="419">
                  <c:v>-10.163</c:v>
                </c:pt>
                <c:pt idx="420">
                  <c:v>-12.006</c:v>
                </c:pt>
                <c:pt idx="421">
                  <c:v>-13.786</c:v>
                </c:pt>
                <c:pt idx="422">
                  <c:v>-15.497</c:v>
                </c:pt>
                <c:pt idx="423">
                  <c:v>-17.131</c:v>
                </c:pt>
                <c:pt idx="424">
                  <c:v>-18.681</c:v>
                </c:pt>
                <c:pt idx="425">
                  <c:v>-20.143</c:v>
                </c:pt>
                <c:pt idx="426">
                  <c:v>-21.509</c:v>
                </c:pt>
                <c:pt idx="427">
                  <c:v>-22.775</c:v>
                </c:pt>
                <c:pt idx="428">
                  <c:v>-23.937</c:v>
                </c:pt>
                <c:pt idx="429">
                  <c:v>-24.989</c:v>
                </c:pt>
                <c:pt idx="430">
                  <c:v>-25.928</c:v>
                </c:pt>
                <c:pt idx="431">
                  <c:v>-26.751</c:v>
                </c:pt>
                <c:pt idx="432">
                  <c:v>-27.454</c:v>
                </c:pt>
                <c:pt idx="433">
                  <c:v>-28.036</c:v>
                </c:pt>
                <c:pt idx="434">
                  <c:v>-28.494</c:v>
                </c:pt>
                <c:pt idx="435">
                  <c:v>-28.827</c:v>
                </c:pt>
                <c:pt idx="436">
                  <c:v>-29.035</c:v>
                </c:pt>
                <c:pt idx="437">
                  <c:v>-29.116</c:v>
                </c:pt>
                <c:pt idx="438">
                  <c:v>-29.073</c:v>
                </c:pt>
                <c:pt idx="439">
                  <c:v>-28.904</c:v>
                </c:pt>
                <c:pt idx="440">
                  <c:v>-28.612</c:v>
                </c:pt>
                <c:pt idx="441">
                  <c:v>-28.199</c:v>
                </c:pt>
                <c:pt idx="442">
                  <c:v>-27.666</c:v>
                </c:pt>
                <c:pt idx="443">
                  <c:v>-27.016</c:v>
                </c:pt>
                <c:pt idx="444">
                  <c:v>-26.253</c:v>
                </c:pt>
                <c:pt idx="445">
                  <c:v>-25.381</c:v>
                </c:pt>
                <c:pt idx="446">
                  <c:v>-24.403</c:v>
                </c:pt>
                <c:pt idx="447">
                  <c:v>-23.325</c:v>
                </c:pt>
                <c:pt idx="448">
                  <c:v>-22.152</c:v>
                </c:pt>
                <c:pt idx="449">
                  <c:v>-20.888</c:v>
                </c:pt>
                <c:pt idx="450">
                  <c:v>-19.541</c:v>
                </c:pt>
                <c:pt idx="451">
                  <c:v>-18.116</c:v>
                </c:pt>
                <c:pt idx="452">
                  <c:v>-16.62</c:v>
                </c:pt>
                <c:pt idx="453">
                  <c:v>-15.059</c:v>
                </c:pt>
                <c:pt idx="454">
                  <c:v>-13.441</c:v>
                </c:pt>
                <c:pt idx="455">
                  <c:v>-11.773</c:v>
                </c:pt>
                <c:pt idx="456">
                  <c:v>-10.061</c:v>
                </c:pt>
                <c:pt idx="457">
                  <c:v>-8.314</c:v>
                </c:pt>
                <c:pt idx="458">
                  <c:v>-6.539</c:v>
                </c:pt>
                <c:pt idx="459">
                  <c:v>-4.743</c:v>
                </c:pt>
                <c:pt idx="460">
                  <c:v>-2.934</c:v>
                </c:pt>
                <c:pt idx="461">
                  <c:v>-1.12</c:v>
                </c:pt>
                <c:pt idx="462">
                  <c:v>0.692</c:v>
                </c:pt>
                <c:pt idx="463">
                  <c:v>2.495</c:v>
                </c:pt>
                <c:pt idx="464">
                  <c:v>4.281</c:v>
                </c:pt>
                <c:pt idx="465">
                  <c:v>6.042</c:v>
                </c:pt>
                <c:pt idx="466">
                  <c:v>7.772</c:v>
                </c:pt>
                <c:pt idx="467">
                  <c:v>9.465</c:v>
                </c:pt>
                <c:pt idx="468">
                  <c:v>11.112</c:v>
                </c:pt>
                <c:pt idx="469">
                  <c:v>12.709</c:v>
                </c:pt>
                <c:pt idx="470">
                  <c:v>14.248</c:v>
                </c:pt>
                <c:pt idx="471">
                  <c:v>15.725</c:v>
                </c:pt>
                <c:pt idx="472">
                  <c:v>17.132</c:v>
                </c:pt>
                <c:pt idx="473">
                  <c:v>18.466</c:v>
                </c:pt>
                <c:pt idx="474">
                  <c:v>19.721</c:v>
                </c:pt>
                <c:pt idx="475">
                  <c:v>20.893</c:v>
                </c:pt>
                <c:pt idx="476">
                  <c:v>21.977</c:v>
                </c:pt>
                <c:pt idx="477">
                  <c:v>22.969</c:v>
                </c:pt>
                <c:pt idx="478">
                  <c:v>23.866</c:v>
                </c:pt>
                <c:pt idx="479">
                  <c:v>24.664</c:v>
                </c:pt>
                <c:pt idx="480">
                  <c:v>25.361</c:v>
                </c:pt>
                <c:pt idx="481">
                  <c:v>25.955</c:v>
                </c:pt>
                <c:pt idx="482">
                  <c:v>26.443</c:v>
                </c:pt>
                <c:pt idx="483">
                  <c:v>26.823</c:v>
                </c:pt>
                <c:pt idx="484">
                  <c:v>27.095</c:v>
                </c:pt>
                <c:pt idx="485">
                  <c:v>27.258</c:v>
                </c:pt>
                <c:pt idx="486">
                  <c:v>27.312</c:v>
                </c:pt>
                <c:pt idx="487">
                  <c:v>27.257</c:v>
                </c:pt>
                <c:pt idx="488">
                  <c:v>27.094</c:v>
                </c:pt>
                <c:pt idx="489">
                  <c:v>26.823</c:v>
                </c:pt>
                <c:pt idx="490">
                  <c:v>26.447</c:v>
                </c:pt>
                <c:pt idx="491">
                  <c:v>25.967</c:v>
                </c:pt>
                <c:pt idx="492">
                  <c:v>25.386</c:v>
                </c:pt>
                <c:pt idx="493">
                  <c:v>24.705</c:v>
                </c:pt>
                <c:pt idx="494">
                  <c:v>23.93</c:v>
                </c:pt>
                <c:pt idx="495">
                  <c:v>23.062</c:v>
                </c:pt>
                <c:pt idx="496">
                  <c:v>22.106</c:v>
                </c:pt>
                <c:pt idx="497">
                  <c:v>21.066</c:v>
                </c:pt>
                <c:pt idx="498">
                  <c:v>19.947</c:v>
                </c:pt>
                <c:pt idx="499">
                  <c:v>18.753</c:v>
                </c:pt>
                <c:pt idx="500">
                  <c:v>17.491</c:v>
                </c:pt>
                <c:pt idx="501">
                  <c:v>16.164</c:v>
                </c:pt>
                <c:pt idx="502">
                  <c:v>14.78</c:v>
                </c:pt>
                <c:pt idx="503">
                  <c:v>13.344</c:v>
                </c:pt>
                <c:pt idx="504">
                  <c:v>11.862</c:v>
                </c:pt>
                <c:pt idx="505">
                  <c:v>10.341</c:v>
                </c:pt>
                <c:pt idx="506">
                  <c:v>8.788</c:v>
                </c:pt>
                <c:pt idx="507">
                  <c:v>7.207</c:v>
                </c:pt>
                <c:pt idx="508">
                  <c:v>5.608</c:v>
                </c:pt>
                <c:pt idx="509">
                  <c:v>3.995</c:v>
                </c:pt>
                <c:pt idx="510">
                  <c:v>2.377</c:v>
                </c:pt>
                <c:pt idx="511">
                  <c:v>0.759</c:v>
                </c:pt>
                <c:pt idx="512">
                  <c:v>-0.851</c:v>
                </c:pt>
                <c:pt idx="513">
                  <c:v>-2.446</c:v>
                </c:pt>
                <c:pt idx="514">
                  <c:v>-4.021</c:v>
                </c:pt>
                <c:pt idx="515">
                  <c:v>-5.569</c:v>
                </c:pt>
                <c:pt idx="516">
                  <c:v>-7.083</c:v>
                </c:pt>
                <c:pt idx="517">
                  <c:v>-8.557</c:v>
                </c:pt>
                <c:pt idx="518">
                  <c:v>-9.985</c:v>
                </c:pt>
                <c:pt idx="519">
                  <c:v>-11.361</c:v>
                </c:pt>
                <c:pt idx="520">
                  <c:v>-12.681</c:v>
                </c:pt>
                <c:pt idx="521">
                  <c:v>-13.937</c:v>
                </c:pt>
                <c:pt idx="522">
                  <c:v>-15.127</c:v>
                </c:pt>
                <c:pt idx="523">
                  <c:v>-16.244</c:v>
                </c:pt>
                <c:pt idx="524">
                  <c:v>-17.285</c:v>
                </c:pt>
                <c:pt idx="525">
                  <c:v>-18.245</c:v>
                </c:pt>
                <c:pt idx="526">
                  <c:v>-19.122</c:v>
                </c:pt>
                <c:pt idx="527">
                  <c:v>-19.911</c:v>
                </c:pt>
                <c:pt idx="528">
                  <c:v>-20.61</c:v>
                </c:pt>
                <c:pt idx="529">
                  <c:v>-21.216</c:v>
                </c:pt>
                <c:pt idx="530">
                  <c:v>-21.728</c:v>
                </c:pt>
                <c:pt idx="531">
                  <c:v>-22.143</c:v>
                </c:pt>
                <c:pt idx="532">
                  <c:v>-22.461</c:v>
                </c:pt>
                <c:pt idx="533">
                  <c:v>-22.68</c:v>
                </c:pt>
                <c:pt idx="534">
                  <c:v>-22.8</c:v>
                </c:pt>
                <c:pt idx="535">
                  <c:v>-22.822</c:v>
                </c:pt>
                <c:pt idx="536">
                  <c:v>-22.745</c:v>
                </c:pt>
                <c:pt idx="537">
                  <c:v>-22.572</c:v>
                </c:pt>
                <c:pt idx="538">
                  <c:v>-22.302</c:v>
                </c:pt>
                <c:pt idx="539">
                  <c:v>-21.937</c:v>
                </c:pt>
                <c:pt idx="540">
                  <c:v>-21.481</c:v>
                </c:pt>
                <c:pt idx="541">
                  <c:v>-20.935</c:v>
                </c:pt>
                <c:pt idx="542">
                  <c:v>-20.301</c:v>
                </c:pt>
                <c:pt idx="543">
                  <c:v>-19.584</c:v>
                </c:pt>
                <c:pt idx="544">
                  <c:v>-18.786</c:v>
                </c:pt>
                <c:pt idx="545">
                  <c:v>-17.912</c:v>
                </c:pt>
                <c:pt idx="546">
                  <c:v>-16.965</c:v>
                </c:pt>
                <c:pt idx="547">
                  <c:v>-15.951</c:v>
                </c:pt>
                <c:pt idx="548">
                  <c:v>-14.873</c:v>
                </c:pt>
                <c:pt idx="549">
                  <c:v>-13.736</c:v>
                </c:pt>
                <c:pt idx="550">
                  <c:v>-12.547</c:v>
                </c:pt>
                <c:pt idx="551">
                  <c:v>-11.309</c:v>
                </c:pt>
                <c:pt idx="552">
                  <c:v>-10.03</c:v>
                </c:pt>
                <c:pt idx="553">
                  <c:v>-8.714</c:v>
                </c:pt>
                <c:pt idx="554">
                  <c:v>-7.368</c:v>
                </c:pt>
                <c:pt idx="555">
                  <c:v>-5.998</c:v>
                </c:pt>
                <c:pt idx="556">
                  <c:v>-4.609</c:v>
                </c:pt>
                <c:pt idx="557">
                  <c:v>-3.209</c:v>
                </c:pt>
                <c:pt idx="558">
                  <c:v>-1.802</c:v>
                </c:pt>
                <c:pt idx="559">
                  <c:v>-0.395</c:v>
                </c:pt>
                <c:pt idx="560">
                  <c:v>1.006</c:v>
                </c:pt>
                <c:pt idx="561">
                  <c:v>2.394</c:v>
                </c:pt>
                <c:pt idx="562">
                  <c:v>3.765</c:v>
                </c:pt>
                <c:pt idx="563">
                  <c:v>5.112</c:v>
                </c:pt>
                <c:pt idx="564">
                  <c:v>6.43</c:v>
                </c:pt>
                <c:pt idx="565">
                  <c:v>7.713</c:v>
                </c:pt>
                <c:pt idx="566">
                  <c:v>8.956</c:v>
                </c:pt>
                <c:pt idx="567">
                  <c:v>10.153</c:v>
                </c:pt>
                <c:pt idx="568">
                  <c:v>11.3</c:v>
                </c:pt>
                <c:pt idx="569">
                  <c:v>12.392</c:v>
                </c:pt>
                <c:pt idx="570">
                  <c:v>13.424</c:v>
                </c:pt>
                <c:pt idx="571">
                  <c:v>14.393</c:v>
                </c:pt>
                <c:pt idx="572">
                  <c:v>15.295</c:v>
                </c:pt>
                <c:pt idx="573">
                  <c:v>16.126</c:v>
                </c:pt>
                <c:pt idx="574">
                  <c:v>16.883</c:v>
                </c:pt>
                <c:pt idx="575">
                  <c:v>17.564</c:v>
                </c:pt>
                <c:pt idx="576">
                  <c:v>18.166</c:v>
                </c:pt>
                <c:pt idx="577">
                  <c:v>18.687</c:v>
                </c:pt>
                <c:pt idx="578">
                  <c:v>19.126</c:v>
                </c:pt>
                <c:pt idx="579">
                  <c:v>19.482</c:v>
                </c:pt>
                <c:pt idx="580">
                  <c:v>19.753</c:v>
                </c:pt>
                <c:pt idx="581">
                  <c:v>19.94</c:v>
                </c:pt>
                <c:pt idx="582">
                  <c:v>20.042</c:v>
                </c:pt>
                <c:pt idx="583">
                  <c:v>20.059</c:v>
                </c:pt>
                <c:pt idx="584">
                  <c:v>19.991</c:v>
                </c:pt>
                <c:pt idx="585">
                  <c:v>19.84</c:v>
                </c:pt>
                <c:pt idx="586">
                  <c:v>19.607</c:v>
                </c:pt>
                <c:pt idx="587">
                  <c:v>19.293</c:v>
                </c:pt>
                <c:pt idx="588">
                  <c:v>18.9</c:v>
                </c:pt>
                <c:pt idx="589">
                  <c:v>18.431</c:v>
                </c:pt>
                <c:pt idx="590">
                  <c:v>17.887</c:v>
                </c:pt>
                <c:pt idx="591">
                  <c:v>17.272</c:v>
                </c:pt>
                <c:pt idx="592">
                  <c:v>16.589</c:v>
                </c:pt>
                <c:pt idx="593">
                  <c:v>15.84</c:v>
                </c:pt>
                <c:pt idx="594">
                  <c:v>15.031</c:v>
                </c:pt>
                <c:pt idx="595">
                  <c:v>14.165</c:v>
                </c:pt>
                <c:pt idx="596">
                  <c:v>13.245</c:v>
                </c:pt>
                <c:pt idx="597">
                  <c:v>12.277</c:v>
                </c:pt>
                <c:pt idx="598">
                  <c:v>11.264</c:v>
                </c:pt>
                <c:pt idx="599">
                  <c:v>10.211</c:v>
                </c:pt>
                <c:pt idx="600">
                  <c:v>9.123</c:v>
                </c:pt>
                <c:pt idx="601">
                  <c:v>8.004</c:v>
                </c:pt>
                <c:pt idx="602">
                  <c:v>6.859</c:v>
                </c:pt>
                <c:pt idx="603">
                  <c:v>5.694</c:v>
                </c:pt>
                <c:pt idx="604">
                  <c:v>4.512</c:v>
                </c:pt>
                <c:pt idx="605">
                  <c:v>3.319</c:v>
                </c:pt>
                <c:pt idx="606">
                  <c:v>2.119</c:v>
                </c:pt>
                <c:pt idx="607">
                  <c:v>0.918</c:v>
                </c:pt>
                <c:pt idx="608">
                  <c:v>-0.279</c:v>
                </c:pt>
                <c:pt idx="609">
                  <c:v>-1.468</c:v>
                </c:pt>
                <c:pt idx="610">
                  <c:v>-2.644</c:v>
                </c:pt>
                <c:pt idx="611">
                  <c:v>-3.802</c:v>
                </c:pt>
                <c:pt idx="612">
                  <c:v>-4.938</c:v>
                </c:pt>
                <c:pt idx="613">
                  <c:v>-6.047</c:v>
                </c:pt>
                <c:pt idx="614">
                  <c:v>-7.125</c:v>
                </c:pt>
                <c:pt idx="615">
                  <c:v>-8.169</c:v>
                </c:pt>
                <c:pt idx="616">
                  <c:v>-9.173</c:v>
                </c:pt>
                <c:pt idx="617">
                  <c:v>-10.136</c:v>
                </c:pt>
                <c:pt idx="618">
                  <c:v>-11.052</c:v>
                </c:pt>
                <c:pt idx="619">
                  <c:v>-11.919</c:v>
                </c:pt>
                <c:pt idx="620">
                  <c:v>-12.733</c:v>
                </c:pt>
                <c:pt idx="621">
                  <c:v>-13.492</c:v>
                </c:pt>
                <c:pt idx="622">
                  <c:v>-14.193</c:v>
                </c:pt>
                <c:pt idx="623">
                  <c:v>-14.833</c:v>
                </c:pt>
                <c:pt idx="624">
                  <c:v>-15.41</c:v>
                </c:pt>
                <c:pt idx="625">
                  <c:v>-15.923</c:v>
                </c:pt>
                <c:pt idx="626">
                  <c:v>-16.368</c:v>
                </c:pt>
                <c:pt idx="627">
                  <c:v>-16.745</c:v>
                </c:pt>
                <c:pt idx="628">
                  <c:v>-17.053</c:v>
                </c:pt>
                <c:pt idx="629">
                  <c:v>-17.289</c:v>
                </c:pt>
                <c:pt idx="630">
                  <c:v>-17.455</c:v>
                </c:pt>
                <c:pt idx="631">
                  <c:v>-17.549</c:v>
                </c:pt>
                <c:pt idx="632">
                  <c:v>-17.571</c:v>
                </c:pt>
                <c:pt idx="633">
                  <c:v>-17.521</c:v>
                </c:pt>
                <c:pt idx="634">
                  <c:v>-17.4</c:v>
                </c:pt>
                <c:pt idx="635">
                  <c:v>-17.21</c:v>
                </c:pt>
                <c:pt idx="636">
                  <c:v>-16.95</c:v>
                </c:pt>
                <c:pt idx="637">
                  <c:v>-16.622</c:v>
                </c:pt>
                <c:pt idx="638">
                  <c:v>-16.229</c:v>
                </c:pt>
                <c:pt idx="639">
                  <c:v>-15.772</c:v>
                </c:pt>
                <c:pt idx="640">
                  <c:v>-15.254</c:v>
                </c:pt>
                <c:pt idx="641">
                  <c:v>-14.676</c:v>
                </c:pt>
                <c:pt idx="642">
                  <c:v>-14.043</c:v>
                </c:pt>
                <c:pt idx="643">
                  <c:v>-13.357</c:v>
                </c:pt>
                <c:pt idx="644">
                  <c:v>-12.621</c:v>
                </c:pt>
                <c:pt idx="645">
                  <c:v>-11.839</c:v>
                </c:pt>
                <c:pt idx="646">
                  <c:v>-11.014</c:v>
                </c:pt>
                <c:pt idx="647">
                  <c:v>-10.151</c:v>
                </c:pt>
                <c:pt idx="648">
                  <c:v>-9.254</c:v>
                </c:pt>
                <c:pt idx="649">
                  <c:v>-8.327</c:v>
                </c:pt>
                <c:pt idx="650">
                  <c:v>-7.374</c:v>
                </c:pt>
                <c:pt idx="651">
                  <c:v>-6.399</c:v>
                </c:pt>
                <c:pt idx="652">
                  <c:v>-5.408</c:v>
                </c:pt>
                <c:pt idx="653">
                  <c:v>-4.404</c:v>
                </c:pt>
                <c:pt idx="654">
                  <c:v>-3.391</c:v>
                </c:pt>
                <c:pt idx="655">
                  <c:v>-2.376</c:v>
                </c:pt>
                <c:pt idx="656">
                  <c:v>-1.361</c:v>
                </c:pt>
                <c:pt idx="657">
                  <c:v>-0.351</c:v>
                </c:pt>
                <c:pt idx="658">
                  <c:v>0.65</c:v>
                </c:pt>
                <c:pt idx="659">
                  <c:v>1.637</c:v>
                </c:pt>
                <c:pt idx="660">
                  <c:v>2.608</c:v>
                </c:pt>
                <c:pt idx="661">
                  <c:v>3.557</c:v>
                </c:pt>
                <c:pt idx="662">
                  <c:v>4.482</c:v>
                </c:pt>
                <c:pt idx="663">
                  <c:v>5.378</c:v>
                </c:pt>
                <c:pt idx="664">
                  <c:v>6.243</c:v>
                </c:pt>
                <c:pt idx="665">
                  <c:v>7.073</c:v>
                </c:pt>
                <c:pt idx="666">
                  <c:v>7.866</c:v>
                </c:pt>
                <c:pt idx="667">
                  <c:v>8.617</c:v>
                </c:pt>
                <c:pt idx="668">
                  <c:v>9.325</c:v>
                </c:pt>
                <c:pt idx="669">
                  <c:v>9.987</c:v>
                </c:pt>
                <c:pt idx="670">
                  <c:v>10.6</c:v>
                </c:pt>
                <c:pt idx="671">
                  <c:v>11.163</c:v>
                </c:pt>
                <c:pt idx="672">
                  <c:v>11.673</c:v>
                </c:pt>
                <c:pt idx="673">
                  <c:v>12.129</c:v>
                </c:pt>
                <c:pt idx="674">
                  <c:v>12.53</c:v>
                </c:pt>
                <c:pt idx="675">
                  <c:v>12.873</c:v>
                </c:pt>
                <c:pt idx="676">
                  <c:v>13.159</c:v>
                </c:pt>
                <c:pt idx="677">
                  <c:v>13.386</c:v>
                </c:pt>
                <c:pt idx="678">
                  <c:v>13.555</c:v>
                </c:pt>
                <c:pt idx="679">
                  <c:v>13.664</c:v>
                </c:pt>
                <c:pt idx="680">
                  <c:v>13.714</c:v>
                </c:pt>
                <c:pt idx="681">
                  <c:v>13.705</c:v>
                </c:pt>
                <c:pt idx="682">
                  <c:v>13.637</c:v>
                </c:pt>
                <c:pt idx="683">
                  <c:v>13.512</c:v>
                </c:pt>
                <c:pt idx="684">
                  <c:v>13.331</c:v>
                </c:pt>
                <c:pt idx="685">
                  <c:v>13.094</c:v>
                </c:pt>
                <c:pt idx="686">
                  <c:v>12.802</c:v>
                </c:pt>
                <c:pt idx="687">
                  <c:v>12.458</c:v>
                </c:pt>
                <c:pt idx="688">
                  <c:v>12.063</c:v>
                </c:pt>
                <c:pt idx="689">
                  <c:v>11.619</c:v>
                </c:pt>
                <c:pt idx="690">
                  <c:v>11.128</c:v>
                </c:pt>
                <c:pt idx="691">
                  <c:v>10.593</c:v>
                </c:pt>
                <c:pt idx="692">
                  <c:v>10.016</c:v>
                </c:pt>
                <c:pt idx="693">
                  <c:v>9.4</c:v>
                </c:pt>
                <c:pt idx="694">
                  <c:v>8.747</c:v>
                </c:pt>
                <c:pt idx="695">
                  <c:v>8.062</c:v>
                </c:pt>
                <c:pt idx="696">
                  <c:v>7.346</c:v>
                </c:pt>
                <c:pt idx="697">
                  <c:v>6.603</c:v>
                </c:pt>
                <c:pt idx="698">
                  <c:v>5.837</c:v>
                </c:pt>
                <c:pt idx="699">
                  <c:v>5.051</c:v>
                </c:pt>
                <c:pt idx="700">
                  <c:v>4.248</c:v>
                </c:pt>
                <c:pt idx="701">
                  <c:v>3.432</c:v>
                </c:pt>
                <c:pt idx="702">
                  <c:v>2.607</c:v>
                </c:pt>
                <c:pt idx="703">
                  <c:v>1.776</c:v>
                </c:pt>
                <c:pt idx="704">
                  <c:v>0.943</c:v>
                </c:pt>
                <c:pt idx="705">
                  <c:v>0.111</c:v>
                </c:pt>
                <c:pt idx="706">
                  <c:v>-0.716</c:v>
                </c:pt>
                <c:pt idx="707">
                  <c:v>-1.534</c:v>
                </c:pt>
                <c:pt idx="708">
                  <c:v>-2.34</c:v>
                </c:pt>
                <c:pt idx="709">
                  <c:v>-3.131</c:v>
                </c:pt>
                <c:pt idx="710">
                  <c:v>-3.902</c:v>
                </c:pt>
                <c:pt idx="711">
                  <c:v>-4.652</c:v>
                </c:pt>
                <c:pt idx="712">
                  <c:v>-5.377</c:v>
                </c:pt>
                <c:pt idx="713">
                  <c:v>-6.073</c:v>
                </c:pt>
                <c:pt idx="714">
                  <c:v>-6.739</c:v>
                </c:pt>
                <c:pt idx="715">
                  <c:v>-7.372</c:v>
                </c:pt>
                <c:pt idx="716">
                  <c:v>-7.968</c:v>
                </c:pt>
                <c:pt idx="717">
                  <c:v>-8.527</c:v>
                </c:pt>
                <c:pt idx="718">
                  <c:v>-9.046</c:v>
                </c:pt>
                <c:pt idx="719">
                  <c:v>-9.523</c:v>
                </c:pt>
                <c:pt idx="720">
                  <c:v>-9.956</c:v>
                </c:pt>
                <c:pt idx="721">
                  <c:v>-10.345</c:v>
                </c:pt>
                <c:pt idx="722">
                  <c:v>-10.688</c:v>
                </c:pt>
                <c:pt idx="723">
                  <c:v>-10.984</c:v>
                </c:pt>
                <c:pt idx="724">
                  <c:v>-11.232</c:v>
                </c:pt>
                <c:pt idx="725">
                  <c:v>-11.432</c:v>
                </c:pt>
                <c:pt idx="726">
                  <c:v>-11.584</c:v>
                </c:pt>
                <c:pt idx="727">
                  <c:v>-11.686</c:v>
                </c:pt>
                <c:pt idx="728">
                  <c:v>-11.74</c:v>
                </c:pt>
                <c:pt idx="729">
                  <c:v>-11.745</c:v>
                </c:pt>
                <c:pt idx="730">
                  <c:v>-11.701</c:v>
                </c:pt>
                <c:pt idx="731">
                  <c:v>-11.609</c:v>
                </c:pt>
                <c:pt idx="732">
                  <c:v>-11.471</c:v>
                </c:pt>
                <c:pt idx="733">
                  <c:v>-11.285</c:v>
                </c:pt>
                <c:pt idx="734">
                  <c:v>-11.055</c:v>
                </c:pt>
                <c:pt idx="735">
                  <c:v>-10.781</c:v>
                </c:pt>
                <c:pt idx="736">
                  <c:v>-10.464</c:v>
                </c:pt>
                <c:pt idx="737">
                  <c:v>-10.106</c:v>
                </c:pt>
                <c:pt idx="738">
                  <c:v>-9.709</c:v>
                </c:pt>
                <c:pt idx="739">
                  <c:v>-9.274</c:v>
                </c:pt>
                <c:pt idx="740">
                  <c:v>-8.805</c:v>
                </c:pt>
                <c:pt idx="741">
                  <c:v>-8.303</c:v>
                </c:pt>
                <c:pt idx="742">
                  <c:v>-7.77</c:v>
                </c:pt>
                <c:pt idx="743">
                  <c:v>-7.209</c:v>
                </c:pt>
                <c:pt idx="744">
                  <c:v>-6.623</c:v>
                </c:pt>
                <c:pt idx="745">
                  <c:v>-6.013</c:v>
                </c:pt>
                <c:pt idx="746">
                  <c:v>-5.384</c:v>
                </c:pt>
                <c:pt idx="747">
                  <c:v>-4.737</c:v>
                </c:pt>
                <c:pt idx="748">
                  <c:v>-4.075</c:v>
                </c:pt>
                <c:pt idx="749">
                  <c:v>-3.401</c:v>
                </c:pt>
                <c:pt idx="750">
                  <c:v>-2.718</c:v>
                </c:pt>
                <c:pt idx="751">
                  <c:v>-2.03</c:v>
                </c:pt>
                <c:pt idx="752">
                  <c:v>-1.338</c:v>
                </c:pt>
                <c:pt idx="753">
                  <c:v>-0.646</c:v>
                </c:pt>
                <c:pt idx="754">
                  <c:v>0.044</c:v>
                </c:pt>
                <c:pt idx="755">
                  <c:v>0.727</c:v>
                </c:pt>
                <c:pt idx="756">
                  <c:v>1.402</c:v>
                </c:pt>
                <c:pt idx="757">
                  <c:v>2.065</c:v>
                </c:pt>
                <c:pt idx="758">
                  <c:v>2.714</c:v>
                </c:pt>
                <c:pt idx="759">
                  <c:v>3.346</c:v>
                </c:pt>
                <c:pt idx="760">
                  <c:v>3.959</c:v>
                </c:pt>
                <c:pt idx="761">
                  <c:v>4.549</c:v>
                </c:pt>
                <c:pt idx="762">
                  <c:v>5.116</c:v>
                </c:pt>
                <c:pt idx="763">
                  <c:v>5.655</c:v>
                </c:pt>
                <c:pt idx="764">
                  <c:v>6.166</c:v>
                </c:pt>
                <c:pt idx="765">
                  <c:v>6.647</c:v>
                </c:pt>
                <c:pt idx="766">
                  <c:v>7.095</c:v>
                </c:pt>
                <c:pt idx="767">
                  <c:v>7.509</c:v>
                </c:pt>
                <c:pt idx="768">
                  <c:v>7.889</c:v>
                </c:pt>
                <c:pt idx="769">
                  <c:v>8.232</c:v>
                </c:pt>
                <c:pt idx="770">
                  <c:v>8.537</c:v>
                </c:pt>
                <c:pt idx="771">
                  <c:v>8.805</c:v>
                </c:pt>
                <c:pt idx="772">
                  <c:v>9.033</c:v>
                </c:pt>
                <c:pt idx="773">
                  <c:v>9.222</c:v>
                </c:pt>
                <c:pt idx="774">
                  <c:v>9.37</c:v>
                </c:pt>
                <c:pt idx="775">
                  <c:v>9.479</c:v>
                </c:pt>
                <c:pt idx="776">
                  <c:v>9.548</c:v>
                </c:pt>
                <c:pt idx="777">
                  <c:v>9.577</c:v>
                </c:pt>
                <c:pt idx="778">
                  <c:v>9.566</c:v>
                </c:pt>
                <c:pt idx="779">
                  <c:v>9.516</c:v>
                </c:pt>
                <c:pt idx="780">
                  <c:v>9.428</c:v>
                </c:pt>
                <c:pt idx="781">
                  <c:v>9.302</c:v>
                </c:pt>
                <c:pt idx="782">
                  <c:v>9.139</c:v>
                </c:pt>
                <c:pt idx="783">
                  <c:v>8.941</c:v>
                </c:pt>
                <c:pt idx="784">
                  <c:v>8.708</c:v>
                </c:pt>
                <c:pt idx="785">
                  <c:v>8.442</c:v>
                </c:pt>
                <c:pt idx="786">
                  <c:v>8.144</c:v>
                </c:pt>
                <c:pt idx="787">
                  <c:v>7.816</c:v>
                </c:pt>
                <c:pt idx="788">
                  <c:v>7.46</c:v>
                </c:pt>
                <c:pt idx="789">
                  <c:v>7.076</c:v>
                </c:pt>
                <c:pt idx="790">
                  <c:v>6.668</c:v>
                </c:pt>
                <c:pt idx="791">
                  <c:v>6.235</c:v>
                </c:pt>
                <c:pt idx="792">
                  <c:v>5.782</c:v>
                </c:pt>
                <c:pt idx="793">
                  <c:v>5.308</c:v>
                </c:pt>
                <c:pt idx="794">
                  <c:v>4.817</c:v>
                </c:pt>
                <c:pt idx="795">
                  <c:v>4.311</c:v>
                </c:pt>
                <c:pt idx="796">
                  <c:v>3.791</c:v>
                </c:pt>
                <c:pt idx="797">
                  <c:v>3.261</c:v>
                </c:pt>
                <c:pt idx="798">
                  <c:v>2.721</c:v>
                </c:pt>
                <c:pt idx="799">
                  <c:v>2.175</c:v>
                </c:pt>
                <c:pt idx="800">
                  <c:v>1.625</c:v>
                </c:pt>
                <c:pt idx="801">
                  <c:v>1.074</c:v>
                </c:pt>
                <c:pt idx="802">
                  <c:v>0.523</c:v>
                </c:pt>
                <c:pt idx="803">
                  <c:v>-0.025</c:v>
                </c:pt>
                <c:pt idx="804">
                  <c:v>-0.567</c:v>
                </c:pt>
                <c:pt idx="805">
                  <c:v>-1.102</c:v>
                </c:pt>
                <c:pt idx="806">
                  <c:v>-1.626</c:v>
                </c:pt>
                <c:pt idx="807">
                  <c:v>-2.139</c:v>
                </c:pt>
                <c:pt idx="808">
                  <c:v>-2.636</c:v>
                </c:pt>
                <c:pt idx="809">
                  <c:v>-3.118</c:v>
                </c:pt>
                <c:pt idx="810">
                  <c:v>-3.58</c:v>
                </c:pt>
                <c:pt idx="811">
                  <c:v>-4.023</c:v>
                </c:pt>
                <c:pt idx="812">
                  <c:v>-4.443</c:v>
                </c:pt>
                <c:pt idx="813">
                  <c:v>-4.84</c:v>
                </c:pt>
                <c:pt idx="814">
                  <c:v>-5.212</c:v>
                </c:pt>
                <c:pt idx="815">
                  <c:v>-5.558</c:v>
                </c:pt>
                <c:pt idx="816">
                  <c:v>-5.876</c:v>
                </c:pt>
                <c:pt idx="817">
                  <c:v>-6.166</c:v>
                </c:pt>
                <c:pt idx="818">
                  <c:v>-6.426</c:v>
                </c:pt>
                <c:pt idx="819">
                  <c:v>-6.656</c:v>
                </c:pt>
                <c:pt idx="820">
                  <c:v>-6.855</c:v>
                </c:pt>
                <c:pt idx="821">
                  <c:v>-7.023</c:v>
                </c:pt>
                <c:pt idx="822">
                  <c:v>-7.16</c:v>
                </c:pt>
                <c:pt idx="823">
                  <c:v>-7.265</c:v>
                </c:pt>
                <c:pt idx="824">
                  <c:v>-7.339</c:v>
                </c:pt>
                <c:pt idx="825">
                  <c:v>-7.381</c:v>
                </c:pt>
                <c:pt idx="826">
                  <c:v>-7.392</c:v>
                </c:pt>
                <c:pt idx="827">
                  <c:v>-7.373</c:v>
                </c:pt>
                <c:pt idx="828">
                  <c:v>-7.324</c:v>
                </c:pt>
                <c:pt idx="829">
                  <c:v>-7.246</c:v>
                </c:pt>
                <c:pt idx="830">
                  <c:v>-7.14</c:v>
                </c:pt>
                <c:pt idx="831">
                  <c:v>-7.006</c:v>
                </c:pt>
                <c:pt idx="832">
                  <c:v>-6.846</c:v>
                </c:pt>
                <c:pt idx="833">
                  <c:v>-6.661</c:v>
                </c:pt>
                <c:pt idx="834">
                  <c:v>-6.452</c:v>
                </c:pt>
                <c:pt idx="835">
                  <c:v>-6.221</c:v>
                </c:pt>
                <c:pt idx="836">
                  <c:v>-5.968</c:v>
                </c:pt>
                <c:pt idx="837">
                  <c:v>-5.696</c:v>
                </c:pt>
                <c:pt idx="838">
                  <c:v>-5.405</c:v>
                </c:pt>
                <c:pt idx="839">
                  <c:v>-5.098</c:v>
                </c:pt>
                <c:pt idx="840">
                  <c:v>-4.776</c:v>
                </c:pt>
                <c:pt idx="841">
                  <c:v>-4.44</c:v>
                </c:pt>
                <c:pt idx="842">
                  <c:v>-4.092</c:v>
                </c:pt>
                <c:pt idx="843">
                  <c:v>-3.734</c:v>
                </c:pt>
                <c:pt idx="844">
                  <c:v>-3.367</c:v>
                </c:pt>
                <c:pt idx="845">
                  <c:v>-2.994</c:v>
                </c:pt>
                <c:pt idx="846">
                  <c:v>-2.616</c:v>
                </c:pt>
                <c:pt idx="847">
                  <c:v>-2.234</c:v>
                </c:pt>
                <c:pt idx="848">
                  <c:v>-1.851</c:v>
                </c:pt>
                <c:pt idx="849">
                  <c:v>-1.468</c:v>
                </c:pt>
                <c:pt idx="850">
                  <c:v>-1.086</c:v>
                </c:pt>
                <c:pt idx="851">
                  <c:v>-0.708</c:v>
                </c:pt>
                <c:pt idx="852">
                  <c:v>-0.335</c:v>
                </c:pt>
                <c:pt idx="853">
                  <c:v>0.032</c:v>
                </c:pt>
                <c:pt idx="854">
                  <c:v>0.391</c:v>
                </c:pt>
                <c:pt idx="855">
                  <c:v>0.74</c:v>
                </c:pt>
                <c:pt idx="856">
                  <c:v>1.079</c:v>
                </c:pt>
                <c:pt idx="857">
                  <c:v>1.406</c:v>
                </c:pt>
                <c:pt idx="858">
                  <c:v>1.721</c:v>
                </c:pt>
                <c:pt idx="859">
                  <c:v>2.021</c:v>
                </c:pt>
                <c:pt idx="860">
                  <c:v>2.306</c:v>
                </c:pt>
                <c:pt idx="861">
                  <c:v>2.576</c:v>
                </c:pt>
                <c:pt idx="862">
                  <c:v>2.828</c:v>
                </c:pt>
                <c:pt idx="863">
                  <c:v>3.064</c:v>
                </c:pt>
                <c:pt idx="864">
                  <c:v>3.282</c:v>
                </c:pt>
                <c:pt idx="865">
                  <c:v>3.482</c:v>
                </c:pt>
                <c:pt idx="866">
                  <c:v>3.663</c:v>
                </c:pt>
                <c:pt idx="867">
                  <c:v>3.825</c:v>
                </c:pt>
                <c:pt idx="868">
                  <c:v>3.968</c:v>
                </c:pt>
                <c:pt idx="869">
                  <c:v>4.092</c:v>
                </c:pt>
                <c:pt idx="870">
                  <c:v>4.197</c:v>
                </c:pt>
                <c:pt idx="871">
                  <c:v>4.282</c:v>
                </c:pt>
                <c:pt idx="872">
                  <c:v>4.349</c:v>
                </c:pt>
                <c:pt idx="873">
                  <c:v>4.397</c:v>
                </c:pt>
                <c:pt idx="874">
                  <c:v>4.426</c:v>
                </c:pt>
                <c:pt idx="875">
                  <c:v>4.437</c:v>
                </c:pt>
                <c:pt idx="876">
                  <c:v>4.43</c:v>
                </c:pt>
                <c:pt idx="877">
                  <c:v>4.406</c:v>
                </c:pt>
                <c:pt idx="878">
                  <c:v>4.366</c:v>
                </c:pt>
                <c:pt idx="879">
                  <c:v>4.309</c:v>
                </c:pt>
                <c:pt idx="880">
                  <c:v>4.236</c:v>
                </c:pt>
                <c:pt idx="881">
                  <c:v>4.149</c:v>
                </c:pt>
                <c:pt idx="882">
                  <c:v>4.048</c:v>
                </c:pt>
                <c:pt idx="883">
                  <c:v>3.933</c:v>
                </c:pt>
                <c:pt idx="884">
                  <c:v>3.806</c:v>
                </c:pt>
                <c:pt idx="885">
                  <c:v>3.667</c:v>
                </c:pt>
                <c:pt idx="886">
                  <c:v>3.517</c:v>
                </c:pt>
                <c:pt idx="887">
                  <c:v>3.357</c:v>
                </c:pt>
                <c:pt idx="888">
                  <c:v>3.188</c:v>
                </c:pt>
                <c:pt idx="889">
                  <c:v>3.011</c:v>
                </c:pt>
                <c:pt idx="890">
                  <c:v>2.827</c:v>
                </c:pt>
                <c:pt idx="891">
                  <c:v>2.637</c:v>
                </c:pt>
                <c:pt idx="892">
                  <c:v>2.442</c:v>
                </c:pt>
                <c:pt idx="893">
                  <c:v>2.242</c:v>
                </c:pt>
                <c:pt idx="894">
                  <c:v>2.04</c:v>
                </c:pt>
                <c:pt idx="895">
                  <c:v>1.836</c:v>
                </c:pt>
                <c:pt idx="896">
                  <c:v>1.631</c:v>
                </c:pt>
                <c:pt idx="897">
                  <c:v>1.425</c:v>
                </c:pt>
                <c:pt idx="898">
                  <c:v>1.221</c:v>
                </c:pt>
                <c:pt idx="899">
                  <c:v>1.018</c:v>
                </c:pt>
                <c:pt idx="900">
                  <c:v>0.819</c:v>
                </c:pt>
                <c:pt idx="901">
                  <c:v>0.623</c:v>
                </c:pt>
                <c:pt idx="902">
                  <c:v>0.431</c:v>
                </c:pt>
                <c:pt idx="903">
                  <c:v>0.245</c:v>
                </c:pt>
                <c:pt idx="904">
                  <c:v>0.064</c:v>
                </c:pt>
                <c:pt idx="905">
                  <c:v>-0.109</c:v>
                </c:pt>
                <c:pt idx="906">
                  <c:v>-0.276</c:v>
                </c:pt>
                <c:pt idx="907">
                  <c:v>-0.435</c:v>
                </c:pt>
                <c:pt idx="908">
                  <c:v>-0.585</c:v>
                </c:pt>
                <c:pt idx="909">
                  <c:v>-0.728</c:v>
                </c:pt>
                <c:pt idx="910">
                  <c:v>-0.861</c:v>
                </c:pt>
                <c:pt idx="911">
                  <c:v>-0.985</c:v>
                </c:pt>
                <c:pt idx="912">
                  <c:v>-1.099</c:v>
                </c:pt>
                <c:pt idx="913">
                  <c:v>-1.204</c:v>
                </c:pt>
                <c:pt idx="914">
                  <c:v>-1.299</c:v>
                </c:pt>
                <c:pt idx="915">
                  <c:v>-1.384</c:v>
                </c:pt>
                <c:pt idx="916">
                  <c:v>-1.459</c:v>
                </c:pt>
                <c:pt idx="917">
                  <c:v>-1.524</c:v>
                </c:pt>
                <c:pt idx="918">
                  <c:v>-1.579</c:v>
                </c:pt>
                <c:pt idx="919">
                  <c:v>-1.625</c:v>
                </c:pt>
                <c:pt idx="920">
                  <c:v>-1.661</c:v>
                </c:pt>
                <c:pt idx="921">
                  <c:v>-1.688</c:v>
                </c:pt>
                <c:pt idx="922">
                  <c:v>-1.705</c:v>
                </c:pt>
                <c:pt idx="923">
                  <c:v>-1.714</c:v>
                </c:pt>
                <c:pt idx="924">
                  <c:v>-1.714</c:v>
                </c:pt>
                <c:pt idx="925">
                  <c:v>-1.705</c:v>
                </c:pt>
                <c:pt idx="926">
                  <c:v>-1.689</c:v>
                </c:pt>
                <c:pt idx="927">
                  <c:v>-1.665</c:v>
                </c:pt>
                <c:pt idx="928">
                  <c:v>-1.635</c:v>
                </c:pt>
                <c:pt idx="929">
                  <c:v>-1.597</c:v>
                </c:pt>
                <c:pt idx="930">
                  <c:v>-1.554</c:v>
                </c:pt>
                <c:pt idx="931">
                  <c:v>-1.505</c:v>
                </c:pt>
                <c:pt idx="932">
                  <c:v>-1.451</c:v>
                </c:pt>
                <c:pt idx="933">
                  <c:v>-1.392</c:v>
                </c:pt>
                <c:pt idx="934">
                  <c:v>-1.329</c:v>
                </c:pt>
                <c:pt idx="935">
                  <c:v>-1.263</c:v>
                </c:pt>
                <c:pt idx="936">
                  <c:v>-1.194</c:v>
                </c:pt>
                <c:pt idx="937">
                  <c:v>-1.122</c:v>
                </c:pt>
                <c:pt idx="938">
                  <c:v>-1.048</c:v>
                </c:pt>
                <c:pt idx="939">
                  <c:v>-0.973</c:v>
                </c:pt>
                <c:pt idx="940">
                  <c:v>-0.897</c:v>
                </c:pt>
                <c:pt idx="941">
                  <c:v>-0.821</c:v>
                </c:pt>
                <c:pt idx="942">
                  <c:v>-0.745</c:v>
                </c:pt>
                <c:pt idx="943">
                  <c:v>-0.669</c:v>
                </c:pt>
                <c:pt idx="944">
                  <c:v>-0.594</c:v>
                </c:pt>
                <c:pt idx="945">
                  <c:v>-0.519</c:v>
                </c:pt>
                <c:pt idx="946">
                  <c:v>-0.447</c:v>
                </c:pt>
                <c:pt idx="947">
                  <c:v>-0.376</c:v>
                </c:pt>
                <c:pt idx="948">
                  <c:v>-0.307</c:v>
                </c:pt>
                <c:pt idx="949">
                  <c:v>-0.24</c:v>
                </c:pt>
                <c:pt idx="950">
                  <c:v>-0.176</c:v>
                </c:pt>
                <c:pt idx="951">
                  <c:v>-0.114</c:v>
                </c:pt>
                <c:pt idx="952">
                  <c:v>-0.055</c:v>
                </c:pt>
                <c:pt idx="953">
                  <c:v>0.002</c:v>
                </c:pt>
                <c:pt idx="954">
                  <c:v>0.056</c:v>
                </c:pt>
                <c:pt idx="955">
                  <c:v>0.107</c:v>
                </c:pt>
                <c:pt idx="956">
                  <c:v>0.155</c:v>
                </c:pt>
                <c:pt idx="957">
                  <c:v>0.201</c:v>
                </c:pt>
                <c:pt idx="958">
                  <c:v>0.244</c:v>
                </c:pt>
                <c:pt idx="959">
                  <c:v>0.284</c:v>
                </c:pt>
                <c:pt idx="960">
                  <c:v>0.322</c:v>
                </c:pt>
                <c:pt idx="961">
                  <c:v>0.357</c:v>
                </c:pt>
                <c:pt idx="962">
                  <c:v>0.39</c:v>
                </c:pt>
                <c:pt idx="963">
                  <c:v>0.421</c:v>
                </c:pt>
                <c:pt idx="964">
                  <c:v>0.449</c:v>
                </c:pt>
                <c:pt idx="965">
                  <c:v>0.475</c:v>
                </c:pt>
                <c:pt idx="966">
                  <c:v>0.499</c:v>
                </c:pt>
                <c:pt idx="967">
                  <c:v>0.521</c:v>
                </c:pt>
                <c:pt idx="968">
                  <c:v>0.541</c:v>
                </c:pt>
                <c:pt idx="969">
                  <c:v>0.56</c:v>
                </c:pt>
                <c:pt idx="970">
                  <c:v>0.577</c:v>
                </c:pt>
                <c:pt idx="971">
                  <c:v>0.592</c:v>
                </c:pt>
                <c:pt idx="972">
                  <c:v>0.606</c:v>
                </c:pt>
                <c:pt idx="973">
                  <c:v>0.619</c:v>
                </c:pt>
                <c:pt idx="974">
                  <c:v>0.63</c:v>
                </c:pt>
                <c:pt idx="975">
                  <c:v>0.64</c:v>
                </c:pt>
                <c:pt idx="976">
                  <c:v>0.649</c:v>
                </c:pt>
                <c:pt idx="977">
                  <c:v>0.657</c:v>
                </c:pt>
                <c:pt idx="978">
                  <c:v>0.664</c:v>
                </c:pt>
                <c:pt idx="979">
                  <c:v>0.67</c:v>
                </c:pt>
                <c:pt idx="980">
                  <c:v>0.676</c:v>
                </c:pt>
                <c:pt idx="981">
                  <c:v>0.68</c:v>
                </c:pt>
                <c:pt idx="982">
                  <c:v>0.684</c:v>
                </c:pt>
                <c:pt idx="983">
                  <c:v>0.687</c:v>
                </c:pt>
                <c:pt idx="984">
                  <c:v>0.69</c:v>
                </c:pt>
                <c:pt idx="985">
                  <c:v>0.692</c:v>
                </c:pt>
                <c:pt idx="986">
                  <c:v>0.694</c:v>
                </c:pt>
                <c:pt idx="987">
                  <c:v>0.695</c:v>
                </c:pt>
                <c:pt idx="988">
                  <c:v>0.695</c:v>
                </c:pt>
                <c:pt idx="989">
                  <c:v>0.696</c:v>
                </c:pt>
                <c:pt idx="990">
                  <c:v>0.696</c:v>
                </c:pt>
                <c:pt idx="991">
                  <c:v>0.695</c:v>
                </c:pt>
                <c:pt idx="992">
                  <c:v>0.694</c:v>
                </c:pt>
                <c:pt idx="993">
                  <c:v>0.693</c:v>
                </c:pt>
                <c:pt idx="994">
                  <c:v>0.692</c:v>
                </c:pt>
                <c:pt idx="995">
                  <c:v>0.69</c:v>
                </c:pt>
                <c:pt idx="996">
                  <c:v>0.689</c:v>
                </c:pt>
                <c:pt idx="997">
                  <c:v>0.687</c:v>
                </c:pt>
                <c:pt idx="998">
                  <c:v>0.684</c:v>
                </c:pt>
                <c:pt idx="999">
                  <c:v>0.682</c:v>
                </c:pt>
                <c:pt idx="1000">
                  <c:v>0.679</c:v>
                </c:pt>
                <c:pt idx="1001">
                  <c:v>0.676</c:v>
                </c:pt>
                <c:pt idx="1002">
                  <c:v>0.673</c:v>
                </c:pt>
                <c:pt idx="1003">
                  <c:v>0.67</c:v>
                </c:pt>
                <c:pt idx="1004">
                  <c:v>0.667</c:v>
                </c:pt>
                <c:pt idx="1005">
                  <c:v>0.663</c:v>
                </c:pt>
                <c:pt idx="1006">
                  <c:v>0.659</c:v>
                </c:pt>
                <c:pt idx="1007">
                  <c:v>0.655</c:v>
                </c:pt>
                <c:pt idx="1008">
                  <c:v>0.651</c:v>
                </c:pt>
                <c:pt idx="1009">
                  <c:v>0.647</c:v>
                </c:pt>
                <c:pt idx="1010">
                  <c:v>0.643</c:v>
                </c:pt>
                <c:pt idx="1011">
                  <c:v>0.638</c:v>
                </c:pt>
                <c:pt idx="1012">
                  <c:v>0.633</c:v>
                </c:pt>
                <c:pt idx="1013">
                  <c:v>0.628</c:v>
                </c:pt>
                <c:pt idx="1014">
                  <c:v>0.623</c:v>
                </c:pt>
                <c:pt idx="1015">
                  <c:v>0.617</c:v>
                </c:pt>
                <c:pt idx="1016">
                  <c:v>0.611</c:v>
                </c:pt>
                <c:pt idx="1017">
                  <c:v>0.606</c:v>
                </c:pt>
                <c:pt idx="1018">
                  <c:v>0.599</c:v>
                </c:pt>
                <c:pt idx="1019">
                  <c:v>0.593</c:v>
                </c:pt>
                <c:pt idx="1020">
                  <c:v>0.587</c:v>
                </c:pt>
                <c:pt idx="1021">
                  <c:v>0.58</c:v>
                </c:pt>
                <c:pt idx="1022">
                  <c:v>0.573</c:v>
                </c:pt>
                <c:pt idx="1023">
                  <c:v>0.565</c:v>
                </c:pt>
                <c:pt idx="1024">
                  <c:v>0.558</c:v>
                </c:pt>
                <c:pt idx="1025">
                  <c:v>0.55</c:v>
                </c:pt>
                <c:pt idx="1026">
                  <c:v>0.542</c:v>
                </c:pt>
                <c:pt idx="1027">
                  <c:v>0.534</c:v>
                </c:pt>
                <c:pt idx="1028">
                  <c:v>0.525</c:v>
                </c:pt>
                <c:pt idx="1029">
                  <c:v>0.517</c:v>
                </c:pt>
                <c:pt idx="1030">
                  <c:v>0.508</c:v>
                </c:pt>
                <c:pt idx="1031">
                  <c:v>0.499</c:v>
                </c:pt>
                <c:pt idx="1032">
                  <c:v>0.489</c:v>
                </c:pt>
                <c:pt idx="1033">
                  <c:v>0.479</c:v>
                </c:pt>
                <c:pt idx="1034">
                  <c:v>0.469</c:v>
                </c:pt>
                <c:pt idx="1035">
                  <c:v>0.459</c:v>
                </c:pt>
                <c:pt idx="1036">
                  <c:v>0.449</c:v>
                </c:pt>
                <c:pt idx="1037">
                  <c:v>0.438</c:v>
                </c:pt>
                <c:pt idx="1038">
                  <c:v>0.427</c:v>
                </c:pt>
                <c:pt idx="1039">
                  <c:v>0.416</c:v>
                </c:pt>
                <c:pt idx="1040">
                  <c:v>0.405</c:v>
                </c:pt>
                <c:pt idx="1041">
                  <c:v>0.394</c:v>
                </c:pt>
                <c:pt idx="1042">
                  <c:v>0.382</c:v>
                </c:pt>
                <c:pt idx="1043">
                  <c:v>0.371</c:v>
                </c:pt>
                <c:pt idx="1044">
                  <c:v>0.359</c:v>
                </c:pt>
                <c:pt idx="1045">
                  <c:v>0.347</c:v>
                </c:pt>
                <c:pt idx="1046">
                  <c:v>0.335</c:v>
                </c:pt>
                <c:pt idx="1047">
                  <c:v>0.323</c:v>
                </c:pt>
                <c:pt idx="1048">
                  <c:v>0.311</c:v>
                </c:pt>
                <c:pt idx="1049">
                  <c:v>0.298</c:v>
                </c:pt>
                <c:pt idx="1050">
                  <c:v>0.286</c:v>
                </c:pt>
                <c:pt idx="1051">
                  <c:v>0.274</c:v>
                </c:pt>
                <c:pt idx="1052">
                  <c:v>0.261</c:v>
                </c:pt>
                <c:pt idx="1053">
                  <c:v>0.249</c:v>
                </c:pt>
                <c:pt idx="1054">
                  <c:v>0.237</c:v>
                </c:pt>
                <c:pt idx="1055">
                  <c:v>0.225</c:v>
                </c:pt>
                <c:pt idx="1056">
                  <c:v>0.213</c:v>
                </c:pt>
                <c:pt idx="1057">
                  <c:v>0.201</c:v>
                </c:pt>
                <c:pt idx="1058">
                  <c:v>0.189</c:v>
                </c:pt>
                <c:pt idx="1059">
                  <c:v>0.177</c:v>
                </c:pt>
                <c:pt idx="1060">
                  <c:v>0.166</c:v>
                </c:pt>
                <c:pt idx="1061">
                  <c:v>0.154</c:v>
                </c:pt>
                <c:pt idx="1062">
                  <c:v>0.143</c:v>
                </c:pt>
                <c:pt idx="1063">
                  <c:v>0.132</c:v>
                </c:pt>
                <c:pt idx="1064">
                  <c:v>0.122</c:v>
                </c:pt>
                <c:pt idx="1065">
                  <c:v>0.111</c:v>
                </c:pt>
                <c:pt idx="1066">
                  <c:v>0.101</c:v>
                </c:pt>
                <c:pt idx="1067">
                  <c:v>0.092</c:v>
                </c:pt>
                <c:pt idx="1068">
                  <c:v>0.083</c:v>
                </c:pt>
                <c:pt idx="1069">
                  <c:v>0.074</c:v>
                </c:pt>
                <c:pt idx="1070">
                  <c:v>0.065</c:v>
                </c:pt>
                <c:pt idx="1071">
                  <c:v>0.057</c:v>
                </c:pt>
                <c:pt idx="1072">
                  <c:v>0.05</c:v>
                </c:pt>
                <c:pt idx="1073">
                  <c:v>0.043</c:v>
                </c:pt>
                <c:pt idx="1074">
                  <c:v>0.036</c:v>
                </c:pt>
                <c:pt idx="1075">
                  <c:v>0.03</c:v>
                </c:pt>
                <c:pt idx="1076">
                  <c:v>0.025</c:v>
                </c:pt>
                <c:pt idx="1077">
                  <c:v>0.02</c:v>
                </c:pt>
                <c:pt idx="1078">
                  <c:v>0.016</c:v>
                </c:pt>
                <c:pt idx="1079">
                  <c:v>0.013</c:v>
                </c:pt>
                <c:pt idx="1080">
                  <c:v>0.01</c:v>
                </c:pt>
                <c:pt idx="1081">
                  <c:v>0.008</c:v>
                </c:pt>
                <c:pt idx="1082">
                  <c:v>0.007</c:v>
                </c:pt>
                <c:pt idx="1083">
                  <c:v>0.007</c:v>
                </c:pt>
                <c:pt idx="1084">
                  <c:v>0.007</c:v>
                </c:pt>
                <c:pt idx="1085">
                  <c:v>0.009</c:v>
                </c:pt>
                <c:pt idx="1086">
                  <c:v>0.011</c:v>
                </c:pt>
                <c:pt idx="1087">
                  <c:v>0.014</c:v>
                </c:pt>
                <c:pt idx="1088">
                  <c:v>0.018</c:v>
                </c:pt>
                <c:pt idx="1089">
                  <c:v>0.023</c:v>
                </c:pt>
                <c:pt idx="1090">
                  <c:v>0.029</c:v>
                </c:pt>
                <c:pt idx="1091">
                  <c:v>0.036</c:v>
                </c:pt>
                <c:pt idx="1092">
                  <c:v>0.044</c:v>
                </c:pt>
                <c:pt idx="1093">
                  <c:v>0.053</c:v>
                </c:pt>
                <c:pt idx="1094">
                  <c:v>0.064</c:v>
                </c:pt>
                <c:pt idx="1095">
                  <c:v>0.075</c:v>
                </c:pt>
                <c:pt idx="1096">
                  <c:v>0.087</c:v>
                </c:pt>
                <c:pt idx="1097">
                  <c:v>0.1</c:v>
                </c:pt>
                <c:pt idx="1098">
                  <c:v>0.114</c:v>
                </c:pt>
                <c:pt idx="1099">
                  <c:v>0.129</c:v>
                </c:pt>
                <c:pt idx="1100">
                  <c:v>0.145</c:v>
                </c:pt>
                <c:pt idx="1101">
                  <c:v>0.162</c:v>
                </c:pt>
                <c:pt idx="1102">
                  <c:v>0.18</c:v>
                </c:pt>
                <c:pt idx="1103">
                  <c:v>0.198</c:v>
                </c:pt>
                <c:pt idx="1104">
                  <c:v>0.217</c:v>
                </c:pt>
                <c:pt idx="1105">
                  <c:v>0.237</c:v>
                </c:pt>
                <c:pt idx="1106">
                  <c:v>0.257</c:v>
                </c:pt>
                <c:pt idx="1107">
                  <c:v>0.277</c:v>
                </c:pt>
                <c:pt idx="1108">
                  <c:v>0.298</c:v>
                </c:pt>
                <c:pt idx="1109">
                  <c:v>0.318</c:v>
                </c:pt>
                <c:pt idx="1110">
                  <c:v>0.339</c:v>
                </c:pt>
                <c:pt idx="1111">
                  <c:v>0.359</c:v>
                </c:pt>
                <c:pt idx="1112">
                  <c:v>0.379</c:v>
                </c:pt>
                <c:pt idx="1113">
                  <c:v>0.399</c:v>
                </c:pt>
                <c:pt idx="1114">
                  <c:v>0.418</c:v>
                </c:pt>
                <c:pt idx="1115">
                  <c:v>0.436</c:v>
                </c:pt>
                <c:pt idx="1116">
                  <c:v>0.453</c:v>
                </c:pt>
                <c:pt idx="1117">
                  <c:v>0.469</c:v>
                </c:pt>
                <c:pt idx="1118">
                  <c:v>0.484</c:v>
                </c:pt>
                <c:pt idx="1119">
                  <c:v>0.497</c:v>
                </c:pt>
                <c:pt idx="1120">
                  <c:v>0.509</c:v>
                </c:pt>
                <c:pt idx="1121">
                  <c:v>0.519</c:v>
                </c:pt>
                <c:pt idx="1122">
                  <c:v>0.528</c:v>
                </c:pt>
                <c:pt idx="1123">
                  <c:v>0.536</c:v>
                </c:pt>
                <c:pt idx="1124">
                  <c:v>0.541</c:v>
                </c:pt>
                <c:pt idx="1125">
                  <c:v>0.545</c:v>
                </c:pt>
                <c:pt idx="1126">
                  <c:v>0.547</c:v>
                </c:pt>
                <c:pt idx="1127">
                  <c:v>0.548</c:v>
                </c:pt>
                <c:pt idx="1128">
                  <c:v>0.547</c:v>
                </c:pt>
                <c:pt idx="1129">
                  <c:v>0.544</c:v>
                </c:pt>
                <c:pt idx="1130">
                  <c:v>0.539</c:v>
                </c:pt>
                <c:pt idx="1131">
                  <c:v>0.533</c:v>
                </c:pt>
                <c:pt idx="1132">
                  <c:v>0.525</c:v>
                </c:pt>
                <c:pt idx="1133">
                  <c:v>0.516</c:v>
                </c:pt>
                <c:pt idx="1134">
                  <c:v>0.505</c:v>
                </c:pt>
                <c:pt idx="1135">
                  <c:v>0.493</c:v>
                </c:pt>
                <c:pt idx="1136">
                  <c:v>0.479</c:v>
                </c:pt>
                <c:pt idx="1137">
                  <c:v>0.463</c:v>
                </c:pt>
                <c:pt idx="1138">
                  <c:v>0.446</c:v>
                </c:pt>
                <c:pt idx="1139">
                  <c:v>0.427</c:v>
                </c:pt>
                <c:pt idx="1140">
                  <c:v>0.407</c:v>
                </c:pt>
                <c:pt idx="1141">
                  <c:v>0.385</c:v>
                </c:pt>
                <c:pt idx="1142">
                  <c:v>0.362</c:v>
                </c:pt>
                <c:pt idx="1143">
                  <c:v>0.337</c:v>
                </c:pt>
                <c:pt idx="1144">
                  <c:v>0.31</c:v>
                </c:pt>
                <c:pt idx="1145">
                  <c:v>0.283</c:v>
                </c:pt>
                <c:pt idx="1146">
                  <c:v>0.253</c:v>
                </c:pt>
                <c:pt idx="1147">
                  <c:v>0.223</c:v>
                </c:pt>
                <c:pt idx="1148">
                  <c:v>0.192</c:v>
                </c:pt>
                <c:pt idx="1149">
                  <c:v>0.159</c:v>
                </c:pt>
                <c:pt idx="1150">
                  <c:v>0.125</c:v>
                </c:pt>
                <c:pt idx="1151">
                  <c:v>0.091</c:v>
                </c:pt>
                <c:pt idx="1152">
                  <c:v>0.056</c:v>
                </c:pt>
                <c:pt idx="1153">
                  <c:v>0.02</c:v>
                </c:pt>
                <c:pt idx="1154">
                  <c:v>-0.016</c:v>
                </c:pt>
                <c:pt idx="1155">
                  <c:v>-0.053</c:v>
                </c:pt>
                <c:pt idx="1156">
                  <c:v>-0.09</c:v>
                </c:pt>
                <c:pt idx="1157">
                  <c:v>-0.128</c:v>
                </c:pt>
                <c:pt idx="1158">
                  <c:v>-0.166</c:v>
                </c:pt>
                <c:pt idx="1159">
                  <c:v>-0.204</c:v>
                </c:pt>
                <c:pt idx="1160">
                  <c:v>-0.243</c:v>
                </c:pt>
                <c:pt idx="1161">
                  <c:v>-0.281</c:v>
                </c:pt>
                <c:pt idx="1162">
                  <c:v>-0.319</c:v>
                </c:pt>
                <c:pt idx="1163">
                  <c:v>-0.357</c:v>
                </c:pt>
                <c:pt idx="1164">
                  <c:v>-0.395</c:v>
                </c:pt>
                <c:pt idx="1165">
                  <c:v>-0.432</c:v>
                </c:pt>
                <c:pt idx="1166">
                  <c:v>-0.468</c:v>
                </c:pt>
                <c:pt idx="1167">
                  <c:v>-0.503</c:v>
                </c:pt>
                <c:pt idx="1168">
                  <c:v>-0.536</c:v>
                </c:pt>
                <c:pt idx="1169">
                  <c:v>-0.568</c:v>
                </c:pt>
                <c:pt idx="1170">
                  <c:v>-0.597</c:v>
                </c:pt>
                <c:pt idx="1171">
                  <c:v>-0.625</c:v>
                </c:pt>
                <c:pt idx="1172">
                  <c:v>-0.65</c:v>
                </c:pt>
                <c:pt idx="1173">
                  <c:v>-0.672</c:v>
                </c:pt>
                <c:pt idx="1174">
                  <c:v>-0.692</c:v>
                </c:pt>
                <c:pt idx="1175">
                  <c:v>-0.709</c:v>
                </c:pt>
                <c:pt idx="1176">
                  <c:v>-0.724</c:v>
                </c:pt>
                <c:pt idx="1177">
                  <c:v>-0.735</c:v>
                </c:pt>
                <c:pt idx="1178">
                  <c:v>-0.744</c:v>
                </c:pt>
                <c:pt idx="1179">
                  <c:v>-0.75</c:v>
                </c:pt>
                <c:pt idx="1180">
                  <c:v>-0.753</c:v>
                </c:pt>
                <c:pt idx="1181">
                  <c:v>-0.753</c:v>
                </c:pt>
                <c:pt idx="1182">
                  <c:v>-0.751</c:v>
                </c:pt>
                <c:pt idx="1183">
                  <c:v>-0.746</c:v>
                </c:pt>
                <c:pt idx="1184">
                  <c:v>-0.738</c:v>
                </c:pt>
                <c:pt idx="1185">
                  <c:v>-0.728</c:v>
                </c:pt>
                <c:pt idx="1186">
                  <c:v>-0.715</c:v>
                </c:pt>
                <c:pt idx="1187">
                  <c:v>-0.701</c:v>
                </c:pt>
                <c:pt idx="1188">
                  <c:v>-0.684</c:v>
                </c:pt>
                <c:pt idx="1189">
                  <c:v>-0.666</c:v>
                </c:pt>
                <c:pt idx="1190">
                  <c:v>-0.647</c:v>
                </c:pt>
                <c:pt idx="1191">
                  <c:v>-0.627</c:v>
                </c:pt>
                <c:pt idx="1192">
                  <c:v>-0.606</c:v>
                </c:pt>
                <c:pt idx="1193">
                  <c:v>-0.584</c:v>
                </c:pt>
                <c:pt idx="1194">
                  <c:v>-0.562</c:v>
                </c:pt>
                <c:pt idx="1195">
                  <c:v>-0.54</c:v>
                </c:pt>
                <c:pt idx="1196">
                  <c:v>-0.517</c:v>
                </c:pt>
                <c:pt idx="1197">
                  <c:v>-0.495</c:v>
                </c:pt>
                <c:pt idx="1198">
                  <c:v>-0.473</c:v>
                </c:pt>
                <c:pt idx="1199">
                  <c:v>-0.451</c:v>
                </c:pt>
                <c:pt idx="1200">
                  <c:v>-0.429</c:v>
                </c:pt>
                <c:pt idx="1201">
                  <c:v>-0.409</c:v>
                </c:pt>
                <c:pt idx="1202">
                  <c:v>-0.388</c:v>
                </c:pt>
                <c:pt idx="1203">
                  <c:v>-0.369</c:v>
                </c:pt>
                <c:pt idx="1204">
                  <c:v>-0.35</c:v>
                </c:pt>
                <c:pt idx="1205">
                  <c:v>-0.332</c:v>
                </c:pt>
                <c:pt idx="1206">
                  <c:v>-0.315</c:v>
                </c:pt>
                <c:pt idx="1207">
                  <c:v>-0.299</c:v>
                </c:pt>
                <c:pt idx="1208">
                  <c:v>-0.284</c:v>
                </c:pt>
                <c:pt idx="1209">
                  <c:v>-0.27</c:v>
                </c:pt>
                <c:pt idx="1210">
                  <c:v>-0.257</c:v>
                </c:pt>
                <c:pt idx="1211">
                  <c:v>-0.246</c:v>
                </c:pt>
                <c:pt idx="1212">
                  <c:v>-0.236</c:v>
                </c:pt>
                <c:pt idx="1213">
                  <c:v>-0.228</c:v>
                </c:pt>
                <c:pt idx="1214">
                  <c:v>-0.221</c:v>
                </c:pt>
                <c:pt idx="1215">
                  <c:v>-0.216</c:v>
                </c:pt>
                <c:pt idx="1216">
                  <c:v>-0.212</c:v>
                </c:pt>
                <c:pt idx="1217">
                  <c:v>-0.209</c:v>
                </c:pt>
                <c:pt idx="1218">
                  <c:v>-0.208</c:v>
                </c:pt>
                <c:pt idx="1219">
                  <c:v>-0.209</c:v>
                </c:pt>
                <c:pt idx="1220">
                  <c:v>-0.21</c:v>
                </c:pt>
                <c:pt idx="1221">
                  <c:v>-0.214</c:v>
                </c:pt>
                <c:pt idx="1222">
                  <c:v>-0.218</c:v>
                </c:pt>
                <c:pt idx="1223">
                  <c:v>-0.224</c:v>
                </c:pt>
                <c:pt idx="1224">
                  <c:v>-0.232</c:v>
                </c:pt>
                <c:pt idx="1225">
                  <c:v>-0.24</c:v>
                </c:pt>
                <c:pt idx="1226">
                  <c:v>-0.25</c:v>
                </c:pt>
                <c:pt idx="1227">
                  <c:v>-0.261</c:v>
                </c:pt>
                <c:pt idx="1228">
                  <c:v>-0.272</c:v>
                </c:pt>
                <c:pt idx="1229">
                  <c:v>-0.285</c:v>
                </c:pt>
                <c:pt idx="1230">
                  <c:v>-0.299</c:v>
                </c:pt>
                <c:pt idx="1231">
                  <c:v>-0.313</c:v>
                </c:pt>
                <c:pt idx="1232">
                  <c:v>-0.329</c:v>
                </c:pt>
                <c:pt idx="1233">
                  <c:v>-0.345</c:v>
                </c:pt>
                <c:pt idx="1234">
                  <c:v>-0.361</c:v>
                </c:pt>
                <c:pt idx="1235">
                  <c:v>-0.378</c:v>
                </c:pt>
                <c:pt idx="1236">
                  <c:v>-0.395</c:v>
                </c:pt>
                <c:pt idx="1237">
                  <c:v>-0.413</c:v>
                </c:pt>
                <c:pt idx="1238">
                  <c:v>-0.431</c:v>
                </c:pt>
                <c:pt idx="1239">
                  <c:v>-0.449</c:v>
                </c:pt>
                <c:pt idx="1240">
                  <c:v>-0.467</c:v>
                </c:pt>
                <c:pt idx="1241">
                  <c:v>-0.485</c:v>
                </c:pt>
                <c:pt idx="1242">
                  <c:v>-0.503</c:v>
                </c:pt>
                <c:pt idx="1243">
                  <c:v>-0.52</c:v>
                </c:pt>
                <c:pt idx="1244">
                  <c:v>-0.538</c:v>
                </c:pt>
                <c:pt idx="1245">
                  <c:v>-0.554</c:v>
                </c:pt>
                <c:pt idx="1246">
                  <c:v>-0.571</c:v>
                </c:pt>
                <c:pt idx="1247">
                  <c:v>-0.587</c:v>
                </c:pt>
                <c:pt idx="1248">
                  <c:v>-0.602</c:v>
                </c:pt>
                <c:pt idx="1249">
                  <c:v>-0.617</c:v>
                </c:pt>
                <c:pt idx="1250">
                  <c:v>-0.63</c:v>
                </c:pt>
                <c:pt idx="1251">
                  <c:v>-0.643</c:v>
                </c:pt>
                <c:pt idx="1252">
                  <c:v>-0.656</c:v>
                </c:pt>
                <c:pt idx="1253">
                  <c:v>-0.667</c:v>
                </c:pt>
                <c:pt idx="1254">
                  <c:v>-0.677</c:v>
                </c:pt>
                <c:pt idx="1255">
                  <c:v>-0.686</c:v>
                </c:pt>
                <c:pt idx="1256">
                  <c:v>-0.695</c:v>
                </c:pt>
                <c:pt idx="1257">
                  <c:v>-0.702</c:v>
                </c:pt>
                <c:pt idx="1258">
                  <c:v>-0.708</c:v>
                </c:pt>
                <c:pt idx="1259">
                  <c:v>-0.713</c:v>
                </c:pt>
                <c:pt idx="1260">
                  <c:v>-0.717</c:v>
                </c:pt>
                <c:pt idx="1261">
                  <c:v>-0.719</c:v>
                </c:pt>
                <c:pt idx="1262">
                  <c:v>-0.721</c:v>
                </c:pt>
                <c:pt idx="1263">
                  <c:v>-0.721</c:v>
                </c:pt>
                <c:pt idx="1264">
                  <c:v>-0.721</c:v>
                </c:pt>
                <c:pt idx="1265">
                  <c:v>-0.719</c:v>
                </c:pt>
                <c:pt idx="1266">
                  <c:v>-0.716</c:v>
                </c:pt>
                <c:pt idx="1267">
                  <c:v>-0.712</c:v>
                </c:pt>
                <c:pt idx="1268">
                  <c:v>-0.707</c:v>
                </c:pt>
                <c:pt idx="1269">
                  <c:v>-0.702</c:v>
                </c:pt>
                <c:pt idx="1270">
                  <c:v>-0.695</c:v>
                </c:pt>
                <c:pt idx="1271">
                  <c:v>-0.687</c:v>
                </c:pt>
                <c:pt idx="1272">
                  <c:v>-0.678</c:v>
                </c:pt>
                <c:pt idx="1273">
                  <c:v>-0.668</c:v>
                </c:pt>
                <c:pt idx="1274">
                  <c:v>-0.658</c:v>
                </c:pt>
                <c:pt idx="1275">
                  <c:v>-0.647</c:v>
                </c:pt>
                <c:pt idx="1276">
                  <c:v>-0.635</c:v>
                </c:pt>
                <c:pt idx="1277">
                  <c:v>-0.622</c:v>
                </c:pt>
                <c:pt idx="1278">
                  <c:v>-0.609</c:v>
                </c:pt>
                <c:pt idx="1279">
                  <c:v>-0.595</c:v>
                </c:pt>
                <c:pt idx="1280">
                  <c:v>-0.58</c:v>
                </c:pt>
                <c:pt idx="1281">
                  <c:v>-0.565</c:v>
                </c:pt>
                <c:pt idx="1282">
                  <c:v>-0.55</c:v>
                </c:pt>
                <c:pt idx="1283">
                  <c:v>-0.535</c:v>
                </c:pt>
                <c:pt idx="1284">
                  <c:v>-0.52</c:v>
                </c:pt>
                <c:pt idx="1285">
                  <c:v>-0.504</c:v>
                </c:pt>
                <c:pt idx="1286">
                  <c:v>-0.489</c:v>
                </c:pt>
                <c:pt idx="1287">
                  <c:v>-0.474</c:v>
                </c:pt>
                <c:pt idx="1288">
                  <c:v>-0.459</c:v>
                </c:pt>
                <c:pt idx="1289">
                  <c:v>-0.445</c:v>
                </c:pt>
                <c:pt idx="1290">
                  <c:v>-0.431</c:v>
                </c:pt>
                <c:pt idx="1291">
                  <c:v>-0.418</c:v>
                </c:pt>
                <c:pt idx="1292">
                  <c:v>-0.405</c:v>
                </c:pt>
                <c:pt idx="1293">
                  <c:v>-0.394</c:v>
                </c:pt>
                <c:pt idx="1294">
                  <c:v>-0.383</c:v>
                </c:pt>
                <c:pt idx="1295">
                  <c:v>-0.374</c:v>
                </c:pt>
                <c:pt idx="1296">
                  <c:v>-0.365</c:v>
                </c:pt>
                <c:pt idx="1297">
                  <c:v>-0.358</c:v>
                </c:pt>
                <c:pt idx="1298">
                  <c:v>-0.352</c:v>
                </c:pt>
                <c:pt idx="1299">
                  <c:v>-0.347</c:v>
                </c:pt>
                <c:pt idx="1300">
                  <c:v>-0.343</c:v>
                </c:pt>
                <c:pt idx="1301">
                  <c:v>-0.339</c:v>
                </c:pt>
                <c:pt idx="1302">
                  <c:v>-0.337</c:v>
                </c:pt>
                <c:pt idx="1303">
                  <c:v>-0.336</c:v>
                </c:pt>
                <c:pt idx="1304">
                  <c:v>-0.336</c:v>
                </c:pt>
                <c:pt idx="1305">
                  <c:v>-0.336</c:v>
                </c:pt>
                <c:pt idx="1306">
                  <c:v>-0.338</c:v>
                </c:pt>
                <c:pt idx="1307">
                  <c:v>-0.339</c:v>
                </c:pt>
                <c:pt idx="1308">
                  <c:v>-0.342</c:v>
                </c:pt>
                <c:pt idx="1309">
                  <c:v>-0.345</c:v>
                </c:pt>
                <c:pt idx="1310">
                  <c:v>-0.349</c:v>
                </c:pt>
                <c:pt idx="1311">
                  <c:v>-0.353</c:v>
                </c:pt>
                <c:pt idx="1312">
                  <c:v>-0.358</c:v>
                </c:pt>
                <c:pt idx="1313">
                  <c:v>-0.364</c:v>
                </c:pt>
                <c:pt idx="1314">
                  <c:v>-0.37</c:v>
                </c:pt>
                <c:pt idx="1315">
                  <c:v>-0.376</c:v>
                </c:pt>
                <c:pt idx="1316">
                  <c:v>-0.383</c:v>
                </c:pt>
                <c:pt idx="1317">
                  <c:v>-0.39</c:v>
                </c:pt>
                <c:pt idx="1318">
                  <c:v>-0.398</c:v>
                </c:pt>
                <c:pt idx="1319">
                  <c:v>-0.406</c:v>
                </c:pt>
                <c:pt idx="1320">
                  <c:v>-0.415</c:v>
                </c:pt>
                <c:pt idx="1321">
                  <c:v>-0.423</c:v>
                </c:pt>
                <c:pt idx="1322">
                  <c:v>-0.433</c:v>
                </c:pt>
                <c:pt idx="1323">
                  <c:v>-0.442</c:v>
                </c:pt>
                <c:pt idx="1324">
                  <c:v>-0.452</c:v>
                </c:pt>
                <c:pt idx="1325">
                  <c:v>-0.463</c:v>
                </c:pt>
                <c:pt idx="1326">
                  <c:v>-0.474</c:v>
                </c:pt>
                <c:pt idx="1327">
                  <c:v>-0.485</c:v>
                </c:pt>
                <c:pt idx="1328">
                  <c:v>-0.496</c:v>
                </c:pt>
                <c:pt idx="1329">
                  <c:v>-0.508</c:v>
                </c:pt>
                <c:pt idx="1330">
                  <c:v>-0.519</c:v>
                </c:pt>
                <c:pt idx="1331">
                  <c:v>-0.531</c:v>
                </c:pt>
                <c:pt idx="1332">
                  <c:v>-0.542</c:v>
                </c:pt>
                <c:pt idx="1333">
                  <c:v>-0.552</c:v>
                </c:pt>
                <c:pt idx="1334">
                  <c:v>-0.561</c:v>
                </c:pt>
                <c:pt idx="1335">
                  <c:v>-0.569</c:v>
                </c:pt>
                <c:pt idx="1336">
                  <c:v>-0.575</c:v>
                </c:pt>
                <c:pt idx="1337">
                  <c:v>-0.581</c:v>
                </c:pt>
                <c:pt idx="1338">
                  <c:v>-0.584</c:v>
                </c:pt>
                <c:pt idx="1339">
                  <c:v>-0.587</c:v>
                </c:pt>
                <c:pt idx="1340">
                  <c:v>-0.587</c:v>
                </c:pt>
                <c:pt idx="1341">
                  <c:v>-0.587</c:v>
                </c:pt>
                <c:pt idx="1342">
                  <c:v>-0.585</c:v>
                </c:pt>
                <c:pt idx="1343">
                  <c:v>-0.582</c:v>
                </c:pt>
                <c:pt idx="1344">
                  <c:v>-0.577</c:v>
                </c:pt>
                <c:pt idx="1345">
                  <c:v>-0.572</c:v>
                </c:pt>
                <c:pt idx="1346">
                  <c:v>-0.566</c:v>
                </c:pt>
                <c:pt idx="1347">
                  <c:v>-0.559</c:v>
                </c:pt>
                <c:pt idx="1348">
                  <c:v>-0.551</c:v>
                </c:pt>
                <c:pt idx="1349">
                  <c:v>-0.542</c:v>
                </c:pt>
                <c:pt idx="1350">
                  <c:v>-0.533</c:v>
                </c:pt>
                <c:pt idx="1351">
                  <c:v>-0.523</c:v>
                </c:pt>
                <c:pt idx="1352">
                  <c:v>-0.512</c:v>
                </c:pt>
                <c:pt idx="1353">
                  <c:v>-0.5</c:v>
                </c:pt>
                <c:pt idx="1354">
                  <c:v>-0.488</c:v>
                </c:pt>
                <c:pt idx="1355">
                  <c:v>-0.475</c:v>
                </c:pt>
                <c:pt idx="1356">
                  <c:v>-0.461</c:v>
                </c:pt>
                <c:pt idx="1357">
                  <c:v>-0.448</c:v>
                </c:pt>
                <c:pt idx="1358">
                  <c:v>-0.434</c:v>
                </c:pt>
                <c:pt idx="1359">
                  <c:v>-0.419</c:v>
                </c:pt>
                <c:pt idx="1360">
                  <c:v>-0.405</c:v>
                </c:pt>
                <c:pt idx="1361">
                  <c:v>-0.39</c:v>
                </c:pt>
                <c:pt idx="1362">
                  <c:v>-0.376</c:v>
                </c:pt>
                <c:pt idx="1363">
                  <c:v>-0.361</c:v>
                </c:pt>
                <c:pt idx="1364">
                  <c:v>-0.346</c:v>
                </c:pt>
                <c:pt idx="1365">
                  <c:v>-0.332</c:v>
                </c:pt>
                <c:pt idx="1366">
                  <c:v>-0.316</c:v>
                </c:pt>
                <c:pt idx="1367">
                  <c:v>-0.301</c:v>
                </c:pt>
                <c:pt idx="1368">
                  <c:v>-0.285</c:v>
                </c:pt>
                <c:pt idx="1369">
                  <c:v>-0.269</c:v>
                </c:pt>
                <c:pt idx="1370">
                  <c:v>-0.252</c:v>
                </c:pt>
                <c:pt idx="1371">
                  <c:v>-0.235</c:v>
                </c:pt>
                <c:pt idx="1372">
                  <c:v>-0.217</c:v>
                </c:pt>
                <c:pt idx="1373">
                  <c:v>-0.199</c:v>
                </c:pt>
                <c:pt idx="1374">
                  <c:v>-0.18</c:v>
                </c:pt>
                <c:pt idx="1375">
                  <c:v>-0.16</c:v>
                </c:pt>
                <c:pt idx="1376">
                  <c:v>-0.14</c:v>
                </c:pt>
                <c:pt idx="1377">
                  <c:v>-0.12</c:v>
                </c:pt>
                <c:pt idx="1378">
                  <c:v>-0.099</c:v>
                </c:pt>
                <c:pt idx="1379">
                  <c:v>-0.077</c:v>
                </c:pt>
                <c:pt idx="1380">
                  <c:v>-0.056</c:v>
                </c:pt>
                <c:pt idx="1381">
                  <c:v>-0.034</c:v>
                </c:pt>
                <c:pt idx="1382">
                  <c:v>-0.012</c:v>
                </c:pt>
                <c:pt idx="1383">
                  <c:v>0.009</c:v>
                </c:pt>
                <c:pt idx="1384">
                  <c:v>0.031</c:v>
                </c:pt>
                <c:pt idx="1385">
                  <c:v>0.052</c:v>
                </c:pt>
                <c:pt idx="1386">
                  <c:v>0.073</c:v>
                </c:pt>
                <c:pt idx="1387">
                  <c:v>0.094</c:v>
                </c:pt>
                <c:pt idx="1388">
                  <c:v>0.114</c:v>
                </c:pt>
                <c:pt idx="1389">
                  <c:v>0.134</c:v>
                </c:pt>
                <c:pt idx="1390">
                  <c:v>0.153</c:v>
                </c:pt>
                <c:pt idx="1391">
                  <c:v>0.171</c:v>
                </c:pt>
                <c:pt idx="1392">
                  <c:v>0.188</c:v>
                </c:pt>
                <c:pt idx="1393">
                  <c:v>0.204</c:v>
                </c:pt>
                <c:pt idx="1394">
                  <c:v>0.22</c:v>
                </c:pt>
                <c:pt idx="1395">
                  <c:v>0.234</c:v>
                </c:pt>
                <c:pt idx="1396">
                  <c:v>0.247</c:v>
                </c:pt>
                <c:pt idx="1397">
                  <c:v>0.26</c:v>
                </c:pt>
                <c:pt idx="1398">
                  <c:v>0.271</c:v>
                </c:pt>
                <c:pt idx="1399">
                  <c:v>0.281</c:v>
                </c:pt>
                <c:pt idx="1400">
                  <c:v>0.29</c:v>
                </c:pt>
                <c:pt idx="1401">
                  <c:v>0.298</c:v>
                </c:pt>
                <c:pt idx="1402">
                  <c:v>0.305</c:v>
                </c:pt>
                <c:pt idx="1403">
                  <c:v>0.31</c:v>
                </c:pt>
                <c:pt idx="1404">
                  <c:v>0.315</c:v>
                </c:pt>
                <c:pt idx="1405">
                  <c:v>0.319</c:v>
                </c:pt>
                <c:pt idx="1406">
                  <c:v>0.321</c:v>
                </c:pt>
                <c:pt idx="1407">
                  <c:v>0.323</c:v>
                </c:pt>
                <c:pt idx="1408">
                  <c:v>0.324</c:v>
                </c:pt>
                <c:pt idx="1409">
                  <c:v>0.324</c:v>
                </c:pt>
                <c:pt idx="1410">
                  <c:v>0.323</c:v>
                </c:pt>
                <c:pt idx="1411">
                  <c:v>0.321</c:v>
                </c:pt>
                <c:pt idx="1412">
                  <c:v>0.319</c:v>
                </c:pt>
                <c:pt idx="1413">
                  <c:v>0.316</c:v>
                </c:pt>
                <c:pt idx="1414">
                  <c:v>0.312</c:v>
                </c:pt>
                <c:pt idx="1415">
                  <c:v>0.308</c:v>
                </c:pt>
                <c:pt idx="1416">
                  <c:v>0.303</c:v>
                </c:pt>
                <c:pt idx="1417">
                  <c:v>0.297</c:v>
                </c:pt>
                <c:pt idx="1418">
                  <c:v>0.291</c:v>
                </c:pt>
                <c:pt idx="1419">
                  <c:v>0.284</c:v>
                </c:pt>
                <c:pt idx="1420">
                  <c:v>0.277</c:v>
                </c:pt>
                <c:pt idx="1421">
                  <c:v>0.27</c:v>
                </c:pt>
                <c:pt idx="1422">
                  <c:v>0.262</c:v>
                </c:pt>
                <c:pt idx="1423">
                  <c:v>0.253</c:v>
                </c:pt>
                <c:pt idx="1424">
                  <c:v>0.245</c:v>
                </c:pt>
                <c:pt idx="1425">
                  <c:v>0.236</c:v>
                </c:pt>
                <c:pt idx="1426">
                  <c:v>0.226</c:v>
                </c:pt>
                <c:pt idx="1427">
                  <c:v>0.216</c:v>
                </c:pt>
                <c:pt idx="1428">
                  <c:v>0.206</c:v>
                </c:pt>
                <c:pt idx="1429">
                  <c:v>0.196</c:v>
                </c:pt>
                <c:pt idx="1430">
                  <c:v>0.185</c:v>
                </c:pt>
                <c:pt idx="1431">
                  <c:v>0.175</c:v>
                </c:pt>
                <c:pt idx="1432">
                  <c:v>0.164</c:v>
                </c:pt>
                <c:pt idx="1433">
                  <c:v>0.153</c:v>
                </c:pt>
                <c:pt idx="1434">
                  <c:v>0.142</c:v>
                </c:pt>
                <c:pt idx="1435">
                  <c:v>0.131</c:v>
                </c:pt>
                <c:pt idx="1436">
                  <c:v>0.12</c:v>
                </c:pt>
                <c:pt idx="1437">
                  <c:v>0.11</c:v>
                </c:pt>
                <c:pt idx="1438">
                  <c:v>0.1</c:v>
                </c:pt>
                <c:pt idx="1439">
                  <c:v>0.09</c:v>
                </c:pt>
                <c:pt idx="1440">
                  <c:v>0.081</c:v>
                </c:pt>
                <c:pt idx="1441">
                  <c:v>0.072</c:v>
                </c:pt>
                <c:pt idx="1442">
                  <c:v>0.063</c:v>
                </c:pt>
                <c:pt idx="1443">
                  <c:v>0.056</c:v>
                </c:pt>
                <c:pt idx="1444">
                  <c:v>0.048</c:v>
                </c:pt>
                <c:pt idx="1445">
                  <c:v>0.042</c:v>
                </c:pt>
                <c:pt idx="1446">
                  <c:v>0.036</c:v>
                </c:pt>
                <c:pt idx="1447">
                  <c:v>0.032</c:v>
                </c:pt>
                <c:pt idx="1448">
                  <c:v>0.027</c:v>
                </c:pt>
                <c:pt idx="1449">
                  <c:v>0.024</c:v>
                </c:pt>
                <c:pt idx="1450">
                  <c:v>0.022</c:v>
                </c:pt>
                <c:pt idx="1451">
                  <c:v>0.02</c:v>
                </c:pt>
                <c:pt idx="1452">
                  <c:v>0.019</c:v>
                </c:pt>
                <c:pt idx="1453">
                  <c:v>0.019</c:v>
                </c:pt>
                <c:pt idx="1454">
                  <c:v>0.02</c:v>
                </c:pt>
                <c:pt idx="1455">
                  <c:v>0.021</c:v>
                </c:pt>
                <c:pt idx="1456">
                  <c:v>0.024</c:v>
                </c:pt>
                <c:pt idx="1457">
                  <c:v>0.027</c:v>
                </c:pt>
                <c:pt idx="1458">
                  <c:v>0.031</c:v>
                </c:pt>
                <c:pt idx="1459">
                  <c:v>0.035</c:v>
                </c:pt>
                <c:pt idx="1460">
                  <c:v>0.041</c:v>
                </c:pt>
                <c:pt idx="1461">
                  <c:v>0.047</c:v>
                </c:pt>
                <c:pt idx="1462">
                  <c:v>0.054</c:v>
                </c:pt>
                <c:pt idx="1463">
                  <c:v>0.061</c:v>
                </c:pt>
                <c:pt idx="1464">
                  <c:v>0.07</c:v>
                </c:pt>
                <c:pt idx="1465">
                  <c:v>0.079</c:v>
                </c:pt>
                <c:pt idx="1466">
                  <c:v>0.089</c:v>
                </c:pt>
                <c:pt idx="1467">
                  <c:v>0.099</c:v>
                </c:pt>
                <c:pt idx="1468">
                  <c:v>0.111</c:v>
                </c:pt>
                <c:pt idx="1469">
                  <c:v>0.122</c:v>
                </c:pt>
                <c:pt idx="1470">
                  <c:v>0.135</c:v>
                </c:pt>
                <c:pt idx="1471">
                  <c:v>0.147</c:v>
                </c:pt>
                <c:pt idx="1472">
                  <c:v>0.161</c:v>
                </c:pt>
                <c:pt idx="1473">
                  <c:v>0.174</c:v>
                </c:pt>
                <c:pt idx="1474">
                  <c:v>0.188</c:v>
                </c:pt>
                <c:pt idx="1475">
                  <c:v>0.203</c:v>
                </c:pt>
                <c:pt idx="1476">
                  <c:v>0.217</c:v>
                </c:pt>
                <c:pt idx="1477">
                  <c:v>0.232</c:v>
                </c:pt>
                <c:pt idx="1478">
                  <c:v>0.246</c:v>
                </c:pt>
                <c:pt idx="1479">
                  <c:v>0.261</c:v>
                </c:pt>
                <c:pt idx="1480">
                  <c:v>0.275</c:v>
                </c:pt>
                <c:pt idx="1481">
                  <c:v>0.289</c:v>
                </c:pt>
                <c:pt idx="1482">
                  <c:v>0.303</c:v>
                </c:pt>
                <c:pt idx="1483">
                  <c:v>0.317</c:v>
                </c:pt>
                <c:pt idx="1484">
                  <c:v>0.331</c:v>
                </c:pt>
                <c:pt idx="1485">
                  <c:v>0.344</c:v>
                </c:pt>
                <c:pt idx="1486">
                  <c:v>0.356</c:v>
                </c:pt>
                <c:pt idx="1487">
                  <c:v>0.369</c:v>
                </c:pt>
                <c:pt idx="1488">
                  <c:v>0.38</c:v>
                </c:pt>
                <c:pt idx="1489">
                  <c:v>0.391</c:v>
                </c:pt>
                <c:pt idx="1490">
                  <c:v>0.402</c:v>
                </c:pt>
                <c:pt idx="1491">
                  <c:v>0.412</c:v>
                </c:pt>
                <c:pt idx="1492">
                  <c:v>0.421</c:v>
                </c:pt>
                <c:pt idx="1493">
                  <c:v>0.43</c:v>
                </c:pt>
                <c:pt idx="1494">
                  <c:v>0.438</c:v>
                </c:pt>
                <c:pt idx="1495">
                  <c:v>0.445</c:v>
                </c:pt>
                <c:pt idx="1496">
                  <c:v>0.452</c:v>
                </c:pt>
                <c:pt idx="1497">
                  <c:v>0.458</c:v>
                </c:pt>
                <c:pt idx="1498">
                  <c:v>0.463</c:v>
                </c:pt>
                <c:pt idx="1499">
                  <c:v>0.468</c:v>
                </c:pt>
                <c:pt idx="1500">
                  <c:v>0.471</c:v>
                </c:pt>
                <c:pt idx="1501">
                  <c:v>0.474</c:v>
                </c:pt>
                <c:pt idx="1502">
                  <c:v>0.477</c:v>
                </c:pt>
                <c:pt idx="1503">
                  <c:v>0.478</c:v>
                </c:pt>
                <c:pt idx="1504">
                  <c:v>0.479</c:v>
                </c:pt>
                <c:pt idx="1505">
                  <c:v>0.48</c:v>
                </c:pt>
                <c:pt idx="1506">
                  <c:v>0.48</c:v>
                </c:pt>
                <c:pt idx="1507">
                  <c:v>0.479</c:v>
                </c:pt>
                <c:pt idx="1508">
                  <c:v>0.478</c:v>
                </c:pt>
                <c:pt idx="1509">
                  <c:v>0.476</c:v>
                </c:pt>
                <c:pt idx="1510">
                  <c:v>0.474</c:v>
                </c:pt>
                <c:pt idx="1511">
                  <c:v>0.471</c:v>
                </c:pt>
                <c:pt idx="1512">
                  <c:v>0.468</c:v>
                </c:pt>
                <c:pt idx="1513">
                  <c:v>0.464</c:v>
                </c:pt>
                <c:pt idx="1514">
                  <c:v>0.46</c:v>
                </c:pt>
                <c:pt idx="1515">
                  <c:v>0.456</c:v>
                </c:pt>
                <c:pt idx="1516">
                  <c:v>0.451</c:v>
                </c:pt>
                <c:pt idx="1517">
                  <c:v>0.446</c:v>
                </c:pt>
                <c:pt idx="1518">
                  <c:v>0.441</c:v>
                </c:pt>
                <c:pt idx="1519">
                  <c:v>0.435</c:v>
                </c:pt>
                <c:pt idx="1520">
                  <c:v>0.429</c:v>
                </c:pt>
                <c:pt idx="1521">
                  <c:v>0.422</c:v>
                </c:pt>
                <c:pt idx="1522">
                  <c:v>0.416</c:v>
                </c:pt>
                <c:pt idx="1523">
                  <c:v>0.408</c:v>
                </c:pt>
                <c:pt idx="1524">
                  <c:v>0.401</c:v>
                </c:pt>
                <c:pt idx="1525">
                  <c:v>0.393</c:v>
                </c:pt>
                <c:pt idx="1526">
                  <c:v>0.385</c:v>
                </c:pt>
                <c:pt idx="1527">
                  <c:v>0.377</c:v>
                </c:pt>
                <c:pt idx="1528">
                  <c:v>0.368</c:v>
                </c:pt>
                <c:pt idx="1529">
                  <c:v>0.359</c:v>
                </c:pt>
                <c:pt idx="1530">
                  <c:v>0.35</c:v>
                </c:pt>
                <c:pt idx="1531">
                  <c:v>0.341</c:v>
                </c:pt>
                <c:pt idx="1532">
                  <c:v>0.331</c:v>
                </c:pt>
                <c:pt idx="1533">
                  <c:v>0.322</c:v>
                </c:pt>
                <c:pt idx="1534">
                  <c:v>0.312</c:v>
                </c:pt>
                <c:pt idx="1535">
                  <c:v>0.302</c:v>
                </c:pt>
                <c:pt idx="1536">
                  <c:v>0.293</c:v>
                </c:pt>
                <c:pt idx="1537">
                  <c:v>0.283</c:v>
                </c:pt>
                <c:pt idx="1538">
                  <c:v>0.273</c:v>
                </c:pt>
                <c:pt idx="1539">
                  <c:v>0.264</c:v>
                </c:pt>
                <c:pt idx="1540">
                  <c:v>0.254</c:v>
                </c:pt>
                <c:pt idx="1541">
                  <c:v>0.245</c:v>
                </c:pt>
                <c:pt idx="1542">
                  <c:v>0.236</c:v>
                </c:pt>
                <c:pt idx="1543">
                  <c:v>0.227</c:v>
                </c:pt>
                <c:pt idx="1544">
                  <c:v>0.219</c:v>
                </c:pt>
                <c:pt idx="1545">
                  <c:v>0.211</c:v>
                </c:pt>
                <c:pt idx="1546">
                  <c:v>0.203</c:v>
                </c:pt>
                <c:pt idx="1547">
                  <c:v>0.196</c:v>
                </c:pt>
                <c:pt idx="1548">
                  <c:v>0.189</c:v>
                </c:pt>
                <c:pt idx="1549">
                  <c:v>0.182</c:v>
                </c:pt>
                <c:pt idx="1550">
                  <c:v>0.176</c:v>
                </c:pt>
                <c:pt idx="1551">
                  <c:v>0.17</c:v>
                </c:pt>
                <c:pt idx="1552">
                  <c:v>0.165</c:v>
                </c:pt>
                <c:pt idx="1553">
                  <c:v>0.16</c:v>
                </c:pt>
                <c:pt idx="1554">
                  <c:v>0.156</c:v>
                </c:pt>
                <c:pt idx="1555">
                  <c:v>0.152</c:v>
                </c:pt>
                <c:pt idx="1556">
                  <c:v>0.149</c:v>
                </c:pt>
                <c:pt idx="1557">
                  <c:v>0.146</c:v>
                </c:pt>
                <c:pt idx="1558">
                  <c:v>0.144</c:v>
                </c:pt>
                <c:pt idx="1559">
                  <c:v>0.142</c:v>
                </c:pt>
                <c:pt idx="1560">
                  <c:v>0.141</c:v>
                </c:pt>
                <c:pt idx="1561">
                  <c:v>0.141</c:v>
                </c:pt>
                <c:pt idx="1562">
                  <c:v>0.14</c:v>
                </c:pt>
                <c:pt idx="1563">
                  <c:v>0.141</c:v>
                </c:pt>
                <c:pt idx="1564">
                  <c:v>0.142</c:v>
                </c:pt>
                <c:pt idx="1565">
                  <c:v>0.143</c:v>
                </c:pt>
                <c:pt idx="1566">
                  <c:v>0.145</c:v>
                </c:pt>
                <c:pt idx="1567">
                  <c:v>0.147</c:v>
                </c:pt>
                <c:pt idx="1568">
                  <c:v>0.15</c:v>
                </c:pt>
                <c:pt idx="1569">
                  <c:v>0.153</c:v>
                </c:pt>
                <c:pt idx="1570">
                  <c:v>0.157</c:v>
                </c:pt>
                <c:pt idx="1571">
                  <c:v>0.161</c:v>
                </c:pt>
                <c:pt idx="1572">
                  <c:v>0.166</c:v>
                </c:pt>
                <c:pt idx="1573">
                  <c:v>0.171</c:v>
                </c:pt>
                <c:pt idx="1574">
                  <c:v>0.177</c:v>
                </c:pt>
                <c:pt idx="1575">
                  <c:v>0.182</c:v>
                </c:pt>
                <c:pt idx="1576">
                  <c:v>0.189</c:v>
                </c:pt>
                <c:pt idx="1577">
                  <c:v>0.196</c:v>
                </c:pt>
                <c:pt idx="1578">
                  <c:v>0.203</c:v>
                </c:pt>
                <c:pt idx="1579">
                  <c:v>0.21</c:v>
                </c:pt>
                <c:pt idx="1580">
                  <c:v>0.218</c:v>
                </c:pt>
                <c:pt idx="1581">
                  <c:v>0.226</c:v>
                </c:pt>
                <c:pt idx="1582">
                  <c:v>0.235</c:v>
                </c:pt>
                <c:pt idx="1583">
                  <c:v>0.243</c:v>
                </c:pt>
                <c:pt idx="1584">
                  <c:v>0.253</c:v>
                </c:pt>
                <c:pt idx="1585">
                  <c:v>0.262</c:v>
                </c:pt>
                <c:pt idx="1586">
                  <c:v>0.272</c:v>
                </c:pt>
                <c:pt idx="1587">
                  <c:v>0.282</c:v>
                </c:pt>
                <c:pt idx="1588">
                  <c:v>0.292</c:v>
                </c:pt>
                <c:pt idx="1589">
                  <c:v>0.302</c:v>
                </c:pt>
                <c:pt idx="1590">
                  <c:v>0.313</c:v>
                </c:pt>
                <c:pt idx="1591">
                  <c:v>0.324</c:v>
                </c:pt>
                <c:pt idx="1592">
                  <c:v>0.335</c:v>
                </c:pt>
                <c:pt idx="1593">
                  <c:v>0.346</c:v>
                </c:pt>
                <c:pt idx="1594">
                  <c:v>0.357</c:v>
                </c:pt>
                <c:pt idx="1595">
                  <c:v>0.368</c:v>
                </c:pt>
                <c:pt idx="1596">
                  <c:v>0.38</c:v>
                </c:pt>
                <c:pt idx="1597">
                  <c:v>0.391</c:v>
                </c:pt>
                <c:pt idx="1598">
                  <c:v>0.402</c:v>
                </c:pt>
                <c:pt idx="1599">
                  <c:v>0.413</c:v>
                </c:pt>
                <c:pt idx="1600">
                  <c:v>0.423</c:v>
                </c:pt>
                <c:pt idx="1601">
                  <c:v>0.434</c:v>
                </c:pt>
                <c:pt idx="1602">
                  <c:v>0.444</c:v>
                </c:pt>
                <c:pt idx="1603">
                  <c:v>0.453</c:v>
                </c:pt>
                <c:pt idx="1604">
                  <c:v>0.462</c:v>
                </c:pt>
                <c:pt idx="1605">
                  <c:v>0.471</c:v>
                </c:pt>
                <c:pt idx="1606">
                  <c:v>0.479</c:v>
                </c:pt>
                <c:pt idx="1607">
                  <c:v>0.486</c:v>
                </c:pt>
                <c:pt idx="1608">
                  <c:v>0.493</c:v>
                </c:pt>
                <c:pt idx="1609">
                  <c:v>0.499</c:v>
                </c:pt>
                <c:pt idx="1610">
                  <c:v>0.504</c:v>
                </c:pt>
                <c:pt idx="1611">
                  <c:v>0.509</c:v>
                </c:pt>
                <c:pt idx="1612">
                  <c:v>0.512</c:v>
                </c:pt>
                <c:pt idx="1613">
                  <c:v>0.515</c:v>
                </c:pt>
                <c:pt idx="1614">
                  <c:v>0.516</c:v>
                </c:pt>
                <c:pt idx="1615">
                  <c:v>0.517</c:v>
                </c:pt>
                <c:pt idx="1616">
                  <c:v>0.517</c:v>
                </c:pt>
                <c:pt idx="1617">
                  <c:v>0.516</c:v>
                </c:pt>
                <c:pt idx="1618">
                  <c:v>0.514</c:v>
                </c:pt>
                <c:pt idx="1619">
                  <c:v>0.511</c:v>
                </c:pt>
                <c:pt idx="1620">
                  <c:v>0.507</c:v>
                </c:pt>
                <c:pt idx="1621">
                  <c:v>0.503</c:v>
                </c:pt>
                <c:pt idx="1622">
                  <c:v>0.497</c:v>
                </c:pt>
                <c:pt idx="1623">
                  <c:v>0.491</c:v>
                </c:pt>
                <c:pt idx="1624">
                  <c:v>0.483</c:v>
                </c:pt>
                <c:pt idx="1625">
                  <c:v>0.475</c:v>
                </c:pt>
                <c:pt idx="1626">
                  <c:v>0.466</c:v>
                </c:pt>
                <c:pt idx="1627">
                  <c:v>0.457</c:v>
                </c:pt>
                <c:pt idx="1628">
                  <c:v>0.447</c:v>
                </c:pt>
                <c:pt idx="1629">
                  <c:v>0.436</c:v>
                </c:pt>
                <c:pt idx="1630">
                  <c:v>0.424</c:v>
                </c:pt>
                <c:pt idx="1631">
                  <c:v>0.412</c:v>
                </c:pt>
                <c:pt idx="1632">
                  <c:v>0.4</c:v>
                </c:pt>
                <c:pt idx="1633">
                  <c:v>0.387</c:v>
                </c:pt>
                <c:pt idx="1634">
                  <c:v>0.373</c:v>
                </c:pt>
                <c:pt idx="1635">
                  <c:v>0.359</c:v>
                </c:pt>
                <c:pt idx="1636">
                  <c:v>0.345</c:v>
                </c:pt>
                <c:pt idx="1637">
                  <c:v>0.331</c:v>
                </c:pt>
                <c:pt idx="1638">
                  <c:v>0.317</c:v>
                </c:pt>
                <c:pt idx="1639">
                  <c:v>0.302</c:v>
                </c:pt>
                <c:pt idx="1640">
                  <c:v>0.287</c:v>
                </c:pt>
                <c:pt idx="1641">
                  <c:v>0.272</c:v>
                </c:pt>
                <c:pt idx="1642">
                  <c:v>0.257</c:v>
                </c:pt>
                <c:pt idx="1643">
                  <c:v>0.242</c:v>
                </c:pt>
                <c:pt idx="1644">
                  <c:v>0.227</c:v>
                </c:pt>
                <c:pt idx="1645">
                  <c:v>0.212</c:v>
                </c:pt>
                <c:pt idx="1646">
                  <c:v>0.197</c:v>
                </c:pt>
                <c:pt idx="1647">
                  <c:v>0.182</c:v>
                </c:pt>
                <c:pt idx="1648">
                  <c:v>0.167</c:v>
                </c:pt>
                <c:pt idx="1649">
                  <c:v>0.152</c:v>
                </c:pt>
                <c:pt idx="1650">
                  <c:v>0.138</c:v>
                </c:pt>
                <c:pt idx="1651">
                  <c:v>0.123</c:v>
                </c:pt>
                <c:pt idx="1652">
                  <c:v>0.109</c:v>
                </c:pt>
                <c:pt idx="1653">
                  <c:v>0.095</c:v>
                </c:pt>
                <c:pt idx="1654">
                  <c:v>0.082</c:v>
                </c:pt>
                <c:pt idx="1655">
                  <c:v>0.069</c:v>
                </c:pt>
                <c:pt idx="1656">
                  <c:v>0.056</c:v>
                </c:pt>
                <c:pt idx="1657">
                  <c:v>0.044</c:v>
                </c:pt>
                <c:pt idx="1658">
                  <c:v>0.032</c:v>
                </c:pt>
                <c:pt idx="1659">
                  <c:v>0.021</c:v>
                </c:pt>
                <c:pt idx="1660">
                  <c:v>0.011</c:v>
                </c:pt>
                <c:pt idx="1661">
                  <c:v>0.001</c:v>
                </c:pt>
                <c:pt idx="1662">
                  <c:v>-0.009</c:v>
                </c:pt>
                <c:pt idx="1663">
                  <c:v>-0.017</c:v>
                </c:pt>
                <c:pt idx="1664">
                  <c:v>-0.025</c:v>
                </c:pt>
                <c:pt idx="1665">
                  <c:v>-0.032</c:v>
                </c:pt>
                <c:pt idx="1666">
                  <c:v>-0.039</c:v>
                </c:pt>
                <c:pt idx="1667">
                  <c:v>-0.045</c:v>
                </c:pt>
                <c:pt idx="1668">
                  <c:v>-0.05</c:v>
                </c:pt>
                <c:pt idx="1669">
                  <c:v>-0.055</c:v>
                </c:pt>
                <c:pt idx="1670">
                  <c:v>-0.059</c:v>
                </c:pt>
                <c:pt idx="1671">
                  <c:v>-0.062</c:v>
                </c:pt>
                <c:pt idx="1672">
                  <c:v>-0.065</c:v>
                </c:pt>
                <c:pt idx="1673">
                  <c:v>-0.066</c:v>
                </c:pt>
                <c:pt idx="1674">
                  <c:v>-0.067</c:v>
                </c:pt>
                <c:pt idx="1675">
                  <c:v>-0.067</c:v>
                </c:pt>
                <c:pt idx="1676">
                  <c:v>-0.066</c:v>
                </c:pt>
                <c:pt idx="1677">
                  <c:v>-0.065</c:v>
                </c:pt>
                <c:pt idx="1678">
                  <c:v>-0.062</c:v>
                </c:pt>
                <c:pt idx="1679">
                  <c:v>-0.058</c:v>
                </c:pt>
                <c:pt idx="1680">
                  <c:v>-0.053</c:v>
                </c:pt>
                <c:pt idx="1681">
                  <c:v>-0.047</c:v>
                </c:pt>
                <c:pt idx="1682">
                  <c:v>-0.04</c:v>
                </c:pt>
                <c:pt idx="1683">
                  <c:v>-0.032</c:v>
                </c:pt>
                <c:pt idx="1684">
                  <c:v>-0.023</c:v>
                </c:pt>
                <c:pt idx="1685">
                  <c:v>-0.014</c:v>
                </c:pt>
                <c:pt idx="1686">
                  <c:v>-0.003</c:v>
                </c:pt>
                <c:pt idx="1687">
                  <c:v>0.009</c:v>
                </c:pt>
                <c:pt idx="1688">
                  <c:v>0.021</c:v>
                </c:pt>
                <c:pt idx="1689">
                  <c:v>0.034</c:v>
                </c:pt>
                <c:pt idx="1690">
                  <c:v>0.048</c:v>
                </c:pt>
                <c:pt idx="1691">
                  <c:v>0.062</c:v>
                </c:pt>
                <c:pt idx="1692">
                  <c:v>0.077</c:v>
                </c:pt>
                <c:pt idx="1693">
                  <c:v>0.092</c:v>
                </c:pt>
                <c:pt idx="1694">
                  <c:v>0.108</c:v>
                </c:pt>
                <c:pt idx="1695">
                  <c:v>0.124</c:v>
                </c:pt>
                <c:pt idx="1696">
                  <c:v>0.14</c:v>
                </c:pt>
                <c:pt idx="1697">
                  <c:v>0.157</c:v>
                </c:pt>
                <c:pt idx="1698">
                  <c:v>0.173</c:v>
                </c:pt>
                <c:pt idx="1699">
                  <c:v>0.19</c:v>
                </c:pt>
                <c:pt idx="1700">
                  <c:v>0.207</c:v>
                </c:pt>
                <c:pt idx="1701">
                  <c:v>0.224</c:v>
                </c:pt>
                <c:pt idx="1702">
                  <c:v>0.24</c:v>
                </c:pt>
                <c:pt idx="1703">
                  <c:v>0.257</c:v>
                </c:pt>
                <c:pt idx="1704">
                  <c:v>0.274</c:v>
                </c:pt>
                <c:pt idx="1705">
                  <c:v>0.29</c:v>
                </c:pt>
                <c:pt idx="1706">
                  <c:v>0.306</c:v>
                </c:pt>
                <c:pt idx="1707">
                  <c:v>0.322</c:v>
                </c:pt>
                <c:pt idx="1708">
                  <c:v>0.337</c:v>
                </c:pt>
                <c:pt idx="1709">
                  <c:v>0.351</c:v>
                </c:pt>
                <c:pt idx="1710">
                  <c:v>0.366</c:v>
                </c:pt>
                <c:pt idx="1711">
                  <c:v>0.379</c:v>
                </c:pt>
                <c:pt idx="1712">
                  <c:v>0.392</c:v>
                </c:pt>
                <c:pt idx="1713">
                  <c:v>0.404</c:v>
                </c:pt>
                <c:pt idx="1714">
                  <c:v>0.416</c:v>
                </c:pt>
                <c:pt idx="1715">
                  <c:v>0.426</c:v>
                </c:pt>
                <c:pt idx="1716">
                  <c:v>0.436</c:v>
                </c:pt>
                <c:pt idx="1717">
                  <c:v>0.445</c:v>
                </c:pt>
                <c:pt idx="1718">
                  <c:v>0.453</c:v>
                </c:pt>
                <c:pt idx="1719">
                  <c:v>0.46</c:v>
                </c:pt>
                <c:pt idx="1720">
                  <c:v>0.466</c:v>
                </c:pt>
                <c:pt idx="1721">
                  <c:v>0.471</c:v>
                </c:pt>
                <c:pt idx="1722">
                  <c:v>0.475</c:v>
                </c:pt>
                <c:pt idx="1723">
                  <c:v>0.479</c:v>
                </c:pt>
                <c:pt idx="1724">
                  <c:v>0.481</c:v>
                </c:pt>
                <c:pt idx="1725">
                  <c:v>0.483</c:v>
                </c:pt>
                <c:pt idx="1726">
                  <c:v>0.483</c:v>
                </c:pt>
                <c:pt idx="1727">
                  <c:v>0.483</c:v>
                </c:pt>
                <c:pt idx="1728">
                  <c:v>0.482</c:v>
                </c:pt>
                <c:pt idx="1729">
                  <c:v>0.48</c:v>
                </c:pt>
                <c:pt idx="1730">
                  <c:v>0.477</c:v>
                </c:pt>
                <c:pt idx="1731">
                  <c:v>0.474</c:v>
                </c:pt>
                <c:pt idx="1732">
                  <c:v>0.47</c:v>
                </c:pt>
                <c:pt idx="1733">
                  <c:v>0.465</c:v>
                </c:pt>
                <c:pt idx="1734">
                  <c:v>0.459</c:v>
                </c:pt>
                <c:pt idx="1735">
                  <c:v>0.452</c:v>
                </c:pt>
                <c:pt idx="1736">
                  <c:v>0.445</c:v>
                </c:pt>
                <c:pt idx="1737">
                  <c:v>0.438</c:v>
                </c:pt>
                <c:pt idx="1738">
                  <c:v>0.43</c:v>
                </c:pt>
                <c:pt idx="1739">
                  <c:v>0.421</c:v>
                </c:pt>
                <c:pt idx="1740">
                  <c:v>0.412</c:v>
                </c:pt>
                <c:pt idx="1741">
                  <c:v>0.402</c:v>
                </c:pt>
                <c:pt idx="1742">
                  <c:v>0.393</c:v>
                </c:pt>
                <c:pt idx="1743">
                  <c:v>0.382</c:v>
                </c:pt>
                <c:pt idx="1744">
                  <c:v>0.372</c:v>
                </c:pt>
                <c:pt idx="1745">
                  <c:v>0.362</c:v>
                </c:pt>
                <c:pt idx="1746">
                  <c:v>0.351</c:v>
                </c:pt>
                <c:pt idx="1747">
                  <c:v>0.341</c:v>
                </c:pt>
                <c:pt idx="1748">
                  <c:v>0.331</c:v>
                </c:pt>
                <c:pt idx="1749">
                  <c:v>0.321</c:v>
                </c:pt>
                <c:pt idx="1750">
                  <c:v>0.311</c:v>
                </c:pt>
                <c:pt idx="1751">
                  <c:v>0.301</c:v>
                </c:pt>
                <c:pt idx="1752">
                  <c:v>0.292</c:v>
                </c:pt>
                <c:pt idx="1753">
                  <c:v>0.283</c:v>
                </c:pt>
                <c:pt idx="1754">
                  <c:v>0.274</c:v>
                </c:pt>
                <c:pt idx="1755">
                  <c:v>0.266</c:v>
                </c:pt>
                <c:pt idx="1756">
                  <c:v>0.258</c:v>
                </c:pt>
                <c:pt idx="1757">
                  <c:v>0.251</c:v>
                </c:pt>
                <c:pt idx="1758">
                  <c:v>0.245</c:v>
                </c:pt>
                <c:pt idx="1759">
                  <c:v>0.238</c:v>
                </c:pt>
                <c:pt idx="1760">
                  <c:v>0.233</c:v>
                </c:pt>
                <c:pt idx="1761">
                  <c:v>0.228</c:v>
                </c:pt>
                <c:pt idx="1762">
                  <c:v>0.224</c:v>
                </c:pt>
                <c:pt idx="1763">
                  <c:v>0.22</c:v>
                </c:pt>
                <c:pt idx="1764">
                  <c:v>0.218</c:v>
                </c:pt>
                <c:pt idx="1765">
                  <c:v>0.216</c:v>
                </c:pt>
                <c:pt idx="1766">
                  <c:v>0.214</c:v>
                </c:pt>
                <c:pt idx="1767">
                  <c:v>0.214</c:v>
                </c:pt>
                <c:pt idx="1768">
                  <c:v>0.214</c:v>
                </c:pt>
                <c:pt idx="1769">
                  <c:v>0.216</c:v>
                </c:pt>
                <c:pt idx="1770">
                  <c:v>0.218</c:v>
                </c:pt>
                <c:pt idx="1771">
                  <c:v>0.221</c:v>
                </c:pt>
                <c:pt idx="1772">
                  <c:v>0.225</c:v>
                </c:pt>
                <c:pt idx="1773">
                  <c:v>0.23</c:v>
                </c:pt>
                <c:pt idx="1774">
                  <c:v>0.236</c:v>
                </c:pt>
                <c:pt idx="1775">
                  <c:v>0.243</c:v>
                </c:pt>
                <c:pt idx="1776">
                  <c:v>0.251</c:v>
                </c:pt>
                <c:pt idx="1777">
                  <c:v>0.259</c:v>
                </c:pt>
                <c:pt idx="1778">
                  <c:v>0.269</c:v>
                </c:pt>
                <c:pt idx="1779">
                  <c:v>0.279</c:v>
                </c:pt>
                <c:pt idx="1780">
                  <c:v>0.29</c:v>
                </c:pt>
                <c:pt idx="1781">
                  <c:v>0.302</c:v>
                </c:pt>
                <c:pt idx="1782">
                  <c:v>0.315</c:v>
                </c:pt>
                <c:pt idx="1783">
                  <c:v>0.328</c:v>
                </c:pt>
                <c:pt idx="1784">
                  <c:v>0.342</c:v>
                </c:pt>
                <c:pt idx="1785">
                  <c:v>0.356</c:v>
                </c:pt>
                <c:pt idx="1786">
                  <c:v>0.371</c:v>
                </c:pt>
                <c:pt idx="1787">
                  <c:v>0.387</c:v>
                </c:pt>
                <c:pt idx="1788">
                  <c:v>0.402</c:v>
                </c:pt>
                <c:pt idx="1789">
                  <c:v>0.418</c:v>
                </c:pt>
                <c:pt idx="1790">
                  <c:v>0.434</c:v>
                </c:pt>
                <c:pt idx="1791">
                  <c:v>0.45</c:v>
                </c:pt>
                <c:pt idx="1792">
                  <c:v>0.465</c:v>
                </c:pt>
                <c:pt idx="1793">
                  <c:v>0.481</c:v>
                </c:pt>
                <c:pt idx="1794">
                  <c:v>0.496</c:v>
                </c:pt>
                <c:pt idx="1795">
                  <c:v>0.511</c:v>
                </c:pt>
                <c:pt idx="1796">
                  <c:v>0.525</c:v>
                </c:pt>
                <c:pt idx="1797">
                  <c:v>0.539</c:v>
                </c:pt>
                <c:pt idx="1798">
                  <c:v>0.553</c:v>
                </c:pt>
                <c:pt idx="1799">
                  <c:v>0.565</c:v>
                </c:pt>
                <c:pt idx="1800">
                  <c:v>0.577</c:v>
                </c:pt>
                <c:pt idx="1801">
                  <c:v>0.588</c:v>
                </c:pt>
                <c:pt idx="1802">
                  <c:v>0.598</c:v>
                </c:pt>
                <c:pt idx="1803">
                  <c:v>0.608</c:v>
                </c:pt>
                <c:pt idx="1804">
                  <c:v>0.616</c:v>
                </c:pt>
                <c:pt idx="1805">
                  <c:v>0.624</c:v>
                </c:pt>
                <c:pt idx="1806">
                  <c:v>0.631</c:v>
                </c:pt>
                <c:pt idx="1807">
                  <c:v>0.637</c:v>
                </c:pt>
                <c:pt idx="1808">
                  <c:v>0.642</c:v>
                </c:pt>
                <c:pt idx="1809">
                  <c:v>0.646</c:v>
                </c:pt>
                <c:pt idx="1810">
                  <c:v>0.649</c:v>
                </c:pt>
                <c:pt idx="1811">
                  <c:v>0.652</c:v>
                </c:pt>
                <c:pt idx="1812">
                  <c:v>0.653</c:v>
                </c:pt>
                <c:pt idx="1813">
                  <c:v>0.653</c:v>
                </c:pt>
                <c:pt idx="1814">
                  <c:v>0.652</c:v>
                </c:pt>
                <c:pt idx="1815">
                  <c:v>0.649</c:v>
                </c:pt>
                <c:pt idx="1816">
                  <c:v>0.646</c:v>
                </c:pt>
                <c:pt idx="1817">
                  <c:v>0.641</c:v>
                </c:pt>
                <c:pt idx="1818">
                  <c:v>0.635</c:v>
                </c:pt>
                <c:pt idx="1819">
                  <c:v>0.628</c:v>
                </c:pt>
                <c:pt idx="1820">
                  <c:v>0.62</c:v>
                </c:pt>
                <c:pt idx="1821">
                  <c:v>0.611</c:v>
                </c:pt>
                <c:pt idx="1822">
                  <c:v>0.6</c:v>
                </c:pt>
                <c:pt idx="1823">
                  <c:v>0.588</c:v>
                </c:pt>
                <c:pt idx="1824">
                  <c:v>0.575</c:v>
                </c:pt>
                <c:pt idx="1825">
                  <c:v>0.561</c:v>
                </c:pt>
                <c:pt idx="1826">
                  <c:v>0.546</c:v>
                </c:pt>
                <c:pt idx="1827">
                  <c:v>0.53</c:v>
                </c:pt>
                <c:pt idx="1828">
                  <c:v>0.512</c:v>
                </c:pt>
                <c:pt idx="1829">
                  <c:v>0.494</c:v>
                </c:pt>
                <c:pt idx="1830">
                  <c:v>0.475</c:v>
                </c:pt>
                <c:pt idx="1831">
                  <c:v>0.455</c:v>
                </c:pt>
                <c:pt idx="1832">
                  <c:v>0.435</c:v>
                </c:pt>
                <c:pt idx="1833">
                  <c:v>0.414</c:v>
                </c:pt>
                <c:pt idx="1834">
                  <c:v>0.393</c:v>
                </c:pt>
                <c:pt idx="1835">
                  <c:v>0.371</c:v>
                </c:pt>
                <c:pt idx="1836">
                  <c:v>0.349</c:v>
                </c:pt>
                <c:pt idx="1837">
                  <c:v>0.326</c:v>
                </c:pt>
                <c:pt idx="1838">
                  <c:v>0.304</c:v>
                </c:pt>
                <c:pt idx="1839">
                  <c:v>0.282</c:v>
                </c:pt>
                <c:pt idx="1840">
                  <c:v>0.259</c:v>
                </c:pt>
                <c:pt idx="1841">
                  <c:v>0.237</c:v>
                </c:pt>
                <c:pt idx="1842">
                  <c:v>0.216</c:v>
                </c:pt>
                <c:pt idx="1843">
                  <c:v>0.194</c:v>
                </c:pt>
                <c:pt idx="1844">
                  <c:v>0.173</c:v>
                </c:pt>
                <c:pt idx="1845">
                  <c:v>0.153</c:v>
                </c:pt>
                <c:pt idx="1846">
                  <c:v>0.133</c:v>
                </c:pt>
                <c:pt idx="1847">
                  <c:v>0.114</c:v>
                </c:pt>
                <c:pt idx="1848">
                  <c:v>0.095</c:v>
                </c:pt>
                <c:pt idx="1849">
                  <c:v>0.078</c:v>
                </c:pt>
                <c:pt idx="1850">
                  <c:v>0.061</c:v>
                </c:pt>
                <c:pt idx="1851">
                  <c:v>0.045</c:v>
                </c:pt>
                <c:pt idx="1852">
                  <c:v>0.031</c:v>
                </c:pt>
                <c:pt idx="1853">
                  <c:v>0.017</c:v>
                </c:pt>
                <c:pt idx="1854">
                  <c:v>0.004</c:v>
                </c:pt>
                <c:pt idx="1855">
                  <c:v>-0.008</c:v>
                </c:pt>
                <c:pt idx="1856">
                  <c:v>-0.018</c:v>
                </c:pt>
                <c:pt idx="1857">
                  <c:v>-0.028</c:v>
                </c:pt>
                <c:pt idx="1858">
                  <c:v>-0.036</c:v>
                </c:pt>
                <c:pt idx="1859">
                  <c:v>-0.043</c:v>
                </c:pt>
                <c:pt idx="1860">
                  <c:v>-0.049</c:v>
                </c:pt>
                <c:pt idx="1861">
                  <c:v>-0.053</c:v>
                </c:pt>
                <c:pt idx="1862">
                  <c:v>-0.057</c:v>
                </c:pt>
                <c:pt idx="1863">
                  <c:v>-0.059</c:v>
                </c:pt>
                <c:pt idx="1864">
                  <c:v>-0.06</c:v>
                </c:pt>
                <c:pt idx="1865">
                  <c:v>-0.06</c:v>
                </c:pt>
                <c:pt idx="1866">
                  <c:v>-0.058</c:v>
                </c:pt>
                <c:pt idx="1867">
                  <c:v>-0.056</c:v>
                </c:pt>
                <c:pt idx="1868">
                  <c:v>-0.052</c:v>
                </c:pt>
                <c:pt idx="1869">
                  <c:v>-0.047</c:v>
                </c:pt>
                <c:pt idx="1870">
                  <c:v>-0.041</c:v>
                </c:pt>
                <c:pt idx="1871">
                  <c:v>-0.033</c:v>
                </c:pt>
                <c:pt idx="1872">
                  <c:v>-0.025</c:v>
                </c:pt>
                <c:pt idx="1873">
                  <c:v>-0.016</c:v>
                </c:pt>
                <c:pt idx="1874">
                  <c:v>-0.006</c:v>
                </c:pt>
                <c:pt idx="1875">
                  <c:v>0.006</c:v>
                </c:pt>
                <c:pt idx="1876">
                  <c:v>0.018</c:v>
                </c:pt>
                <c:pt idx="1877">
                  <c:v>0.03</c:v>
                </c:pt>
                <c:pt idx="1878">
                  <c:v>0.044</c:v>
                </c:pt>
                <c:pt idx="1879">
                  <c:v>0.058</c:v>
                </c:pt>
                <c:pt idx="1880">
                  <c:v>0.073</c:v>
                </c:pt>
                <c:pt idx="1881">
                  <c:v>0.089</c:v>
                </c:pt>
                <c:pt idx="1882">
                  <c:v>0.105</c:v>
                </c:pt>
                <c:pt idx="1883">
                  <c:v>0.121</c:v>
                </c:pt>
                <c:pt idx="1884">
                  <c:v>0.138</c:v>
                </c:pt>
                <c:pt idx="1885">
                  <c:v>0.155</c:v>
                </c:pt>
                <c:pt idx="1886">
                  <c:v>0.172</c:v>
                </c:pt>
                <c:pt idx="1887">
                  <c:v>0.189</c:v>
                </c:pt>
                <c:pt idx="1888">
                  <c:v>0.206</c:v>
                </c:pt>
                <c:pt idx="1889">
                  <c:v>0.224</c:v>
                </c:pt>
                <c:pt idx="1890">
                  <c:v>0.241</c:v>
                </c:pt>
                <c:pt idx="1891">
                  <c:v>0.258</c:v>
                </c:pt>
                <c:pt idx="1892">
                  <c:v>0.275</c:v>
                </c:pt>
                <c:pt idx="1893">
                  <c:v>0.292</c:v>
                </c:pt>
                <c:pt idx="1894">
                  <c:v>0.308</c:v>
                </c:pt>
                <c:pt idx="1895">
                  <c:v>0.324</c:v>
                </c:pt>
                <c:pt idx="1896">
                  <c:v>0.339</c:v>
                </c:pt>
                <c:pt idx="1897">
                  <c:v>0.354</c:v>
                </c:pt>
                <c:pt idx="1898">
                  <c:v>0.369</c:v>
                </c:pt>
                <c:pt idx="1899">
                  <c:v>0.382</c:v>
                </c:pt>
                <c:pt idx="1900">
                  <c:v>0.395</c:v>
                </c:pt>
                <c:pt idx="1901">
                  <c:v>0.407</c:v>
                </c:pt>
                <c:pt idx="1902">
                  <c:v>0.419</c:v>
                </c:pt>
                <c:pt idx="1903">
                  <c:v>0.43</c:v>
                </c:pt>
                <c:pt idx="1904">
                  <c:v>0.439</c:v>
                </c:pt>
                <c:pt idx="1905">
                  <c:v>0.449</c:v>
                </c:pt>
                <c:pt idx="1906">
                  <c:v>0.457</c:v>
                </c:pt>
                <c:pt idx="1907">
                  <c:v>0.464</c:v>
                </c:pt>
                <c:pt idx="1908">
                  <c:v>0.471</c:v>
                </c:pt>
                <c:pt idx="1909">
                  <c:v>0.476</c:v>
                </c:pt>
                <c:pt idx="1910">
                  <c:v>0.481</c:v>
                </c:pt>
                <c:pt idx="1911">
                  <c:v>0.485</c:v>
                </c:pt>
                <c:pt idx="1912">
                  <c:v>0.487</c:v>
                </c:pt>
                <c:pt idx="1913">
                  <c:v>0.489</c:v>
                </c:pt>
                <c:pt idx="1914">
                  <c:v>0.49</c:v>
                </c:pt>
                <c:pt idx="1915">
                  <c:v>0.491</c:v>
                </c:pt>
                <c:pt idx="1916">
                  <c:v>0.49</c:v>
                </c:pt>
                <c:pt idx="1917">
                  <c:v>0.488</c:v>
                </c:pt>
                <c:pt idx="1918">
                  <c:v>0.485</c:v>
                </c:pt>
                <c:pt idx="1919">
                  <c:v>0.482</c:v>
                </c:pt>
                <c:pt idx="1920">
                  <c:v>0.478</c:v>
                </c:pt>
                <c:pt idx="1921">
                  <c:v>0.472</c:v>
                </c:pt>
                <c:pt idx="1922">
                  <c:v>0.466</c:v>
                </c:pt>
                <c:pt idx="1923">
                  <c:v>0.459</c:v>
                </c:pt>
                <c:pt idx="1924">
                  <c:v>0.452</c:v>
                </c:pt>
                <c:pt idx="1925">
                  <c:v>0.443</c:v>
                </c:pt>
                <c:pt idx="1926">
                  <c:v>0.434</c:v>
                </c:pt>
                <c:pt idx="1927">
                  <c:v>0.424</c:v>
                </c:pt>
                <c:pt idx="1928">
                  <c:v>0.414</c:v>
                </c:pt>
                <c:pt idx="1929">
                  <c:v>0.402</c:v>
                </c:pt>
                <c:pt idx="1930">
                  <c:v>0.391</c:v>
                </c:pt>
                <c:pt idx="1931">
                  <c:v>0.379</c:v>
                </c:pt>
                <c:pt idx="1932">
                  <c:v>0.366</c:v>
                </c:pt>
                <c:pt idx="1933">
                  <c:v>0.353</c:v>
                </c:pt>
                <c:pt idx="1934">
                  <c:v>0.34</c:v>
                </c:pt>
                <c:pt idx="1935">
                  <c:v>0.327</c:v>
                </c:pt>
                <c:pt idx="1936">
                  <c:v>0.313</c:v>
                </c:pt>
                <c:pt idx="1937">
                  <c:v>0.3</c:v>
                </c:pt>
                <c:pt idx="1938">
                  <c:v>0.286</c:v>
                </c:pt>
                <c:pt idx="1939">
                  <c:v>0.272</c:v>
                </c:pt>
                <c:pt idx="1940">
                  <c:v>0.258</c:v>
                </c:pt>
                <c:pt idx="1941">
                  <c:v>0.244</c:v>
                </c:pt>
                <c:pt idx="1942">
                  <c:v>0.231</c:v>
                </c:pt>
                <c:pt idx="1943">
                  <c:v>0.217</c:v>
                </c:pt>
                <c:pt idx="1944">
                  <c:v>0.204</c:v>
                </c:pt>
                <c:pt idx="1945">
                  <c:v>0.191</c:v>
                </c:pt>
                <c:pt idx="1946">
                  <c:v>0.179</c:v>
                </c:pt>
                <c:pt idx="1947">
                  <c:v>0.167</c:v>
                </c:pt>
                <c:pt idx="1948">
                  <c:v>0.156</c:v>
                </c:pt>
                <c:pt idx="1949">
                  <c:v>0.145</c:v>
                </c:pt>
                <c:pt idx="1950">
                  <c:v>0.134</c:v>
                </c:pt>
                <c:pt idx="1951">
                  <c:v>0.125</c:v>
                </c:pt>
                <c:pt idx="1952">
                  <c:v>0.116</c:v>
                </c:pt>
                <c:pt idx="1953">
                  <c:v>0.108</c:v>
                </c:pt>
                <c:pt idx="1954">
                  <c:v>0.101</c:v>
                </c:pt>
                <c:pt idx="1955">
                  <c:v>0.094</c:v>
                </c:pt>
                <c:pt idx="1956">
                  <c:v>0.089</c:v>
                </c:pt>
                <c:pt idx="1957">
                  <c:v>0.084</c:v>
                </c:pt>
                <c:pt idx="1958">
                  <c:v>0.08</c:v>
                </c:pt>
                <c:pt idx="1959">
                  <c:v>0.078</c:v>
                </c:pt>
                <c:pt idx="1960">
                  <c:v>0.076</c:v>
                </c:pt>
                <c:pt idx="1961">
                  <c:v>0.075</c:v>
                </c:pt>
                <c:pt idx="1962">
                  <c:v>0.076</c:v>
                </c:pt>
                <c:pt idx="1963">
                  <c:v>0.077</c:v>
                </c:pt>
                <c:pt idx="1964">
                  <c:v>0.079</c:v>
                </c:pt>
                <c:pt idx="1965">
                  <c:v>0.083</c:v>
                </c:pt>
                <c:pt idx="1966">
                  <c:v>0.088</c:v>
                </c:pt>
                <c:pt idx="1967">
                  <c:v>0.093</c:v>
                </c:pt>
                <c:pt idx="1968">
                  <c:v>0.1</c:v>
                </c:pt>
                <c:pt idx="1969">
                  <c:v>0.107</c:v>
                </c:pt>
                <c:pt idx="1970">
                  <c:v>0.116</c:v>
                </c:pt>
                <c:pt idx="1971">
                  <c:v>0.126</c:v>
                </c:pt>
                <c:pt idx="1972">
                  <c:v>0.136</c:v>
                </c:pt>
                <c:pt idx="1973">
                  <c:v>0.147</c:v>
                </c:pt>
                <c:pt idx="1974">
                  <c:v>0.16</c:v>
                </c:pt>
                <c:pt idx="1975">
                  <c:v>0.173</c:v>
                </c:pt>
                <c:pt idx="1976">
                  <c:v>0.187</c:v>
                </c:pt>
                <c:pt idx="1977">
                  <c:v>0.202</c:v>
                </c:pt>
                <c:pt idx="1978">
                  <c:v>0.217</c:v>
                </c:pt>
                <c:pt idx="1979">
                  <c:v>0.233</c:v>
                </c:pt>
                <c:pt idx="1980">
                  <c:v>0.249</c:v>
                </c:pt>
                <c:pt idx="1981">
                  <c:v>0.266</c:v>
                </c:pt>
                <c:pt idx="1982">
                  <c:v>0.283</c:v>
                </c:pt>
                <c:pt idx="1983">
                  <c:v>0.301</c:v>
                </c:pt>
                <c:pt idx="1984">
                  <c:v>0.319</c:v>
                </c:pt>
                <c:pt idx="1985">
                  <c:v>0.336</c:v>
                </c:pt>
                <c:pt idx="1986">
                  <c:v>0.354</c:v>
                </c:pt>
                <c:pt idx="1987">
                  <c:v>0.372</c:v>
                </c:pt>
                <c:pt idx="1988">
                  <c:v>0.389</c:v>
                </c:pt>
                <c:pt idx="1989">
                  <c:v>0.406</c:v>
                </c:pt>
                <c:pt idx="1990">
                  <c:v>0.423</c:v>
                </c:pt>
                <c:pt idx="1991">
                  <c:v>0.439</c:v>
                </c:pt>
                <c:pt idx="1992">
                  <c:v>0.455</c:v>
                </c:pt>
                <c:pt idx="1993">
                  <c:v>0.469</c:v>
                </c:pt>
                <c:pt idx="1994">
                  <c:v>0.484</c:v>
                </c:pt>
                <c:pt idx="1995">
                  <c:v>0.497</c:v>
                </c:pt>
                <c:pt idx="1996">
                  <c:v>0.509</c:v>
                </c:pt>
                <c:pt idx="1997">
                  <c:v>0.521</c:v>
                </c:pt>
                <c:pt idx="1998">
                  <c:v>0.531</c:v>
                </c:pt>
                <c:pt idx="1999">
                  <c:v>0.541</c:v>
                </c:pt>
                <c:pt idx="2000">
                  <c:v>0.55</c:v>
                </c:pt>
                <c:pt idx="2001">
                  <c:v/>
                </c:pt>
                <c:pt idx="2002">
                  <c:v/>
                </c:pt>
              </c:numCache>
            </c:numRef>
          </c:yVal>
          <c:smooth val="0"/>
        </c:ser>
        <c:ser>
          <c:idx val="2"/>
          <c:order val="2"/>
          <c:tx>
            <c:strRef>
              <c:f>Sheet1!$D$1</c:f>
              <c:strCache>
                <c:ptCount val="1"/>
                <c:pt idx="0">
                  <c:v>collapse</c:v>
                </c:pt>
              </c:strCache>
            </c:strRef>
          </c:tx>
          <c:spPr>
            <a:solidFill>
              <a:srgbClr val="17242E"/>
            </a:solidFill>
            <a:ln w="19050" cap="flat">
              <a:solidFill>
                <a:srgbClr val="17242E"/>
              </a:solidFill>
              <a:prstDash val="solid"/>
              <a:round/>
            </a:ln>
            <a:effectLst/>
          </c:spPr>
          <c:marker>
            <c:symbol val="none"/>
            <c:size val="6"/>
            <c:spPr>
              <a:solidFill>
                <a:srgbClr val="17242E"/>
              </a:solidFill>
              <a:ln w="9525" cap="flat">
                <a:solidFill>
                  <a:srgbClr val="17242E"/>
                </a:solidFill>
                <a:prstDash val="solid"/>
                <a:round/>
              </a:ln>
              <a:effectLst/>
            </c:spPr>
          </c:marker>
          <c:xVal>
            <c:numRef>
              <c:f>Sheet1!$A$2:$A$2004</c:f>
              <c:numCache>
                <c:formatCode>General</c:formatCode>
                <c:ptCount val="2003"/>
                <c:pt idx="0">
                  <c:v>0</c:v>
                </c:pt>
                <c:pt idx="1">
                  <c:v>0.0005</c:v>
                </c:pt>
                <c:pt idx="2">
                  <c:v>0.001</c:v>
                </c:pt>
                <c:pt idx="3">
                  <c:v>0.0015</c:v>
                </c:pt>
                <c:pt idx="4">
                  <c:v>0.002</c:v>
                </c:pt>
                <c:pt idx="5">
                  <c:v>0.0025</c:v>
                </c:pt>
                <c:pt idx="6">
                  <c:v>0.003</c:v>
                </c:pt>
                <c:pt idx="7">
                  <c:v>0.0035</c:v>
                </c:pt>
                <c:pt idx="8">
                  <c:v>0.004</c:v>
                </c:pt>
                <c:pt idx="9">
                  <c:v>0.0045</c:v>
                </c:pt>
                <c:pt idx="10">
                  <c:v>0.005</c:v>
                </c:pt>
                <c:pt idx="11">
                  <c:v>0.0055</c:v>
                </c:pt>
                <c:pt idx="12">
                  <c:v>0.006</c:v>
                </c:pt>
                <c:pt idx="13">
                  <c:v>0.0065</c:v>
                </c:pt>
                <c:pt idx="14">
                  <c:v>0.007</c:v>
                </c:pt>
                <c:pt idx="15">
                  <c:v>0.0075</c:v>
                </c:pt>
                <c:pt idx="16">
                  <c:v>0.008</c:v>
                </c:pt>
                <c:pt idx="17">
                  <c:v>0.0085</c:v>
                </c:pt>
                <c:pt idx="18">
                  <c:v>0.009</c:v>
                </c:pt>
                <c:pt idx="19">
                  <c:v>0.0095</c:v>
                </c:pt>
                <c:pt idx="20">
                  <c:v>0.01</c:v>
                </c:pt>
                <c:pt idx="21">
                  <c:v>0.0105</c:v>
                </c:pt>
                <c:pt idx="22">
                  <c:v>0.011</c:v>
                </c:pt>
                <c:pt idx="23">
                  <c:v>0.0115</c:v>
                </c:pt>
                <c:pt idx="24">
                  <c:v>0.012</c:v>
                </c:pt>
                <c:pt idx="25">
                  <c:v>0.0125</c:v>
                </c:pt>
                <c:pt idx="26">
                  <c:v>0.013</c:v>
                </c:pt>
                <c:pt idx="27">
                  <c:v>0.0135</c:v>
                </c:pt>
                <c:pt idx="28">
                  <c:v>0.014</c:v>
                </c:pt>
                <c:pt idx="29">
                  <c:v>0.0145</c:v>
                </c:pt>
                <c:pt idx="30">
                  <c:v>0.015</c:v>
                </c:pt>
                <c:pt idx="31">
                  <c:v>0.0155</c:v>
                </c:pt>
                <c:pt idx="32">
                  <c:v>0.016</c:v>
                </c:pt>
                <c:pt idx="33">
                  <c:v>0.0165</c:v>
                </c:pt>
                <c:pt idx="34">
                  <c:v>0.017</c:v>
                </c:pt>
                <c:pt idx="35">
                  <c:v>0.0175</c:v>
                </c:pt>
                <c:pt idx="36">
                  <c:v>0.018</c:v>
                </c:pt>
                <c:pt idx="37">
                  <c:v>0.0185</c:v>
                </c:pt>
                <c:pt idx="38">
                  <c:v>0.019</c:v>
                </c:pt>
                <c:pt idx="39">
                  <c:v>0.0195</c:v>
                </c:pt>
                <c:pt idx="40">
                  <c:v>0.02</c:v>
                </c:pt>
                <c:pt idx="41">
                  <c:v>0.0205</c:v>
                </c:pt>
                <c:pt idx="42">
                  <c:v>0.021</c:v>
                </c:pt>
                <c:pt idx="43">
                  <c:v>0.0215</c:v>
                </c:pt>
                <c:pt idx="44">
                  <c:v>0.022</c:v>
                </c:pt>
                <c:pt idx="45">
                  <c:v>0.0225</c:v>
                </c:pt>
                <c:pt idx="46">
                  <c:v>0.023</c:v>
                </c:pt>
                <c:pt idx="47">
                  <c:v>0.0235</c:v>
                </c:pt>
                <c:pt idx="48">
                  <c:v>0.024</c:v>
                </c:pt>
                <c:pt idx="49">
                  <c:v>0.0245</c:v>
                </c:pt>
                <c:pt idx="50">
                  <c:v>0.025</c:v>
                </c:pt>
                <c:pt idx="51">
                  <c:v>0.0255</c:v>
                </c:pt>
                <c:pt idx="52">
                  <c:v>0.026</c:v>
                </c:pt>
                <c:pt idx="53">
                  <c:v>0.0265</c:v>
                </c:pt>
                <c:pt idx="54">
                  <c:v>0.027</c:v>
                </c:pt>
                <c:pt idx="55">
                  <c:v>0.0275</c:v>
                </c:pt>
                <c:pt idx="56">
                  <c:v>0.028</c:v>
                </c:pt>
                <c:pt idx="57">
                  <c:v>0.0285</c:v>
                </c:pt>
                <c:pt idx="58">
                  <c:v>0.029</c:v>
                </c:pt>
                <c:pt idx="59">
                  <c:v>0.0295</c:v>
                </c:pt>
                <c:pt idx="60">
                  <c:v>0.03</c:v>
                </c:pt>
                <c:pt idx="61">
                  <c:v>0.0305</c:v>
                </c:pt>
                <c:pt idx="62">
                  <c:v>0.031</c:v>
                </c:pt>
                <c:pt idx="63">
                  <c:v>0.0315</c:v>
                </c:pt>
                <c:pt idx="64">
                  <c:v>0.032</c:v>
                </c:pt>
                <c:pt idx="65">
                  <c:v>0.0325</c:v>
                </c:pt>
                <c:pt idx="66">
                  <c:v>0.033</c:v>
                </c:pt>
                <c:pt idx="67">
                  <c:v>0.0335</c:v>
                </c:pt>
                <c:pt idx="68">
                  <c:v>0.034</c:v>
                </c:pt>
                <c:pt idx="69">
                  <c:v>0.0345</c:v>
                </c:pt>
                <c:pt idx="70">
                  <c:v>0.035</c:v>
                </c:pt>
                <c:pt idx="71">
                  <c:v>0.0355</c:v>
                </c:pt>
                <c:pt idx="72">
                  <c:v>0.036</c:v>
                </c:pt>
                <c:pt idx="73">
                  <c:v>0.0365</c:v>
                </c:pt>
                <c:pt idx="74">
                  <c:v>0.037</c:v>
                </c:pt>
                <c:pt idx="75">
                  <c:v>0.0375</c:v>
                </c:pt>
                <c:pt idx="76">
                  <c:v>0.038</c:v>
                </c:pt>
                <c:pt idx="77">
                  <c:v>0.0385</c:v>
                </c:pt>
                <c:pt idx="78">
                  <c:v>0.039</c:v>
                </c:pt>
                <c:pt idx="79">
                  <c:v>0.0395</c:v>
                </c:pt>
                <c:pt idx="80">
                  <c:v>0.04</c:v>
                </c:pt>
                <c:pt idx="81">
                  <c:v>0.0405</c:v>
                </c:pt>
                <c:pt idx="82">
                  <c:v>0.041</c:v>
                </c:pt>
                <c:pt idx="83">
                  <c:v>0.0415</c:v>
                </c:pt>
                <c:pt idx="84">
                  <c:v>0.042</c:v>
                </c:pt>
                <c:pt idx="85">
                  <c:v>0.0425</c:v>
                </c:pt>
                <c:pt idx="86">
                  <c:v>0.043</c:v>
                </c:pt>
                <c:pt idx="87">
                  <c:v>0.0435</c:v>
                </c:pt>
                <c:pt idx="88">
                  <c:v>0.044</c:v>
                </c:pt>
                <c:pt idx="89">
                  <c:v>0.0445</c:v>
                </c:pt>
                <c:pt idx="90">
                  <c:v>0.045</c:v>
                </c:pt>
                <c:pt idx="91">
                  <c:v>0.0455</c:v>
                </c:pt>
                <c:pt idx="92">
                  <c:v>0.046</c:v>
                </c:pt>
                <c:pt idx="93">
                  <c:v>0.0465</c:v>
                </c:pt>
                <c:pt idx="94">
                  <c:v>0.047</c:v>
                </c:pt>
                <c:pt idx="95">
                  <c:v>0.0475</c:v>
                </c:pt>
                <c:pt idx="96">
                  <c:v>0.048</c:v>
                </c:pt>
                <c:pt idx="97">
                  <c:v>0.0485</c:v>
                </c:pt>
                <c:pt idx="98">
                  <c:v>0.049</c:v>
                </c:pt>
                <c:pt idx="99">
                  <c:v>0.0495</c:v>
                </c:pt>
                <c:pt idx="100">
                  <c:v>0.05</c:v>
                </c:pt>
                <c:pt idx="101">
                  <c:v>0.0505</c:v>
                </c:pt>
                <c:pt idx="102">
                  <c:v>0.051</c:v>
                </c:pt>
                <c:pt idx="103">
                  <c:v>0.0515</c:v>
                </c:pt>
                <c:pt idx="104">
                  <c:v>0.052</c:v>
                </c:pt>
                <c:pt idx="105">
                  <c:v>0.0525</c:v>
                </c:pt>
                <c:pt idx="106">
                  <c:v>0.053</c:v>
                </c:pt>
                <c:pt idx="107">
                  <c:v>0.0535</c:v>
                </c:pt>
                <c:pt idx="108">
                  <c:v>0.054</c:v>
                </c:pt>
                <c:pt idx="109">
                  <c:v>0.0545</c:v>
                </c:pt>
                <c:pt idx="110">
                  <c:v>0.055</c:v>
                </c:pt>
                <c:pt idx="111">
                  <c:v>0.0555</c:v>
                </c:pt>
                <c:pt idx="112">
                  <c:v>0.056</c:v>
                </c:pt>
                <c:pt idx="113">
                  <c:v>0.0565</c:v>
                </c:pt>
                <c:pt idx="114">
                  <c:v>0.057</c:v>
                </c:pt>
                <c:pt idx="115">
                  <c:v>0.0575</c:v>
                </c:pt>
                <c:pt idx="116">
                  <c:v>0.058</c:v>
                </c:pt>
                <c:pt idx="117">
                  <c:v>0.0585</c:v>
                </c:pt>
                <c:pt idx="118">
                  <c:v>0.059</c:v>
                </c:pt>
                <c:pt idx="119">
                  <c:v>0.0595</c:v>
                </c:pt>
                <c:pt idx="120">
                  <c:v>0.06</c:v>
                </c:pt>
                <c:pt idx="121">
                  <c:v>0.0605</c:v>
                </c:pt>
                <c:pt idx="122">
                  <c:v>0.061</c:v>
                </c:pt>
                <c:pt idx="123">
                  <c:v>0.0615</c:v>
                </c:pt>
                <c:pt idx="124">
                  <c:v>0.062</c:v>
                </c:pt>
                <c:pt idx="125">
                  <c:v>0.0625</c:v>
                </c:pt>
                <c:pt idx="126">
                  <c:v>0.063</c:v>
                </c:pt>
                <c:pt idx="127">
                  <c:v>0.0635</c:v>
                </c:pt>
                <c:pt idx="128">
                  <c:v>0.064</c:v>
                </c:pt>
                <c:pt idx="129">
                  <c:v>0.0645</c:v>
                </c:pt>
                <c:pt idx="130">
                  <c:v>0.065</c:v>
                </c:pt>
                <c:pt idx="131">
                  <c:v>0.0655</c:v>
                </c:pt>
                <c:pt idx="132">
                  <c:v>0.066</c:v>
                </c:pt>
                <c:pt idx="133">
                  <c:v>0.0665</c:v>
                </c:pt>
                <c:pt idx="134">
                  <c:v>0.067</c:v>
                </c:pt>
                <c:pt idx="135">
                  <c:v>0.0675</c:v>
                </c:pt>
                <c:pt idx="136">
                  <c:v>0.068</c:v>
                </c:pt>
                <c:pt idx="137">
                  <c:v>0.0685</c:v>
                </c:pt>
                <c:pt idx="138">
                  <c:v>0.069</c:v>
                </c:pt>
                <c:pt idx="139">
                  <c:v>0.0695</c:v>
                </c:pt>
                <c:pt idx="140">
                  <c:v>0.07</c:v>
                </c:pt>
                <c:pt idx="141">
                  <c:v>0.0705</c:v>
                </c:pt>
                <c:pt idx="142">
                  <c:v>0.071</c:v>
                </c:pt>
                <c:pt idx="143">
                  <c:v>0.0715</c:v>
                </c:pt>
                <c:pt idx="144">
                  <c:v>0.072</c:v>
                </c:pt>
                <c:pt idx="145">
                  <c:v>0.0725</c:v>
                </c:pt>
                <c:pt idx="146">
                  <c:v>0.073</c:v>
                </c:pt>
                <c:pt idx="147">
                  <c:v>0.0735</c:v>
                </c:pt>
                <c:pt idx="148">
                  <c:v>0.074</c:v>
                </c:pt>
                <c:pt idx="149">
                  <c:v>0.0745</c:v>
                </c:pt>
                <c:pt idx="150">
                  <c:v>0.075</c:v>
                </c:pt>
                <c:pt idx="151">
                  <c:v>0.0755</c:v>
                </c:pt>
                <c:pt idx="152">
                  <c:v>0.076</c:v>
                </c:pt>
                <c:pt idx="153">
                  <c:v>0.0765</c:v>
                </c:pt>
                <c:pt idx="154">
                  <c:v>0.077</c:v>
                </c:pt>
                <c:pt idx="155">
                  <c:v>0.0775</c:v>
                </c:pt>
                <c:pt idx="156">
                  <c:v>0.078</c:v>
                </c:pt>
                <c:pt idx="157">
                  <c:v>0.0785</c:v>
                </c:pt>
                <c:pt idx="158">
                  <c:v>0.079</c:v>
                </c:pt>
                <c:pt idx="159">
                  <c:v>0.0795</c:v>
                </c:pt>
                <c:pt idx="160">
                  <c:v>0.08</c:v>
                </c:pt>
                <c:pt idx="161">
                  <c:v>0.0805</c:v>
                </c:pt>
                <c:pt idx="162">
                  <c:v>0.081</c:v>
                </c:pt>
                <c:pt idx="163">
                  <c:v>0.0815</c:v>
                </c:pt>
                <c:pt idx="164">
                  <c:v>0.082</c:v>
                </c:pt>
                <c:pt idx="165">
                  <c:v>0.0825</c:v>
                </c:pt>
                <c:pt idx="166">
                  <c:v>0.083</c:v>
                </c:pt>
                <c:pt idx="167">
                  <c:v>0.0835</c:v>
                </c:pt>
                <c:pt idx="168">
                  <c:v>0.084</c:v>
                </c:pt>
                <c:pt idx="169">
                  <c:v>0.0845</c:v>
                </c:pt>
                <c:pt idx="170">
                  <c:v>0.085</c:v>
                </c:pt>
                <c:pt idx="171">
                  <c:v>0.0855</c:v>
                </c:pt>
                <c:pt idx="172">
                  <c:v>0.086</c:v>
                </c:pt>
                <c:pt idx="173">
                  <c:v>0.0865</c:v>
                </c:pt>
                <c:pt idx="174">
                  <c:v>0.087</c:v>
                </c:pt>
                <c:pt idx="175">
                  <c:v>0.0875</c:v>
                </c:pt>
                <c:pt idx="176">
                  <c:v>0.088</c:v>
                </c:pt>
                <c:pt idx="177">
                  <c:v>0.0885</c:v>
                </c:pt>
                <c:pt idx="178">
                  <c:v>0.089</c:v>
                </c:pt>
                <c:pt idx="179">
                  <c:v>0.0895</c:v>
                </c:pt>
                <c:pt idx="180">
                  <c:v>0.09</c:v>
                </c:pt>
                <c:pt idx="181">
                  <c:v>0.0905</c:v>
                </c:pt>
                <c:pt idx="182">
                  <c:v>0.091</c:v>
                </c:pt>
                <c:pt idx="183">
                  <c:v>0.0915</c:v>
                </c:pt>
                <c:pt idx="184">
                  <c:v>0.092</c:v>
                </c:pt>
                <c:pt idx="185">
                  <c:v>0.0925</c:v>
                </c:pt>
                <c:pt idx="186">
                  <c:v>0.093</c:v>
                </c:pt>
                <c:pt idx="187">
                  <c:v>0.0935</c:v>
                </c:pt>
                <c:pt idx="188">
                  <c:v>0.094</c:v>
                </c:pt>
                <c:pt idx="189">
                  <c:v>0.0945</c:v>
                </c:pt>
                <c:pt idx="190">
                  <c:v>0.095</c:v>
                </c:pt>
                <c:pt idx="191">
                  <c:v>0.0955</c:v>
                </c:pt>
                <c:pt idx="192">
                  <c:v>0.096</c:v>
                </c:pt>
                <c:pt idx="193">
                  <c:v>0.0965</c:v>
                </c:pt>
                <c:pt idx="194">
                  <c:v>0.097</c:v>
                </c:pt>
                <c:pt idx="195">
                  <c:v>0.0975</c:v>
                </c:pt>
                <c:pt idx="196">
                  <c:v>0.098</c:v>
                </c:pt>
                <c:pt idx="197">
                  <c:v>0.0985</c:v>
                </c:pt>
                <c:pt idx="198">
                  <c:v>0.099</c:v>
                </c:pt>
                <c:pt idx="199">
                  <c:v>0.0995</c:v>
                </c:pt>
                <c:pt idx="200">
                  <c:v>0.1</c:v>
                </c:pt>
                <c:pt idx="201">
                  <c:v>0.1005</c:v>
                </c:pt>
                <c:pt idx="202">
                  <c:v>0.101</c:v>
                </c:pt>
                <c:pt idx="203">
                  <c:v>0.1015</c:v>
                </c:pt>
                <c:pt idx="204">
                  <c:v>0.102</c:v>
                </c:pt>
                <c:pt idx="205">
                  <c:v>0.1025</c:v>
                </c:pt>
                <c:pt idx="206">
                  <c:v>0.103</c:v>
                </c:pt>
                <c:pt idx="207">
                  <c:v>0.1035</c:v>
                </c:pt>
                <c:pt idx="208">
                  <c:v>0.104</c:v>
                </c:pt>
                <c:pt idx="209">
                  <c:v>0.1045</c:v>
                </c:pt>
                <c:pt idx="210">
                  <c:v>0.105</c:v>
                </c:pt>
                <c:pt idx="211">
                  <c:v>0.1055</c:v>
                </c:pt>
                <c:pt idx="212">
                  <c:v>0.106</c:v>
                </c:pt>
                <c:pt idx="213">
                  <c:v>0.1065</c:v>
                </c:pt>
                <c:pt idx="214">
                  <c:v>0.107</c:v>
                </c:pt>
                <c:pt idx="215">
                  <c:v>0.1075</c:v>
                </c:pt>
                <c:pt idx="216">
                  <c:v>0.108</c:v>
                </c:pt>
                <c:pt idx="217">
                  <c:v>0.1085</c:v>
                </c:pt>
                <c:pt idx="218">
                  <c:v>0.109</c:v>
                </c:pt>
                <c:pt idx="219">
                  <c:v>0.1095</c:v>
                </c:pt>
                <c:pt idx="220">
                  <c:v>0.11</c:v>
                </c:pt>
                <c:pt idx="221">
                  <c:v>0.1105</c:v>
                </c:pt>
                <c:pt idx="222">
                  <c:v>0.111</c:v>
                </c:pt>
                <c:pt idx="223">
                  <c:v>0.1115</c:v>
                </c:pt>
                <c:pt idx="224">
                  <c:v>0.112</c:v>
                </c:pt>
                <c:pt idx="225">
                  <c:v>0.1125</c:v>
                </c:pt>
                <c:pt idx="226">
                  <c:v>0.113</c:v>
                </c:pt>
                <c:pt idx="227">
                  <c:v>0.1135</c:v>
                </c:pt>
                <c:pt idx="228">
                  <c:v>0.114</c:v>
                </c:pt>
                <c:pt idx="229">
                  <c:v>0.1145</c:v>
                </c:pt>
                <c:pt idx="230">
                  <c:v>0.115</c:v>
                </c:pt>
                <c:pt idx="231">
                  <c:v>0.1155</c:v>
                </c:pt>
                <c:pt idx="232">
                  <c:v>0.116</c:v>
                </c:pt>
                <c:pt idx="233">
                  <c:v>0.1165</c:v>
                </c:pt>
                <c:pt idx="234">
                  <c:v>0.117</c:v>
                </c:pt>
                <c:pt idx="235">
                  <c:v>0.1175</c:v>
                </c:pt>
                <c:pt idx="236">
                  <c:v>0.118</c:v>
                </c:pt>
                <c:pt idx="237">
                  <c:v>0.1185</c:v>
                </c:pt>
                <c:pt idx="238">
                  <c:v>0.119</c:v>
                </c:pt>
                <c:pt idx="239">
                  <c:v>0.1195</c:v>
                </c:pt>
                <c:pt idx="240">
                  <c:v>0.12</c:v>
                </c:pt>
                <c:pt idx="241">
                  <c:v>0.1205</c:v>
                </c:pt>
                <c:pt idx="242">
                  <c:v>0.121</c:v>
                </c:pt>
                <c:pt idx="243">
                  <c:v>0.1215</c:v>
                </c:pt>
                <c:pt idx="244">
                  <c:v>0.122</c:v>
                </c:pt>
                <c:pt idx="245">
                  <c:v>0.1225</c:v>
                </c:pt>
                <c:pt idx="246">
                  <c:v>0.123</c:v>
                </c:pt>
                <c:pt idx="247">
                  <c:v>0.1235</c:v>
                </c:pt>
                <c:pt idx="248">
                  <c:v>0.124</c:v>
                </c:pt>
                <c:pt idx="249">
                  <c:v>0.1245</c:v>
                </c:pt>
                <c:pt idx="250">
                  <c:v>0.125</c:v>
                </c:pt>
                <c:pt idx="251">
                  <c:v>0.1255</c:v>
                </c:pt>
                <c:pt idx="252">
                  <c:v>0.126</c:v>
                </c:pt>
                <c:pt idx="253">
                  <c:v>0.1265</c:v>
                </c:pt>
                <c:pt idx="254">
                  <c:v>0.127</c:v>
                </c:pt>
                <c:pt idx="255">
                  <c:v>0.1275</c:v>
                </c:pt>
                <c:pt idx="256">
                  <c:v>0.128</c:v>
                </c:pt>
                <c:pt idx="257">
                  <c:v>0.1285</c:v>
                </c:pt>
                <c:pt idx="258">
                  <c:v>0.129</c:v>
                </c:pt>
                <c:pt idx="259">
                  <c:v>0.1295</c:v>
                </c:pt>
                <c:pt idx="260">
                  <c:v>0.13</c:v>
                </c:pt>
                <c:pt idx="261">
                  <c:v>0.1305</c:v>
                </c:pt>
                <c:pt idx="262">
                  <c:v>0.131</c:v>
                </c:pt>
                <c:pt idx="263">
                  <c:v>0.1315</c:v>
                </c:pt>
                <c:pt idx="264">
                  <c:v>0.132</c:v>
                </c:pt>
                <c:pt idx="265">
                  <c:v>0.1325</c:v>
                </c:pt>
                <c:pt idx="266">
                  <c:v>0.133</c:v>
                </c:pt>
                <c:pt idx="267">
                  <c:v>0.1335</c:v>
                </c:pt>
                <c:pt idx="268">
                  <c:v>0.134</c:v>
                </c:pt>
                <c:pt idx="269">
                  <c:v>0.1345</c:v>
                </c:pt>
                <c:pt idx="270">
                  <c:v>0.135</c:v>
                </c:pt>
                <c:pt idx="271">
                  <c:v>0.1355</c:v>
                </c:pt>
                <c:pt idx="272">
                  <c:v>0.136</c:v>
                </c:pt>
                <c:pt idx="273">
                  <c:v>0.1365</c:v>
                </c:pt>
                <c:pt idx="274">
                  <c:v>0.137</c:v>
                </c:pt>
                <c:pt idx="275">
                  <c:v>0.1375</c:v>
                </c:pt>
                <c:pt idx="276">
                  <c:v>0.138</c:v>
                </c:pt>
                <c:pt idx="277">
                  <c:v>0.1385</c:v>
                </c:pt>
                <c:pt idx="278">
                  <c:v>0.139</c:v>
                </c:pt>
                <c:pt idx="279">
                  <c:v>0.1395</c:v>
                </c:pt>
                <c:pt idx="280">
                  <c:v>0.14</c:v>
                </c:pt>
                <c:pt idx="281">
                  <c:v>0.1405</c:v>
                </c:pt>
                <c:pt idx="282">
                  <c:v>0.141</c:v>
                </c:pt>
                <c:pt idx="283">
                  <c:v>0.1415</c:v>
                </c:pt>
                <c:pt idx="284">
                  <c:v>0.142</c:v>
                </c:pt>
                <c:pt idx="285">
                  <c:v>0.1425</c:v>
                </c:pt>
                <c:pt idx="286">
                  <c:v>0.143</c:v>
                </c:pt>
                <c:pt idx="287">
                  <c:v>0.1435</c:v>
                </c:pt>
                <c:pt idx="288">
                  <c:v>0.144</c:v>
                </c:pt>
                <c:pt idx="289">
                  <c:v>0.1445</c:v>
                </c:pt>
                <c:pt idx="290">
                  <c:v>0.145</c:v>
                </c:pt>
                <c:pt idx="291">
                  <c:v>0.1455</c:v>
                </c:pt>
                <c:pt idx="292">
                  <c:v>0.146</c:v>
                </c:pt>
                <c:pt idx="293">
                  <c:v>0.1465</c:v>
                </c:pt>
                <c:pt idx="294">
                  <c:v>0.147</c:v>
                </c:pt>
                <c:pt idx="295">
                  <c:v>0.1475</c:v>
                </c:pt>
                <c:pt idx="296">
                  <c:v>0.148</c:v>
                </c:pt>
                <c:pt idx="297">
                  <c:v>0.1485</c:v>
                </c:pt>
                <c:pt idx="298">
                  <c:v>0.149</c:v>
                </c:pt>
                <c:pt idx="299">
                  <c:v>0.1495</c:v>
                </c:pt>
                <c:pt idx="300">
                  <c:v>0.15</c:v>
                </c:pt>
                <c:pt idx="301">
                  <c:v>0.1505</c:v>
                </c:pt>
                <c:pt idx="302">
                  <c:v>0.151</c:v>
                </c:pt>
                <c:pt idx="303">
                  <c:v>0.1515</c:v>
                </c:pt>
                <c:pt idx="304">
                  <c:v>0.152</c:v>
                </c:pt>
                <c:pt idx="305">
                  <c:v>0.1525</c:v>
                </c:pt>
                <c:pt idx="306">
                  <c:v>0.153</c:v>
                </c:pt>
                <c:pt idx="307">
                  <c:v>0.1535</c:v>
                </c:pt>
                <c:pt idx="308">
                  <c:v>0.154</c:v>
                </c:pt>
                <c:pt idx="309">
                  <c:v>0.1545</c:v>
                </c:pt>
                <c:pt idx="310">
                  <c:v>0.155</c:v>
                </c:pt>
                <c:pt idx="311">
                  <c:v>0.1555</c:v>
                </c:pt>
                <c:pt idx="312">
                  <c:v>0.156</c:v>
                </c:pt>
                <c:pt idx="313">
                  <c:v>0.1565</c:v>
                </c:pt>
                <c:pt idx="314">
                  <c:v>0.157</c:v>
                </c:pt>
                <c:pt idx="315">
                  <c:v>0.1575</c:v>
                </c:pt>
                <c:pt idx="316">
                  <c:v>0.158</c:v>
                </c:pt>
                <c:pt idx="317">
                  <c:v>0.1585</c:v>
                </c:pt>
                <c:pt idx="318">
                  <c:v>0.159</c:v>
                </c:pt>
                <c:pt idx="319">
                  <c:v>0.1595</c:v>
                </c:pt>
                <c:pt idx="320">
                  <c:v>0.16</c:v>
                </c:pt>
                <c:pt idx="321">
                  <c:v>0.1605</c:v>
                </c:pt>
                <c:pt idx="322">
                  <c:v>0.161</c:v>
                </c:pt>
                <c:pt idx="323">
                  <c:v>0.1615</c:v>
                </c:pt>
                <c:pt idx="324">
                  <c:v>0.162</c:v>
                </c:pt>
                <c:pt idx="325">
                  <c:v>0.1625</c:v>
                </c:pt>
                <c:pt idx="326">
                  <c:v>0.163</c:v>
                </c:pt>
                <c:pt idx="327">
                  <c:v>0.1635</c:v>
                </c:pt>
                <c:pt idx="328">
                  <c:v>0.164</c:v>
                </c:pt>
                <c:pt idx="329">
                  <c:v>0.1645</c:v>
                </c:pt>
                <c:pt idx="330">
                  <c:v>0.165</c:v>
                </c:pt>
                <c:pt idx="331">
                  <c:v>0.1655</c:v>
                </c:pt>
                <c:pt idx="332">
                  <c:v>0.166</c:v>
                </c:pt>
                <c:pt idx="333">
                  <c:v>0.1665</c:v>
                </c:pt>
                <c:pt idx="334">
                  <c:v>0.167</c:v>
                </c:pt>
                <c:pt idx="335">
                  <c:v>0.1675</c:v>
                </c:pt>
                <c:pt idx="336">
                  <c:v>0.168</c:v>
                </c:pt>
                <c:pt idx="337">
                  <c:v>0.1685</c:v>
                </c:pt>
                <c:pt idx="338">
                  <c:v>0.169</c:v>
                </c:pt>
                <c:pt idx="339">
                  <c:v>0.1695</c:v>
                </c:pt>
                <c:pt idx="340">
                  <c:v>0.17</c:v>
                </c:pt>
                <c:pt idx="341">
                  <c:v>0.1705</c:v>
                </c:pt>
                <c:pt idx="342">
                  <c:v>0.171</c:v>
                </c:pt>
                <c:pt idx="343">
                  <c:v>0.1715</c:v>
                </c:pt>
                <c:pt idx="344">
                  <c:v>0.172</c:v>
                </c:pt>
                <c:pt idx="345">
                  <c:v>0.1725</c:v>
                </c:pt>
                <c:pt idx="346">
                  <c:v>0.173</c:v>
                </c:pt>
                <c:pt idx="347">
                  <c:v>0.1735</c:v>
                </c:pt>
                <c:pt idx="348">
                  <c:v>0.174</c:v>
                </c:pt>
                <c:pt idx="349">
                  <c:v>0.1745</c:v>
                </c:pt>
                <c:pt idx="350">
                  <c:v>0.175</c:v>
                </c:pt>
                <c:pt idx="351">
                  <c:v>0.1755</c:v>
                </c:pt>
                <c:pt idx="352">
                  <c:v>0.176</c:v>
                </c:pt>
                <c:pt idx="353">
                  <c:v>0.1765</c:v>
                </c:pt>
                <c:pt idx="354">
                  <c:v>0.177</c:v>
                </c:pt>
                <c:pt idx="355">
                  <c:v>0.1775</c:v>
                </c:pt>
                <c:pt idx="356">
                  <c:v>0.178</c:v>
                </c:pt>
                <c:pt idx="357">
                  <c:v>0.1785</c:v>
                </c:pt>
                <c:pt idx="358">
                  <c:v>0.179</c:v>
                </c:pt>
                <c:pt idx="359">
                  <c:v>0.1795</c:v>
                </c:pt>
                <c:pt idx="360">
                  <c:v>0.18</c:v>
                </c:pt>
                <c:pt idx="361">
                  <c:v>0.1805</c:v>
                </c:pt>
                <c:pt idx="362">
                  <c:v>0.181</c:v>
                </c:pt>
                <c:pt idx="363">
                  <c:v>0.1815</c:v>
                </c:pt>
                <c:pt idx="364">
                  <c:v>0.182</c:v>
                </c:pt>
                <c:pt idx="365">
                  <c:v>0.1825</c:v>
                </c:pt>
                <c:pt idx="366">
                  <c:v>0.183</c:v>
                </c:pt>
                <c:pt idx="367">
                  <c:v>0.1835</c:v>
                </c:pt>
                <c:pt idx="368">
                  <c:v>0.184</c:v>
                </c:pt>
                <c:pt idx="369">
                  <c:v>0.1845</c:v>
                </c:pt>
                <c:pt idx="370">
                  <c:v>0.185</c:v>
                </c:pt>
                <c:pt idx="371">
                  <c:v>0.1855</c:v>
                </c:pt>
                <c:pt idx="372">
                  <c:v>0.186</c:v>
                </c:pt>
                <c:pt idx="373">
                  <c:v>0.1865</c:v>
                </c:pt>
                <c:pt idx="374">
                  <c:v>0.187</c:v>
                </c:pt>
                <c:pt idx="375">
                  <c:v>0.1875</c:v>
                </c:pt>
                <c:pt idx="376">
                  <c:v>0.188</c:v>
                </c:pt>
                <c:pt idx="377">
                  <c:v>0.1885</c:v>
                </c:pt>
                <c:pt idx="378">
                  <c:v>0.189</c:v>
                </c:pt>
                <c:pt idx="379">
                  <c:v>0.1895</c:v>
                </c:pt>
                <c:pt idx="380">
                  <c:v>0.19</c:v>
                </c:pt>
                <c:pt idx="381">
                  <c:v>0.1905</c:v>
                </c:pt>
                <c:pt idx="382">
                  <c:v>0.191</c:v>
                </c:pt>
                <c:pt idx="383">
                  <c:v>0.1915</c:v>
                </c:pt>
                <c:pt idx="384">
                  <c:v>0.192</c:v>
                </c:pt>
                <c:pt idx="385">
                  <c:v>0.1925</c:v>
                </c:pt>
                <c:pt idx="386">
                  <c:v>0.193</c:v>
                </c:pt>
                <c:pt idx="387">
                  <c:v>0.1935</c:v>
                </c:pt>
                <c:pt idx="388">
                  <c:v>0.194</c:v>
                </c:pt>
                <c:pt idx="389">
                  <c:v>0.1945</c:v>
                </c:pt>
                <c:pt idx="390">
                  <c:v>0.195</c:v>
                </c:pt>
                <c:pt idx="391">
                  <c:v>0.1955</c:v>
                </c:pt>
                <c:pt idx="392">
                  <c:v>0.196</c:v>
                </c:pt>
                <c:pt idx="393">
                  <c:v>0.1965</c:v>
                </c:pt>
                <c:pt idx="394">
                  <c:v>0.197</c:v>
                </c:pt>
                <c:pt idx="395">
                  <c:v>0.1975</c:v>
                </c:pt>
                <c:pt idx="396">
                  <c:v>0.198</c:v>
                </c:pt>
                <c:pt idx="397">
                  <c:v>0.1985</c:v>
                </c:pt>
                <c:pt idx="398">
                  <c:v>0.199</c:v>
                </c:pt>
                <c:pt idx="399">
                  <c:v>0.1995</c:v>
                </c:pt>
                <c:pt idx="400">
                  <c:v>0.2</c:v>
                </c:pt>
                <c:pt idx="401">
                  <c:v>0.2005</c:v>
                </c:pt>
                <c:pt idx="402">
                  <c:v>0.201</c:v>
                </c:pt>
                <c:pt idx="403">
                  <c:v>0.2015</c:v>
                </c:pt>
                <c:pt idx="404">
                  <c:v>0.202</c:v>
                </c:pt>
                <c:pt idx="405">
                  <c:v>0.2025</c:v>
                </c:pt>
                <c:pt idx="406">
                  <c:v>0.203</c:v>
                </c:pt>
                <c:pt idx="407">
                  <c:v>0.2035</c:v>
                </c:pt>
                <c:pt idx="408">
                  <c:v>0.204</c:v>
                </c:pt>
                <c:pt idx="409">
                  <c:v>0.2045</c:v>
                </c:pt>
                <c:pt idx="410">
                  <c:v>0.205</c:v>
                </c:pt>
                <c:pt idx="411">
                  <c:v>0.2055</c:v>
                </c:pt>
                <c:pt idx="412">
                  <c:v>0.206</c:v>
                </c:pt>
                <c:pt idx="413">
                  <c:v>0.2065</c:v>
                </c:pt>
                <c:pt idx="414">
                  <c:v>0.207</c:v>
                </c:pt>
                <c:pt idx="415">
                  <c:v>0.2075</c:v>
                </c:pt>
                <c:pt idx="416">
                  <c:v>0.208</c:v>
                </c:pt>
                <c:pt idx="417">
                  <c:v>0.2085</c:v>
                </c:pt>
                <c:pt idx="418">
                  <c:v>0.209</c:v>
                </c:pt>
                <c:pt idx="419">
                  <c:v>0.2095</c:v>
                </c:pt>
                <c:pt idx="420">
                  <c:v>0.21</c:v>
                </c:pt>
                <c:pt idx="421">
                  <c:v>0.2105</c:v>
                </c:pt>
                <c:pt idx="422">
                  <c:v>0.211</c:v>
                </c:pt>
                <c:pt idx="423">
                  <c:v>0.2115</c:v>
                </c:pt>
                <c:pt idx="424">
                  <c:v>0.212</c:v>
                </c:pt>
                <c:pt idx="425">
                  <c:v>0.2125</c:v>
                </c:pt>
                <c:pt idx="426">
                  <c:v>0.213</c:v>
                </c:pt>
                <c:pt idx="427">
                  <c:v>0.2135</c:v>
                </c:pt>
                <c:pt idx="428">
                  <c:v>0.214</c:v>
                </c:pt>
                <c:pt idx="429">
                  <c:v>0.2145</c:v>
                </c:pt>
                <c:pt idx="430">
                  <c:v>0.215</c:v>
                </c:pt>
                <c:pt idx="431">
                  <c:v>0.2155</c:v>
                </c:pt>
                <c:pt idx="432">
                  <c:v>0.216</c:v>
                </c:pt>
                <c:pt idx="433">
                  <c:v>0.2165</c:v>
                </c:pt>
                <c:pt idx="434">
                  <c:v>0.217</c:v>
                </c:pt>
                <c:pt idx="435">
                  <c:v>0.2175</c:v>
                </c:pt>
                <c:pt idx="436">
                  <c:v>0.218</c:v>
                </c:pt>
                <c:pt idx="437">
                  <c:v>0.2185</c:v>
                </c:pt>
                <c:pt idx="438">
                  <c:v>0.219</c:v>
                </c:pt>
                <c:pt idx="439">
                  <c:v>0.2195</c:v>
                </c:pt>
                <c:pt idx="440">
                  <c:v>0.22</c:v>
                </c:pt>
                <c:pt idx="441">
                  <c:v>0.2205</c:v>
                </c:pt>
                <c:pt idx="442">
                  <c:v>0.221</c:v>
                </c:pt>
                <c:pt idx="443">
                  <c:v>0.2215</c:v>
                </c:pt>
                <c:pt idx="444">
                  <c:v>0.222</c:v>
                </c:pt>
                <c:pt idx="445">
                  <c:v>0.2225</c:v>
                </c:pt>
                <c:pt idx="446">
                  <c:v>0.223</c:v>
                </c:pt>
                <c:pt idx="447">
                  <c:v>0.2235</c:v>
                </c:pt>
                <c:pt idx="448">
                  <c:v>0.224</c:v>
                </c:pt>
                <c:pt idx="449">
                  <c:v>0.2245</c:v>
                </c:pt>
                <c:pt idx="450">
                  <c:v>0.225</c:v>
                </c:pt>
                <c:pt idx="451">
                  <c:v>0.2255</c:v>
                </c:pt>
                <c:pt idx="452">
                  <c:v>0.226</c:v>
                </c:pt>
                <c:pt idx="453">
                  <c:v>0.2265</c:v>
                </c:pt>
                <c:pt idx="454">
                  <c:v>0.227</c:v>
                </c:pt>
                <c:pt idx="455">
                  <c:v>0.2275</c:v>
                </c:pt>
                <c:pt idx="456">
                  <c:v>0.228</c:v>
                </c:pt>
                <c:pt idx="457">
                  <c:v>0.2285</c:v>
                </c:pt>
                <c:pt idx="458">
                  <c:v>0.229</c:v>
                </c:pt>
                <c:pt idx="459">
                  <c:v>0.2295</c:v>
                </c:pt>
                <c:pt idx="460">
                  <c:v>0.23</c:v>
                </c:pt>
                <c:pt idx="461">
                  <c:v>0.2305</c:v>
                </c:pt>
                <c:pt idx="462">
                  <c:v>0.231</c:v>
                </c:pt>
                <c:pt idx="463">
                  <c:v>0.2315</c:v>
                </c:pt>
                <c:pt idx="464">
                  <c:v>0.232</c:v>
                </c:pt>
                <c:pt idx="465">
                  <c:v>0.2325</c:v>
                </c:pt>
                <c:pt idx="466">
                  <c:v>0.233</c:v>
                </c:pt>
                <c:pt idx="467">
                  <c:v>0.2335</c:v>
                </c:pt>
                <c:pt idx="468">
                  <c:v>0.234</c:v>
                </c:pt>
                <c:pt idx="469">
                  <c:v>0.2345</c:v>
                </c:pt>
                <c:pt idx="470">
                  <c:v>0.235</c:v>
                </c:pt>
                <c:pt idx="471">
                  <c:v>0.2355</c:v>
                </c:pt>
                <c:pt idx="472">
                  <c:v>0.236</c:v>
                </c:pt>
                <c:pt idx="473">
                  <c:v>0.2365</c:v>
                </c:pt>
                <c:pt idx="474">
                  <c:v>0.237</c:v>
                </c:pt>
                <c:pt idx="475">
                  <c:v>0.2375</c:v>
                </c:pt>
                <c:pt idx="476">
                  <c:v>0.238</c:v>
                </c:pt>
                <c:pt idx="477">
                  <c:v>0.2385</c:v>
                </c:pt>
                <c:pt idx="478">
                  <c:v>0.239</c:v>
                </c:pt>
                <c:pt idx="479">
                  <c:v>0.2395</c:v>
                </c:pt>
                <c:pt idx="480">
                  <c:v>0.24</c:v>
                </c:pt>
                <c:pt idx="481">
                  <c:v>0.2405</c:v>
                </c:pt>
                <c:pt idx="482">
                  <c:v>0.241</c:v>
                </c:pt>
                <c:pt idx="483">
                  <c:v>0.2415</c:v>
                </c:pt>
                <c:pt idx="484">
                  <c:v>0.242</c:v>
                </c:pt>
                <c:pt idx="485">
                  <c:v>0.2425</c:v>
                </c:pt>
                <c:pt idx="486">
                  <c:v>0.243</c:v>
                </c:pt>
                <c:pt idx="487">
                  <c:v>0.2435</c:v>
                </c:pt>
                <c:pt idx="488">
                  <c:v>0.244</c:v>
                </c:pt>
                <c:pt idx="489">
                  <c:v>0.2445</c:v>
                </c:pt>
                <c:pt idx="490">
                  <c:v>0.245</c:v>
                </c:pt>
                <c:pt idx="491">
                  <c:v>0.2455</c:v>
                </c:pt>
                <c:pt idx="492">
                  <c:v>0.246</c:v>
                </c:pt>
                <c:pt idx="493">
                  <c:v>0.2465</c:v>
                </c:pt>
                <c:pt idx="494">
                  <c:v>0.247</c:v>
                </c:pt>
                <c:pt idx="495">
                  <c:v>0.2475</c:v>
                </c:pt>
                <c:pt idx="496">
                  <c:v>0.248</c:v>
                </c:pt>
                <c:pt idx="497">
                  <c:v>0.2485</c:v>
                </c:pt>
                <c:pt idx="498">
                  <c:v>0.249</c:v>
                </c:pt>
                <c:pt idx="499">
                  <c:v>0.2495</c:v>
                </c:pt>
                <c:pt idx="500">
                  <c:v>0.25</c:v>
                </c:pt>
                <c:pt idx="501">
                  <c:v>0.2505</c:v>
                </c:pt>
                <c:pt idx="502">
                  <c:v>0.251</c:v>
                </c:pt>
                <c:pt idx="503">
                  <c:v>0.2515</c:v>
                </c:pt>
                <c:pt idx="504">
                  <c:v>0.252</c:v>
                </c:pt>
                <c:pt idx="505">
                  <c:v>0.2525</c:v>
                </c:pt>
                <c:pt idx="506">
                  <c:v>0.253</c:v>
                </c:pt>
                <c:pt idx="507">
                  <c:v>0.2535</c:v>
                </c:pt>
                <c:pt idx="508">
                  <c:v>0.254</c:v>
                </c:pt>
                <c:pt idx="509">
                  <c:v>0.2545</c:v>
                </c:pt>
                <c:pt idx="510">
                  <c:v>0.255</c:v>
                </c:pt>
                <c:pt idx="511">
                  <c:v>0.2555</c:v>
                </c:pt>
                <c:pt idx="512">
                  <c:v>0.256</c:v>
                </c:pt>
                <c:pt idx="513">
                  <c:v>0.2565</c:v>
                </c:pt>
                <c:pt idx="514">
                  <c:v>0.257</c:v>
                </c:pt>
                <c:pt idx="515">
                  <c:v>0.2575</c:v>
                </c:pt>
                <c:pt idx="516">
                  <c:v>0.258</c:v>
                </c:pt>
                <c:pt idx="517">
                  <c:v>0.2585</c:v>
                </c:pt>
                <c:pt idx="518">
                  <c:v>0.259</c:v>
                </c:pt>
                <c:pt idx="519">
                  <c:v>0.2595</c:v>
                </c:pt>
                <c:pt idx="520">
                  <c:v>0.26</c:v>
                </c:pt>
                <c:pt idx="521">
                  <c:v>0.2605</c:v>
                </c:pt>
                <c:pt idx="522">
                  <c:v>0.261</c:v>
                </c:pt>
                <c:pt idx="523">
                  <c:v>0.2615</c:v>
                </c:pt>
                <c:pt idx="524">
                  <c:v>0.262</c:v>
                </c:pt>
                <c:pt idx="525">
                  <c:v>0.2625</c:v>
                </c:pt>
                <c:pt idx="526">
                  <c:v>0.263</c:v>
                </c:pt>
                <c:pt idx="527">
                  <c:v>0.2635</c:v>
                </c:pt>
                <c:pt idx="528">
                  <c:v>0.264</c:v>
                </c:pt>
                <c:pt idx="529">
                  <c:v>0.2645</c:v>
                </c:pt>
                <c:pt idx="530">
                  <c:v>0.265</c:v>
                </c:pt>
                <c:pt idx="531">
                  <c:v>0.2655</c:v>
                </c:pt>
                <c:pt idx="532">
                  <c:v>0.266</c:v>
                </c:pt>
                <c:pt idx="533">
                  <c:v>0.2665</c:v>
                </c:pt>
                <c:pt idx="534">
                  <c:v>0.267</c:v>
                </c:pt>
                <c:pt idx="535">
                  <c:v>0.2675</c:v>
                </c:pt>
                <c:pt idx="536">
                  <c:v>0.268</c:v>
                </c:pt>
                <c:pt idx="537">
                  <c:v>0.2685</c:v>
                </c:pt>
                <c:pt idx="538">
                  <c:v>0.269</c:v>
                </c:pt>
                <c:pt idx="539">
                  <c:v>0.2695</c:v>
                </c:pt>
                <c:pt idx="540">
                  <c:v>0.27</c:v>
                </c:pt>
                <c:pt idx="541">
                  <c:v>0.2705</c:v>
                </c:pt>
                <c:pt idx="542">
                  <c:v>0.271</c:v>
                </c:pt>
                <c:pt idx="543">
                  <c:v>0.2715</c:v>
                </c:pt>
                <c:pt idx="544">
                  <c:v>0.272</c:v>
                </c:pt>
                <c:pt idx="545">
                  <c:v>0.2725</c:v>
                </c:pt>
                <c:pt idx="546">
                  <c:v>0.273</c:v>
                </c:pt>
                <c:pt idx="547">
                  <c:v>0.2735</c:v>
                </c:pt>
                <c:pt idx="548">
                  <c:v>0.274</c:v>
                </c:pt>
                <c:pt idx="549">
                  <c:v>0.2745</c:v>
                </c:pt>
                <c:pt idx="550">
                  <c:v>0.275</c:v>
                </c:pt>
                <c:pt idx="551">
                  <c:v>0.2755</c:v>
                </c:pt>
                <c:pt idx="552">
                  <c:v>0.276</c:v>
                </c:pt>
                <c:pt idx="553">
                  <c:v>0.2765</c:v>
                </c:pt>
                <c:pt idx="554">
                  <c:v>0.277</c:v>
                </c:pt>
                <c:pt idx="555">
                  <c:v>0.2775</c:v>
                </c:pt>
                <c:pt idx="556">
                  <c:v>0.278</c:v>
                </c:pt>
                <c:pt idx="557">
                  <c:v>0.2785</c:v>
                </c:pt>
                <c:pt idx="558">
                  <c:v>0.279</c:v>
                </c:pt>
                <c:pt idx="559">
                  <c:v>0.2795</c:v>
                </c:pt>
                <c:pt idx="560">
                  <c:v>0.28</c:v>
                </c:pt>
                <c:pt idx="561">
                  <c:v>0.2805</c:v>
                </c:pt>
                <c:pt idx="562">
                  <c:v>0.281</c:v>
                </c:pt>
                <c:pt idx="563">
                  <c:v>0.2815</c:v>
                </c:pt>
                <c:pt idx="564">
                  <c:v>0.282</c:v>
                </c:pt>
                <c:pt idx="565">
                  <c:v>0.2825</c:v>
                </c:pt>
                <c:pt idx="566">
                  <c:v>0.283</c:v>
                </c:pt>
                <c:pt idx="567">
                  <c:v>0.2835</c:v>
                </c:pt>
                <c:pt idx="568">
                  <c:v>0.284</c:v>
                </c:pt>
                <c:pt idx="569">
                  <c:v>0.2845</c:v>
                </c:pt>
                <c:pt idx="570">
                  <c:v>0.285</c:v>
                </c:pt>
                <c:pt idx="571">
                  <c:v>0.2855</c:v>
                </c:pt>
                <c:pt idx="572">
                  <c:v>0.286</c:v>
                </c:pt>
                <c:pt idx="573">
                  <c:v>0.2865</c:v>
                </c:pt>
                <c:pt idx="574">
                  <c:v>0.287</c:v>
                </c:pt>
                <c:pt idx="575">
                  <c:v>0.2875</c:v>
                </c:pt>
                <c:pt idx="576">
                  <c:v>0.288</c:v>
                </c:pt>
                <c:pt idx="577">
                  <c:v>0.2885</c:v>
                </c:pt>
                <c:pt idx="578">
                  <c:v>0.289</c:v>
                </c:pt>
                <c:pt idx="579">
                  <c:v>0.2895</c:v>
                </c:pt>
                <c:pt idx="580">
                  <c:v>0.29</c:v>
                </c:pt>
                <c:pt idx="581">
                  <c:v>0.2905</c:v>
                </c:pt>
                <c:pt idx="582">
                  <c:v>0.291</c:v>
                </c:pt>
                <c:pt idx="583">
                  <c:v>0.2915</c:v>
                </c:pt>
                <c:pt idx="584">
                  <c:v>0.292</c:v>
                </c:pt>
                <c:pt idx="585">
                  <c:v>0.2925</c:v>
                </c:pt>
                <c:pt idx="586">
                  <c:v>0.293</c:v>
                </c:pt>
                <c:pt idx="587">
                  <c:v>0.2935</c:v>
                </c:pt>
                <c:pt idx="588">
                  <c:v>0.294</c:v>
                </c:pt>
                <c:pt idx="589">
                  <c:v>0.2945</c:v>
                </c:pt>
                <c:pt idx="590">
                  <c:v>0.295</c:v>
                </c:pt>
                <c:pt idx="591">
                  <c:v>0.2955</c:v>
                </c:pt>
                <c:pt idx="592">
                  <c:v>0.296</c:v>
                </c:pt>
                <c:pt idx="593">
                  <c:v>0.2965</c:v>
                </c:pt>
                <c:pt idx="594">
                  <c:v>0.297</c:v>
                </c:pt>
                <c:pt idx="595">
                  <c:v>0.2975</c:v>
                </c:pt>
                <c:pt idx="596">
                  <c:v>0.298</c:v>
                </c:pt>
                <c:pt idx="597">
                  <c:v>0.2985</c:v>
                </c:pt>
                <c:pt idx="598">
                  <c:v>0.299</c:v>
                </c:pt>
                <c:pt idx="599">
                  <c:v>0.2995</c:v>
                </c:pt>
                <c:pt idx="600">
                  <c:v>0.3</c:v>
                </c:pt>
                <c:pt idx="601">
                  <c:v>0.3005</c:v>
                </c:pt>
                <c:pt idx="602">
                  <c:v>0.301</c:v>
                </c:pt>
                <c:pt idx="603">
                  <c:v>0.3015</c:v>
                </c:pt>
                <c:pt idx="604">
                  <c:v>0.302</c:v>
                </c:pt>
                <c:pt idx="605">
                  <c:v>0.3025</c:v>
                </c:pt>
                <c:pt idx="606">
                  <c:v>0.303</c:v>
                </c:pt>
                <c:pt idx="607">
                  <c:v>0.3035</c:v>
                </c:pt>
                <c:pt idx="608">
                  <c:v>0.304</c:v>
                </c:pt>
                <c:pt idx="609">
                  <c:v>0.3045</c:v>
                </c:pt>
                <c:pt idx="610">
                  <c:v>0.305</c:v>
                </c:pt>
                <c:pt idx="611">
                  <c:v>0.3055</c:v>
                </c:pt>
                <c:pt idx="612">
                  <c:v>0.306</c:v>
                </c:pt>
                <c:pt idx="613">
                  <c:v>0.3065</c:v>
                </c:pt>
                <c:pt idx="614">
                  <c:v>0.307</c:v>
                </c:pt>
                <c:pt idx="615">
                  <c:v>0.3075</c:v>
                </c:pt>
                <c:pt idx="616">
                  <c:v>0.308</c:v>
                </c:pt>
                <c:pt idx="617">
                  <c:v>0.3085</c:v>
                </c:pt>
                <c:pt idx="618">
                  <c:v>0.309</c:v>
                </c:pt>
                <c:pt idx="619">
                  <c:v>0.3095</c:v>
                </c:pt>
                <c:pt idx="620">
                  <c:v>0.31</c:v>
                </c:pt>
                <c:pt idx="621">
                  <c:v>0.3105</c:v>
                </c:pt>
                <c:pt idx="622">
                  <c:v>0.311</c:v>
                </c:pt>
                <c:pt idx="623">
                  <c:v>0.3115</c:v>
                </c:pt>
                <c:pt idx="624">
                  <c:v>0.312</c:v>
                </c:pt>
                <c:pt idx="625">
                  <c:v>0.3125</c:v>
                </c:pt>
                <c:pt idx="626">
                  <c:v>0.313</c:v>
                </c:pt>
                <c:pt idx="627">
                  <c:v>0.3135</c:v>
                </c:pt>
                <c:pt idx="628">
                  <c:v>0.314</c:v>
                </c:pt>
                <c:pt idx="629">
                  <c:v>0.3145</c:v>
                </c:pt>
                <c:pt idx="630">
                  <c:v>0.315</c:v>
                </c:pt>
                <c:pt idx="631">
                  <c:v>0.3155</c:v>
                </c:pt>
                <c:pt idx="632">
                  <c:v>0.316</c:v>
                </c:pt>
                <c:pt idx="633">
                  <c:v>0.3165</c:v>
                </c:pt>
                <c:pt idx="634">
                  <c:v>0.317</c:v>
                </c:pt>
                <c:pt idx="635">
                  <c:v>0.3175</c:v>
                </c:pt>
                <c:pt idx="636">
                  <c:v>0.318</c:v>
                </c:pt>
                <c:pt idx="637">
                  <c:v>0.3185</c:v>
                </c:pt>
                <c:pt idx="638">
                  <c:v>0.319</c:v>
                </c:pt>
                <c:pt idx="639">
                  <c:v>0.3195</c:v>
                </c:pt>
                <c:pt idx="640">
                  <c:v>0.32</c:v>
                </c:pt>
                <c:pt idx="641">
                  <c:v>0.3205</c:v>
                </c:pt>
                <c:pt idx="642">
                  <c:v>0.321</c:v>
                </c:pt>
                <c:pt idx="643">
                  <c:v>0.3215</c:v>
                </c:pt>
                <c:pt idx="644">
                  <c:v>0.322</c:v>
                </c:pt>
                <c:pt idx="645">
                  <c:v>0.3225</c:v>
                </c:pt>
                <c:pt idx="646">
                  <c:v>0.323</c:v>
                </c:pt>
                <c:pt idx="647">
                  <c:v>0.3235</c:v>
                </c:pt>
                <c:pt idx="648">
                  <c:v>0.324</c:v>
                </c:pt>
                <c:pt idx="649">
                  <c:v>0.3245</c:v>
                </c:pt>
                <c:pt idx="650">
                  <c:v>0.325</c:v>
                </c:pt>
                <c:pt idx="651">
                  <c:v>0.3255</c:v>
                </c:pt>
                <c:pt idx="652">
                  <c:v>0.326</c:v>
                </c:pt>
                <c:pt idx="653">
                  <c:v>0.3265</c:v>
                </c:pt>
                <c:pt idx="654">
                  <c:v>0.327</c:v>
                </c:pt>
                <c:pt idx="655">
                  <c:v>0.3275</c:v>
                </c:pt>
                <c:pt idx="656">
                  <c:v>0.328</c:v>
                </c:pt>
                <c:pt idx="657">
                  <c:v>0.3285</c:v>
                </c:pt>
                <c:pt idx="658">
                  <c:v>0.329</c:v>
                </c:pt>
                <c:pt idx="659">
                  <c:v>0.3295</c:v>
                </c:pt>
                <c:pt idx="660">
                  <c:v>0.33</c:v>
                </c:pt>
                <c:pt idx="661">
                  <c:v>0.3305</c:v>
                </c:pt>
                <c:pt idx="662">
                  <c:v>0.331</c:v>
                </c:pt>
                <c:pt idx="663">
                  <c:v>0.3315</c:v>
                </c:pt>
                <c:pt idx="664">
                  <c:v>0.332</c:v>
                </c:pt>
                <c:pt idx="665">
                  <c:v>0.3325</c:v>
                </c:pt>
                <c:pt idx="666">
                  <c:v>0.333</c:v>
                </c:pt>
                <c:pt idx="667">
                  <c:v>0.3335</c:v>
                </c:pt>
                <c:pt idx="668">
                  <c:v>0.334</c:v>
                </c:pt>
                <c:pt idx="669">
                  <c:v>0.3345</c:v>
                </c:pt>
                <c:pt idx="670">
                  <c:v>0.335</c:v>
                </c:pt>
                <c:pt idx="671">
                  <c:v>0.3355</c:v>
                </c:pt>
                <c:pt idx="672">
                  <c:v>0.336</c:v>
                </c:pt>
                <c:pt idx="673">
                  <c:v>0.3365</c:v>
                </c:pt>
                <c:pt idx="674">
                  <c:v>0.337</c:v>
                </c:pt>
                <c:pt idx="675">
                  <c:v>0.3375</c:v>
                </c:pt>
                <c:pt idx="676">
                  <c:v>0.338</c:v>
                </c:pt>
                <c:pt idx="677">
                  <c:v>0.3385</c:v>
                </c:pt>
                <c:pt idx="678">
                  <c:v>0.339</c:v>
                </c:pt>
                <c:pt idx="679">
                  <c:v>0.3395</c:v>
                </c:pt>
                <c:pt idx="680">
                  <c:v>0.34</c:v>
                </c:pt>
                <c:pt idx="681">
                  <c:v>0.3405</c:v>
                </c:pt>
                <c:pt idx="682">
                  <c:v>0.341</c:v>
                </c:pt>
                <c:pt idx="683">
                  <c:v>0.3415</c:v>
                </c:pt>
                <c:pt idx="684">
                  <c:v>0.342</c:v>
                </c:pt>
                <c:pt idx="685">
                  <c:v>0.3425</c:v>
                </c:pt>
                <c:pt idx="686">
                  <c:v>0.343</c:v>
                </c:pt>
                <c:pt idx="687">
                  <c:v>0.3435</c:v>
                </c:pt>
                <c:pt idx="688">
                  <c:v>0.344</c:v>
                </c:pt>
                <c:pt idx="689">
                  <c:v>0.3445</c:v>
                </c:pt>
                <c:pt idx="690">
                  <c:v>0.345</c:v>
                </c:pt>
                <c:pt idx="691">
                  <c:v>0.3455</c:v>
                </c:pt>
                <c:pt idx="692">
                  <c:v>0.346</c:v>
                </c:pt>
                <c:pt idx="693">
                  <c:v>0.3465</c:v>
                </c:pt>
                <c:pt idx="694">
                  <c:v>0.347</c:v>
                </c:pt>
                <c:pt idx="695">
                  <c:v>0.3475</c:v>
                </c:pt>
                <c:pt idx="696">
                  <c:v>0.348</c:v>
                </c:pt>
                <c:pt idx="697">
                  <c:v>0.3485</c:v>
                </c:pt>
                <c:pt idx="698">
                  <c:v>0.349</c:v>
                </c:pt>
                <c:pt idx="699">
                  <c:v>0.3495</c:v>
                </c:pt>
                <c:pt idx="700">
                  <c:v>0.35</c:v>
                </c:pt>
                <c:pt idx="701">
                  <c:v>0.3505</c:v>
                </c:pt>
                <c:pt idx="702">
                  <c:v>0.351</c:v>
                </c:pt>
                <c:pt idx="703">
                  <c:v>0.3515</c:v>
                </c:pt>
                <c:pt idx="704">
                  <c:v>0.352</c:v>
                </c:pt>
                <c:pt idx="705">
                  <c:v>0.3525</c:v>
                </c:pt>
                <c:pt idx="706">
                  <c:v>0.353</c:v>
                </c:pt>
                <c:pt idx="707">
                  <c:v>0.3535</c:v>
                </c:pt>
                <c:pt idx="708">
                  <c:v>0.354</c:v>
                </c:pt>
                <c:pt idx="709">
                  <c:v>0.3545</c:v>
                </c:pt>
                <c:pt idx="710">
                  <c:v>0.355</c:v>
                </c:pt>
                <c:pt idx="711">
                  <c:v>0.3555</c:v>
                </c:pt>
                <c:pt idx="712">
                  <c:v>0.356</c:v>
                </c:pt>
                <c:pt idx="713">
                  <c:v>0.3565</c:v>
                </c:pt>
                <c:pt idx="714">
                  <c:v>0.357</c:v>
                </c:pt>
                <c:pt idx="715">
                  <c:v>0.3575</c:v>
                </c:pt>
                <c:pt idx="716">
                  <c:v>0.358</c:v>
                </c:pt>
                <c:pt idx="717">
                  <c:v>0.3585</c:v>
                </c:pt>
                <c:pt idx="718">
                  <c:v>0.359</c:v>
                </c:pt>
                <c:pt idx="719">
                  <c:v>0.3595</c:v>
                </c:pt>
                <c:pt idx="720">
                  <c:v>0.36</c:v>
                </c:pt>
                <c:pt idx="721">
                  <c:v>0.3605</c:v>
                </c:pt>
                <c:pt idx="722">
                  <c:v>0.361</c:v>
                </c:pt>
                <c:pt idx="723">
                  <c:v>0.3615</c:v>
                </c:pt>
                <c:pt idx="724">
                  <c:v>0.362</c:v>
                </c:pt>
                <c:pt idx="725">
                  <c:v>0.3625</c:v>
                </c:pt>
                <c:pt idx="726">
                  <c:v>0.363</c:v>
                </c:pt>
                <c:pt idx="727">
                  <c:v>0.3635</c:v>
                </c:pt>
                <c:pt idx="728">
                  <c:v>0.364</c:v>
                </c:pt>
                <c:pt idx="729">
                  <c:v>0.3645</c:v>
                </c:pt>
                <c:pt idx="730">
                  <c:v>0.365</c:v>
                </c:pt>
                <c:pt idx="731">
                  <c:v>0.3655</c:v>
                </c:pt>
                <c:pt idx="732">
                  <c:v>0.366</c:v>
                </c:pt>
                <c:pt idx="733">
                  <c:v>0.3665</c:v>
                </c:pt>
                <c:pt idx="734">
                  <c:v>0.367</c:v>
                </c:pt>
                <c:pt idx="735">
                  <c:v>0.3675</c:v>
                </c:pt>
                <c:pt idx="736">
                  <c:v>0.368</c:v>
                </c:pt>
                <c:pt idx="737">
                  <c:v>0.3685</c:v>
                </c:pt>
                <c:pt idx="738">
                  <c:v>0.369</c:v>
                </c:pt>
                <c:pt idx="739">
                  <c:v>0.3695</c:v>
                </c:pt>
                <c:pt idx="740">
                  <c:v>0.37</c:v>
                </c:pt>
                <c:pt idx="741">
                  <c:v>0.3705</c:v>
                </c:pt>
                <c:pt idx="742">
                  <c:v>0.371</c:v>
                </c:pt>
                <c:pt idx="743">
                  <c:v>0.3715</c:v>
                </c:pt>
                <c:pt idx="744">
                  <c:v>0.372</c:v>
                </c:pt>
                <c:pt idx="745">
                  <c:v>0.3725</c:v>
                </c:pt>
                <c:pt idx="746">
                  <c:v>0.373</c:v>
                </c:pt>
                <c:pt idx="747">
                  <c:v>0.3735</c:v>
                </c:pt>
                <c:pt idx="748">
                  <c:v>0.374</c:v>
                </c:pt>
                <c:pt idx="749">
                  <c:v>0.3745</c:v>
                </c:pt>
                <c:pt idx="750">
                  <c:v>0.375</c:v>
                </c:pt>
                <c:pt idx="751">
                  <c:v>0.3755</c:v>
                </c:pt>
                <c:pt idx="752">
                  <c:v>0.376</c:v>
                </c:pt>
                <c:pt idx="753">
                  <c:v>0.3765</c:v>
                </c:pt>
                <c:pt idx="754">
                  <c:v>0.377</c:v>
                </c:pt>
                <c:pt idx="755">
                  <c:v>0.3775</c:v>
                </c:pt>
                <c:pt idx="756">
                  <c:v>0.378</c:v>
                </c:pt>
                <c:pt idx="757">
                  <c:v>0.3785</c:v>
                </c:pt>
                <c:pt idx="758">
                  <c:v>0.379</c:v>
                </c:pt>
                <c:pt idx="759">
                  <c:v>0.3795</c:v>
                </c:pt>
                <c:pt idx="760">
                  <c:v>0.38</c:v>
                </c:pt>
                <c:pt idx="761">
                  <c:v>0.3805</c:v>
                </c:pt>
                <c:pt idx="762">
                  <c:v>0.381</c:v>
                </c:pt>
                <c:pt idx="763">
                  <c:v>0.3815</c:v>
                </c:pt>
                <c:pt idx="764">
                  <c:v>0.382</c:v>
                </c:pt>
                <c:pt idx="765">
                  <c:v>0.3825</c:v>
                </c:pt>
                <c:pt idx="766">
                  <c:v>0.383</c:v>
                </c:pt>
                <c:pt idx="767">
                  <c:v>0.3835</c:v>
                </c:pt>
                <c:pt idx="768">
                  <c:v>0.384</c:v>
                </c:pt>
                <c:pt idx="769">
                  <c:v>0.3845</c:v>
                </c:pt>
                <c:pt idx="770">
                  <c:v>0.385</c:v>
                </c:pt>
                <c:pt idx="771">
                  <c:v>0.3855</c:v>
                </c:pt>
                <c:pt idx="772">
                  <c:v>0.386</c:v>
                </c:pt>
                <c:pt idx="773">
                  <c:v>0.3865</c:v>
                </c:pt>
                <c:pt idx="774">
                  <c:v>0.387</c:v>
                </c:pt>
                <c:pt idx="775">
                  <c:v>0.3875</c:v>
                </c:pt>
                <c:pt idx="776">
                  <c:v>0.388</c:v>
                </c:pt>
                <c:pt idx="777">
                  <c:v>0.3885</c:v>
                </c:pt>
                <c:pt idx="778">
                  <c:v>0.389</c:v>
                </c:pt>
                <c:pt idx="779">
                  <c:v>0.3895</c:v>
                </c:pt>
                <c:pt idx="780">
                  <c:v>0.39</c:v>
                </c:pt>
                <c:pt idx="781">
                  <c:v>0.3905</c:v>
                </c:pt>
                <c:pt idx="782">
                  <c:v>0.391</c:v>
                </c:pt>
                <c:pt idx="783">
                  <c:v>0.3915</c:v>
                </c:pt>
                <c:pt idx="784">
                  <c:v>0.392</c:v>
                </c:pt>
                <c:pt idx="785">
                  <c:v>0.3925</c:v>
                </c:pt>
                <c:pt idx="786">
                  <c:v>0.393</c:v>
                </c:pt>
                <c:pt idx="787">
                  <c:v>0.3935</c:v>
                </c:pt>
                <c:pt idx="788">
                  <c:v>0.394</c:v>
                </c:pt>
                <c:pt idx="789">
                  <c:v>0.3945</c:v>
                </c:pt>
                <c:pt idx="790">
                  <c:v>0.395</c:v>
                </c:pt>
                <c:pt idx="791">
                  <c:v>0.3955</c:v>
                </c:pt>
                <c:pt idx="792">
                  <c:v>0.396</c:v>
                </c:pt>
                <c:pt idx="793">
                  <c:v>0.3965</c:v>
                </c:pt>
                <c:pt idx="794">
                  <c:v>0.397</c:v>
                </c:pt>
                <c:pt idx="795">
                  <c:v>0.3975</c:v>
                </c:pt>
                <c:pt idx="796">
                  <c:v>0.398</c:v>
                </c:pt>
                <c:pt idx="797">
                  <c:v>0.3985</c:v>
                </c:pt>
                <c:pt idx="798">
                  <c:v>0.399</c:v>
                </c:pt>
                <c:pt idx="799">
                  <c:v>0.3995</c:v>
                </c:pt>
                <c:pt idx="800">
                  <c:v>0.4</c:v>
                </c:pt>
                <c:pt idx="801">
                  <c:v>0.4005</c:v>
                </c:pt>
                <c:pt idx="802">
                  <c:v>0.401</c:v>
                </c:pt>
                <c:pt idx="803">
                  <c:v>0.4015</c:v>
                </c:pt>
                <c:pt idx="804">
                  <c:v>0.402</c:v>
                </c:pt>
                <c:pt idx="805">
                  <c:v>0.4025</c:v>
                </c:pt>
                <c:pt idx="806">
                  <c:v>0.403</c:v>
                </c:pt>
                <c:pt idx="807">
                  <c:v>0.4035</c:v>
                </c:pt>
                <c:pt idx="808">
                  <c:v>0.404</c:v>
                </c:pt>
                <c:pt idx="809">
                  <c:v>0.4045</c:v>
                </c:pt>
                <c:pt idx="810">
                  <c:v>0.405</c:v>
                </c:pt>
                <c:pt idx="811">
                  <c:v>0.4055</c:v>
                </c:pt>
                <c:pt idx="812">
                  <c:v>0.406</c:v>
                </c:pt>
                <c:pt idx="813">
                  <c:v>0.4065</c:v>
                </c:pt>
                <c:pt idx="814">
                  <c:v>0.407</c:v>
                </c:pt>
                <c:pt idx="815">
                  <c:v>0.4075</c:v>
                </c:pt>
                <c:pt idx="816">
                  <c:v>0.408</c:v>
                </c:pt>
                <c:pt idx="817">
                  <c:v>0.4085</c:v>
                </c:pt>
                <c:pt idx="818">
                  <c:v>0.409</c:v>
                </c:pt>
                <c:pt idx="819">
                  <c:v>0.4095</c:v>
                </c:pt>
                <c:pt idx="820">
                  <c:v>0.41</c:v>
                </c:pt>
                <c:pt idx="821">
                  <c:v>0.4105</c:v>
                </c:pt>
                <c:pt idx="822">
                  <c:v>0.411</c:v>
                </c:pt>
                <c:pt idx="823">
                  <c:v>0.4115</c:v>
                </c:pt>
                <c:pt idx="824">
                  <c:v>0.412</c:v>
                </c:pt>
                <c:pt idx="825">
                  <c:v>0.4125</c:v>
                </c:pt>
                <c:pt idx="826">
                  <c:v>0.413</c:v>
                </c:pt>
                <c:pt idx="827">
                  <c:v>0.4135</c:v>
                </c:pt>
                <c:pt idx="828">
                  <c:v>0.414</c:v>
                </c:pt>
                <c:pt idx="829">
                  <c:v>0.4145</c:v>
                </c:pt>
                <c:pt idx="830">
                  <c:v>0.415</c:v>
                </c:pt>
                <c:pt idx="831">
                  <c:v>0.4155</c:v>
                </c:pt>
                <c:pt idx="832">
                  <c:v>0.416</c:v>
                </c:pt>
                <c:pt idx="833">
                  <c:v>0.4165</c:v>
                </c:pt>
                <c:pt idx="834">
                  <c:v>0.417</c:v>
                </c:pt>
                <c:pt idx="835">
                  <c:v>0.4175</c:v>
                </c:pt>
                <c:pt idx="836">
                  <c:v>0.418</c:v>
                </c:pt>
                <c:pt idx="837">
                  <c:v>0.4185</c:v>
                </c:pt>
                <c:pt idx="838">
                  <c:v>0.419</c:v>
                </c:pt>
                <c:pt idx="839">
                  <c:v>0.4195</c:v>
                </c:pt>
                <c:pt idx="840">
                  <c:v>0.42</c:v>
                </c:pt>
                <c:pt idx="841">
                  <c:v>0.4205</c:v>
                </c:pt>
                <c:pt idx="842">
                  <c:v>0.421</c:v>
                </c:pt>
                <c:pt idx="843">
                  <c:v>0.4215</c:v>
                </c:pt>
                <c:pt idx="844">
                  <c:v>0.422</c:v>
                </c:pt>
                <c:pt idx="845">
                  <c:v>0.4225</c:v>
                </c:pt>
                <c:pt idx="846">
                  <c:v>0.423</c:v>
                </c:pt>
                <c:pt idx="847">
                  <c:v>0.4235</c:v>
                </c:pt>
                <c:pt idx="848">
                  <c:v>0.424</c:v>
                </c:pt>
                <c:pt idx="849">
                  <c:v>0.4245</c:v>
                </c:pt>
                <c:pt idx="850">
                  <c:v>0.425</c:v>
                </c:pt>
                <c:pt idx="851">
                  <c:v>0.4255</c:v>
                </c:pt>
                <c:pt idx="852">
                  <c:v>0.426</c:v>
                </c:pt>
                <c:pt idx="853">
                  <c:v>0.4265</c:v>
                </c:pt>
                <c:pt idx="854">
                  <c:v>0.427</c:v>
                </c:pt>
                <c:pt idx="855">
                  <c:v>0.4275</c:v>
                </c:pt>
                <c:pt idx="856">
                  <c:v>0.428</c:v>
                </c:pt>
                <c:pt idx="857">
                  <c:v>0.4285</c:v>
                </c:pt>
                <c:pt idx="858">
                  <c:v>0.429</c:v>
                </c:pt>
                <c:pt idx="859">
                  <c:v>0.4295</c:v>
                </c:pt>
                <c:pt idx="860">
                  <c:v>0.43</c:v>
                </c:pt>
                <c:pt idx="861">
                  <c:v>0.4305</c:v>
                </c:pt>
                <c:pt idx="862">
                  <c:v>0.431</c:v>
                </c:pt>
                <c:pt idx="863">
                  <c:v>0.4315</c:v>
                </c:pt>
                <c:pt idx="864">
                  <c:v>0.432</c:v>
                </c:pt>
                <c:pt idx="865">
                  <c:v>0.4325</c:v>
                </c:pt>
                <c:pt idx="866">
                  <c:v>0.433</c:v>
                </c:pt>
                <c:pt idx="867">
                  <c:v>0.4335</c:v>
                </c:pt>
                <c:pt idx="868">
                  <c:v>0.434</c:v>
                </c:pt>
                <c:pt idx="869">
                  <c:v>0.4345</c:v>
                </c:pt>
                <c:pt idx="870">
                  <c:v>0.435</c:v>
                </c:pt>
                <c:pt idx="871">
                  <c:v>0.4355</c:v>
                </c:pt>
                <c:pt idx="872">
                  <c:v>0.436</c:v>
                </c:pt>
                <c:pt idx="873">
                  <c:v>0.4365</c:v>
                </c:pt>
                <c:pt idx="874">
                  <c:v>0.437</c:v>
                </c:pt>
                <c:pt idx="875">
                  <c:v>0.4375</c:v>
                </c:pt>
                <c:pt idx="876">
                  <c:v>0.438</c:v>
                </c:pt>
                <c:pt idx="877">
                  <c:v>0.4385</c:v>
                </c:pt>
                <c:pt idx="878">
                  <c:v>0.439</c:v>
                </c:pt>
                <c:pt idx="879">
                  <c:v>0.4395</c:v>
                </c:pt>
                <c:pt idx="880">
                  <c:v>0.44</c:v>
                </c:pt>
                <c:pt idx="881">
                  <c:v>0.4405</c:v>
                </c:pt>
                <c:pt idx="882">
                  <c:v>0.441</c:v>
                </c:pt>
                <c:pt idx="883">
                  <c:v>0.4415</c:v>
                </c:pt>
                <c:pt idx="884">
                  <c:v>0.442</c:v>
                </c:pt>
                <c:pt idx="885">
                  <c:v>0.4425</c:v>
                </c:pt>
                <c:pt idx="886">
                  <c:v>0.443</c:v>
                </c:pt>
                <c:pt idx="887">
                  <c:v>0.4435</c:v>
                </c:pt>
                <c:pt idx="888">
                  <c:v>0.444</c:v>
                </c:pt>
                <c:pt idx="889">
                  <c:v>0.4445</c:v>
                </c:pt>
                <c:pt idx="890">
                  <c:v>0.445</c:v>
                </c:pt>
                <c:pt idx="891">
                  <c:v>0.4455</c:v>
                </c:pt>
                <c:pt idx="892">
                  <c:v>0.446</c:v>
                </c:pt>
                <c:pt idx="893">
                  <c:v>0.4465</c:v>
                </c:pt>
                <c:pt idx="894">
                  <c:v>0.447</c:v>
                </c:pt>
                <c:pt idx="895">
                  <c:v>0.4475</c:v>
                </c:pt>
                <c:pt idx="896">
                  <c:v>0.448</c:v>
                </c:pt>
                <c:pt idx="897">
                  <c:v>0.4485</c:v>
                </c:pt>
                <c:pt idx="898">
                  <c:v>0.449</c:v>
                </c:pt>
                <c:pt idx="899">
                  <c:v>0.4495</c:v>
                </c:pt>
                <c:pt idx="900">
                  <c:v>0.45</c:v>
                </c:pt>
                <c:pt idx="901">
                  <c:v>0.4505</c:v>
                </c:pt>
                <c:pt idx="902">
                  <c:v>0.451</c:v>
                </c:pt>
                <c:pt idx="903">
                  <c:v>0.4515</c:v>
                </c:pt>
                <c:pt idx="904">
                  <c:v>0.452</c:v>
                </c:pt>
                <c:pt idx="905">
                  <c:v>0.4525</c:v>
                </c:pt>
                <c:pt idx="906">
                  <c:v>0.453</c:v>
                </c:pt>
                <c:pt idx="907">
                  <c:v>0.4535</c:v>
                </c:pt>
                <c:pt idx="908">
                  <c:v>0.454</c:v>
                </c:pt>
                <c:pt idx="909">
                  <c:v>0.4545</c:v>
                </c:pt>
                <c:pt idx="910">
                  <c:v>0.455</c:v>
                </c:pt>
                <c:pt idx="911">
                  <c:v>0.4555</c:v>
                </c:pt>
                <c:pt idx="912">
                  <c:v>0.456</c:v>
                </c:pt>
                <c:pt idx="913">
                  <c:v>0.4565</c:v>
                </c:pt>
                <c:pt idx="914">
                  <c:v>0.457</c:v>
                </c:pt>
                <c:pt idx="915">
                  <c:v>0.4575</c:v>
                </c:pt>
                <c:pt idx="916">
                  <c:v>0.458</c:v>
                </c:pt>
                <c:pt idx="917">
                  <c:v>0.4585</c:v>
                </c:pt>
                <c:pt idx="918">
                  <c:v>0.459</c:v>
                </c:pt>
                <c:pt idx="919">
                  <c:v>0.4595</c:v>
                </c:pt>
                <c:pt idx="920">
                  <c:v>0.46</c:v>
                </c:pt>
                <c:pt idx="921">
                  <c:v>0.4605</c:v>
                </c:pt>
                <c:pt idx="922">
                  <c:v>0.461</c:v>
                </c:pt>
                <c:pt idx="923">
                  <c:v>0.4615</c:v>
                </c:pt>
                <c:pt idx="924">
                  <c:v>0.462</c:v>
                </c:pt>
                <c:pt idx="925">
                  <c:v>0.4625</c:v>
                </c:pt>
                <c:pt idx="926">
                  <c:v>0.463</c:v>
                </c:pt>
                <c:pt idx="927">
                  <c:v>0.4635</c:v>
                </c:pt>
                <c:pt idx="928">
                  <c:v>0.464</c:v>
                </c:pt>
                <c:pt idx="929">
                  <c:v>0.4645</c:v>
                </c:pt>
                <c:pt idx="930">
                  <c:v>0.465</c:v>
                </c:pt>
                <c:pt idx="931">
                  <c:v>0.4655</c:v>
                </c:pt>
                <c:pt idx="932">
                  <c:v>0.466</c:v>
                </c:pt>
                <c:pt idx="933">
                  <c:v>0.4665</c:v>
                </c:pt>
                <c:pt idx="934">
                  <c:v>0.467</c:v>
                </c:pt>
                <c:pt idx="935">
                  <c:v>0.4675</c:v>
                </c:pt>
                <c:pt idx="936">
                  <c:v>0.468</c:v>
                </c:pt>
                <c:pt idx="937">
                  <c:v>0.4685</c:v>
                </c:pt>
                <c:pt idx="938">
                  <c:v>0.469</c:v>
                </c:pt>
                <c:pt idx="939">
                  <c:v>0.4695</c:v>
                </c:pt>
                <c:pt idx="940">
                  <c:v>0.47</c:v>
                </c:pt>
                <c:pt idx="941">
                  <c:v>0.4705</c:v>
                </c:pt>
                <c:pt idx="942">
                  <c:v>0.471</c:v>
                </c:pt>
                <c:pt idx="943">
                  <c:v>0.4715</c:v>
                </c:pt>
                <c:pt idx="944">
                  <c:v>0.472</c:v>
                </c:pt>
                <c:pt idx="945">
                  <c:v>0.4725</c:v>
                </c:pt>
                <c:pt idx="946">
                  <c:v>0.473</c:v>
                </c:pt>
                <c:pt idx="947">
                  <c:v>0.4735</c:v>
                </c:pt>
                <c:pt idx="948">
                  <c:v>0.474</c:v>
                </c:pt>
                <c:pt idx="949">
                  <c:v>0.4745</c:v>
                </c:pt>
                <c:pt idx="950">
                  <c:v>0.475</c:v>
                </c:pt>
                <c:pt idx="951">
                  <c:v>0.4755</c:v>
                </c:pt>
                <c:pt idx="952">
                  <c:v>0.476</c:v>
                </c:pt>
                <c:pt idx="953">
                  <c:v>0.4765</c:v>
                </c:pt>
                <c:pt idx="954">
                  <c:v>0.477</c:v>
                </c:pt>
                <c:pt idx="955">
                  <c:v>0.4775</c:v>
                </c:pt>
                <c:pt idx="956">
                  <c:v>0.478</c:v>
                </c:pt>
                <c:pt idx="957">
                  <c:v>0.4785</c:v>
                </c:pt>
                <c:pt idx="958">
                  <c:v>0.479</c:v>
                </c:pt>
                <c:pt idx="959">
                  <c:v>0.4795</c:v>
                </c:pt>
                <c:pt idx="960">
                  <c:v>0.48</c:v>
                </c:pt>
                <c:pt idx="961">
                  <c:v>0.4805</c:v>
                </c:pt>
                <c:pt idx="962">
                  <c:v>0.481</c:v>
                </c:pt>
                <c:pt idx="963">
                  <c:v>0.4815</c:v>
                </c:pt>
                <c:pt idx="964">
                  <c:v>0.482</c:v>
                </c:pt>
                <c:pt idx="965">
                  <c:v>0.4825</c:v>
                </c:pt>
                <c:pt idx="966">
                  <c:v>0.483</c:v>
                </c:pt>
                <c:pt idx="967">
                  <c:v>0.4835</c:v>
                </c:pt>
                <c:pt idx="968">
                  <c:v>0.484</c:v>
                </c:pt>
                <c:pt idx="969">
                  <c:v>0.4845</c:v>
                </c:pt>
                <c:pt idx="970">
                  <c:v>0.485</c:v>
                </c:pt>
                <c:pt idx="971">
                  <c:v>0.4855</c:v>
                </c:pt>
                <c:pt idx="972">
                  <c:v>0.486</c:v>
                </c:pt>
                <c:pt idx="973">
                  <c:v>0.4865</c:v>
                </c:pt>
                <c:pt idx="974">
                  <c:v>0.487</c:v>
                </c:pt>
                <c:pt idx="975">
                  <c:v>0.4875</c:v>
                </c:pt>
                <c:pt idx="976">
                  <c:v>0.488</c:v>
                </c:pt>
                <c:pt idx="977">
                  <c:v>0.4885</c:v>
                </c:pt>
                <c:pt idx="978">
                  <c:v>0.489</c:v>
                </c:pt>
                <c:pt idx="979">
                  <c:v>0.4895</c:v>
                </c:pt>
                <c:pt idx="980">
                  <c:v>0.49</c:v>
                </c:pt>
                <c:pt idx="981">
                  <c:v>0.4905</c:v>
                </c:pt>
                <c:pt idx="982">
                  <c:v>0.491</c:v>
                </c:pt>
                <c:pt idx="983">
                  <c:v>0.4915</c:v>
                </c:pt>
                <c:pt idx="984">
                  <c:v>0.492</c:v>
                </c:pt>
                <c:pt idx="985">
                  <c:v>0.4925</c:v>
                </c:pt>
                <c:pt idx="986">
                  <c:v>0.493</c:v>
                </c:pt>
                <c:pt idx="987">
                  <c:v>0.4935</c:v>
                </c:pt>
                <c:pt idx="988">
                  <c:v>0.494</c:v>
                </c:pt>
                <c:pt idx="989">
                  <c:v>0.4945</c:v>
                </c:pt>
                <c:pt idx="990">
                  <c:v>0.495</c:v>
                </c:pt>
                <c:pt idx="991">
                  <c:v>0.4955</c:v>
                </c:pt>
                <c:pt idx="992">
                  <c:v>0.496</c:v>
                </c:pt>
                <c:pt idx="993">
                  <c:v>0.4965</c:v>
                </c:pt>
                <c:pt idx="994">
                  <c:v>0.497</c:v>
                </c:pt>
                <c:pt idx="995">
                  <c:v>0.4975</c:v>
                </c:pt>
                <c:pt idx="996">
                  <c:v>0.498</c:v>
                </c:pt>
                <c:pt idx="997">
                  <c:v>0.4985</c:v>
                </c:pt>
                <c:pt idx="998">
                  <c:v>0.499</c:v>
                </c:pt>
                <c:pt idx="999">
                  <c:v>0.4995</c:v>
                </c:pt>
                <c:pt idx="1000">
                  <c:v>0.5</c:v>
                </c:pt>
                <c:pt idx="1001">
                  <c:v>0.5005</c:v>
                </c:pt>
                <c:pt idx="1002">
                  <c:v>0.501</c:v>
                </c:pt>
                <c:pt idx="1003">
                  <c:v>0.5015</c:v>
                </c:pt>
                <c:pt idx="1004">
                  <c:v>0.502</c:v>
                </c:pt>
                <c:pt idx="1005">
                  <c:v>0.5025</c:v>
                </c:pt>
                <c:pt idx="1006">
                  <c:v>0.503</c:v>
                </c:pt>
                <c:pt idx="1007">
                  <c:v>0.5035</c:v>
                </c:pt>
                <c:pt idx="1008">
                  <c:v>0.504</c:v>
                </c:pt>
                <c:pt idx="1009">
                  <c:v>0.5045</c:v>
                </c:pt>
                <c:pt idx="1010">
                  <c:v>0.505</c:v>
                </c:pt>
                <c:pt idx="1011">
                  <c:v>0.5055</c:v>
                </c:pt>
                <c:pt idx="1012">
                  <c:v>0.506</c:v>
                </c:pt>
                <c:pt idx="1013">
                  <c:v>0.5065</c:v>
                </c:pt>
                <c:pt idx="1014">
                  <c:v>0.507</c:v>
                </c:pt>
                <c:pt idx="1015">
                  <c:v>0.5075</c:v>
                </c:pt>
                <c:pt idx="1016">
                  <c:v>0.508</c:v>
                </c:pt>
                <c:pt idx="1017">
                  <c:v>0.5085</c:v>
                </c:pt>
                <c:pt idx="1018">
                  <c:v>0.509</c:v>
                </c:pt>
                <c:pt idx="1019">
                  <c:v>0.5095</c:v>
                </c:pt>
                <c:pt idx="1020">
                  <c:v>0.51</c:v>
                </c:pt>
                <c:pt idx="1021">
                  <c:v>0.5105</c:v>
                </c:pt>
                <c:pt idx="1022">
                  <c:v>0.511</c:v>
                </c:pt>
                <c:pt idx="1023">
                  <c:v>0.5115</c:v>
                </c:pt>
                <c:pt idx="1024">
                  <c:v>0.512</c:v>
                </c:pt>
                <c:pt idx="1025">
                  <c:v>0.5125</c:v>
                </c:pt>
                <c:pt idx="1026">
                  <c:v>0.513</c:v>
                </c:pt>
                <c:pt idx="1027">
                  <c:v>0.5135</c:v>
                </c:pt>
                <c:pt idx="1028">
                  <c:v>0.514</c:v>
                </c:pt>
                <c:pt idx="1029">
                  <c:v>0.5145</c:v>
                </c:pt>
                <c:pt idx="1030">
                  <c:v>0.515</c:v>
                </c:pt>
                <c:pt idx="1031">
                  <c:v>0.5155</c:v>
                </c:pt>
                <c:pt idx="1032">
                  <c:v>0.516</c:v>
                </c:pt>
                <c:pt idx="1033">
                  <c:v>0.5165</c:v>
                </c:pt>
                <c:pt idx="1034">
                  <c:v>0.517</c:v>
                </c:pt>
                <c:pt idx="1035">
                  <c:v>0.5175</c:v>
                </c:pt>
                <c:pt idx="1036">
                  <c:v>0.518</c:v>
                </c:pt>
                <c:pt idx="1037">
                  <c:v>0.5185</c:v>
                </c:pt>
                <c:pt idx="1038">
                  <c:v>0.519</c:v>
                </c:pt>
                <c:pt idx="1039">
                  <c:v>0.5195</c:v>
                </c:pt>
                <c:pt idx="1040">
                  <c:v>0.52</c:v>
                </c:pt>
                <c:pt idx="1041">
                  <c:v>0.5205</c:v>
                </c:pt>
                <c:pt idx="1042">
                  <c:v>0.521</c:v>
                </c:pt>
                <c:pt idx="1043">
                  <c:v>0.5215</c:v>
                </c:pt>
                <c:pt idx="1044">
                  <c:v>0.522</c:v>
                </c:pt>
                <c:pt idx="1045">
                  <c:v>0.5225</c:v>
                </c:pt>
                <c:pt idx="1046">
                  <c:v>0.523</c:v>
                </c:pt>
                <c:pt idx="1047">
                  <c:v>0.5235</c:v>
                </c:pt>
                <c:pt idx="1048">
                  <c:v>0.524</c:v>
                </c:pt>
                <c:pt idx="1049">
                  <c:v>0.5245</c:v>
                </c:pt>
                <c:pt idx="1050">
                  <c:v>0.525</c:v>
                </c:pt>
                <c:pt idx="1051">
                  <c:v>0.5255</c:v>
                </c:pt>
                <c:pt idx="1052">
                  <c:v>0.526</c:v>
                </c:pt>
                <c:pt idx="1053">
                  <c:v>0.5265</c:v>
                </c:pt>
                <c:pt idx="1054">
                  <c:v>0.527</c:v>
                </c:pt>
                <c:pt idx="1055">
                  <c:v>0.5275</c:v>
                </c:pt>
                <c:pt idx="1056">
                  <c:v>0.528</c:v>
                </c:pt>
                <c:pt idx="1057">
                  <c:v>0.5285</c:v>
                </c:pt>
                <c:pt idx="1058">
                  <c:v>0.529</c:v>
                </c:pt>
                <c:pt idx="1059">
                  <c:v>0.5295</c:v>
                </c:pt>
                <c:pt idx="1060">
                  <c:v>0.53</c:v>
                </c:pt>
                <c:pt idx="1061">
                  <c:v>0.5305</c:v>
                </c:pt>
                <c:pt idx="1062">
                  <c:v>0.531</c:v>
                </c:pt>
                <c:pt idx="1063">
                  <c:v>0.5315</c:v>
                </c:pt>
                <c:pt idx="1064">
                  <c:v>0.532</c:v>
                </c:pt>
                <c:pt idx="1065">
                  <c:v>0.5325</c:v>
                </c:pt>
                <c:pt idx="1066">
                  <c:v>0.533</c:v>
                </c:pt>
                <c:pt idx="1067">
                  <c:v>0.5335</c:v>
                </c:pt>
                <c:pt idx="1068">
                  <c:v>0.534</c:v>
                </c:pt>
                <c:pt idx="1069">
                  <c:v>0.5345</c:v>
                </c:pt>
                <c:pt idx="1070">
                  <c:v>0.535</c:v>
                </c:pt>
                <c:pt idx="1071">
                  <c:v>0.5355</c:v>
                </c:pt>
                <c:pt idx="1072">
                  <c:v>0.536</c:v>
                </c:pt>
                <c:pt idx="1073">
                  <c:v>0.5365</c:v>
                </c:pt>
                <c:pt idx="1074">
                  <c:v>0.537</c:v>
                </c:pt>
                <c:pt idx="1075">
                  <c:v>0.5375</c:v>
                </c:pt>
                <c:pt idx="1076">
                  <c:v>0.538</c:v>
                </c:pt>
                <c:pt idx="1077">
                  <c:v>0.5385</c:v>
                </c:pt>
                <c:pt idx="1078">
                  <c:v>0.539</c:v>
                </c:pt>
                <c:pt idx="1079">
                  <c:v>0.5395</c:v>
                </c:pt>
                <c:pt idx="1080">
                  <c:v>0.54</c:v>
                </c:pt>
                <c:pt idx="1081">
                  <c:v>0.5405</c:v>
                </c:pt>
                <c:pt idx="1082">
                  <c:v>0.541</c:v>
                </c:pt>
                <c:pt idx="1083">
                  <c:v>0.5415</c:v>
                </c:pt>
                <c:pt idx="1084">
                  <c:v>0.542</c:v>
                </c:pt>
                <c:pt idx="1085">
                  <c:v>0.5425</c:v>
                </c:pt>
                <c:pt idx="1086">
                  <c:v>0.543</c:v>
                </c:pt>
                <c:pt idx="1087">
                  <c:v>0.5435</c:v>
                </c:pt>
                <c:pt idx="1088">
                  <c:v>0.544</c:v>
                </c:pt>
                <c:pt idx="1089">
                  <c:v>0.5445</c:v>
                </c:pt>
                <c:pt idx="1090">
                  <c:v>0.545</c:v>
                </c:pt>
                <c:pt idx="1091">
                  <c:v>0.5455</c:v>
                </c:pt>
                <c:pt idx="1092">
                  <c:v>0.546</c:v>
                </c:pt>
                <c:pt idx="1093">
                  <c:v>0.5465</c:v>
                </c:pt>
                <c:pt idx="1094">
                  <c:v>0.547</c:v>
                </c:pt>
                <c:pt idx="1095">
                  <c:v>0.5475</c:v>
                </c:pt>
                <c:pt idx="1096">
                  <c:v>0.548</c:v>
                </c:pt>
                <c:pt idx="1097">
                  <c:v>0.5485</c:v>
                </c:pt>
                <c:pt idx="1098">
                  <c:v>0.549</c:v>
                </c:pt>
                <c:pt idx="1099">
                  <c:v>0.5495</c:v>
                </c:pt>
                <c:pt idx="1100">
                  <c:v>0.55</c:v>
                </c:pt>
                <c:pt idx="1101">
                  <c:v>0.5505</c:v>
                </c:pt>
                <c:pt idx="1102">
                  <c:v>0.551</c:v>
                </c:pt>
                <c:pt idx="1103">
                  <c:v>0.5515</c:v>
                </c:pt>
                <c:pt idx="1104">
                  <c:v>0.552</c:v>
                </c:pt>
                <c:pt idx="1105">
                  <c:v>0.5525</c:v>
                </c:pt>
                <c:pt idx="1106">
                  <c:v>0.553</c:v>
                </c:pt>
                <c:pt idx="1107">
                  <c:v>0.5535</c:v>
                </c:pt>
                <c:pt idx="1108">
                  <c:v>0.554</c:v>
                </c:pt>
                <c:pt idx="1109">
                  <c:v>0.5545</c:v>
                </c:pt>
                <c:pt idx="1110">
                  <c:v>0.555</c:v>
                </c:pt>
                <c:pt idx="1111">
                  <c:v>0.5555</c:v>
                </c:pt>
                <c:pt idx="1112">
                  <c:v>0.556</c:v>
                </c:pt>
                <c:pt idx="1113">
                  <c:v>0.5565</c:v>
                </c:pt>
                <c:pt idx="1114">
                  <c:v>0.557</c:v>
                </c:pt>
                <c:pt idx="1115">
                  <c:v>0.5575</c:v>
                </c:pt>
                <c:pt idx="1116">
                  <c:v>0.558</c:v>
                </c:pt>
                <c:pt idx="1117">
                  <c:v>0.5585</c:v>
                </c:pt>
                <c:pt idx="1118">
                  <c:v>0.559</c:v>
                </c:pt>
                <c:pt idx="1119">
                  <c:v>0.5595</c:v>
                </c:pt>
                <c:pt idx="1120">
                  <c:v>0.56</c:v>
                </c:pt>
                <c:pt idx="1121">
                  <c:v>0.5605</c:v>
                </c:pt>
                <c:pt idx="1122">
                  <c:v>0.561</c:v>
                </c:pt>
                <c:pt idx="1123">
                  <c:v>0.5615</c:v>
                </c:pt>
                <c:pt idx="1124">
                  <c:v>0.562</c:v>
                </c:pt>
                <c:pt idx="1125">
                  <c:v>0.5625</c:v>
                </c:pt>
                <c:pt idx="1126">
                  <c:v>0.563</c:v>
                </c:pt>
                <c:pt idx="1127">
                  <c:v>0.5635</c:v>
                </c:pt>
                <c:pt idx="1128">
                  <c:v>0.564</c:v>
                </c:pt>
                <c:pt idx="1129">
                  <c:v>0.5645</c:v>
                </c:pt>
                <c:pt idx="1130">
                  <c:v>0.565</c:v>
                </c:pt>
                <c:pt idx="1131">
                  <c:v>0.5655</c:v>
                </c:pt>
                <c:pt idx="1132">
                  <c:v>0.566</c:v>
                </c:pt>
                <c:pt idx="1133">
                  <c:v>0.5665</c:v>
                </c:pt>
                <c:pt idx="1134">
                  <c:v>0.567</c:v>
                </c:pt>
                <c:pt idx="1135">
                  <c:v>0.5675</c:v>
                </c:pt>
                <c:pt idx="1136">
                  <c:v>0.568</c:v>
                </c:pt>
                <c:pt idx="1137">
                  <c:v>0.5685</c:v>
                </c:pt>
                <c:pt idx="1138">
                  <c:v>0.569</c:v>
                </c:pt>
                <c:pt idx="1139">
                  <c:v>0.5695</c:v>
                </c:pt>
                <c:pt idx="1140">
                  <c:v>0.57</c:v>
                </c:pt>
                <c:pt idx="1141">
                  <c:v>0.5705</c:v>
                </c:pt>
                <c:pt idx="1142">
                  <c:v>0.571</c:v>
                </c:pt>
                <c:pt idx="1143">
                  <c:v>0.5715</c:v>
                </c:pt>
                <c:pt idx="1144">
                  <c:v>0.572</c:v>
                </c:pt>
                <c:pt idx="1145">
                  <c:v>0.5725</c:v>
                </c:pt>
                <c:pt idx="1146">
                  <c:v>0.573</c:v>
                </c:pt>
                <c:pt idx="1147">
                  <c:v>0.5735</c:v>
                </c:pt>
                <c:pt idx="1148">
                  <c:v>0.574</c:v>
                </c:pt>
                <c:pt idx="1149">
                  <c:v>0.5745</c:v>
                </c:pt>
                <c:pt idx="1150">
                  <c:v>0.575</c:v>
                </c:pt>
                <c:pt idx="1151">
                  <c:v>0.5755</c:v>
                </c:pt>
                <c:pt idx="1152">
                  <c:v>0.576</c:v>
                </c:pt>
                <c:pt idx="1153">
                  <c:v>0.5765</c:v>
                </c:pt>
                <c:pt idx="1154">
                  <c:v>0.577</c:v>
                </c:pt>
                <c:pt idx="1155">
                  <c:v>0.5775</c:v>
                </c:pt>
                <c:pt idx="1156">
                  <c:v>0.578</c:v>
                </c:pt>
                <c:pt idx="1157">
                  <c:v>0.5785</c:v>
                </c:pt>
                <c:pt idx="1158">
                  <c:v>0.579</c:v>
                </c:pt>
                <c:pt idx="1159">
                  <c:v>0.5795</c:v>
                </c:pt>
                <c:pt idx="1160">
                  <c:v>0.58</c:v>
                </c:pt>
                <c:pt idx="1161">
                  <c:v>0.5805</c:v>
                </c:pt>
                <c:pt idx="1162">
                  <c:v>0.581</c:v>
                </c:pt>
                <c:pt idx="1163">
                  <c:v>0.5815</c:v>
                </c:pt>
                <c:pt idx="1164">
                  <c:v>0.582</c:v>
                </c:pt>
                <c:pt idx="1165">
                  <c:v>0.5825</c:v>
                </c:pt>
                <c:pt idx="1166">
                  <c:v>0.583</c:v>
                </c:pt>
                <c:pt idx="1167">
                  <c:v>0.5835</c:v>
                </c:pt>
                <c:pt idx="1168">
                  <c:v>0.584</c:v>
                </c:pt>
                <c:pt idx="1169">
                  <c:v>0.5845</c:v>
                </c:pt>
                <c:pt idx="1170">
                  <c:v>0.585</c:v>
                </c:pt>
                <c:pt idx="1171">
                  <c:v>0.5855</c:v>
                </c:pt>
                <c:pt idx="1172">
                  <c:v>0.586</c:v>
                </c:pt>
                <c:pt idx="1173">
                  <c:v>0.5865</c:v>
                </c:pt>
                <c:pt idx="1174">
                  <c:v>0.587</c:v>
                </c:pt>
                <c:pt idx="1175">
                  <c:v>0.5875</c:v>
                </c:pt>
                <c:pt idx="1176">
                  <c:v>0.588</c:v>
                </c:pt>
                <c:pt idx="1177">
                  <c:v>0.5885</c:v>
                </c:pt>
                <c:pt idx="1178">
                  <c:v>0.589</c:v>
                </c:pt>
                <c:pt idx="1179">
                  <c:v>0.5895</c:v>
                </c:pt>
                <c:pt idx="1180">
                  <c:v>0.59</c:v>
                </c:pt>
                <c:pt idx="1181">
                  <c:v>0.5905</c:v>
                </c:pt>
                <c:pt idx="1182">
                  <c:v>0.591</c:v>
                </c:pt>
                <c:pt idx="1183">
                  <c:v>0.5915</c:v>
                </c:pt>
                <c:pt idx="1184">
                  <c:v>0.592</c:v>
                </c:pt>
                <c:pt idx="1185">
                  <c:v>0.5925</c:v>
                </c:pt>
                <c:pt idx="1186">
                  <c:v>0.593</c:v>
                </c:pt>
                <c:pt idx="1187">
                  <c:v>0.5935</c:v>
                </c:pt>
                <c:pt idx="1188">
                  <c:v>0.594</c:v>
                </c:pt>
                <c:pt idx="1189">
                  <c:v>0.5945</c:v>
                </c:pt>
                <c:pt idx="1190">
                  <c:v>0.595</c:v>
                </c:pt>
                <c:pt idx="1191">
                  <c:v>0.5955</c:v>
                </c:pt>
                <c:pt idx="1192">
                  <c:v>0.596</c:v>
                </c:pt>
                <c:pt idx="1193">
                  <c:v>0.5965</c:v>
                </c:pt>
                <c:pt idx="1194">
                  <c:v>0.597</c:v>
                </c:pt>
                <c:pt idx="1195">
                  <c:v>0.5975</c:v>
                </c:pt>
                <c:pt idx="1196">
                  <c:v>0.598</c:v>
                </c:pt>
                <c:pt idx="1197">
                  <c:v>0.5985</c:v>
                </c:pt>
                <c:pt idx="1198">
                  <c:v>0.599</c:v>
                </c:pt>
                <c:pt idx="1199">
                  <c:v>0.5995</c:v>
                </c:pt>
                <c:pt idx="1200">
                  <c:v>0.6</c:v>
                </c:pt>
                <c:pt idx="1201">
                  <c:v>0.6005</c:v>
                </c:pt>
                <c:pt idx="1202">
                  <c:v>0.601</c:v>
                </c:pt>
                <c:pt idx="1203">
                  <c:v>0.6015</c:v>
                </c:pt>
                <c:pt idx="1204">
                  <c:v>0.602</c:v>
                </c:pt>
                <c:pt idx="1205">
                  <c:v>0.6025</c:v>
                </c:pt>
                <c:pt idx="1206">
                  <c:v>0.603</c:v>
                </c:pt>
                <c:pt idx="1207">
                  <c:v>0.6035</c:v>
                </c:pt>
                <c:pt idx="1208">
                  <c:v>0.604</c:v>
                </c:pt>
                <c:pt idx="1209">
                  <c:v>0.6045</c:v>
                </c:pt>
                <c:pt idx="1210">
                  <c:v>0.605</c:v>
                </c:pt>
                <c:pt idx="1211">
                  <c:v>0.6055</c:v>
                </c:pt>
                <c:pt idx="1212">
                  <c:v>0.606</c:v>
                </c:pt>
                <c:pt idx="1213">
                  <c:v>0.6065</c:v>
                </c:pt>
                <c:pt idx="1214">
                  <c:v>0.607</c:v>
                </c:pt>
                <c:pt idx="1215">
                  <c:v>0.6075</c:v>
                </c:pt>
                <c:pt idx="1216">
                  <c:v>0.608</c:v>
                </c:pt>
                <c:pt idx="1217">
                  <c:v>0.6085</c:v>
                </c:pt>
                <c:pt idx="1218">
                  <c:v>0.609</c:v>
                </c:pt>
                <c:pt idx="1219">
                  <c:v>0.6095</c:v>
                </c:pt>
                <c:pt idx="1220">
                  <c:v>0.61</c:v>
                </c:pt>
                <c:pt idx="1221">
                  <c:v>0.6105</c:v>
                </c:pt>
                <c:pt idx="1222">
                  <c:v>0.611</c:v>
                </c:pt>
                <c:pt idx="1223">
                  <c:v>0.6115</c:v>
                </c:pt>
                <c:pt idx="1224">
                  <c:v>0.612</c:v>
                </c:pt>
                <c:pt idx="1225">
                  <c:v>0.6125</c:v>
                </c:pt>
                <c:pt idx="1226">
                  <c:v>0.613</c:v>
                </c:pt>
                <c:pt idx="1227">
                  <c:v>0.6135</c:v>
                </c:pt>
                <c:pt idx="1228">
                  <c:v>0.614</c:v>
                </c:pt>
                <c:pt idx="1229">
                  <c:v>0.6145</c:v>
                </c:pt>
                <c:pt idx="1230">
                  <c:v>0.615</c:v>
                </c:pt>
                <c:pt idx="1231">
                  <c:v>0.6155</c:v>
                </c:pt>
                <c:pt idx="1232">
                  <c:v>0.616</c:v>
                </c:pt>
                <c:pt idx="1233">
                  <c:v>0.6165</c:v>
                </c:pt>
                <c:pt idx="1234">
                  <c:v>0.617</c:v>
                </c:pt>
                <c:pt idx="1235">
                  <c:v>0.6175</c:v>
                </c:pt>
                <c:pt idx="1236">
                  <c:v>0.618</c:v>
                </c:pt>
                <c:pt idx="1237">
                  <c:v>0.6185</c:v>
                </c:pt>
                <c:pt idx="1238">
                  <c:v>0.619</c:v>
                </c:pt>
                <c:pt idx="1239">
                  <c:v>0.6195</c:v>
                </c:pt>
                <c:pt idx="1240">
                  <c:v>0.62</c:v>
                </c:pt>
                <c:pt idx="1241">
                  <c:v>0.6205</c:v>
                </c:pt>
                <c:pt idx="1242">
                  <c:v>0.621</c:v>
                </c:pt>
                <c:pt idx="1243">
                  <c:v>0.6215</c:v>
                </c:pt>
                <c:pt idx="1244">
                  <c:v>0.622</c:v>
                </c:pt>
                <c:pt idx="1245">
                  <c:v>0.6225</c:v>
                </c:pt>
                <c:pt idx="1246">
                  <c:v>0.623</c:v>
                </c:pt>
                <c:pt idx="1247">
                  <c:v>0.6235</c:v>
                </c:pt>
                <c:pt idx="1248">
                  <c:v>0.624</c:v>
                </c:pt>
                <c:pt idx="1249">
                  <c:v>0.6245</c:v>
                </c:pt>
                <c:pt idx="1250">
                  <c:v>0.625</c:v>
                </c:pt>
                <c:pt idx="1251">
                  <c:v>0.6255</c:v>
                </c:pt>
                <c:pt idx="1252">
                  <c:v>0.626</c:v>
                </c:pt>
                <c:pt idx="1253">
                  <c:v>0.6265</c:v>
                </c:pt>
                <c:pt idx="1254">
                  <c:v>0.627</c:v>
                </c:pt>
                <c:pt idx="1255">
                  <c:v>0.6275</c:v>
                </c:pt>
                <c:pt idx="1256">
                  <c:v>0.628</c:v>
                </c:pt>
                <c:pt idx="1257">
                  <c:v>0.6285</c:v>
                </c:pt>
                <c:pt idx="1258">
                  <c:v>0.629</c:v>
                </c:pt>
                <c:pt idx="1259">
                  <c:v>0.6295</c:v>
                </c:pt>
                <c:pt idx="1260">
                  <c:v>0.63</c:v>
                </c:pt>
                <c:pt idx="1261">
                  <c:v>0.6305</c:v>
                </c:pt>
                <c:pt idx="1262">
                  <c:v>0.631</c:v>
                </c:pt>
                <c:pt idx="1263">
                  <c:v>0.6315</c:v>
                </c:pt>
                <c:pt idx="1264">
                  <c:v>0.632</c:v>
                </c:pt>
                <c:pt idx="1265">
                  <c:v>0.6325</c:v>
                </c:pt>
                <c:pt idx="1266">
                  <c:v>0.633</c:v>
                </c:pt>
                <c:pt idx="1267">
                  <c:v>0.6335</c:v>
                </c:pt>
                <c:pt idx="1268">
                  <c:v>0.634</c:v>
                </c:pt>
                <c:pt idx="1269">
                  <c:v>0.6345</c:v>
                </c:pt>
                <c:pt idx="1270">
                  <c:v>0.635</c:v>
                </c:pt>
                <c:pt idx="1271">
                  <c:v>0.6355</c:v>
                </c:pt>
                <c:pt idx="1272">
                  <c:v>0.636</c:v>
                </c:pt>
                <c:pt idx="1273">
                  <c:v>0.6365</c:v>
                </c:pt>
                <c:pt idx="1274">
                  <c:v>0.637</c:v>
                </c:pt>
                <c:pt idx="1275">
                  <c:v>0.6375</c:v>
                </c:pt>
                <c:pt idx="1276">
                  <c:v>0.638</c:v>
                </c:pt>
                <c:pt idx="1277">
                  <c:v>0.6385</c:v>
                </c:pt>
                <c:pt idx="1278">
                  <c:v>0.639</c:v>
                </c:pt>
                <c:pt idx="1279">
                  <c:v>0.6395</c:v>
                </c:pt>
                <c:pt idx="1280">
                  <c:v>0.64</c:v>
                </c:pt>
                <c:pt idx="1281">
                  <c:v>0.6405</c:v>
                </c:pt>
                <c:pt idx="1282">
                  <c:v>0.641</c:v>
                </c:pt>
                <c:pt idx="1283">
                  <c:v>0.6415</c:v>
                </c:pt>
                <c:pt idx="1284">
                  <c:v>0.642</c:v>
                </c:pt>
                <c:pt idx="1285">
                  <c:v>0.6425</c:v>
                </c:pt>
                <c:pt idx="1286">
                  <c:v>0.643</c:v>
                </c:pt>
                <c:pt idx="1287">
                  <c:v>0.6435</c:v>
                </c:pt>
                <c:pt idx="1288">
                  <c:v>0.644</c:v>
                </c:pt>
                <c:pt idx="1289">
                  <c:v>0.6445</c:v>
                </c:pt>
                <c:pt idx="1290">
                  <c:v>0.645</c:v>
                </c:pt>
                <c:pt idx="1291">
                  <c:v>0.6455</c:v>
                </c:pt>
                <c:pt idx="1292">
                  <c:v>0.646</c:v>
                </c:pt>
                <c:pt idx="1293">
                  <c:v>0.6465</c:v>
                </c:pt>
                <c:pt idx="1294">
                  <c:v>0.647</c:v>
                </c:pt>
                <c:pt idx="1295">
                  <c:v>0.6475</c:v>
                </c:pt>
                <c:pt idx="1296">
                  <c:v>0.648</c:v>
                </c:pt>
                <c:pt idx="1297">
                  <c:v>0.6485</c:v>
                </c:pt>
                <c:pt idx="1298">
                  <c:v>0.649</c:v>
                </c:pt>
                <c:pt idx="1299">
                  <c:v>0.6495</c:v>
                </c:pt>
                <c:pt idx="1300">
                  <c:v>0.65</c:v>
                </c:pt>
                <c:pt idx="1301">
                  <c:v>0.6505</c:v>
                </c:pt>
                <c:pt idx="1302">
                  <c:v>0.651</c:v>
                </c:pt>
                <c:pt idx="1303">
                  <c:v>0.6515</c:v>
                </c:pt>
                <c:pt idx="1304">
                  <c:v>0.652</c:v>
                </c:pt>
                <c:pt idx="1305">
                  <c:v>0.6525</c:v>
                </c:pt>
                <c:pt idx="1306">
                  <c:v>0.653</c:v>
                </c:pt>
                <c:pt idx="1307">
                  <c:v>0.6535</c:v>
                </c:pt>
                <c:pt idx="1308">
                  <c:v>0.654</c:v>
                </c:pt>
                <c:pt idx="1309">
                  <c:v>0.6545</c:v>
                </c:pt>
                <c:pt idx="1310">
                  <c:v>0.655</c:v>
                </c:pt>
                <c:pt idx="1311">
                  <c:v>0.6555</c:v>
                </c:pt>
                <c:pt idx="1312">
                  <c:v>0.656</c:v>
                </c:pt>
                <c:pt idx="1313">
                  <c:v>0.6565</c:v>
                </c:pt>
                <c:pt idx="1314">
                  <c:v>0.657</c:v>
                </c:pt>
                <c:pt idx="1315">
                  <c:v>0.6575</c:v>
                </c:pt>
                <c:pt idx="1316">
                  <c:v>0.658</c:v>
                </c:pt>
                <c:pt idx="1317">
                  <c:v>0.6585</c:v>
                </c:pt>
                <c:pt idx="1318">
                  <c:v>0.659</c:v>
                </c:pt>
                <c:pt idx="1319">
                  <c:v>0.6595</c:v>
                </c:pt>
                <c:pt idx="1320">
                  <c:v>0.66</c:v>
                </c:pt>
                <c:pt idx="1321">
                  <c:v>0.6605</c:v>
                </c:pt>
                <c:pt idx="1322">
                  <c:v>0.661</c:v>
                </c:pt>
                <c:pt idx="1323">
                  <c:v>0.6615</c:v>
                </c:pt>
                <c:pt idx="1324">
                  <c:v>0.662</c:v>
                </c:pt>
                <c:pt idx="1325">
                  <c:v>0.6625</c:v>
                </c:pt>
                <c:pt idx="1326">
                  <c:v>0.663</c:v>
                </c:pt>
                <c:pt idx="1327">
                  <c:v>0.6635</c:v>
                </c:pt>
                <c:pt idx="1328">
                  <c:v>0.664</c:v>
                </c:pt>
                <c:pt idx="1329">
                  <c:v>0.6645</c:v>
                </c:pt>
                <c:pt idx="1330">
                  <c:v>0.665</c:v>
                </c:pt>
                <c:pt idx="1331">
                  <c:v>0.6655</c:v>
                </c:pt>
                <c:pt idx="1332">
                  <c:v>0.666</c:v>
                </c:pt>
                <c:pt idx="1333">
                  <c:v>0.6665</c:v>
                </c:pt>
                <c:pt idx="1334">
                  <c:v>0.667</c:v>
                </c:pt>
                <c:pt idx="1335">
                  <c:v>0.6675</c:v>
                </c:pt>
                <c:pt idx="1336">
                  <c:v>0.668</c:v>
                </c:pt>
                <c:pt idx="1337">
                  <c:v>0.6685</c:v>
                </c:pt>
                <c:pt idx="1338">
                  <c:v>0.669</c:v>
                </c:pt>
                <c:pt idx="1339">
                  <c:v>0.6695</c:v>
                </c:pt>
                <c:pt idx="1340">
                  <c:v>0.67</c:v>
                </c:pt>
                <c:pt idx="1341">
                  <c:v>0.6705</c:v>
                </c:pt>
                <c:pt idx="1342">
                  <c:v>0.671</c:v>
                </c:pt>
                <c:pt idx="1343">
                  <c:v>0.6715</c:v>
                </c:pt>
                <c:pt idx="1344">
                  <c:v>0.672</c:v>
                </c:pt>
                <c:pt idx="1345">
                  <c:v>0.6725</c:v>
                </c:pt>
                <c:pt idx="1346">
                  <c:v>0.673</c:v>
                </c:pt>
                <c:pt idx="1347">
                  <c:v>0.6735</c:v>
                </c:pt>
                <c:pt idx="1348">
                  <c:v>0.674</c:v>
                </c:pt>
                <c:pt idx="1349">
                  <c:v>0.6745</c:v>
                </c:pt>
                <c:pt idx="1350">
                  <c:v>0.675</c:v>
                </c:pt>
                <c:pt idx="1351">
                  <c:v>0.6755</c:v>
                </c:pt>
                <c:pt idx="1352">
                  <c:v>0.676</c:v>
                </c:pt>
                <c:pt idx="1353">
                  <c:v>0.6765</c:v>
                </c:pt>
                <c:pt idx="1354">
                  <c:v>0.677</c:v>
                </c:pt>
                <c:pt idx="1355">
                  <c:v>0.6775</c:v>
                </c:pt>
                <c:pt idx="1356">
                  <c:v>0.678</c:v>
                </c:pt>
                <c:pt idx="1357">
                  <c:v>0.6785</c:v>
                </c:pt>
                <c:pt idx="1358">
                  <c:v>0.679</c:v>
                </c:pt>
                <c:pt idx="1359">
                  <c:v>0.6795</c:v>
                </c:pt>
                <c:pt idx="1360">
                  <c:v>0.68</c:v>
                </c:pt>
                <c:pt idx="1361">
                  <c:v>0.6805</c:v>
                </c:pt>
                <c:pt idx="1362">
                  <c:v>0.681</c:v>
                </c:pt>
                <c:pt idx="1363">
                  <c:v>0.6815</c:v>
                </c:pt>
                <c:pt idx="1364">
                  <c:v>0.682</c:v>
                </c:pt>
                <c:pt idx="1365">
                  <c:v>0.6825</c:v>
                </c:pt>
                <c:pt idx="1366">
                  <c:v>0.683</c:v>
                </c:pt>
                <c:pt idx="1367">
                  <c:v>0.6835</c:v>
                </c:pt>
                <c:pt idx="1368">
                  <c:v>0.684</c:v>
                </c:pt>
                <c:pt idx="1369">
                  <c:v>0.6845</c:v>
                </c:pt>
                <c:pt idx="1370">
                  <c:v>0.685</c:v>
                </c:pt>
                <c:pt idx="1371">
                  <c:v>0.6855</c:v>
                </c:pt>
                <c:pt idx="1372">
                  <c:v>0.686</c:v>
                </c:pt>
                <c:pt idx="1373">
                  <c:v>0.6865</c:v>
                </c:pt>
                <c:pt idx="1374">
                  <c:v>0.687</c:v>
                </c:pt>
                <c:pt idx="1375">
                  <c:v>0.6875</c:v>
                </c:pt>
                <c:pt idx="1376">
                  <c:v>0.688</c:v>
                </c:pt>
                <c:pt idx="1377">
                  <c:v>0.6885</c:v>
                </c:pt>
                <c:pt idx="1378">
                  <c:v>0.689</c:v>
                </c:pt>
                <c:pt idx="1379">
                  <c:v>0.6895</c:v>
                </c:pt>
                <c:pt idx="1380">
                  <c:v>0.69</c:v>
                </c:pt>
                <c:pt idx="1381">
                  <c:v>0.6905</c:v>
                </c:pt>
                <c:pt idx="1382">
                  <c:v>0.691</c:v>
                </c:pt>
                <c:pt idx="1383">
                  <c:v>0.6915</c:v>
                </c:pt>
                <c:pt idx="1384">
                  <c:v>0.692</c:v>
                </c:pt>
                <c:pt idx="1385">
                  <c:v>0.6925</c:v>
                </c:pt>
                <c:pt idx="1386">
                  <c:v>0.693</c:v>
                </c:pt>
                <c:pt idx="1387">
                  <c:v>0.6935</c:v>
                </c:pt>
                <c:pt idx="1388">
                  <c:v>0.694</c:v>
                </c:pt>
                <c:pt idx="1389">
                  <c:v>0.6945</c:v>
                </c:pt>
                <c:pt idx="1390">
                  <c:v>0.695</c:v>
                </c:pt>
                <c:pt idx="1391">
                  <c:v>0.6955</c:v>
                </c:pt>
                <c:pt idx="1392">
                  <c:v>0.696</c:v>
                </c:pt>
                <c:pt idx="1393">
                  <c:v>0.6965</c:v>
                </c:pt>
                <c:pt idx="1394">
                  <c:v>0.697</c:v>
                </c:pt>
                <c:pt idx="1395">
                  <c:v>0.6975</c:v>
                </c:pt>
                <c:pt idx="1396">
                  <c:v>0.698</c:v>
                </c:pt>
                <c:pt idx="1397">
                  <c:v>0.6985</c:v>
                </c:pt>
                <c:pt idx="1398">
                  <c:v>0.699</c:v>
                </c:pt>
                <c:pt idx="1399">
                  <c:v>0.6995</c:v>
                </c:pt>
                <c:pt idx="1400">
                  <c:v>0.7</c:v>
                </c:pt>
                <c:pt idx="1401">
                  <c:v>0.7005</c:v>
                </c:pt>
                <c:pt idx="1402">
                  <c:v>0.701</c:v>
                </c:pt>
                <c:pt idx="1403">
                  <c:v>0.7015</c:v>
                </c:pt>
                <c:pt idx="1404">
                  <c:v>0.702</c:v>
                </c:pt>
                <c:pt idx="1405">
                  <c:v>0.7025</c:v>
                </c:pt>
                <c:pt idx="1406">
                  <c:v>0.703</c:v>
                </c:pt>
                <c:pt idx="1407">
                  <c:v>0.7035</c:v>
                </c:pt>
                <c:pt idx="1408">
                  <c:v>0.704</c:v>
                </c:pt>
                <c:pt idx="1409">
                  <c:v>0.7045</c:v>
                </c:pt>
                <c:pt idx="1410">
                  <c:v>0.705</c:v>
                </c:pt>
                <c:pt idx="1411">
                  <c:v>0.7055</c:v>
                </c:pt>
                <c:pt idx="1412">
                  <c:v>0.706</c:v>
                </c:pt>
                <c:pt idx="1413">
                  <c:v>0.7065</c:v>
                </c:pt>
                <c:pt idx="1414">
                  <c:v>0.707</c:v>
                </c:pt>
                <c:pt idx="1415">
                  <c:v>0.7075</c:v>
                </c:pt>
                <c:pt idx="1416">
                  <c:v>0.708</c:v>
                </c:pt>
                <c:pt idx="1417">
                  <c:v>0.7085</c:v>
                </c:pt>
                <c:pt idx="1418">
                  <c:v>0.709</c:v>
                </c:pt>
                <c:pt idx="1419">
                  <c:v>0.7095</c:v>
                </c:pt>
                <c:pt idx="1420">
                  <c:v>0.71</c:v>
                </c:pt>
                <c:pt idx="1421">
                  <c:v>0.7105</c:v>
                </c:pt>
                <c:pt idx="1422">
                  <c:v>0.711</c:v>
                </c:pt>
                <c:pt idx="1423">
                  <c:v>0.7115</c:v>
                </c:pt>
                <c:pt idx="1424">
                  <c:v>0.712</c:v>
                </c:pt>
                <c:pt idx="1425">
                  <c:v>0.7125</c:v>
                </c:pt>
                <c:pt idx="1426">
                  <c:v>0.713</c:v>
                </c:pt>
                <c:pt idx="1427">
                  <c:v>0.7135</c:v>
                </c:pt>
                <c:pt idx="1428">
                  <c:v>0.714</c:v>
                </c:pt>
                <c:pt idx="1429">
                  <c:v>0.7145</c:v>
                </c:pt>
                <c:pt idx="1430">
                  <c:v>0.715</c:v>
                </c:pt>
                <c:pt idx="1431">
                  <c:v>0.7155</c:v>
                </c:pt>
                <c:pt idx="1432">
                  <c:v>0.716</c:v>
                </c:pt>
                <c:pt idx="1433">
                  <c:v>0.7165</c:v>
                </c:pt>
                <c:pt idx="1434">
                  <c:v>0.717</c:v>
                </c:pt>
                <c:pt idx="1435">
                  <c:v>0.7175</c:v>
                </c:pt>
                <c:pt idx="1436">
                  <c:v>0.718</c:v>
                </c:pt>
                <c:pt idx="1437">
                  <c:v>0.7185</c:v>
                </c:pt>
                <c:pt idx="1438">
                  <c:v>0.719</c:v>
                </c:pt>
                <c:pt idx="1439">
                  <c:v>0.7195</c:v>
                </c:pt>
                <c:pt idx="1440">
                  <c:v>0.72</c:v>
                </c:pt>
                <c:pt idx="1441">
                  <c:v>0.7205</c:v>
                </c:pt>
                <c:pt idx="1442">
                  <c:v>0.721</c:v>
                </c:pt>
                <c:pt idx="1443">
                  <c:v>0.7215</c:v>
                </c:pt>
                <c:pt idx="1444">
                  <c:v>0.722</c:v>
                </c:pt>
                <c:pt idx="1445">
                  <c:v>0.7225</c:v>
                </c:pt>
                <c:pt idx="1446">
                  <c:v>0.723</c:v>
                </c:pt>
                <c:pt idx="1447">
                  <c:v>0.7235</c:v>
                </c:pt>
                <c:pt idx="1448">
                  <c:v>0.724</c:v>
                </c:pt>
                <c:pt idx="1449">
                  <c:v>0.7245</c:v>
                </c:pt>
                <c:pt idx="1450">
                  <c:v>0.725</c:v>
                </c:pt>
                <c:pt idx="1451">
                  <c:v>0.7255</c:v>
                </c:pt>
                <c:pt idx="1452">
                  <c:v>0.726</c:v>
                </c:pt>
                <c:pt idx="1453">
                  <c:v>0.7265</c:v>
                </c:pt>
                <c:pt idx="1454">
                  <c:v>0.727</c:v>
                </c:pt>
                <c:pt idx="1455">
                  <c:v>0.7275</c:v>
                </c:pt>
                <c:pt idx="1456">
                  <c:v>0.728</c:v>
                </c:pt>
                <c:pt idx="1457">
                  <c:v>0.7285</c:v>
                </c:pt>
                <c:pt idx="1458">
                  <c:v>0.729</c:v>
                </c:pt>
                <c:pt idx="1459">
                  <c:v>0.7295</c:v>
                </c:pt>
                <c:pt idx="1460">
                  <c:v>0.73</c:v>
                </c:pt>
                <c:pt idx="1461">
                  <c:v>0.7305</c:v>
                </c:pt>
                <c:pt idx="1462">
                  <c:v>0.731</c:v>
                </c:pt>
                <c:pt idx="1463">
                  <c:v>0.7315</c:v>
                </c:pt>
                <c:pt idx="1464">
                  <c:v>0.732</c:v>
                </c:pt>
                <c:pt idx="1465">
                  <c:v>0.7325</c:v>
                </c:pt>
                <c:pt idx="1466">
                  <c:v>0.733</c:v>
                </c:pt>
                <c:pt idx="1467">
                  <c:v>0.7335</c:v>
                </c:pt>
                <c:pt idx="1468">
                  <c:v>0.734</c:v>
                </c:pt>
                <c:pt idx="1469">
                  <c:v>0.7345</c:v>
                </c:pt>
                <c:pt idx="1470">
                  <c:v>0.735</c:v>
                </c:pt>
                <c:pt idx="1471">
                  <c:v>0.7355</c:v>
                </c:pt>
                <c:pt idx="1472">
                  <c:v>0.736</c:v>
                </c:pt>
                <c:pt idx="1473">
                  <c:v>0.7365</c:v>
                </c:pt>
                <c:pt idx="1474">
                  <c:v>0.737</c:v>
                </c:pt>
                <c:pt idx="1475">
                  <c:v>0.7375</c:v>
                </c:pt>
                <c:pt idx="1476">
                  <c:v>0.738</c:v>
                </c:pt>
                <c:pt idx="1477">
                  <c:v>0.7385</c:v>
                </c:pt>
                <c:pt idx="1478">
                  <c:v>0.739</c:v>
                </c:pt>
                <c:pt idx="1479">
                  <c:v>0.7395</c:v>
                </c:pt>
                <c:pt idx="1480">
                  <c:v>0.74</c:v>
                </c:pt>
                <c:pt idx="1481">
                  <c:v>0.7405</c:v>
                </c:pt>
                <c:pt idx="1482">
                  <c:v>0.741</c:v>
                </c:pt>
                <c:pt idx="1483">
                  <c:v>0.7415</c:v>
                </c:pt>
                <c:pt idx="1484">
                  <c:v>0.742</c:v>
                </c:pt>
                <c:pt idx="1485">
                  <c:v>0.7425</c:v>
                </c:pt>
                <c:pt idx="1486">
                  <c:v>0.743</c:v>
                </c:pt>
                <c:pt idx="1487">
                  <c:v>0.7435</c:v>
                </c:pt>
                <c:pt idx="1488">
                  <c:v>0.744</c:v>
                </c:pt>
                <c:pt idx="1489">
                  <c:v>0.7445</c:v>
                </c:pt>
                <c:pt idx="1490">
                  <c:v>0.745</c:v>
                </c:pt>
                <c:pt idx="1491">
                  <c:v>0.7455</c:v>
                </c:pt>
                <c:pt idx="1492">
                  <c:v>0.746</c:v>
                </c:pt>
                <c:pt idx="1493">
                  <c:v>0.7465</c:v>
                </c:pt>
                <c:pt idx="1494">
                  <c:v>0.747</c:v>
                </c:pt>
                <c:pt idx="1495">
                  <c:v>0.7475</c:v>
                </c:pt>
                <c:pt idx="1496">
                  <c:v>0.748</c:v>
                </c:pt>
                <c:pt idx="1497">
                  <c:v>0.7485</c:v>
                </c:pt>
                <c:pt idx="1498">
                  <c:v>0.749</c:v>
                </c:pt>
                <c:pt idx="1499">
                  <c:v>0.7495</c:v>
                </c:pt>
                <c:pt idx="1500">
                  <c:v>0.75</c:v>
                </c:pt>
                <c:pt idx="1501">
                  <c:v>0.7505</c:v>
                </c:pt>
                <c:pt idx="1502">
                  <c:v>0.751</c:v>
                </c:pt>
                <c:pt idx="1503">
                  <c:v>0.7515</c:v>
                </c:pt>
                <c:pt idx="1504">
                  <c:v>0.752</c:v>
                </c:pt>
                <c:pt idx="1505">
                  <c:v>0.7525</c:v>
                </c:pt>
                <c:pt idx="1506">
                  <c:v>0.753</c:v>
                </c:pt>
                <c:pt idx="1507">
                  <c:v>0.7535</c:v>
                </c:pt>
                <c:pt idx="1508">
                  <c:v>0.754</c:v>
                </c:pt>
                <c:pt idx="1509">
                  <c:v>0.7545</c:v>
                </c:pt>
                <c:pt idx="1510">
                  <c:v>0.755</c:v>
                </c:pt>
                <c:pt idx="1511">
                  <c:v>0.7555</c:v>
                </c:pt>
                <c:pt idx="1512">
                  <c:v>0.756</c:v>
                </c:pt>
                <c:pt idx="1513">
                  <c:v>0.7565</c:v>
                </c:pt>
                <c:pt idx="1514">
                  <c:v>0.757</c:v>
                </c:pt>
                <c:pt idx="1515">
                  <c:v>0.7575</c:v>
                </c:pt>
                <c:pt idx="1516">
                  <c:v>0.758</c:v>
                </c:pt>
                <c:pt idx="1517">
                  <c:v>0.7585</c:v>
                </c:pt>
                <c:pt idx="1518">
                  <c:v>0.759</c:v>
                </c:pt>
                <c:pt idx="1519">
                  <c:v>0.7595</c:v>
                </c:pt>
                <c:pt idx="1520">
                  <c:v>0.76</c:v>
                </c:pt>
                <c:pt idx="1521">
                  <c:v>0.7605</c:v>
                </c:pt>
                <c:pt idx="1522">
                  <c:v>0.761</c:v>
                </c:pt>
                <c:pt idx="1523">
                  <c:v>0.7615</c:v>
                </c:pt>
                <c:pt idx="1524">
                  <c:v>0.762</c:v>
                </c:pt>
                <c:pt idx="1525">
                  <c:v>0.7625</c:v>
                </c:pt>
                <c:pt idx="1526">
                  <c:v>0.763</c:v>
                </c:pt>
                <c:pt idx="1527">
                  <c:v>0.7635</c:v>
                </c:pt>
                <c:pt idx="1528">
                  <c:v>0.764</c:v>
                </c:pt>
                <c:pt idx="1529">
                  <c:v>0.7645</c:v>
                </c:pt>
                <c:pt idx="1530">
                  <c:v>0.765</c:v>
                </c:pt>
                <c:pt idx="1531">
                  <c:v>0.7655</c:v>
                </c:pt>
                <c:pt idx="1532">
                  <c:v>0.766</c:v>
                </c:pt>
                <c:pt idx="1533">
                  <c:v>0.7665</c:v>
                </c:pt>
                <c:pt idx="1534">
                  <c:v>0.767</c:v>
                </c:pt>
                <c:pt idx="1535">
                  <c:v>0.7675</c:v>
                </c:pt>
                <c:pt idx="1536">
                  <c:v>0.768</c:v>
                </c:pt>
                <c:pt idx="1537">
                  <c:v>0.7685</c:v>
                </c:pt>
                <c:pt idx="1538">
                  <c:v>0.769</c:v>
                </c:pt>
                <c:pt idx="1539">
                  <c:v>0.7695</c:v>
                </c:pt>
                <c:pt idx="1540">
                  <c:v>0.77</c:v>
                </c:pt>
                <c:pt idx="1541">
                  <c:v>0.7705</c:v>
                </c:pt>
                <c:pt idx="1542">
                  <c:v>0.771</c:v>
                </c:pt>
                <c:pt idx="1543">
                  <c:v>0.7715</c:v>
                </c:pt>
                <c:pt idx="1544">
                  <c:v>0.772</c:v>
                </c:pt>
                <c:pt idx="1545">
                  <c:v>0.7725</c:v>
                </c:pt>
                <c:pt idx="1546">
                  <c:v>0.773</c:v>
                </c:pt>
                <c:pt idx="1547">
                  <c:v>0.7735</c:v>
                </c:pt>
                <c:pt idx="1548">
                  <c:v>0.774</c:v>
                </c:pt>
                <c:pt idx="1549">
                  <c:v>0.7745</c:v>
                </c:pt>
                <c:pt idx="1550">
                  <c:v>0.775</c:v>
                </c:pt>
                <c:pt idx="1551">
                  <c:v>0.7755</c:v>
                </c:pt>
                <c:pt idx="1552">
                  <c:v>0.776</c:v>
                </c:pt>
                <c:pt idx="1553">
                  <c:v>0.7765</c:v>
                </c:pt>
                <c:pt idx="1554">
                  <c:v>0.777</c:v>
                </c:pt>
                <c:pt idx="1555">
                  <c:v>0.7775</c:v>
                </c:pt>
                <c:pt idx="1556">
                  <c:v>0.778</c:v>
                </c:pt>
                <c:pt idx="1557">
                  <c:v>0.7785</c:v>
                </c:pt>
                <c:pt idx="1558">
                  <c:v>0.779</c:v>
                </c:pt>
                <c:pt idx="1559">
                  <c:v>0.7795</c:v>
                </c:pt>
                <c:pt idx="1560">
                  <c:v>0.78</c:v>
                </c:pt>
                <c:pt idx="1561">
                  <c:v>0.7805</c:v>
                </c:pt>
                <c:pt idx="1562">
                  <c:v>0.781</c:v>
                </c:pt>
                <c:pt idx="1563">
                  <c:v>0.7815</c:v>
                </c:pt>
                <c:pt idx="1564">
                  <c:v>0.782</c:v>
                </c:pt>
                <c:pt idx="1565">
                  <c:v>0.7825</c:v>
                </c:pt>
                <c:pt idx="1566">
                  <c:v>0.783</c:v>
                </c:pt>
                <c:pt idx="1567">
                  <c:v>0.7835</c:v>
                </c:pt>
                <c:pt idx="1568">
                  <c:v>0.784</c:v>
                </c:pt>
                <c:pt idx="1569">
                  <c:v>0.7845</c:v>
                </c:pt>
                <c:pt idx="1570">
                  <c:v>0.785</c:v>
                </c:pt>
                <c:pt idx="1571">
                  <c:v>0.7855</c:v>
                </c:pt>
                <c:pt idx="1572">
                  <c:v>0.786</c:v>
                </c:pt>
                <c:pt idx="1573">
                  <c:v>0.7865</c:v>
                </c:pt>
                <c:pt idx="1574">
                  <c:v>0.787</c:v>
                </c:pt>
                <c:pt idx="1575">
                  <c:v>0.7875</c:v>
                </c:pt>
                <c:pt idx="1576">
                  <c:v>0.788</c:v>
                </c:pt>
                <c:pt idx="1577">
                  <c:v>0.7885</c:v>
                </c:pt>
                <c:pt idx="1578">
                  <c:v>0.789</c:v>
                </c:pt>
                <c:pt idx="1579">
                  <c:v>0.7895</c:v>
                </c:pt>
                <c:pt idx="1580">
                  <c:v>0.79</c:v>
                </c:pt>
                <c:pt idx="1581">
                  <c:v>0.7905</c:v>
                </c:pt>
                <c:pt idx="1582">
                  <c:v>0.791</c:v>
                </c:pt>
                <c:pt idx="1583">
                  <c:v>0.7915</c:v>
                </c:pt>
                <c:pt idx="1584">
                  <c:v>0.792</c:v>
                </c:pt>
                <c:pt idx="1585">
                  <c:v>0.7925</c:v>
                </c:pt>
                <c:pt idx="1586">
                  <c:v>0.793</c:v>
                </c:pt>
                <c:pt idx="1587">
                  <c:v>0.7935</c:v>
                </c:pt>
                <c:pt idx="1588">
                  <c:v>0.794</c:v>
                </c:pt>
                <c:pt idx="1589">
                  <c:v>0.7945</c:v>
                </c:pt>
                <c:pt idx="1590">
                  <c:v>0.795</c:v>
                </c:pt>
                <c:pt idx="1591">
                  <c:v>0.7955</c:v>
                </c:pt>
                <c:pt idx="1592">
                  <c:v>0.796</c:v>
                </c:pt>
                <c:pt idx="1593">
                  <c:v>0.7965</c:v>
                </c:pt>
                <c:pt idx="1594">
                  <c:v>0.797</c:v>
                </c:pt>
                <c:pt idx="1595">
                  <c:v>0.7975</c:v>
                </c:pt>
                <c:pt idx="1596">
                  <c:v>0.798</c:v>
                </c:pt>
                <c:pt idx="1597">
                  <c:v>0.7985</c:v>
                </c:pt>
                <c:pt idx="1598">
                  <c:v>0.799</c:v>
                </c:pt>
                <c:pt idx="1599">
                  <c:v>0.7995</c:v>
                </c:pt>
                <c:pt idx="1600">
                  <c:v>0.8</c:v>
                </c:pt>
                <c:pt idx="1601">
                  <c:v>0.8005</c:v>
                </c:pt>
                <c:pt idx="1602">
                  <c:v>0.801</c:v>
                </c:pt>
                <c:pt idx="1603">
                  <c:v>0.8015</c:v>
                </c:pt>
                <c:pt idx="1604">
                  <c:v>0.802</c:v>
                </c:pt>
                <c:pt idx="1605">
                  <c:v>0.8025</c:v>
                </c:pt>
                <c:pt idx="1606">
                  <c:v>0.803</c:v>
                </c:pt>
                <c:pt idx="1607">
                  <c:v>0.8035</c:v>
                </c:pt>
                <c:pt idx="1608">
                  <c:v>0.804</c:v>
                </c:pt>
                <c:pt idx="1609">
                  <c:v>0.8045</c:v>
                </c:pt>
                <c:pt idx="1610">
                  <c:v>0.805</c:v>
                </c:pt>
                <c:pt idx="1611">
                  <c:v>0.8055</c:v>
                </c:pt>
                <c:pt idx="1612">
                  <c:v>0.806</c:v>
                </c:pt>
                <c:pt idx="1613">
                  <c:v>0.8065</c:v>
                </c:pt>
                <c:pt idx="1614">
                  <c:v>0.807</c:v>
                </c:pt>
                <c:pt idx="1615">
                  <c:v>0.8075</c:v>
                </c:pt>
                <c:pt idx="1616">
                  <c:v>0.808</c:v>
                </c:pt>
                <c:pt idx="1617">
                  <c:v>0.8085</c:v>
                </c:pt>
                <c:pt idx="1618">
                  <c:v>0.809</c:v>
                </c:pt>
                <c:pt idx="1619">
                  <c:v>0.8095</c:v>
                </c:pt>
                <c:pt idx="1620">
                  <c:v>0.81</c:v>
                </c:pt>
                <c:pt idx="1621">
                  <c:v>0.8105</c:v>
                </c:pt>
                <c:pt idx="1622">
                  <c:v>0.811</c:v>
                </c:pt>
                <c:pt idx="1623">
                  <c:v>0.8115</c:v>
                </c:pt>
                <c:pt idx="1624">
                  <c:v>0.812</c:v>
                </c:pt>
                <c:pt idx="1625">
                  <c:v>0.8125</c:v>
                </c:pt>
                <c:pt idx="1626">
                  <c:v>0.813</c:v>
                </c:pt>
                <c:pt idx="1627">
                  <c:v>0.8135</c:v>
                </c:pt>
                <c:pt idx="1628">
                  <c:v>0.814</c:v>
                </c:pt>
                <c:pt idx="1629">
                  <c:v>0.8145</c:v>
                </c:pt>
                <c:pt idx="1630">
                  <c:v>0.815</c:v>
                </c:pt>
                <c:pt idx="1631">
                  <c:v>0.8155</c:v>
                </c:pt>
                <c:pt idx="1632">
                  <c:v>0.816</c:v>
                </c:pt>
                <c:pt idx="1633">
                  <c:v>0.8165</c:v>
                </c:pt>
                <c:pt idx="1634">
                  <c:v>0.817</c:v>
                </c:pt>
                <c:pt idx="1635">
                  <c:v>0.8175</c:v>
                </c:pt>
                <c:pt idx="1636">
                  <c:v>0.818</c:v>
                </c:pt>
                <c:pt idx="1637">
                  <c:v>0.8185</c:v>
                </c:pt>
                <c:pt idx="1638">
                  <c:v>0.819</c:v>
                </c:pt>
                <c:pt idx="1639">
                  <c:v>0.8195</c:v>
                </c:pt>
                <c:pt idx="1640">
                  <c:v>0.82</c:v>
                </c:pt>
                <c:pt idx="1641">
                  <c:v>0.8205</c:v>
                </c:pt>
                <c:pt idx="1642">
                  <c:v>0.821</c:v>
                </c:pt>
                <c:pt idx="1643">
                  <c:v>0.8215</c:v>
                </c:pt>
                <c:pt idx="1644">
                  <c:v>0.822</c:v>
                </c:pt>
                <c:pt idx="1645">
                  <c:v>0.8225</c:v>
                </c:pt>
                <c:pt idx="1646">
                  <c:v>0.823</c:v>
                </c:pt>
                <c:pt idx="1647">
                  <c:v>0.8235</c:v>
                </c:pt>
                <c:pt idx="1648">
                  <c:v>0.824</c:v>
                </c:pt>
                <c:pt idx="1649">
                  <c:v>0.8245</c:v>
                </c:pt>
                <c:pt idx="1650">
                  <c:v>0.825</c:v>
                </c:pt>
                <c:pt idx="1651">
                  <c:v>0.8255</c:v>
                </c:pt>
                <c:pt idx="1652">
                  <c:v>0.826</c:v>
                </c:pt>
                <c:pt idx="1653">
                  <c:v>0.8265</c:v>
                </c:pt>
                <c:pt idx="1654">
                  <c:v>0.827</c:v>
                </c:pt>
                <c:pt idx="1655">
                  <c:v>0.8275</c:v>
                </c:pt>
                <c:pt idx="1656">
                  <c:v>0.828</c:v>
                </c:pt>
                <c:pt idx="1657">
                  <c:v>0.8285</c:v>
                </c:pt>
                <c:pt idx="1658">
                  <c:v>0.829</c:v>
                </c:pt>
                <c:pt idx="1659">
                  <c:v>0.8295</c:v>
                </c:pt>
                <c:pt idx="1660">
                  <c:v>0.83</c:v>
                </c:pt>
                <c:pt idx="1661">
                  <c:v>0.8305</c:v>
                </c:pt>
                <c:pt idx="1662">
                  <c:v>0.831</c:v>
                </c:pt>
                <c:pt idx="1663">
                  <c:v>0.8315</c:v>
                </c:pt>
                <c:pt idx="1664">
                  <c:v>0.832</c:v>
                </c:pt>
                <c:pt idx="1665">
                  <c:v>0.8325</c:v>
                </c:pt>
                <c:pt idx="1666">
                  <c:v>0.833</c:v>
                </c:pt>
                <c:pt idx="1667">
                  <c:v>0.8335</c:v>
                </c:pt>
                <c:pt idx="1668">
                  <c:v>0.834</c:v>
                </c:pt>
                <c:pt idx="1669">
                  <c:v>0.8345</c:v>
                </c:pt>
                <c:pt idx="1670">
                  <c:v>0.835</c:v>
                </c:pt>
                <c:pt idx="1671">
                  <c:v>0.8355</c:v>
                </c:pt>
                <c:pt idx="1672">
                  <c:v>0.836</c:v>
                </c:pt>
                <c:pt idx="1673">
                  <c:v>0.8365</c:v>
                </c:pt>
                <c:pt idx="1674">
                  <c:v>0.837</c:v>
                </c:pt>
                <c:pt idx="1675">
                  <c:v>0.8375</c:v>
                </c:pt>
                <c:pt idx="1676">
                  <c:v>0.838</c:v>
                </c:pt>
                <c:pt idx="1677">
                  <c:v>0.8385</c:v>
                </c:pt>
                <c:pt idx="1678">
                  <c:v>0.839</c:v>
                </c:pt>
                <c:pt idx="1679">
                  <c:v>0.8395</c:v>
                </c:pt>
                <c:pt idx="1680">
                  <c:v>0.84</c:v>
                </c:pt>
                <c:pt idx="1681">
                  <c:v>0.8405</c:v>
                </c:pt>
                <c:pt idx="1682">
                  <c:v>0.841</c:v>
                </c:pt>
                <c:pt idx="1683">
                  <c:v>0.8415</c:v>
                </c:pt>
                <c:pt idx="1684">
                  <c:v>0.842</c:v>
                </c:pt>
                <c:pt idx="1685">
                  <c:v>0.8425</c:v>
                </c:pt>
                <c:pt idx="1686">
                  <c:v>0.843</c:v>
                </c:pt>
                <c:pt idx="1687">
                  <c:v>0.8435</c:v>
                </c:pt>
                <c:pt idx="1688">
                  <c:v>0.844</c:v>
                </c:pt>
                <c:pt idx="1689">
                  <c:v>0.8445</c:v>
                </c:pt>
                <c:pt idx="1690">
                  <c:v>0.845</c:v>
                </c:pt>
                <c:pt idx="1691">
                  <c:v>0.8455</c:v>
                </c:pt>
                <c:pt idx="1692">
                  <c:v>0.846</c:v>
                </c:pt>
                <c:pt idx="1693">
                  <c:v>0.8465</c:v>
                </c:pt>
                <c:pt idx="1694">
                  <c:v>0.847</c:v>
                </c:pt>
                <c:pt idx="1695">
                  <c:v>0.8475</c:v>
                </c:pt>
                <c:pt idx="1696">
                  <c:v>0.848</c:v>
                </c:pt>
                <c:pt idx="1697">
                  <c:v>0.8485</c:v>
                </c:pt>
                <c:pt idx="1698">
                  <c:v>0.849</c:v>
                </c:pt>
                <c:pt idx="1699">
                  <c:v>0.8495</c:v>
                </c:pt>
                <c:pt idx="1700">
                  <c:v>0.85</c:v>
                </c:pt>
                <c:pt idx="1701">
                  <c:v>0.8505</c:v>
                </c:pt>
                <c:pt idx="1702">
                  <c:v>0.851</c:v>
                </c:pt>
                <c:pt idx="1703">
                  <c:v>0.8515</c:v>
                </c:pt>
                <c:pt idx="1704">
                  <c:v>0.852</c:v>
                </c:pt>
                <c:pt idx="1705">
                  <c:v>0.8525</c:v>
                </c:pt>
                <c:pt idx="1706">
                  <c:v>0.853</c:v>
                </c:pt>
                <c:pt idx="1707">
                  <c:v>0.8535</c:v>
                </c:pt>
                <c:pt idx="1708">
                  <c:v>0.854</c:v>
                </c:pt>
                <c:pt idx="1709">
                  <c:v>0.8545</c:v>
                </c:pt>
                <c:pt idx="1710">
                  <c:v>0.855</c:v>
                </c:pt>
                <c:pt idx="1711">
                  <c:v>0.8555</c:v>
                </c:pt>
                <c:pt idx="1712">
                  <c:v>0.856</c:v>
                </c:pt>
                <c:pt idx="1713">
                  <c:v>0.8565</c:v>
                </c:pt>
                <c:pt idx="1714">
                  <c:v>0.857</c:v>
                </c:pt>
                <c:pt idx="1715">
                  <c:v>0.8575</c:v>
                </c:pt>
                <c:pt idx="1716">
                  <c:v>0.858</c:v>
                </c:pt>
                <c:pt idx="1717">
                  <c:v>0.8585</c:v>
                </c:pt>
                <c:pt idx="1718">
                  <c:v>0.859</c:v>
                </c:pt>
                <c:pt idx="1719">
                  <c:v>0.8595</c:v>
                </c:pt>
                <c:pt idx="1720">
                  <c:v>0.86</c:v>
                </c:pt>
                <c:pt idx="1721">
                  <c:v>0.8605</c:v>
                </c:pt>
                <c:pt idx="1722">
                  <c:v>0.861</c:v>
                </c:pt>
                <c:pt idx="1723">
                  <c:v>0.8615</c:v>
                </c:pt>
                <c:pt idx="1724">
                  <c:v>0.862</c:v>
                </c:pt>
                <c:pt idx="1725">
                  <c:v>0.8625</c:v>
                </c:pt>
                <c:pt idx="1726">
                  <c:v>0.863</c:v>
                </c:pt>
                <c:pt idx="1727">
                  <c:v>0.8635</c:v>
                </c:pt>
                <c:pt idx="1728">
                  <c:v>0.864</c:v>
                </c:pt>
                <c:pt idx="1729">
                  <c:v>0.8645</c:v>
                </c:pt>
                <c:pt idx="1730">
                  <c:v>0.865</c:v>
                </c:pt>
                <c:pt idx="1731">
                  <c:v>0.8655</c:v>
                </c:pt>
                <c:pt idx="1732">
                  <c:v>0.866</c:v>
                </c:pt>
                <c:pt idx="1733">
                  <c:v>0.8665</c:v>
                </c:pt>
                <c:pt idx="1734">
                  <c:v>0.867</c:v>
                </c:pt>
                <c:pt idx="1735">
                  <c:v>0.8675</c:v>
                </c:pt>
                <c:pt idx="1736">
                  <c:v>0.868</c:v>
                </c:pt>
                <c:pt idx="1737">
                  <c:v>0.8685</c:v>
                </c:pt>
                <c:pt idx="1738">
                  <c:v>0.869</c:v>
                </c:pt>
                <c:pt idx="1739">
                  <c:v>0.8695</c:v>
                </c:pt>
                <c:pt idx="1740">
                  <c:v>0.87</c:v>
                </c:pt>
                <c:pt idx="1741">
                  <c:v>0.8705</c:v>
                </c:pt>
                <c:pt idx="1742">
                  <c:v>0.871</c:v>
                </c:pt>
                <c:pt idx="1743">
                  <c:v>0.8715</c:v>
                </c:pt>
                <c:pt idx="1744">
                  <c:v>0.872</c:v>
                </c:pt>
                <c:pt idx="1745">
                  <c:v>0.8725</c:v>
                </c:pt>
                <c:pt idx="1746">
                  <c:v>0.873</c:v>
                </c:pt>
                <c:pt idx="1747">
                  <c:v>0.8735</c:v>
                </c:pt>
                <c:pt idx="1748">
                  <c:v>0.874</c:v>
                </c:pt>
                <c:pt idx="1749">
                  <c:v>0.8745</c:v>
                </c:pt>
                <c:pt idx="1750">
                  <c:v>0.875</c:v>
                </c:pt>
                <c:pt idx="1751">
                  <c:v>0.8755</c:v>
                </c:pt>
                <c:pt idx="1752">
                  <c:v>0.876</c:v>
                </c:pt>
                <c:pt idx="1753">
                  <c:v>0.8765</c:v>
                </c:pt>
                <c:pt idx="1754">
                  <c:v>0.877</c:v>
                </c:pt>
                <c:pt idx="1755">
                  <c:v>0.8775</c:v>
                </c:pt>
                <c:pt idx="1756">
                  <c:v>0.878</c:v>
                </c:pt>
                <c:pt idx="1757">
                  <c:v>0.8785</c:v>
                </c:pt>
                <c:pt idx="1758">
                  <c:v>0.879</c:v>
                </c:pt>
                <c:pt idx="1759">
                  <c:v>0.8795</c:v>
                </c:pt>
                <c:pt idx="1760">
                  <c:v>0.88</c:v>
                </c:pt>
                <c:pt idx="1761">
                  <c:v>0.8805</c:v>
                </c:pt>
                <c:pt idx="1762">
                  <c:v>0.881</c:v>
                </c:pt>
                <c:pt idx="1763">
                  <c:v>0.8815</c:v>
                </c:pt>
                <c:pt idx="1764">
                  <c:v>0.882</c:v>
                </c:pt>
                <c:pt idx="1765">
                  <c:v>0.8825</c:v>
                </c:pt>
                <c:pt idx="1766">
                  <c:v>0.883</c:v>
                </c:pt>
                <c:pt idx="1767">
                  <c:v>0.8835</c:v>
                </c:pt>
                <c:pt idx="1768">
                  <c:v>0.884</c:v>
                </c:pt>
                <c:pt idx="1769">
                  <c:v>0.8845</c:v>
                </c:pt>
                <c:pt idx="1770">
                  <c:v>0.885</c:v>
                </c:pt>
                <c:pt idx="1771">
                  <c:v>0.8855</c:v>
                </c:pt>
                <c:pt idx="1772">
                  <c:v>0.886</c:v>
                </c:pt>
                <c:pt idx="1773">
                  <c:v>0.8865</c:v>
                </c:pt>
                <c:pt idx="1774">
                  <c:v>0.887</c:v>
                </c:pt>
                <c:pt idx="1775">
                  <c:v>0.8875</c:v>
                </c:pt>
                <c:pt idx="1776">
                  <c:v>0.888</c:v>
                </c:pt>
                <c:pt idx="1777">
                  <c:v>0.8885</c:v>
                </c:pt>
                <c:pt idx="1778">
                  <c:v>0.889</c:v>
                </c:pt>
                <c:pt idx="1779">
                  <c:v>0.8895</c:v>
                </c:pt>
                <c:pt idx="1780">
                  <c:v>0.89</c:v>
                </c:pt>
                <c:pt idx="1781">
                  <c:v>0.8905</c:v>
                </c:pt>
                <c:pt idx="1782">
                  <c:v>0.891</c:v>
                </c:pt>
                <c:pt idx="1783">
                  <c:v>0.8915</c:v>
                </c:pt>
                <c:pt idx="1784">
                  <c:v>0.892</c:v>
                </c:pt>
                <c:pt idx="1785">
                  <c:v>0.8925</c:v>
                </c:pt>
                <c:pt idx="1786">
                  <c:v>0.893</c:v>
                </c:pt>
                <c:pt idx="1787">
                  <c:v>0.8935</c:v>
                </c:pt>
                <c:pt idx="1788">
                  <c:v>0.894</c:v>
                </c:pt>
                <c:pt idx="1789">
                  <c:v>0.8945</c:v>
                </c:pt>
                <c:pt idx="1790">
                  <c:v>0.895</c:v>
                </c:pt>
                <c:pt idx="1791">
                  <c:v>0.8955</c:v>
                </c:pt>
                <c:pt idx="1792">
                  <c:v>0.896</c:v>
                </c:pt>
                <c:pt idx="1793">
                  <c:v>0.8965</c:v>
                </c:pt>
                <c:pt idx="1794">
                  <c:v>0.897</c:v>
                </c:pt>
                <c:pt idx="1795">
                  <c:v>0.8975</c:v>
                </c:pt>
                <c:pt idx="1796">
                  <c:v>0.898</c:v>
                </c:pt>
                <c:pt idx="1797">
                  <c:v>0.8985</c:v>
                </c:pt>
                <c:pt idx="1798">
                  <c:v>0.899</c:v>
                </c:pt>
                <c:pt idx="1799">
                  <c:v>0.8995</c:v>
                </c:pt>
                <c:pt idx="1800">
                  <c:v>0.9</c:v>
                </c:pt>
                <c:pt idx="1801">
                  <c:v>0.9005</c:v>
                </c:pt>
                <c:pt idx="1802">
                  <c:v>0.901</c:v>
                </c:pt>
                <c:pt idx="1803">
                  <c:v>0.9015</c:v>
                </c:pt>
                <c:pt idx="1804">
                  <c:v>0.902</c:v>
                </c:pt>
                <c:pt idx="1805">
                  <c:v>0.9025</c:v>
                </c:pt>
                <c:pt idx="1806">
                  <c:v>0.903</c:v>
                </c:pt>
                <c:pt idx="1807">
                  <c:v>0.9035</c:v>
                </c:pt>
                <c:pt idx="1808">
                  <c:v>0.904</c:v>
                </c:pt>
                <c:pt idx="1809">
                  <c:v>0.9045</c:v>
                </c:pt>
                <c:pt idx="1810">
                  <c:v>0.905</c:v>
                </c:pt>
                <c:pt idx="1811">
                  <c:v>0.9055</c:v>
                </c:pt>
                <c:pt idx="1812">
                  <c:v>0.906</c:v>
                </c:pt>
                <c:pt idx="1813">
                  <c:v>0.9065</c:v>
                </c:pt>
                <c:pt idx="1814">
                  <c:v>0.907</c:v>
                </c:pt>
                <c:pt idx="1815">
                  <c:v>0.9075</c:v>
                </c:pt>
                <c:pt idx="1816">
                  <c:v>0.908</c:v>
                </c:pt>
                <c:pt idx="1817">
                  <c:v>0.9085</c:v>
                </c:pt>
                <c:pt idx="1818">
                  <c:v>0.909</c:v>
                </c:pt>
                <c:pt idx="1819">
                  <c:v>0.9095</c:v>
                </c:pt>
                <c:pt idx="1820">
                  <c:v>0.91</c:v>
                </c:pt>
                <c:pt idx="1821">
                  <c:v>0.9105</c:v>
                </c:pt>
                <c:pt idx="1822">
                  <c:v>0.911</c:v>
                </c:pt>
                <c:pt idx="1823">
                  <c:v>0.9115</c:v>
                </c:pt>
                <c:pt idx="1824">
                  <c:v>0.912</c:v>
                </c:pt>
                <c:pt idx="1825">
                  <c:v>0.9125</c:v>
                </c:pt>
                <c:pt idx="1826">
                  <c:v>0.913</c:v>
                </c:pt>
                <c:pt idx="1827">
                  <c:v>0.9135</c:v>
                </c:pt>
                <c:pt idx="1828">
                  <c:v>0.914</c:v>
                </c:pt>
                <c:pt idx="1829">
                  <c:v>0.9145</c:v>
                </c:pt>
                <c:pt idx="1830">
                  <c:v>0.915</c:v>
                </c:pt>
                <c:pt idx="1831">
                  <c:v>0.9155</c:v>
                </c:pt>
                <c:pt idx="1832">
                  <c:v>0.916</c:v>
                </c:pt>
                <c:pt idx="1833">
                  <c:v>0.9165</c:v>
                </c:pt>
                <c:pt idx="1834">
                  <c:v>0.917</c:v>
                </c:pt>
                <c:pt idx="1835">
                  <c:v>0.9175</c:v>
                </c:pt>
                <c:pt idx="1836">
                  <c:v>0.918</c:v>
                </c:pt>
                <c:pt idx="1837">
                  <c:v>0.9185</c:v>
                </c:pt>
                <c:pt idx="1838">
                  <c:v>0.919</c:v>
                </c:pt>
                <c:pt idx="1839">
                  <c:v>0.9195</c:v>
                </c:pt>
                <c:pt idx="1840">
                  <c:v>0.92</c:v>
                </c:pt>
                <c:pt idx="1841">
                  <c:v>0.9205</c:v>
                </c:pt>
                <c:pt idx="1842">
                  <c:v>0.921</c:v>
                </c:pt>
                <c:pt idx="1843">
                  <c:v>0.9215</c:v>
                </c:pt>
                <c:pt idx="1844">
                  <c:v>0.922</c:v>
                </c:pt>
                <c:pt idx="1845">
                  <c:v>0.9225</c:v>
                </c:pt>
                <c:pt idx="1846">
                  <c:v>0.923</c:v>
                </c:pt>
                <c:pt idx="1847">
                  <c:v>0.9235</c:v>
                </c:pt>
                <c:pt idx="1848">
                  <c:v>0.924</c:v>
                </c:pt>
                <c:pt idx="1849">
                  <c:v>0.9245</c:v>
                </c:pt>
                <c:pt idx="1850">
                  <c:v>0.925</c:v>
                </c:pt>
                <c:pt idx="1851">
                  <c:v>0.9255</c:v>
                </c:pt>
                <c:pt idx="1852">
                  <c:v>0.926</c:v>
                </c:pt>
                <c:pt idx="1853">
                  <c:v>0.9265</c:v>
                </c:pt>
                <c:pt idx="1854">
                  <c:v>0.927</c:v>
                </c:pt>
                <c:pt idx="1855">
                  <c:v>0.9275</c:v>
                </c:pt>
                <c:pt idx="1856">
                  <c:v>0.928</c:v>
                </c:pt>
                <c:pt idx="1857">
                  <c:v>0.9285</c:v>
                </c:pt>
                <c:pt idx="1858">
                  <c:v>0.929</c:v>
                </c:pt>
                <c:pt idx="1859">
                  <c:v>0.9295</c:v>
                </c:pt>
                <c:pt idx="1860">
                  <c:v>0.93</c:v>
                </c:pt>
                <c:pt idx="1861">
                  <c:v>0.9305</c:v>
                </c:pt>
                <c:pt idx="1862">
                  <c:v>0.931</c:v>
                </c:pt>
                <c:pt idx="1863">
                  <c:v>0.9315</c:v>
                </c:pt>
                <c:pt idx="1864">
                  <c:v>0.932</c:v>
                </c:pt>
                <c:pt idx="1865">
                  <c:v>0.9325</c:v>
                </c:pt>
                <c:pt idx="1866">
                  <c:v>0.933</c:v>
                </c:pt>
                <c:pt idx="1867">
                  <c:v>0.9335</c:v>
                </c:pt>
                <c:pt idx="1868">
                  <c:v>0.934</c:v>
                </c:pt>
                <c:pt idx="1869">
                  <c:v>0.9345</c:v>
                </c:pt>
                <c:pt idx="1870">
                  <c:v>0.935</c:v>
                </c:pt>
                <c:pt idx="1871">
                  <c:v>0.9355</c:v>
                </c:pt>
                <c:pt idx="1872">
                  <c:v>0.936</c:v>
                </c:pt>
                <c:pt idx="1873">
                  <c:v>0.9365</c:v>
                </c:pt>
                <c:pt idx="1874">
                  <c:v>0.937</c:v>
                </c:pt>
                <c:pt idx="1875">
                  <c:v>0.9375</c:v>
                </c:pt>
                <c:pt idx="1876">
                  <c:v>0.938</c:v>
                </c:pt>
                <c:pt idx="1877">
                  <c:v>0.9385</c:v>
                </c:pt>
                <c:pt idx="1878">
                  <c:v>0.939</c:v>
                </c:pt>
                <c:pt idx="1879">
                  <c:v>0.9395</c:v>
                </c:pt>
                <c:pt idx="1880">
                  <c:v>0.94</c:v>
                </c:pt>
                <c:pt idx="1881">
                  <c:v>0.9405</c:v>
                </c:pt>
                <c:pt idx="1882">
                  <c:v>0.941</c:v>
                </c:pt>
                <c:pt idx="1883">
                  <c:v>0.9415</c:v>
                </c:pt>
                <c:pt idx="1884">
                  <c:v>0.942</c:v>
                </c:pt>
                <c:pt idx="1885">
                  <c:v>0.9425</c:v>
                </c:pt>
                <c:pt idx="1886">
                  <c:v>0.943</c:v>
                </c:pt>
                <c:pt idx="1887">
                  <c:v>0.9435</c:v>
                </c:pt>
                <c:pt idx="1888">
                  <c:v>0.944</c:v>
                </c:pt>
                <c:pt idx="1889">
                  <c:v>0.9445</c:v>
                </c:pt>
                <c:pt idx="1890">
                  <c:v>0.945</c:v>
                </c:pt>
                <c:pt idx="1891">
                  <c:v>0.9455</c:v>
                </c:pt>
                <c:pt idx="1892">
                  <c:v>0.946</c:v>
                </c:pt>
                <c:pt idx="1893">
                  <c:v>0.9465</c:v>
                </c:pt>
                <c:pt idx="1894">
                  <c:v>0.947</c:v>
                </c:pt>
                <c:pt idx="1895">
                  <c:v>0.9475</c:v>
                </c:pt>
                <c:pt idx="1896">
                  <c:v>0.948</c:v>
                </c:pt>
                <c:pt idx="1897">
                  <c:v>0.9485</c:v>
                </c:pt>
                <c:pt idx="1898">
                  <c:v>0.949</c:v>
                </c:pt>
                <c:pt idx="1899">
                  <c:v>0.9495</c:v>
                </c:pt>
                <c:pt idx="1900">
                  <c:v>0.95</c:v>
                </c:pt>
                <c:pt idx="1901">
                  <c:v>0.9505</c:v>
                </c:pt>
                <c:pt idx="1902">
                  <c:v>0.951</c:v>
                </c:pt>
                <c:pt idx="1903">
                  <c:v>0.9515</c:v>
                </c:pt>
                <c:pt idx="1904">
                  <c:v>0.952</c:v>
                </c:pt>
                <c:pt idx="1905">
                  <c:v>0.9525</c:v>
                </c:pt>
                <c:pt idx="1906">
                  <c:v>0.953</c:v>
                </c:pt>
                <c:pt idx="1907">
                  <c:v>0.9535</c:v>
                </c:pt>
                <c:pt idx="1908">
                  <c:v>0.954</c:v>
                </c:pt>
                <c:pt idx="1909">
                  <c:v>0.9545</c:v>
                </c:pt>
                <c:pt idx="1910">
                  <c:v>0.955</c:v>
                </c:pt>
                <c:pt idx="1911">
                  <c:v>0.9555</c:v>
                </c:pt>
                <c:pt idx="1912">
                  <c:v>0.956</c:v>
                </c:pt>
                <c:pt idx="1913">
                  <c:v>0.9565</c:v>
                </c:pt>
                <c:pt idx="1914">
                  <c:v>0.957</c:v>
                </c:pt>
                <c:pt idx="1915">
                  <c:v>0.9575</c:v>
                </c:pt>
                <c:pt idx="1916">
                  <c:v>0.958</c:v>
                </c:pt>
                <c:pt idx="1917">
                  <c:v>0.9585</c:v>
                </c:pt>
                <c:pt idx="1918">
                  <c:v>0.959</c:v>
                </c:pt>
                <c:pt idx="1919">
                  <c:v>0.9595</c:v>
                </c:pt>
                <c:pt idx="1920">
                  <c:v>0.96</c:v>
                </c:pt>
                <c:pt idx="1921">
                  <c:v>0.9605</c:v>
                </c:pt>
                <c:pt idx="1922">
                  <c:v>0.961</c:v>
                </c:pt>
                <c:pt idx="1923">
                  <c:v>0.9615</c:v>
                </c:pt>
                <c:pt idx="1924">
                  <c:v>0.962</c:v>
                </c:pt>
                <c:pt idx="1925">
                  <c:v>0.9625</c:v>
                </c:pt>
                <c:pt idx="1926">
                  <c:v>0.963</c:v>
                </c:pt>
                <c:pt idx="1927">
                  <c:v>0.9635</c:v>
                </c:pt>
                <c:pt idx="1928">
                  <c:v>0.964</c:v>
                </c:pt>
                <c:pt idx="1929">
                  <c:v>0.9645</c:v>
                </c:pt>
                <c:pt idx="1930">
                  <c:v>0.965</c:v>
                </c:pt>
                <c:pt idx="1931">
                  <c:v>0.9655</c:v>
                </c:pt>
                <c:pt idx="1932">
                  <c:v>0.966</c:v>
                </c:pt>
                <c:pt idx="1933">
                  <c:v>0.9665</c:v>
                </c:pt>
                <c:pt idx="1934">
                  <c:v>0.967</c:v>
                </c:pt>
                <c:pt idx="1935">
                  <c:v>0.9675</c:v>
                </c:pt>
                <c:pt idx="1936">
                  <c:v>0.968</c:v>
                </c:pt>
                <c:pt idx="1937">
                  <c:v>0.9685</c:v>
                </c:pt>
                <c:pt idx="1938">
                  <c:v>0.969</c:v>
                </c:pt>
                <c:pt idx="1939">
                  <c:v>0.9695</c:v>
                </c:pt>
                <c:pt idx="1940">
                  <c:v>0.97</c:v>
                </c:pt>
                <c:pt idx="1941">
                  <c:v>0.9705</c:v>
                </c:pt>
                <c:pt idx="1942">
                  <c:v>0.971</c:v>
                </c:pt>
                <c:pt idx="1943">
                  <c:v>0.9715</c:v>
                </c:pt>
                <c:pt idx="1944">
                  <c:v>0.972</c:v>
                </c:pt>
                <c:pt idx="1945">
                  <c:v>0.9725</c:v>
                </c:pt>
                <c:pt idx="1946">
                  <c:v>0.973</c:v>
                </c:pt>
                <c:pt idx="1947">
                  <c:v>0.9735</c:v>
                </c:pt>
                <c:pt idx="1948">
                  <c:v>0.974</c:v>
                </c:pt>
                <c:pt idx="1949">
                  <c:v>0.9745</c:v>
                </c:pt>
                <c:pt idx="1950">
                  <c:v>0.975</c:v>
                </c:pt>
                <c:pt idx="1951">
                  <c:v>0.9755</c:v>
                </c:pt>
                <c:pt idx="1952">
                  <c:v>0.976</c:v>
                </c:pt>
                <c:pt idx="1953">
                  <c:v>0.9765</c:v>
                </c:pt>
                <c:pt idx="1954">
                  <c:v>0.977</c:v>
                </c:pt>
                <c:pt idx="1955">
                  <c:v>0.9775</c:v>
                </c:pt>
                <c:pt idx="1956">
                  <c:v>0.978</c:v>
                </c:pt>
                <c:pt idx="1957">
                  <c:v>0.9785</c:v>
                </c:pt>
                <c:pt idx="1958">
                  <c:v>0.979</c:v>
                </c:pt>
                <c:pt idx="1959">
                  <c:v>0.9795</c:v>
                </c:pt>
                <c:pt idx="1960">
                  <c:v>0.98</c:v>
                </c:pt>
                <c:pt idx="1961">
                  <c:v>0.9805</c:v>
                </c:pt>
                <c:pt idx="1962">
                  <c:v>0.981</c:v>
                </c:pt>
                <c:pt idx="1963">
                  <c:v>0.9815</c:v>
                </c:pt>
                <c:pt idx="1964">
                  <c:v>0.982</c:v>
                </c:pt>
                <c:pt idx="1965">
                  <c:v>0.9825</c:v>
                </c:pt>
                <c:pt idx="1966">
                  <c:v>0.983</c:v>
                </c:pt>
                <c:pt idx="1967">
                  <c:v>0.9835</c:v>
                </c:pt>
                <c:pt idx="1968">
                  <c:v>0.984</c:v>
                </c:pt>
                <c:pt idx="1969">
                  <c:v>0.9845</c:v>
                </c:pt>
                <c:pt idx="1970">
                  <c:v>0.985</c:v>
                </c:pt>
                <c:pt idx="1971">
                  <c:v>0.9855</c:v>
                </c:pt>
                <c:pt idx="1972">
                  <c:v>0.986</c:v>
                </c:pt>
                <c:pt idx="1973">
                  <c:v>0.9865</c:v>
                </c:pt>
                <c:pt idx="1974">
                  <c:v>0.987</c:v>
                </c:pt>
                <c:pt idx="1975">
                  <c:v>0.9875</c:v>
                </c:pt>
                <c:pt idx="1976">
                  <c:v>0.988</c:v>
                </c:pt>
                <c:pt idx="1977">
                  <c:v>0.9885</c:v>
                </c:pt>
                <c:pt idx="1978">
                  <c:v>0.989</c:v>
                </c:pt>
                <c:pt idx="1979">
                  <c:v>0.9895</c:v>
                </c:pt>
                <c:pt idx="1980">
                  <c:v>0.99</c:v>
                </c:pt>
                <c:pt idx="1981">
                  <c:v>0.9905</c:v>
                </c:pt>
                <c:pt idx="1982">
                  <c:v>0.991</c:v>
                </c:pt>
                <c:pt idx="1983">
                  <c:v>0.9915</c:v>
                </c:pt>
                <c:pt idx="1984">
                  <c:v>0.992</c:v>
                </c:pt>
                <c:pt idx="1985">
                  <c:v>0.9925</c:v>
                </c:pt>
                <c:pt idx="1986">
                  <c:v>0.993</c:v>
                </c:pt>
                <c:pt idx="1987">
                  <c:v>0.9935</c:v>
                </c:pt>
                <c:pt idx="1988">
                  <c:v>0.994</c:v>
                </c:pt>
                <c:pt idx="1989">
                  <c:v>0.9945</c:v>
                </c:pt>
                <c:pt idx="1990">
                  <c:v>0.995</c:v>
                </c:pt>
                <c:pt idx="1991">
                  <c:v>0.9955</c:v>
                </c:pt>
                <c:pt idx="1992">
                  <c:v>0.996</c:v>
                </c:pt>
                <c:pt idx="1993">
                  <c:v>0.9965</c:v>
                </c:pt>
                <c:pt idx="1994">
                  <c:v>0.997</c:v>
                </c:pt>
                <c:pt idx="1995">
                  <c:v>0.9975</c:v>
                </c:pt>
                <c:pt idx="1996">
                  <c:v>0.998</c:v>
                </c:pt>
                <c:pt idx="1997">
                  <c:v>0.9985</c:v>
                </c:pt>
                <c:pt idx="1998">
                  <c:v>0.999</c:v>
                </c:pt>
                <c:pt idx="1999">
                  <c:v>0.9995</c:v>
                </c:pt>
                <c:pt idx="2000">
                  <c:v>1</c:v>
                </c:pt>
                <c:pt idx="2001">
                  <c:v>0.39325</c:v>
                </c:pt>
                <c:pt idx="2002">
                  <c:v>0.39325</c:v>
                </c:pt>
              </c:numCache>
            </c:numRef>
          </c:xVal>
          <c:yVal>
            <c:numRef>
              <c:f>Sheet1!$D$2:$D$2004</c:f>
              <c:numCache>
                <c:formatCode>General</c:formatCode>
                <c:ptCount val="2003"/>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
                </c:pt>
                <c:pt idx="361">
                  <c:v/>
                </c:pt>
                <c:pt idx="362">
                  <c:v/>
                </c:pt>
                <c:pt idx="363">
                  <c:v/>
                </c:pt>
                <c:pt idx="364">
                  <c:v/>
                </c:pt>
                <c:pt idx="365">
                  <c:v/>
                </c:pt>
                <c:pt idx="366">
                  <c:v/>
                </c:pt>
                <c:pt idx="367">
                  <c:v/>
                </c:pt>
                <c:pt idx="368">
                  <c:v/>
                </c:pt>
                <c:pt idx="369">
                  <c:v/>
                </c:pt>
                <c:pt idx="370">
                  <c:v/>
                </c:pt>
                <c:pt idx="371">
                  <c:v/>
                </c:pt>
                <c:pt idx="372">
                  <c:v/>
                </c:pt>
                <c:pt idx="373">
                  <c:v/>
                </c:pt>
                <c:pt idx="374">
                  <c:v/>
                </c:pt>
                <c:pt idx="375">
                  <c:v/>
                </c:pt>
                <c:pt idx="376">
                  <c:v/>
                </c:pt>
                <c:pt idx="377">
                  <c:v/>
                </c:pt>
                <c:pt idx="378">
                  <c:v/>
                </c:pt>
                <c:pt idx="379">
                  <c:v/>
                </c:pt>
                <c:pt idx="380">
                  <c:v/>
                </c:pt>
                <c:pt idx="381">
                  <c:v/>
                </c:pt>
                <c:pt idx="382">
                  <c:v/>
                </c:pt>
                <c:pt idx="383">
                  <c:v/>
                </c:pt>
                <c:pt idx="384">
                  <c:v/>
                </c:pt>
                <c:pt idx="385">
                  <c:v/>
                </c:pt>
                <c:pt idx="386">
                  <c:v/>
                </c:pt>
                <c:pt idx="387">
                  <c:v/>
                </c:pt>
                <c:pt idx="388">
                  <c:v/>
                </c:pt>
                <c:pt idx="389">
                  <c:v/>
                </c:pt>
                <c:pt idx="390">
                  <c:v/>
                </c:pt>
                <c:pt idx="391">
                  <c:v/>
                </c:pt>
                <c:pt idx="392">
                  <c:v/>
                </c:pt>
                <c:pt idx="393">
                  <c:v/>
                </c:pt>
                <c:pt idx="394">
                  <c:v/>
                </c:pt>
                <c:pt idx="395">
                  <c:v/>
                </c:pt>
                <c:pt idx="396">
                  <c:v/>
                </c:pt>
                <c:pt idx="397">
                  <c:v/>
                </c:pt>
                <c:pt idx="398">
                  <c:v/>
                </c:pt>
                <c:pt idx="399">
                  <c:v/>
                </c:pt>
                <c:pt idx="400">
                  <c:v/>
                </c:pt>
                <c:pt idx="401">
                  <c:v/>
                </c:pt>
                <c:pt idx="402">
                  <c:v/>
                </c:pt>
                <c:pt idx="403">
                  <c:v/>
                </c:pt>
                <c:pt idx="404">
                  <c:v/>
                </c:pt>
                <c:pt idx="405">
                  <c:v/>
                </c:pt>
                <c:pt idx="406">
                  <c:v/>
                </c:pt>
                <c:pt idx="407">
                  <c:v/>
                </c:pt>
                <c:pt idx="408">
                  <c:v/>
                </c:pt>
                <c:pt idx="409">
                  <c:v/>
                </c:pt>
                <c:pt idx="410">
                  <c:v/>
                </c:pt>
                <c:pt idx="411">
                  <c:v/>
                </c:pt>
                <c:pt idx="412">
                  <c:v/>
                </c:pt>
                <c:pt idx="413">
                  <c:v/>
                </c:pt>
                <c:pt idx="414">
                  <c:v/>
                </c:pt>
                <c:pt idx="415">
                  <c:v/>
                </c:pt>
                <c:pt idx="416">
                  <c:v/>
                </c:pt>
                <c:pt idx="417">
                  <c:v/>
                </c:pt>
                <c:pt idx="418">
                  <c:v/>
                </c:pt>
                <c:pt idx="419">
                  <c:v/>
                </c:pt>
                <c:pt idx="420">
                  <c:v/>
                </c:pt>
                <c:pt idx="421">
                  <c:v/>
                </c:pt>
                <c:pt idx="422">
                  <c:v/>
                </c:pt>
                <c:pt idx="423">
                  <c:v/>
                </c:pt>
                <c:pt idx="424">
                  <c:v/>
                </c:pt>
                <c:pt idx="425">
                  <c:v/>
                </c:pt>
                <c:pt idx="426">
                  <c:v/>
                </c:pt>
                <c:pt idx="427">
                  <c:v/>
                </c:pt>
                <c:pt idx="428">
                  <c:v/>
                </c:pt>
                <c:pt idx="429">
                  <c:v/>
                </c:pt>
                <c:pt idx="430">
                  <c:v/>
                </c:pt>
                <c:pt idx="431">
                  <c:v/>
                </c:pt>
                <c:pt idx="432">
                  <c:v/>
                </c:pt>
                <c:pt idx="433">
                  <c:v/>
                </c:pt>
                <c:pt idx="434">
                  <c:v/>
                </c:pt>
                <c:pt idx="435">
                  <c:v/>
                </c:pt>
                <c:pt idx="436">
                  <c:v/>
                </c:pt>
                <c:pt idx="437">
                  <c:v/>
                </c:pt>
                <c:pt idx="438">
                  <c:v/>
                </c:pt>
                <c:pt idx="439">
                  <c:v/>
                </c:pt>
                <c:pt idx="440">
                  <c:v/>
                </c:pt>
                <c:pt idx="441">
                  <c:v/>
                </c:pt>
                <c:pt idx="442">
                  <c:v/>
                </c:pt>
                <c:pt idx="443">
                  <c:v/>
                </c:pt>
                <c:pt idx="444">
                  <c:v/>
                </c:pt>
                <c:pt idx="445">
                  <c:v/>
                </c:pt>
                <c:pt idx="446">
                  <c:v/>
                </c:pt>
                <c:pt idx="447">
                  <c:v/>
                </c:pt>
                <c:pt idx="448">
                  <c:v/>
                </c:pt>
                <c:pt idx="449">
                  <c:v/>
                </c:pt>
                <c:pt idx="450">
                  <c:v/>
                </c:pt>
                <c:pt idx="451">
                  <c:v/>
                </c:pt>
                <c:pt idx="452">
                  <c:v/>
                </c:pt>
                <c:pt idx="453">
                  <c:v/>
                </c:pt>
                <c:pt idx="454">
                  <c:v/>
                </c:pt>
                <c:pt idx="455">
                  <c:v/>
                </c:pt>
                <c:pt idx="456">
                  <c:v/>
                </c:pt>
                <c:pt idx="457">
                  <c:v/>
                </c:pt>
                <c:pt idx="458">
                  <c:v/>
                </c:pt>
                <c:pt idx="459">
                  <c:v/>
                </c:pt>
                <c:pt idx="460">
                  <c:v/>
                </c:pt>
                <c:pt idx="461">
                  <c:v/>
                </c:pt>
                <c:pt idx="462">
                  <c:v/>
                </c:pt>
                <c:pt idx="463">
                  <c:v/>
                </c:pt>
                <c:pt idx="464">
                  <c:v/>
                </c:pt>
                <c:pt idx="465">
                  <c:v/>
                </c:pt>
                <c:pt idx="466">
                  <c:v/>
                </c:pt>
                <c:pt idx="467">
                  <c:v/>
                </c:pt>
                <c:pt idx="468">
                  <c:v/>
                </c:pt>
                <c:pt idx="469">
                  <c:v/>
                </c:pt>
                <c:pt idx="470">
                  <c:v/>
                </c:pt>
                <c:pt idx="471">
                  <c:v/>
                </c:pt>
                <c:pt idx="472">
                  <c:v/>
                </c:pt>
                <c:pt idx="473">
                  <c:v/>
                </c:pt>
                <c:pt idx="474">
                  <c:v/>
                </c:pt>
                <c:pt idx="475">
                  <c:v/>
                </c:pt>
                <c:pt idx="476">
                  <c:v/>
                </c:pt>
                <c:pt idx="477">
                  <c:v/>
                </c:pt>
                <c:pt idx="478">
                  <c:v/>
                </c:pt>
                <c:pt idx="479">
                  <c:v/>
                </c:pt>
                <c:pt idx="480">
                  <c:v/>
                </c:pt>
                <c:pt idx="481">
                  <c:v/>
                </c:pt>
                <c:pt idx="482">
                  <c:v/>
                </c:pt>
                <c:pt idx="483">
                  <c:v/>
                </c:pt>
                <c:pt idx="484">
                  <c:v/>
                </c:pt>
                <c:pt idx="485">
                  <c:v/>
                </c:pt>
                <c:pt idx="486">
                  <c:v/>
                </c:pt>
                <c:pt idx="487">
                  <c:v/>
                </c:pt>
                <c:pt idx="488">
                  <c:v/>
                </c:pt>
                <c:pt idx="489">
                  <c:v/>
                </c:pt>
                <c:pt idx="490">
                  <c:v/>
                </c:pt>
                <c:pt idx="491">
                  <c:v/>
                </c:pt>
                <c:pt idx="492">
                  <c:v/>
                </c:pt>
                <c:pt idx="493">
                  <c:v/>
                </c:pt>
                <c:pt idx="494">
                  <c:v/>
                </c:pt>
                <c:pt idx="495">
                  <c:v/>
                </c:pt>
                <c:pt idx="496">
                  <c:v/>
                </c:pt>
                <c:pt idx="497">
                  <c:v/>
                </c:pt>
                <c:pt idx="498">
                  <c:v/>
                </c:pt>
                <c:pt idx="499">
                  <c:v/>
                </c:pt>
                <c:pt idx="500">
                  <c:v/>
                </c:pt>
                <c:pt idx="501">
                  <c:v/>
                </c:pt>
                <c:pt idx="502">
                  <c:v/>
                </c:pt>
                <c:pt idx="503">
                  <c:v/>
                </c:pt>
                <c:pt idx="504">
                  <c:v/>
                </c:pt>
                <c:pt idx="505">
                  <c:v/>
                </c:pt>
                <c:pt idx="506">
                  <c:v/>
                </c:pt>
                <c:pt idx="507">
                  <c:v/>
                </c:pt>
                <c:pt idx="508">
                  <c:v/>
                </c:pt>
                <c:pt idx="509">
                  <c:v/>
                </c:pt>
                <c:pt idx="510">
                  <c:v/>
                </c:pt>
                <c:pt idx="511">
                  <c:v/>
                </c:pt>
                <c:pt idx="512">
                  <c:v/>
                </c:pt>
                <c:pt idx="513">
                  <c:v/>
                </c:pt>
                <c:pt idx="514">
                  <c:v/>
                </c:pt>
                <c:pt idx="515">
                  <c:v/>
                </c:pt>
                <c:pt idx="516">
                  <c:v/>
                </c:pt>
                <c:pt idx="517">
                  <c:v/>
                </c:pt>
                <c:pt idx="518">
                  <c:v/>
                </c:pt>
                <c:pt idx="519">
                  <c:v/>
                </c:pt>
                <c:pt idx="520">
                  <c:v/>
                </c:pt>
                <c:pt idx="521">
                  <c:v/>
                </c:pt>
                <c:pt idx="522">
                  <c:v/>
                </c:pt>
                <c:pt idx="523">
                  <c:v/>
                </c:pt>
                <c:pt idx="524">
                  <c:v/>
                </c:pt>
                <c:pt idx="525">
                  <c:v/>
                </c:pt>
                <c:pt idx="526">
                  <c:v/>
                </c:pt>
                <c:pt idx="527">
                  <c:v/>
                </c:pt>
                <c:pt idx="528">
                  <c:v/>
                </c:pt>
                <c:pt idx="529">
                  <c:v/>
                </c:pt>
                <c:pt idx="530">
                  <c:v/>
                </c:pt>
                <c:pt idx="531">
                  <c:v/>
                </c:pt>
                <c:pt idx="532">
                  <c:v/>
                </c:pt>
                <c:pt idx="533">
                  <c:v/>
                </c:pt>
                <c:pt idx="534">
                  <c:v/>
                </c:pt>
                <c:pt idx="535">
                  <c:v/>
                </c:pt>
                <c:pt idx="536">
                  <c:v/>
                </c:pt>
                <c:pt idx="537">
                  <c:v/>
                </c:pt>
                <c:pt idx="538">
                  <c:v/>
                </c:pt>
                <c:pt idx="539">
                  <c:v/>
                </c:pt>
                <c:pt idx="540">
                  <c:v/>
                </c:pt>
                <c:pt idx="541">
                  <c:v/>
                </c:pt>
                <c:pt idx="542">
                  <c:v/>
                </c:pt>
                <c:pt idx="543">
                  <c:v/>
                </c:pt>
                <c:pt idx="544">
                  <c:v/>
                </c:pt>
                <c:pt idx="545">
                  <c:v/>
                </c:pt>
                <c:pt idx="546">
                  <c:v/>
                </c:pt>
                <c:pt idx="547">
                  <c:v/>
                </c:pt>
                <c:pt idx="548">
                  <c:v/>
                </c:pt>
                <c:pt idx="549">
                  <c:v/>
                </c:pt>
                <c:pt idx="550">
                  <c:v/>
                </c:pt>
                <c:pt idx="551">
                  <c:v/>
                </c:pt>
                <c:pt idx="552">
                  <c:v/>
                </c:pt>
                <c:pt idx="553">
                  <c:v/>
                </c:pt>
                <c:pt idx="554">
                  <c:v/>
                </c:pt>
                <c:pt idx="555">
                  <c:v/>
                </c:pt>
                <c:pt idx="556">
                  <c:v/>
                </c:pt>
                <c:pt idx="557">
                  <c:v/>
                </c:pt>
                <c:pt idx="558">
                  <c:v/>
                </c:pt>
                <c:pt idx="559">
                  <c:v/>
                </c:pt>
                <c:pt idx="560">
                  <c:v/>
                </c:pt>
                <c:pt idx="561">
                  <c:v/>
                </c:pt>
                <c:pt idx="562">
                  <c:v/>
                </c:pt>
                <c:pt idx="563">
                  <c:v/>
                </c:pt>
                <c:pt idx="564">
                  <c:v/>
                </c:pt>
                <c:pt idx="565">
                  <c:v/>
                </c:pt>
                <c:pt idx="566">
                  <c:v/>
                </c:pt>
                <c:pt idx="567">
                  <c:v/>
                </c:pt>
                <c:pt idx="568">
                  <c:v/>
                </c:pt>
                <c:pt idx="569">
                  <c:v/>
                </c:pt>
                <c:pt idx="570">
                  <c:v/>
                </c:pt>
                <c:pt idx="571">
                  <c:v/>
                </c:pt>
                <c:pt idx="572">
                  <c:v/>
                </c:pt>
                <c:pt idx="573">
                  <c:v/>
                </c:pt>
                <c:pt idx="574">
                  <c:v/>
                </c:pt>
                <c:pt idx="575">
                  <c:v/>
                </c:pt>
                <c:pt idx="576">
                  <c:v/>
                </c:pt>
                <c:pt idx="577">
                  <c:v/>
                </c:pt>
                <c:pt idx="578">
                  <c:v/>
                </c:pt>
                <c:pt idx="579">
                  <c:v/>
                </c:pt>
                <c:pt idx="580">
                  <c:v/>
                </c:pt>
                <c:pt idx="581">
                  <c:v/>
                </c:pt>
                <c:pt idx="582">
                  <c:v/>
                </c:pt>
                <c:pt idx="583">
                  <c:v/>
                </c:pt>
                <c:pt idx="584">
                  <c:v/>
                </c:pt>
                <c:pt idx="585">
                  <c:v/>
                </c:pt>
                <c:pt idx="586">
                  <c:v/>
                </c:pt>
                <c:pt idx="587">
                  <c:v/>
                </c:pt>
                <c:pt idx="588">
                  <c:v/>
                </c:pt>
                <c:pt idx="589">
                  <c:v/>
                </c:pt>
                <c:pt idx="590">
                  <c:v/>
                </c:pt>
                <c:pt idx="591">
                  <c:v/>
                </c:pt>
                <c:pt idx="592">
                  <c:v/>
                </c:pt>
                <c:pt idx="593">
                  <c:v/>
                </c:pt>
                <c:pt idx="594">
                  <c:v/>
                </c:pt>
                <c:pt idx="595">
                  <c:v/>
                </c:pt>
                <c:pt idx="596">
                  <c:v/>
                </c:pt>
                <c:pt idx="597">
                  <c:v/>
                </c:pt>
                <c:pt idx="598">
                  <c:v/>
                </c:pt>
                <c:pt idx="599">
                  <c:v/>
                </c:pt>
                <c:pt idx="600">
                  <c:v/>
                </c:pt>
                <c:pt idx="601">
                  <c:v/>
                </c:pt>
                <c:pt idx="602">
                  <c:v/>
                </c:pt>
                <c:pt idx="603">
                  <c:v/>
                </c:pt>
                <c:pt idx="604">
                  <c:v/>
                </c:pt>
                <c:pt idx="605">
                  <c:v/>
                </c:pt>
                <c:pt idx="606">
                  <c:v/>
                </c:pt>
                <c:pt idx="607">
                  <c:v/>
                </c:pt>
                <c:pt idx="608">
                  <c:v/>
                </c:pt>
                <c:pt idx="609">
                  <c:v/>
                </c:pt>
                <c:pt idx="610">
                  <c:v/>
                </c:pt>
                <c:pt idx="611">
                  <c:v/>
                </c:pt>
                <c:pt idx="612">
                  <c:v/>
                </c:pt>
                <c:pt idx="613">
                  <c:v/>
                </c:pt>
                <c:pt idx="614">
                  <c:v/>
                </c:pt>
                <c:pt idx="615">
                  <c:v/>
                </c:pt>
                <c:pt idx="616">
                  <c:v/>
                </c:pt>
                <c:pt idx="617">
                  <c:v/>
                </c:pt>
                <c:pt idx="618">
                  <c:v/>
                </c:pt>
                <c:pt idx="619">
                  <c:v/>
                </c:pt>
                <c:pt idx="620">
                  <c:v/>
                </c:pt>
                <c:pt idx="621">
                  <c:v/>
                </c:pt>
                <c:pt idx="622">
                  <c:v/>
                </c:pt>
                <c:pt idx="623">
                  <c:v/>
                </c:pt>
                <c:pt idx="624">
                  <c:v/>
                </c:pt>
                <c:pt idx="625">
                  <c:v/>
                </c:pt>
                <c:pt idx="626">
                  <c:v/>
                </c:pt>
                <c:pt idx="627">
                  <c:v/>
                </c:pt>
                <c:pt idx="628">
                  <c:v/>
                </c:pt>
                <c:pt idx="629">
                  <c:v/>
                </c:pt>
                <c:pt idx="630">
                  <c:v/>
                </c:pt>
                <c:pt idx="631">
                  <c:v/>
                </c:pt>
                <c:pt idx="632">
                  <c:v/>
                </c:pt>
                <c:pt idx="633">
                  <c:v/>
                </c:pt>
                <c:pt idx="634">
                  <c:v/>
                </c:pt>
                <c:pt idx="635">
                  <c:v/>
                </c:pt>
                <c:pt idx="636">
                  <c:v/>
                </c:pt>
                <c:pt idx="637">
                  <c:v/>
                </c:pt>
                <c:pt idx="638">
                  <c:v/>
                </c:pt>
                <c:pt idx="639">
                  <c:v/>
                </c:pt>
                <c:pt idx="640">
                  <c:v/>
                </c:pt>
                <c:pt idx="641">
                  <c:v/>
                </c:pt>
                <c:pt idx="642">
                  <c:v/>
                </c:pt>
                <c:pt idx="643">
                  <c:v/>
                </c:pt>
                <c:pt idx="644">
                  <c:v/>
                </c:pt>
                <c:pt idx="645">
                  <c:v/>
                </c:pt>
                <c:pt idx="646">
                  <c:v/>
                </c:pt>
                <c:pt idx="647">
                  <c:v/>
                </c:pt>
                <c:pt idx="648">
                  <c:v/>
                </c:pt>
                <c:pt idx="649">
                  <c:v/>
                </c:pt>
                <c:pt idx="650">
                  <c:v/>
                </c:pt>
                <c:pt idx="651">
                  <c:v/>
                </c:pt>
                <c:pt idx="652">
                  <c:v/>
                </c:pt>
                <c:pt idx="653">
                  <c:v/>
                </c:pt>
                <c:pt idx="654">
                  <c:v/>
                </c:pt>
                <c:pt idx="655">
                  <c:v/>
                </c:pt>
                <c:pt idx="656">
                  <c:v/>
                </c:pt>
                <c:pt idx="657">
                  <c:v/>
                </c:pt>
                <c:pt idx="658">
                  <c:v/>
                </c:pt>
                <c:pt idx="659">
                  <c:v/>
                </c:pt>
                <c:pt idx="660">
                  <c:v/>
                </c:pt>
                <c:pt idx="661">
                  <c:v/>
                </c:pt>
                <c:pt idx="662">
                  <c:v/>
                </c:pt>
                <c:pt idx="663">
                  <c:v/>
                </c:pt>
                <c:pt idx="664">
                  <c:v/>
                </c:pt>
                <c:pt idx="665">
                  <c:v/>
                </c:pt>
                <c:pt idx="666">
                  <c:v/>
                </c:pt>
                <c:pt idx="667">
                  <c:v/>
                </c:pt>
                <c:pt idx="668">
                  <c:v/>
                </c:pt>
                <c:pt idx="669">
                  <c:v/>
                </c:pt>
                <c:pt idx="670">
                  <c:v/>
                </c:pt>
                <c:pt idx="671">
                  <c:v/>
                </c:pt>
                <c:pt idx="672">
                  <c:v/>
                </c:pt>
                <c:pt idx="673">
                  <c:v/>
                </c:pt>
                <c:pt idx="674">
                  <c:v/>
                </c:pt>
                <c:pt idx="675">
                  <c:v/>
                </c:pt>
                <c:pt idx="676">
                  <c:v/>
                </c:pt>
                <c:pt idx="677">
                  <c:v/>
                </c:pt>
                <c:pt idx="678">
                  <c:v/>
                </c:pt>
                <c:pt idx="679">
                  <c:v/>
                </c:pt>
                <c:pt idx="680">
                  <c:v/>
                </c:pt>
                <c:pt idx="681">
                  <c:v/>
                </c:pt>
                <c:pt idx="682">
                  <c:v/>
                </c:pt>
                <c:pt idx="683">
                  <c:v/>
                </c:pt>
                <c:pt idx="684">
                  <c:v/>
                </c:pt>
                <c:pt idx="685">
                  <c:v/>
                </c:pt>
                <c:pt idx="686">
                  <c:v/>
                </c:pt>
                <c:pt idx="687">
                  <c:v/>
                </c:pt>
                <c:pt idx="688">
                  <c:v/>
                </c:pt>
                <c:pt idx="689">
                  <c:v/>
                </c:pt>
                <c:pt idx="690">
                  <c:v/>
                </c:pt>
                <c:pt idx="691">
                  <c:v/>
                </c:pt>
                <c:pt idx="692">
                  <c:v/>
                </c:pt>
                <c:pt idx="693">
                  <c:v/>
                </c:pt>
                <c:pt idx="694">
                  <c:v/>
                </c:pt>
                <c:pt idx="695">
                  <c:v/>
                </c:pt>
                <c:pt idx="696">
                  <c:v/>
                </c:pt>
                <c:pt idx="697">
                  <c:v/>
                </c:pt>
                <c:pt idx="698">
                  <c:v/>
                </c:pt>
                <c:pt idx="699">
                  <c:v/>
                </c:pt>
                <c:pt idx="700">
                  <c:v/>
                </c:pt>
                <c:pt idx="701">
                  <c:v/>
                </c:pt>
                <c:pt idx="702">
                  <c:v/>
                </c:pt>
                <c:pt idx="703">
                  <c:v/>
                </c:pt>
                <c:pt idx="704">
                  <c:v/>
                </c:pt>
                <c:pt idx="705">
                  <c:v/>
                </c:pt>
                <c:pt idx="706">
                  <c:v/>
                </c:pt>
                <c:pt idx="707">
                  <c:v/>
                </c:pt>
                <c:pt idx="708">
                  <c:v/>
                </c:pt>
                <c:pt idx="709">
                  <c:v/>
                </c:pt>
                <c:pt idx="710">
                  <c:v/>
                </c:pt>
                <c:pt idx="711">
                  <c:v/>
                </c:pt>
                <c:pt idx="712">
                  <c:v/>
                </c:pt>
                <c:pt idx="713">
                  <c:v/>
                </c:pt>
                <c:pt idx="714">
                  <c:v/>
                </c:pt>
                <c:pt idx="715">
                  <c:v/>
                </c:pt>
                <c:pt idx="716">
                  <c:v/>
                </c:pt>
                <c:pt idx="717">
                  <c:v/>
                </c:pt>
                <c:pt idx="718">
                  <c:v/>
                </c:pt>
                <c:pt idx="719">
                  <c:v/>
                </c:pt>
                <c:pt idx="720">
                  <c:v/>
                </c:pt>
                <c:pt idx="721">
                  <c:v/>
                </c:pt>
                <c:pt idx="722">
                  <c:v/>
                </c:pt>
                <c:pt idx="723">
                  <c:v/>
                </c:pt>
                <c:pt idx="724">
                  <c:v/>
                </c:pt>
                <c:pt idx="725">
                  <c:v/>
                </c:pt>
                <c:pt idx="726">
                  <c:v/>
                </c:pt>
                <c:pt idx="727">
                  <c:v/>
                </c:pt>
                <c:pt idx="728">
                  <c:v/>
                </c:pt>
                <c:pt idx="729">
                  <c:v/>
                </c:pt>
                <c:pt idx="730">
                  <c:v/>
                </c:pt>
                <c:pt idx="731">
                  <c:v/>
                </c:pt>
                <c:pt idx="732">
                  <c:v/>
                </c:pt>
                <c:pt idx="733">
                  <c:v/>
                </c:pt>
                <c:pt idx="734">
                  <c:v/>
                </c:pt>
                <c:pt idx="735">
                  <c:v/>
                </c:pt>
                <c:pt idx="736">
                  <c:v/>
                </c:pt>
                <c:pt idx="737">
                  <c:v/>
                </c:pt>
                <c:pt idx="738">
                  <c:v/>
                </c:pt>
                <c:pt idx="739">
                  <c:v/>
                </c:pt>
                <c:pt idx="740">
                  <c:v/>
                </c:pt>
                <c:pt idx="741">
                  <c:v/>
                </c:pt>
                <c:pt idx="742">
                  <c:v/>
                </c:pt>
                <c:pt idx="743">
                  <c:v/>
                </c:pt>
                <c:pt idx="744">
                  <c:v/>
                </c:pt>
                <c:pt idx="745">
                  <c:v/>
                </c:pt>
                <c:pt idx="746">
                  <c:v/>
                </c:pt>
                <c:pt idx="747">
                  <c:v/>
                </c:pt>
                <c:pt idx="748">
                  <c:v/>
                </c:pt>
                <c:pt idx="749">
                  <c:v/>
                </c:pt>
                <c:pt idx="750">
                  <c:v/>
                </c:pt>
                <c:pt idx="751">
                  <c:v/>
                </c:pt>
                <c:pt idx="752">
                  <c:v/>
                </c:pt>
                <c:pt idx="753">
                  <c:v/>
                </c:pt>
                <c:pt idx="754">
                  <c:v/>
                </c:pt>
                <c:pt idx="755">
                  <c:v/>
                </c:pt>
                <c:pt idx="756">
                  <c:v/>
                </c:pt>
                <c:pt idx="757">
                  <c:v/>
                </c:pt>
                <c:pt idx="758">
                  <c:v/>
                </c:pt>
                <c:pt idx="759">
                  <c:v/>
                </c:pt>
                <c:pt idx="760">
                  <c:v/>
                </c:pt>
                <c:pt idx="761">
                  <c:v/>
                </c:pt>
                <c:pt idx="762">
                  <c:v/>
                </c:pt>
                <c:pt idx="763">
                  <c:v/>
                </c:pt>
                <c:pt idx="764">
                  <c:v/>
                </c:pt>
                <c:pt idx="765">
                  <c:v/>
                </c:pt>
                <c:pt idx="766">
                  <c:v/>
                </c:pt>
                <c:pt idx="767">
                  <c:v/>
                </c:pt>
                <c:pt idx="768">
                  <c:v/>
                </c:pt>
                <c:pt idx="769">
                  <c:v/>
                </c:pt>
                <c:pt idx="770">
                  <c:v/>
                </c:pt>
                <c:pt idx="771">
                  <c:v/>
                </c:pt>
                <c:pt idx="772">
                  <c:v/>
                </c:pt>
                <c:pt idx="773">
                  <c:v/>
                </c:pt>
                <c:pt idx="774">
                  <c:v/>
                </c:pt>
                <c:pt idx="775">
                  <c:v/>
                </c:pt>
                <c:pt idx="776">
                  <c:v/>
                </c:pt>
                <c:pt idx="777">
                  <c:v/>
                </c:pt>
                <c:pt idx="778">
                  <c:v/>
                </c:pt>
                <c:pt idx="779">
                  <c:v/>
                </c:pt>
                <c:pt idx="780">
                  <c:v/>
                </c:pt>
                <c:pt idx="781">
                  <c:v/>
                </c:pt>
                <c:pt idx="782">
                  <c:v/>
                </c:pt>
                <c:pt idx="783">
                  <c:v/>
                </c:pt>
                <c:pt idx="784">
                  <c:v/>
                </c:pt>
                <c:pt idx="785">
                  <c:v/>
                </c:pt>
                <c:pt idx="786">
                  <c:v/>
                </c:pt>
                <c:pt idx="787">
                  <c:v/>
                </c:pt>
                <c:pt idx="788">
                  <c:v/>
                </c:pt>
                <c:pt idx="789">
                  <c:v/>
                </c:pt>
                <c:pt idx="790">
                  <c:v/>
                </c:pt>
                <c:pt idx="791">
                  <c:v/>
                </c:pt>
                <c:pt idx="792">
                  <c:v/>
                </c:pt>
                <c:pt idx="793">
                  <c:v/>
                </c:pt>
                <c:pt idx="794">
                  <c:v/>
                </c:pt>
                <c:pt idx="795">
                  <c:v/>
                </c:pt>
                <c:pt idx="796">
                  <c:v/>
                </c:pt>
                <c:pt idx="797">
                  <c:v/>
                </c:pt>
                <c:pt idx="798">
                  <c:v/>
                </c:pt>
                <c:pt idx="799">
                  <c:v/>
                </c:pt>
                <c:pt idx="800">
                  <c:v/>
                </c:pt>
                <c:pt idx="801">
                  <c:v/>
                </c:pt>
                <c:pt idx="802">
                  <c:v/>
                </c:pt>
                <c:pt idx="803">
                  <c:v/>
                </c:pt>
                <c:pt idx="804">
                  <c:v/>
                </c:pt>
                <c:pt idx="805">
                  <c:v/>
                </c:pt>
                <c:pt idx="806">
                  <c:v/>
                </c:pt>
                <c:pt idx="807">
                  <c:v/>
                </c:pt>
                <c:pt idx="808">
                  <c:v/>
                </c:pt>
                <c:pt idx="809">
                  <c:v/>
                </c:pt>
                <c:pt idx="810">
                  <c:v/>
                </c:pt>
                <c:pt idx="811">
                  <c:v/>
                </c:pt>
                <c:pt idx="812">
                  <c:v/>
                </c:pt>
                <c:pt idx="813">
                  <c:v/>
                </c:pt>
                <c:pt idx="814">
                  <c:v/>
                </c:pt>
                <c:pt idx="815">
                  <c:v/>
                </c:pt>
                <c:pt idx="816">
                  <c:v/>
                </c:pt>
                <c:pt idx="817">
                  <c:v/>
                </c:pt>
                <c:pt idx="818">
                  <c:v/>
                </c:pt>
                <c:pt idx="819">
                  <c:v/>
                </c:pt>
                <c:pt idx="820">
                  <c:v/>
                </c:pt>
                <c:pt idx="821">
                  <c:v/>
                </c:pt>
                <c:pt idx="822">
                  <c:v/>
                </c:pt>
                <c:pt idx="823">
                  <c:v/>
                </c:pt>
                <c:pt idx="824">
                  <c:v/>
                </c:pt>
                <c:pt idx="825">
                  <c:v/>
                </c:pt>
                <c:pt idx="826">
                  <c:v/>
                </c:pt>
                <c:pt idx="827">
                  <c:v/>
                </c:pt>
                <c:pt idx="828">
                  <c:v/>
                </c:pt>
                <c:pt idx="829">
                  <c:v/>
                </c:pt>
                <c:pt idx="830">
                  <c:v/>
                </c:pt>
                <c:pt idx="831">
                  <c:v/>
                </c:pt>
                <c:pt idx="832">
                  <c:v/>
                </c:pt>
                <c:pt idx="833">
                  <c:v/>
                </c:pt>
                <c:pt idx="834">
                  <c:v/>
                </c:pt>
                <c:pt idx="835">
                  <c:v/>
                </c:pt>
                <c:pt idx="836">
                  <c:v/>
                </c:pt>
                <c:pt idx="837">
                  <c:v/>
                </c:pt>
                <c:pt idx="838">
                  <c:v/>
                </c:pt>
                <c:pt idx="839">
                  <c:v/>
                </c:pt>
                <c:pt idx="840">
                  <c:v/>
                </c:pt>
                <c:pt idx="841">
                  <c:v/>
                </c:pt>
                <c:pt idx="842">
                  <c:v/>
                </c:pt>
                <c:pt idx="843">
                  <c:v/>
                </c:pt>
                <c:pt idx="844">
                  <c:v/>
                </c:pt>
                <c:pt idx="845">
                  <c:v/>
                </c:pt>
                <c:pt idx="846">
                  <c:v/>
                </c:pt>
                <c:pt idx="847">
                  <c:v/>
                </c:pt>
                <c:pt idx="848">
                  <c:v/>
                </c:pt>
                <c:pt idx="849">
                  <c:v/>
                </c:pt>
                <c:pt idx="850">
                  <c:v/>
                </c:pt>
                <c:pt idx="851">
                  <c:v/>
                </c:pt>
                <c:pt idx="852">
                  <c:v/>
                </c:pt>
                <c:pt idx="853">
                  <c:v/>
                </c:pt>
                <c:pt idx="854">
                  <c:v/>
                </c:pt>
                <c:pt idx="855">
                  <c:v/>
                </c:pt>
                <c:pt idx="856">
                  <c:v/>
                </c:pt>
                <c:pt idx="857">
                  <c:v/>
                </c:pt>
                <c:pt idx="858">
                  <c:v/>
                </c:pt>
                <c:pt idx="859">
                  <c:v/>
                </c:pt>
                <c:pt idx="860">
                  <c:v/>
                </c:pt>
                <c:pt idx="861">
                  <c:v/>
                </c:pt>
                <c:pt idx="862">
                  <c:v/>
                </c:pt>
                <c:pt idx="863">
                  <c:v/>
                </c:pt>
                <c:pt idx="864">
                  <c:v/>
                </c:pt>
                <c:pt idx="865">
                  <c:v/>
                </c:pt>
                <c:pt idx="866">
                  <c:v/>
                </c:pt>
                <c:pt idx="867">
                  <c:v/>
                </c:pt>
                <c:pt idx="868">
                  <c:v/>
                </c:pt>
                <c:pt idx="869">
                  <c:v/>
                </c:pt>
                <c:pt idx="870">
                  <c:v/>
                </c:pt>
                <c:pt idx="871">
                  <c:v/>
                </c:pt>
                <c:pt idx="872">
                  <c:v/>
                </c:pt>
                <c:pt idx="873">
                  <c:v/>
                </c:pt>
                <c:pt idx="874">
                  <c:v/>
                </c:pt>
                <c:pt idx="875">
                  <c:v/>
                </c:pt>
                <c:pt idx="876">
                  <c:v/>
                </c:pt>
                <c:pt idx="877">
                  <c:v/>
                </c:pt>
                <c:pt idx="878">
                  <c:v/>
                </c:pt>
                <c:pt idx="879">
                  <c:v/>
                </c:pt>
                <c:pt idx="880">
                  <c:v/>
                </c:pt>
                <c:pt idx="881">
                  <c:v/>
                </c:pt>
                <c:pt idx="882">
                  <c:v/>
                </c:pt>
                <c:pt idx="883">
                  <c:v/>
                </c:pt>
                <c:pt idx="884">
                  <c:v/>
                </c:pt>
                <c:pt idx="885">
                  <c:v/>
                </c:pt>
                <c:pt idx="886">
                  <c:v/>
                </c:pt>
                <c:pt idx="887">
                  <c:v/>
                </c:pt>
                <c:pt idx="888">
                  <c:v/>
                </c:pt>
                <c:pt idx="889">
                  <c:v/>
                </c:pt>
                <c:pt idx="890">
                  <c:v/>
                </c:pt>
                <c:pt idx="891">
                  <c:v/>
                </c:pt>
                <c:pt idx="892">
                  <c:v/>
                </c:pt>
                <c:pt idx="893">
                  <c:v/>
                </c:pt>
                <c:pt idx="894">
                  <c:v/>
                </c:pt>
                <c:pt idx="895">
                  <c:v/>
                </c:pt>
                <c:pt idx="896">
                  <c:v/>
                </c:pt>
                <c:pt idx="897">
                  <c:v/>
                </c:pt>
                <c:pt idx="898">
                  <c:v/>
                </c:pt>
                <c:pt idx="899">
                  <c:v/>
                </c:pt>
                <c:pt idx="900">
                  <c:v/>
                </c:pt>
                <c:pt idx="901">
                  <c:v/>
                </c:pt>
                <c:pt idx="902">
                  <c:v/>
                </c:pt>
                <c:pt idx="903">
                  <c:v/>
                </c:pt>
                <c:pt idx="904">
                  <c:v/>
                </c:pt>
                <c:pt idx="905">
                  <c:v/>
                </c:pt>
                <c:pt idx="906">
                  <c:v/>
                </c:pt>
                <c:pt idx="907">
                  <c:v/>
                </c:pt>
                <c:pt idx="908">
                  <c:v/>
                </c:pt>
                <c:pt idx="909">
                  <c:v/>
                </c:pt>
                <c:pt idx="910">
                  <c:v/>
                </c:pt>
                <c:pt idx="911">
                  <c:v/>
                </c:pt>
                <c:pt idx="912">
                  <c:v/>
                </c:pt>
                <c:pt idx="913">
                  <c:v/>
                </c:pt>
                <c:pt idx="914">
                  <c:v/>
                </c:pt>
                <c:pt idx="915">
                  <c:v/>
                </c:pt>
                <c:pt idx="916">
                  <c:v/>
                </c:pt>
                <c:pt idx="917">
                  <c:v/>
                </c:pt>
                <c:pt idx="918">
                  <c:v/>
                </c:pt>
                <c:pt idx="919">
                  <c:v/>
                </c:pt>
                <c:pt idx="920">
                  <c:v/>
                </c:pt>
                <c:pt idx="921">
                  <c:v/>
                </c:pt>
                <c:pt idx="922">
                  <c:v/>
                </c:pt>
                <c:pt idx="923">
                  <c:v/>
                </c:pt>
                <c:pt idx="924">
                  <c:v/>
                </c:pt>
                <c:pt idx="925">
                  <c:v/>
                </c:pt>
                <c:pt idx="926">
                  <c:v/>
                </c:pt>
                <c:pt idx="927">
                  <c:v/>
                </c:pt>
                <c:pt idx="928">
                  <c:v/>
                </c:pt>
                <c:pt idx="929">
                  <c:v/>
                </c:pt>
                <c:pt idx="930">
                  <c:v/>
                </c:pt>
                <c:pt idx="931">
                  <c:v/>
                </c:pt>
                <c:pt idx="932">
                  <c:v/>
                </c:pt>
                <c:pt idx="933">
                  <c:v/>
                </c:pt>
                <c:pt idx="934">
                  <c:v/>
                </c:pt>
                <c:pt idx="935">
                  <c:v/>
                </c:pt>
                <c:pt idx="936">
                  <c:v/>
                </c:pt>
                <c:pt idx="937">
                  <c:v/>
                </c:pt>
                <c:pt idx="938">
                  <c:v/>
                </c:pt>
                <c:pt idx="939">
                  <c:v/>
                </c:pt>
                <c:pt idx="940">
                  <c:v/>
                </c:pt>
                <c:pt idx="941">
                  <c:v/>
                </c:pt>
                <c:pt idx="942">
                  <c:v/>
                </c:pt>
                <c:pt idx="943">
                  <c:v/>
                </c:pt>
                <c:pt idx="944">
                  <c:v/>
                </c:pt>
                <c:pt idx="945">
                  <c:v/>
                </c:pt>
                <c:pt idx="946">
                  <c:v/>
                </c:pt>
                <c:pt idx="947">
                  <c:v/>
                </c:pt>
                <c:pt idx="948">
                  <c:v/>
                </c:pt>
                <c:pt idx="949">
                  <c:v/>
                </c:pt>
                <c:pt idx="950">
                  <c:v/>
                </c:pt>
                <c:pt idx="951">
                  <c:v/>
                </c:pt>
                <c:pt idx="952">
                  <c:v/>
                </c:pt>
                <c:pt idx="953">
                  <c:v/>
                </c:pt>
                <c:pt idx="954">
                  <c:v/>
                </c:pt>
                <c:pt idx="955">
                  <c:v/>
                </c:pt>
                <c:pt idx="956">
                  <c:v/>
                </c:pt>
                <c:pt idx="957">
                  <c:v/>
                </c:pt>
                <c:pt idx="958">
                  <c:v/>
                </c:pt>
                <c:pt idx="959">
                  <c:v/>
                </c:pt>
                <c:pt idx="960">
                  <c:v/>
                </c:pt>
                <c:pt idx="961">
                  <c:v/>
                </c:pt>
                <c:pt idx="962">
                  <c:v/>
                </c:pt>
                <c:pt idx="963">
                  <c:v/>
                </c:pt>
                <c:pt idx="964">
                  <c:v/>
                </c:pt>
                <c:pt idx="965">
                  <c:v/>
                </c:pt>
                <c:pt idx="966">
                  <c:v/>
                </c:pt>
                <c:pt idx="967">
                  <c:v/>
                </c:pt>
                <c:pt idx="968">
                  <c:v/>
                </c:pt>
                <c:pt idx="969">
                  <c:v/>
                </c:pt>
                <c:pt idx="970">
                  <c:v/>
                </c:pt>
                <c:pt idx="971">
                  <c:v/>
                </c:pt>
                <c:pt idx="972">
                  <c:v/>
                </c:pt>
                <c:pt idx="973">
                  <c:v/>
                </c:pt>
                <c:pt idx="974">
                  <c:v/>
                </c:pt>
                <c:pt idx="975">
                  <c:v/>
                </c:pt>
                <c:pt idx="976">
                  <c:v/>
                </c:pt>
                <c:pt idx="977">
                  <c:v/>
                </c:pt>
                <c:pt idx="978">
                  <c:v/>
                </c:pt>
                <c:pt idx="979">
                  <c:v/>
                </c:pt>
                <c:pt idx="980">
                  <c:v/>
                </c:pt>
                <c:pt idx="981">
                  <c:v/>
                </c:pt>
                <c:pt idx="982">
                  <c:v/>
                </c:pt>
                <c:pt idx="983">
                  <c:v/>
                </c:pt>
                <c:pt idx="984">
                  <c:v/>
                </c:pt>
                <c:pt idx="985">
                  <c:v/>
                </c:pt>
                <c:pt idx="986">
                  <c:v/>
                </c:pt>
                <c:pt idx="987">
                  <c:v/>
                </c:pt>
                <c:pt idx="988">
                  <c:v/>
                </c:pt>
                <c:pt idx="989">
                  <c:v/>
                </c:pt>
                <c:pt idx="990">
                  <c:v/>
                </c:pt>
                <c:pt idx="991">
                  <c:v/>
                </c:pt>
                <c:pt idx="992">
                  <c:v/>
                </c:pt>
                <c:pt idx="993">
                  <c:v/>
                </c:pt>
                <c:pt idx="994">
                  <c:v/>
                </c:pt>
                <c:pt idx="995">
                  <c:v/>
                </c:pt>
                <c:pt idx="996">
                  <c:v/>
                </c:pt>
                <c:pt idx="997">
                  <c:v/>
                </c:pt>
                <c:pt idx="998">
                  <c:v/>
                </c:pt>
                <c:pt idx="999">
                  <c:v/>
                </c:pt>
                <c:pt idx="1000">
                  <c:v/>
                </c:pt>
                <c:pt idx="1001">
                  <c:v/>
                </c:pt>
                <c:pt idx="1002">
                  <c:v/>
                </c:pt>
                <c:pt idx="1003">
                  <c:v/>
                </c:pt>
                <c:pt idx="1004">
                  <c:v/>
                </c:pt>
                <c:pt idx="1005">
                  <c:v/>
                </c:pt>
                <c:pt idx="1006">
                  <c:v/>
                </c:pt>
                <c:pt idx="1007">
                  <c:v/>
                </c:pt>
                <c:pt idx="1008">
                  <c:v/>
                </c:pt>
                <c:pt idx="1009">
                  <c:v/>
                </c:pt>
                <c:pt idx="1010">
                  <c:v/>
                </c:pt>
                <c:pt idx="1011">
                  <c:v/>
                </c:pt>
                <c:pt idx="1012">
                  <c:v/>
                </c:pt>
                <c:pt idx="1013">
                  <c:v/>
                </c:pt>
                <c:pt idx="1014">
                  <c:v/>
                </c:pt>
                <c:pt idx="1015">
                  <c:v/>
                </c:pt>
                <c:pt idx="1016">
                  <c:v/>
                </c:pt>
                <c:pt idx="1017">
                  <c:v/>
                </c:pt>
                <c:pt idx="1018">
                  <c:v/>
                </c:pt>
                <c:pt idx="1019">
                  <c:v/>
                </c:pt>
                <c:pt idx="1020">
                  <c:v/>
                </c:pt>
                <c:pt idx="1021">
                  <c:v/>
                </c:pt>
                <c:pt idx="1022">
                  <c:v/>
                </c:pt>
                <c:pt idx="1023">
                  <c:v/>
                </c:pt>
                <c:pt idx="1024">
                  <c:v/>
                </c:pt>
                <c:pt idx="1025">
                  <c:v/>
                </c:pt>
                <c:pt idx="1026">
                  <c:v/>
                </c:pt>
                <c:pt idx="1027">
                  <c:v/>
                </c:pt>
                <c:pt idx="1028">
                  <c:v/>
                </c:pt>
                <c:pt idx="1029">
                  <c:v/>
                </c:pt>
                <c:pt idx="1030">
                  <c:v/>
                </c:pt>
                <c:pt idx="1031">
                  <c:v/>
                </c:pt>
                <c:pt idx="1032">
                  <c:v/>
                </c:pt>
                <c:pt idx="1033">
                  <c:v/>
                </c:pt>
                <c:pt idx="1034">
                  <c:v/>
                </c:pt>
                <c:pt idx="1035">
                  <c:v/>
                </c:pt>
                <c:pt idx="1036">
                  <c:v/>
                </c:pt>
                <c:pt idx="1037">
                  <c:v/>
                </c:pt>
                <c:pt idx="1038">
                  <c:v/>
                </c:pt>
                <c:pt idx="1039">
                  <c:v/>
                </c:pt>
                <c:pt idx="1040">
                  <c:v/>
                </c:pt>
                <c:pt idx="1041">
                  <c:v/>
                </c:pt>
                <c:pt idx="1042">
                  <c:v/>
                </c:pt>
                <c:pt idx="1043">
                  <c:v/>
                </c:pt>
                <c:pt idx="1044">
                  <c:v/>
                </c:pt>
                <c:pt idx="1045">
                  <c:v/>
                </c:pt>
                <c:pt idx="1046">
                  <c:v/>
                </c:pt>
                <c:pt idx="1047">
                  <c:v/>
                </c:pt>
                <c:pt idx="1048">
                  <c:v/>
                </c:pt>
                <c:pt idx="1049">
                  <c:v/>
                </c:pt>
                <c:pt idx="1050">
                  <c:v/>
                </c:pt>
                <c:pt idx="1051">
                  <c:v/>
                </c:pt>
                <c:pt idx="1052">
                  <c:v/>
                </c:pt>
                <c:pt idx="1053">
                  <c:v/>
                </c:pt>
                <c:pt idx="1054">
                  <c:v/>
                </c:pt>
                <c:pt idx="1055">
                  <c:v/>
                </c:pt>
                <c:pt idx="1056">
                  <c:v/>
                </c:pt>
                <c:pt idx="1057">
                  <c:v/>
                </c:pt>
                <c:pt idx="1058">
                  <c:v/>
                </c:pt>
                <c:pt idx="1059">
                  <c:v/>
                </c:pt>
                <c:pt idx="1060">
                  <c:v/>
                </c:pt>
                <c:pt idx="1061">
                  <c:v/>
                </c:pt>
                <c:pt idx="1062">
                  <c:v/>
                </c:pt>
                <c:pt idx="1063">
                  <c:v/>
                </c:pt>
                <c:pt idx="1064">
                  <c:v/>
                </c:pt>
                <c:pt idx="1065">
                  <c:v/>
                </c:pt>
                <c:pt idx="1066">
                  <c:v/>
                </c:pt>
                <c:pt idx="1067">
                  <c:v/>
                </c:pt>
                <c:pt idx="1068">
                  <c:v/>
                </c:pt>
                <c:pt idx="1069">
                  <c:v/>
                </c:pt>
                <c:pt idx="1070">
                  <c:v/>
                </c:pt>
                <c:pt idx="1071">
                  <c:v/>
                </c:pt>
                <c:pt idx="1072">
                  <c:v/>
                </c:pt>
                <c:pt idx="1073">
                  <c:v/>
                </c:pt>
                <c:pt idx="1074">
                  <c:v/>
                </c:pt>
                <c:pt idx="1075">
                  <c:v/>
                </c:pt>
                <c:pt idx="1076">
                  <c:v/>
                </c:pt>
                <c:pt idx="1077">
                  <c:v/>
                </c:pt>
                <c:pt idx="1078">
                  <c:v/>
                </c:pt>
                <c:pt idx="1079">
                  <c:v/>
                </c:pt>
                <c:pt idx="1080">
                  <c:v/>
                </c:pt>
                <c:pt idx="1081">
                  <c:v/>
                </c:pt>
                <c:pt idx="1082">
                  <c:v/>
                </c:pt>
                <c:pt idx="1083">
                  <c:v/>
                </c:pt>
                <c:pt idx="1084">
                  <c:v/>
                </c:pt>
                <c:pt idx="1085">
                  <c:v/>
                </c:pt>
                <c:pt idx="1086">
                  <c:v/>
                </c:pt>
                <c:pt idx="1087">
                  <c:v/>
                </c:pt>
                <c:pt idx="1088">
                  <c:v/>
                </c:pt>
                <c:pt idx="1089">
                  <c:v/>
                </c:pt>
                <c:pt idx="1090">
                  <c:v/>
                </c:pt>
                <c:pt idx="1091">
                  <c:v/>
                </c:pt>
                <c:pt idx="1092">
                  <c:v/>
                </c:pt>
                <c:pt idx="1093">
                  <c:v/>
                </c:pt>
                <c:pt idx="1094">
                  <c:v/>
                </c:pt>
                <c:pt idx="1095">
                  <c:v/>
                </c:pt>
                <c:pt idx="1096">
                  <c:v/>
                </c:pt>
                <c:pt idx="1097">
                  <c:v/>
                </c:pt>
                <c:pt idx="1098">
                  <c:v/>
                </c:pt>
                <c:pt idx="1099">
                  <c:v/>
                </c:pt>
                <c:pt idx="1100">
                  <c:v/>
                </c:pt>
                <c:pt idx="1101">
                  <c:v/>
                </c:pt>
                <c:pt idx="1102">
                  <c:v/>
                </c:pt>
                <c:pt idx="1103">
                  <c:v/>
                </c:pt>
                <c:pt idx="1104">
                  <c:v/>
                </c:pt>
                <c:pt idx="1105">
                  <c:v/>
                </c:pt>
                <c:pt idx="1106">
                  <c:v/>
                </c:pt>
                <c:pt idx="1107">
                  <c:v/>
                </c:pt>
                <c:pt idx="1108">
                  <c:v/>
                </c:pt>
                <c:pt idx="1109">
                  <c:v/>
                </c:pt>
                <c:pt idx="1110">
                  <c:v/>
                </c:pt>
                <c:pt idx="1111">
                  <c:v/>
                </c:pt>
                <c:pt idx="1112">
                  <c:v/>
                </c:pt>
                <c:pt idx="1113">
                  <c:v/>
                </c:pt>
                <c:pt idx="1114">
                  <c:v/>
                </c:pt>
                <c:pt idx="1115">
                  <c:v/>
                </c:pt>
                <c:pt idx="1116">
                  <c:v/>
                </c:pt>
                <c:pt idx="1117">
                  <c:v/>
                </c:pt>
                <c:pt idx="1118">
                  <c:v/>
                </c:pt>
                <c:pt idx="1119">
                  <c:v/>
                </c:pt>
                <c:pt idx="1120">
                  <c:v/>
                </c:pt>
                <c:pt idx="1121">
                  <c:v/>
                </c:pt>
                <c:pt idx="1122">
                  <c:v/>
                </c:pt>
                <c:pt idx="1123">
                  <c:v/>
                </c:pt>
                <c:pt idx="1124">
                  <c:v/>
                </c:pt>
                <c:pt idx="1125">
                  <c:v/>
                </c:pt>
                <c:pt idx="1126">
                  <c:v/>
                </c:pt>
                <c:pt idx="1127">
                  <c:v/>
                </c:pt>
                <c:pt idx="1128">
                  <c:v/>
                </c:pt>
                <c:pt idx="1129">
                  <c:v/>
                </c:pt>
                <c:pt idx="1130">
                  <c:v/>
                </c:pt>
                <c:pt idx="1131">
                  <c:v/>
                </c:pt>
                <c:pt idx="1132">
                  <c:v/>
                </c:pt>
                <c:pt idx="1133">
                  <c:v/>
                </c:pt>
                <c:pt idx="1134">
                  <c:v/>
                </c:pt>
                <c:pt idx="1135">
                  <c:v/>
                </c:pt>
                <c:pt idx="1136">
                  <c:v/>
                </c:pt>
                <c:pt idx="1137">
                  <c:v/>
                </c:pt>
                <c:pt idx="1138">
                  <c:v/>
                </c:pt>
                <c:pt idx="1139">
                  <c:v/>
                </c:pt>
                <c:pt idx="1140">
                  <c:v/>
                </c:pt>
                <c:pt idx="1141">
                  <c:v/>
                </c:pt>
                <c:pt idx="1142">
                  <c:v/>
                </c:pt>
                <c:pt idx="1143">
                  <c:v/>
                </c:pt>
                <c:pt idx="1144">
                  <c:v/>
                </c:pt>
                <c:pt idx="1145">
                  <c:v/>
                </c:pt>
                <c:pt idx="1146">
                  <c:v/>
                </c:pt>
                <c:pt idx="1147">
                  <c:v/>
                </c:pt>
                <c:pt idx="1148">
                  <c:v/>
                </c:pt>
                <c:pt idx="1149">
                  <c:v/>
                </c:pt>
                <c:pt idx="1150">
                  <c:v/>
                </c:pt>
                <c:pt idx="1151">
                  <c:v/>
                </c:pt>
                <c:pt idx="1152">
                  <c:v/>
                </c:pt>
                <c:pt idx="1153">
                  <c:v/>
                </c:pt>
                <c:pt idx="1154">
                  <c:v/>
                </c:pt>
                <c:pt idx="1155">
                  <c:v/>
                </c:pt>
                <c:pt idx="1156">
                  <c:v/>
                </c:pt>
                <c:pt idx="1157">
                  <c:v/>
                </c:pt>
                <c:pt idx="1158">
                  <c:v/>
                </c:pt>
                <c:pt idx="1159">
                  <c:v/>
                </c:pt>
                <c:pt idx="1160">
                  <c:v/>
                </c:pt>
                <c:pt idx="1161">
                  <c:v/>
                </c:pt>
                <c:pt idx="1162">
                  <c:v/>
                </c:pt>
                <c:pt idx="1163">
                  <c:v/>
                </c:pt>
                <c:pt idx="1164">
                  <c:v/>
                </c:pt>
                <c:pt idx="1165">
                  <c:v/>
                </c:pt>
                <c:pt idx="1166">
                  <c:v/>
                </c:pt>
                <c:pt idx="1167">
                  <c:v/>
                </c:pt>
                <c:pt idx="1168">
                  <c:v/>
                </c:pt>
                <c:pt idx="1169">
                  <c:v/>
                </c:pt>
                <c:pt idx="1170">
                  <c:v/>
                </c:pt>
                <c:pt idx="1171">
                  <c:v/>
                </c:pt>
                <c:pt idx="1172">
                  <c:v/>
                </c:pt>
                <c:pt idx="1173">
                  <c:v/>
                </c:pt>
                <c:pt idx="1174">
                  <c:v/>
                </c:pt>
                <c:pt idx="1175">
                  <c:v/>
                </c:pt>
                <c:pt idx="1176">
                  <c:v/>
                </c:pt>
                <c:pt idx="1177">
                  <c:v/>
                </c:pt>
                <c:pt idx="1178">
                  <c:v/>
                </c:pt>
                <c:pt idx="1179">
                  <c:v/>
                </c:pt>
                <c:pt idx="1180">
                  <c:v/>
                </c:pt>
                <c:pt idx="1181">
                  <c:v/>
                </c:pt>
                <c:pt idx="1182">
                  <c:v/>
                </c:pt>
                <c:pt idx="1183">
                  <c:v/>
                </c:pt>
                <c:pt idx="1184">
                  <c:v/>
                </c:pt>
                <c:pt idx="1185">
                  <c:v/>
                </c:pt>
                <c:pt idx="1186">
                  <c:v/>
                </c:pt>
                <c:pt idx="1187">
                  <c:v/>
                </c:pt>
                <c:pt idx="1188">
                  <c:v/>
                </c:pt>
                <c:pt idx="1189">
                  <c:v/>
                </c:pt>
                <c:pt idx="1190">
                  <c:v/>
                </c:pt>
                <c:pt idx="1191">
                  <c:v/>
                </c:pt>
                <c:pt idx="1192">
                  <c:v/>
                </c:pt>
                <c:pt idx="1193">
                  <c:v/>
                </c:pt>
                <c:pt idx="1194">
                  <c:v/>
                </c:pt>
                <c:pt idx="1195">
                  <c:v/>
                </c:pt>
                <c:pt idx="1196">
                  <c:v/>
                </c:pt>
                <c:pt idx="1197">
                  <c:v/>
                </c:pt>
                <c:pt idx="1198">
                  <c:v/>
                </c:pt>
                <c:pt idx="1199">
                  <c:v/>
                </c:pt>
                <c:pt idx="1200">
                  <c:v/>
                </c:pt>
                <c:pt idx="1201">
                  <c:v/>
                </c:pt>
                <c:pt idx="1202">
                  <c:v/>
                </c:pt>
                <c:pt idx="1203">
                  <c:v/>
                </c:pt>
                <c:pt idx="1204">
                  <c:v/>
                </c:pt>
                <c:pt idx="1205">
                  <c:v/>
                </c:pt>
                <c:pt idx="1206">
                  <c:v/>
                </c:pt>
                <c:pt idx="1207">
                  <c:v/>
                </c:pt>
                <c:pt idx="1208">
                  <c:v/>
                </c:pt>
                <c:pt idx="1209">
                  <c:v/>
                </c:pt>
                <c:pt idx="1210">
                  <c:v/>
                </c:pt>
                <c:pt idx="1211">
                  <c:v/>
                </c:pt>
                <c:pt idx="1212">
                  <c:v/>
                </c:pt>
                <c:pt idx="1213">
                  <c:v/>
                </c:pt>
                <c:pt idx="1214">
                  <c:v/>
                </c:pt>
                <c:pt idx="1215">
                  <c:v/>
                </c:pt>
                <c:pt idx="1216">
                  <c:v/>
                </c:pt>
                <c:pt idx="1217">
                  <c:v/>
                </c:pt>
                <c:pt idx="1218">
                  <c:v/>
                </c:pt>
                <c:pt idx="1219">
                  <c:v/>
                </c:pt>
                <c:pt idx="1220">
                  <c:v/>
                </c:pt>
                <c:pt idx="1221">
                  <c:v/>
                </c:pt>
                <c:pt idx="1222">
                  <c:v/>
                </c:pt>
                <c:pt idx="1223">
                  <c:v/>
                </c:pt>
                <c:pt idx="1224">
                  <c:v/>
                </c:pt>
                <c:pt idx="1225">
                  <c:v/>
                </c:pt>
                <c:pt idx="1226">
                  <c:v/>
                </c:pt>
                <c:pt idx="1227">
                  <c:v/>
                </c:pt>
                <c:pt idx="1228">
                  <c:v/>
                </c:pt>
                <c:pt idx="1229">
                  <c:v/>
                </c:pt>
                <c:pt idx="1230">
                  <c:v/>
                </c:pt>
                <c:pt idx="1231">
                  <c:v/>
                </c:pt>
                <c:pt idx="1232">
                  <c:v/>
                </c:pt>
                <c:pt idx="1233">
                  <c:v/>
                </c:pt>
                <c:pt idx="1234">
                  <c:v/>
                </c:pt>
                <c:pt idx="1235">
                  <c:v/>
                </c:pt>
                <c:pt idx="1236">
                  <c:v/>
                </c:pt>
                <c:pt idx="1237">
                  <c:v/>
                </c:pt>
                <c:pt idx="1238">
                  <c:v/>
                </c:pt>
                <c:pt idx="1239">
                  <c:v/>
                </c:pt>
                <c:pt idx="1240">
                  <c:v/>
                </c:pt>
                <c:pt idx="1241">
                  <c:v/>
                </c:pt>
                <c:pt idx="1242">
                  <c:v/>
                </c:pt>
                <c:pt idx="1243">
                  <c:v/>
                </c:pt>
                <c:pt idx="1244">
                  <c:v/>
                </c:pt>
                <c:pt idx="1245">
                  <c:v/>
                </c:pt>
                <c:pt idx="1246">
                  <c:v/>
                </c:pt>
                <c:pt idx="1247">
                  <c:v/>
                </c:pt>
                <c:pt idx="1248">
                  <c:v/>
                </c:pt>
                <c:pt idx="1249">
                  <c:v/>
                </c:pt>
                <c:pt idx="1250">
                  <c:v/>
                </c:pt>
                <c:pt idx="1251">
                  <c:v/>
                </c:pt>
                <c:pt idx="1252">
                  <c:v/>
                </c:pt>
                <c:pt idx="1253">
                  <c:v/>
                </c:pt>
                <c:pt idx="1254">
                  <c:v/>
                </c:pt>
                <c:pt idx="1255">
                  <c:v/>
                </c:pt>
                <c:pt idx="1256">
                  <c:v/>
                </c:pt>
                <c:pt idx="1257">
                  <c:v/>
                </c:pt>
                <c:pt idx="1258">
                  <c:v/>
                </c:pt>
                <c:pt idx="1259">
                  <c:v/>
                </c:pt>
                <c:pt idx="1260">
                  <c:v/>
                </c:pt>
                <c:pt idx="1261">
                  <c:v/>
                </c:pt>
                <c:pt idx="1262">
                  <c:v/>
                </c:pt>
                <c:pt idx="1263">
                  <c:v/>
                </c:pt>
                <c:pt idx="1264">
                  <c:v/>
                </c:pt>
                <c:pt idx="1265">
                  <c:v/>
                </c:pt>
                <c:pt idx="1266">
                  <c:v/>
                </c:pt>
                <c:pt idx="1267">
                  <c:v/>
                </c:pt>
                <c:pt idx="1268">
                  <c:v/>
                </c:pt>
                <c:pt idx="1269">
                  <c:v/>
                </c:pt>
                <c:pt idx="1270">
                  <c:v/>
                </c:pt>
                <c:pt idx="1271">
                  <c:v/>
                </c:pt>
                <c:pt idx="1272">
                  <c:v/>
                </c:pt>
                <c:pt idx="1273">
                  <c:v/>
                </c:pt>
                <c:pt idx="1274">
                  <c:v/>
                </c:pt>
                <c:pt idx="1275">
                  <c:v/>
                </c:pt>
                <c:pt idx="1276">
                  <c:v/>
                </c:pt>
                <c:pt idx="1277">
                  <c:v/>
                </c:pt>
                <c:pt idx="1278">
                  <c:v/>
                </c:pt>
                <c:pt idx="1279">
                  <c:v/>
                </c:pt>
                <c:pt idx="1280">
                  <c:v/>
                </c:pt>
                <c:pt idx="1281">
                  <c:v/>
                </c:pt>
                <c:pt idx="1282">
                  <c:v/>
                </c:pt>
                <c:pt idx="1283">
                  <c:v/>
                </c:pt>
                <c:pt idx="1284">
                  <c:v/>
                </c:pt>
                <c:pt idx="1285">
                  <c:v/>
                </c:pt>
                <c:pt idx="1286">
                  <c:v/>
                </c:pt>
                <c:pt idx="1287">
                  <c:v/>
                </c:pt>
                <c:pt idx="1288">
                  <c:v/>
                </c:pt>
                <c:pt idx="1289">
                  <c:v/>
                </c:pt>
                <c:pt idx="1290">
                  <c:v/>
                </c:pt>
                <c:pt idx="1291">
                  <c:v/>
                </c:pt>
                <c:pt idx="1292">
                  <c:v/>
                </c:pt>
                <c:pt idx="1293">
                  <c:v/>
                </c:pt>
                <c:pt idx="1294">
                  <c:v/>
                </c:pt>
                <c:pt idx="1295">
                  <c:v/>
                </c:pt>
                <c:pt idx="1296">
                  <c:v/>
                </c:pt>
                <c:pt idx="1297">
                  <c:v/>
                </c:pt>
                <c:pt idx="1298">
                  <c:v/>
                </c:pt>
                <c:pt idx="1299">
                  <c:v/>
                </c:pt>
                <c:pt idx="1300">
                  <c:v/>
                </c:pt>
                <c:pt idx="1301">
                  <c:v/>
                </c:pt>
                <c:pt idx="1302">
                  <c:v/>
                </c:pt>
                <c:pt idx="1303">
                  <c:v/>
                </c:pt>
                <c:pt idx="1304">
                  <c:v/>
                </c:pt>
                <c:pt idx="1305">
                  <c:v/>
                </c:pt>
                <c:pt idx="1306">
                  <c:v/>
                </c:pt>
                <c:pt idx="1307">
                  <c:v/>
                </c:pt>
                <c:pt idx="1308">
                  <c:v/>
                </c:pt>
                <c:pt idx="1309">
                  <c:v/>
                </c:pt>
                <c:pt idx="1310">
                  <c:v/>
                </c:pt>
                <c:pt idx="1311">
                  <c:v/>
                </c:pt>
                <c:pt idx="1312">
                  <c:v/>
                </c:pt>
                <c:pt idx="1313">
                  <c:v/>
                </c:pt>
                <c:pt idx="1314">
                  <c:v/>
                </c:pt>
                <c:pt idx="1315">
                  <c:v/>
                </c:pt>
                <c:pt idx="1316">
                  <c:v/>
                </c:pt>
                <c:pt idx="1317">
                  <c:v/>
                </c:pt>
                <c:pt idx="1318">
                  <c:v/>
                </c:pt>
                <c:pt idx="1319">
                  <c:v/>
                </c:pt>
                <c:pt idx="1320">
                  <c:v/>
                </c:pt>
                <c:pt idx="1321">
                  <c:v/>
                </c:pt>
                <c:pt idx="1322">
                  <c:v/>
                </c:pt>
                <c:pt idx="1323">
                  <c:v/>
                </c:pt>
                <c:pt idx="1324">
                  <c:v/>
                </c:pt>
                <c:pt idx="1325">
                  <c:v/>
                </c:pt>
                <c:pt idx="1326">
                  <c:v/>
                </c:pt>
                <c:pt idx="1327">
                  <c:v/>
                </c:pt>
                <c:pt idx="1328">
                  <c:v/>
                </c:pt>
                <c:pt idx="1329">
                  <c:v/>
                </c:pt>
                <c:pt idx="1330">
                  <c:v/>
                </c:pt>
                <c:pt idx="1331">
                  <c:v/>
                </c:pt>
                <c:pt idx="1332">
                  <c:v/>
                </c:pt>
                <c:pt idx="1333">
                  <c:v/>
                </c:pt>
                <c:pt idx="1334">
                  <c:v/>
                </c:pt>
                <c:pt idx="1335">
                  <c:v/>
                </c:pt>
                <c:pt idx="1336">
                  <c:v/>
                </c:pt>
                <c:pt idx="1337">
                  <c:v/>
                </c:pt>
                <c:pt idx="1338">
                  <c:v/>
                </c:pt>
                <c:pt idx="1339">
                  <c:v/>
                </c:pt>
                <c:pt idx="1340">
                  <c:v/>
                </c:pt>
                <c:pt idx="1341">
                  <c:v/>
                </c:pt>
                <c:pt idx="1342">
                  <c:v/>
                </c:pt>
                <c:pt idx="1343">
                  <c:v/>
                </c:pt>
                <c:pt idx="1344">
                  <c:v/>
                </c:pt>
                <c:pt idx="1345">
                  <c:v/>
                </c:pt>
                <c:pt idx="1346">
                  <c:v/>
                </c:pt>
                <c:pt idx="1347">
                  <c:v/>
                </c:pt>
                <c:pt idx="1348">
                  <c:v/>
                </c:pt>
                <c:pt idx="1349">
                  <c:v/>
                </c:pt>
                <c:pt idx="1350">
                  <c:v/>
                </c:pt>
                <c:pt idx="1351">
                  <c:v/>
                </c:pt>
                <c:pt idx="1352">
                  <c:v/>
                </c:pt>
                <c:pt idx="1353">
                  <c:v/>
                </c:pt>
                <c:pt idx="1354">
                  <c:v/>
                </c:pt>
                <c:pt idx="1355">
                  <c:v/>
                </c:pt>
                <c:pt idx="1356">
                  <c:v/>
                </c:pt>
                <c:pt idx="1357">
                  <c:v/>
                </c:pt>
                <c:pt idx="1358">
                  <c:v/>
                </c:pt>
                <c:pt idx="1359">
                  <c:v/>
                </c:pt>
                <c:pt idx="1360">
                  <c:v/>
                </c:pt>
                <c:pt idx="1361">
                  <c:v/>
                </c:pt>
                <c:pt idx="1362">
                  <c:v/>
                </c:pt>
                <c:pt idx="1363">
                  <c:v/>
                </c:pt>
                <c:pt idx="1364">
                  <c:v/>
                </c:pt>
                <c:pt idx="1365">
                  <c:v/>
                </c:pt>
                <c:pt idx="1366">
                  <c:v/>
                </c:pt>
                <c:pt idx="1367">
                  <c:v/>
                </c:pt>
                <c:pt idx="1368">
                  <c:v/>
                </c:pt>
                <c:pt idx="1369">
                  <c:v/>
                </c:pt>
                <c:pt idx="1370">
                  <c:v/>
                </c:pt>
                <c:pt idx="1371">
                  <c:v/>
                </c:pt>
                <c:pt idx="1372">
                  <c:v/>
                </c:pt>
                <c:pt idx="1373">
                  <c:v/>
                </c:pt>
                <c:pt idx="1374">
                  <c:v/>
                </c:pt>
                <c:pt idx="1375">
                  <c:v/>
                </c:pt>
                <c:pt idx="1376">
                  <c:v/>
                </c:pt>
                <c:pt idx="1377">
                  <c:v/>
                </c:pt>
                <c:pt idx="1378">
                  <c:v/>
                </c:pt>
                <c:pt idx="1379">
                  <c:v/>
                </c:pt>
                <c:pt idx="1380">
                  <c:v/>
                </c:pt>
                <c:pt idx="1381">
                  <c:v/>
                </c:pt>
                <c:pt idx="1382">
                  <c:v/>
                </c:pt>
                <c:pt idx="1383">
                  <c:v/>
                </c:pt>
                <c:pt idx="1384">
                  <c:v/>
                </c:pt>
                <c:pt idx="1385">
                  <c:v/>
                </c:pt>
                <c:pt idx="1386">
                  <c:v/>
                </c:pt>
                <c:pt idx="1387">
                  <c:v/>
                </c:pt>
                <c:pt idx="1388">
                  <c:v/>
                </c:pt>
                <c:pt idx="1389">
                  <c:v/>
                </c:pt>
                <c:pt idx="1390">
                  <c:v/>
                </c:pt>
                <c:pt idx="1391">
                  <c:v/>
                </c:pt>
                <c:pt idx="1392">
                  <c:v/>
                </c:pt>
                <c:pt idx="1393">
                  <c:v/>
                </c:pt>
                <c:pt idx="1394">
                  <c:v/>
                </c:pt>
                <c:pt idx="1395">
                  <c:v/>
                </c:pt>
                <c:pt idx="1396">
                  <c:v/>
                </c:pt>
                <c:pt idx="1397">
                  <c:v/>
                </c:pt>
                <c:pt idx="1398">
                  <c:v/>
                </c:pt>
                <c:pt idx="1399">
                  <c:v/>
                </c:pt>
                <c:pt idx="1400">
                  <c:v/>
                </c:pt>
                <c:pt idx="1401">
                  <c:v/>
                </c:pt>
                <c:pt idx="1402">
                  <c:v/>
                </c:pt>
                <c:pt idx="1403">
                  <c:v/>
                </c:pt>
                <c:pt idx="1404">
                  <c:v/>
                </c:pt>
                <c:pt idx="1405">
                  <c:v/>
                </c:pt>
                <c:pt idx="1406">
                  <c:v/>
                </c:pt>
                <c:pt idx="1407">
                  <c:v/>
                </c:pt>
                <c:pt idx="1408">
                  <c:v/>
                </c:pt>
                <c:pt idx="1409">
                  <c:v/>
                </c:pt>
                <c:pt idx="1410">
                  <c:v/>
                </c:pt>
                <c:pt idx="1411">
                  <c:v/>
                </c:pt>
                <c:pt idx="1412">
                  <c:v/>
                </c:pt>
                <c:pt idx="1413">
                  <c:v/>
                </c:pt>
                <c:pt idx="1414">
                  <c:v/>
                </c:pt>
                <c:pt idx="1415">
                  <c:v/>
                </c:pt>
                <c:pt idx="1416">
                  <c:v/>
                </c:pt>
                <c:pt idx="1417">
                  <c:v/>
                </c:pt>
                <c:pt idx="1418">
                  <c:v/>
                </c:pt>
                <c:pt idx="1419">
                  <c:v/>
                </c:pt>
                <c:pt idx="1420">
                  <c:v/>
                </c:pt>
                <c:pt idx="1421">
                  <c:v/>
                </c:pt>
                <c:pt idx="1422">
                  <c:v/>
                </c:pt>
                <c:pt idx="1423">
                  <c:v/>
                </c:pt>
                <c:pt idx="1424">
                  <c:v/>
                </c:pt>
                <c:pt idx="1425">
                  <c:v/>
                </c:pt>
                <c:pt idx="1426">
                  <c:v/>
                </c:pt>
                <c:pt idx="1427">
                  <c:v/>
                </c:pt>
                <c:pt idx="1428">
                  <c:v/>
                </c:pt>
                <c:pt idx="1429">
                  <c:v/>
                </c:pt>
                <c:pt idx="1430">
                  <c:v/>
                </c:pt>
                <c:pt idx="1431">
                  <c:v/>
                </c:pt>
                <c:pt idx="1432">
                  <c:v/>
                </c:pt>
                <c:pt idx="1433">
                  <c:v/>
                </c:pt>
                <c:pt idx="1434">
                  <c:v/>
                </c:pt>
                <c:pt idx="1435">
                  <c:v/>
                </c:pt>
                <c:pt idx="1436">
                  <c:v/>
                </c:pt>
                <c:pt idx="1437">
                  <c:v/>
                </c:pt>
                <c:pt idx="1438">
                  <c:v/>
                </c:pt>
                <c:pt idx="1439">
                  <c:v/>
                </c:pt>
                <c:pt idx="1440">
                  <c:v/>
                </c:pt>
                <c:pt idx="1441">
                  <c:v/>
                </c:pt>
                <c:pt idx="1442">
                  <c:v/>
                </c:pt>
                <c:pt idx="1443">
                  <c:v/>
                </c:pt>
                <c:pt idx="1444">
                  <c:v/>
                </c:pt>
                <c:pt idx="1445">
                  <c:v/>
                </c:pt>
                <c:pt idx="1446">
                  <c:v/>
                </c:pt>
                <c:pt idx="1447">
                  <c:v/>
                </c:pt>
                <c:pt idx="1448">
                  <c:v/>
                </c:pt>
                <c:pt idx="1449">
                  <c:v/>
                </c:pt>
                <c:pt idx="1450">
                  <c:v/>
                </c:pt>
                <c:pt idx="1451">
                  <c:v/>
                </c:pt>
                <c:pt idx="1452">
                  <c:v/>
                </c:pt>
                <c:pt idx="1453">
                  <c:v/>
                </c:pt>
                <c:pt idx="1454">
                  <c:v/>
                </c:pt>
                <c:pt idx="1455">
                  <c:v/>
                </c:pt>
                <c:pt idx="1456">
                  <c:v/>
                </c:pt>
                <c:pt idx="1457">
                  <c:v/>
                </c:pt>
                <c:pt idx="1458">
                  <c:v/>
                </c:pt>
                <c:pt idx="1459">
                  <c:v/>
                </c:pt>
                <c:pt idx="1460">
                  <c:v/>
                </c:pt>
                <c:pt idx="1461">
                  <c:v/>
                </c:pt>
                <c:pt idx="1462">
                  <c:v/>
                </c:pt>
                <c:pt idx="1463">
                  <c:v/>
                </c:pt>
                <c:pt idx="1464">
                  <c:v/>
                </c:pt>
                <c:pt idx="1465">
                  <c:v/>
                </c:pt>
                <c:pt idx="1466">
                  <c:v/>
                </c:pt>
                <c:pt idx="1467">
                  <c:v/>
                </c:pt>
                <c:pt idx="1468">
                  <c:v/>
                </c:pt>
                <c:pt idx="1469">
                  <c:v/>
                </c:pt>
                <c:pt idx="1470">
                  <c:v/>
                </c:pt>
                <c:pt idx="1471">
                  <c:v/>
                </c:pt>
                <c:pt idx="1472">
                  <c:v/>
                </c:pt>
                <c:pt idx="1473">
                  <c:v/>
                </c:pt>
                <c:pt idx="1474">
                  <c:v/>
                </c:pt>
                <c:pt idx="1475">
                  <c:v/>
                </c:pt>
                <c:pt idx="1476">
                  <c:v/>
                </c:pt>
                <c:pt idx="1477">
                  <c:v/>
                </c:pt>
                <c:pt idx="1478">
                  <c:v/>
                </c:pt>
                <c:pt idx="1479">
                  <c:v/>
                </c:pt>
                <c:pt idx="1480">
                  <c:v/>
                </c:pt>
                <c:pt idx="1481">
                  <c:v/>
                </c:pt>
                <c:pt idx="1482">
                  <c:v/>
                </c:pt>
                <c:pt idx="1483">
                  <c:v/>
                </c:pt>
                <c:pt idx="1484">
                  <c:v/>
                </c:pt>
                <c:pt idx="1485">
                  <c:v/>
                </c:pt>
                <c:pt idx="1486">
                  <c:v/>
                </c:pt>
                <c:pt idx="1487">
                  <c:v/>
                </c:pt>
                <c:pt idx="1488">
                  <c:v/>
                </c:pt>
                <c:pt idx="1489">
                  <c:v/>
                </c:pt>
                <c:pt idx="1490">
                  <c:v/>
                </c:pt>
                <c:pt idx="1491">
                  <c:v/>
                </c:pt>
                <c:pt idx="1492">
                  <c:v/>
                </c:pt>
                <c:pt idx="1493">
                  <c:v/>
                </c:pt>
                <c:pt idx="1494">
                  <c:v/>
                </c:pt>
                <c:pt idx="1495">
                  <c:v/>
                </c:pt>
                <c:pt idx="1496">
                  <c:v/>
                </c:pt>
                <c:pt idx="1497">
                  <c:v/>
                </c:pt>
                <c:pt idx="1498">
                  <c:v/>
                </c:pt>
                <c:pt idx="1499">
                  <c:v/>
                </c:pt>
                <c:pt idx="1500">
                  <c:v/>
                </c:pt>
                <c:pt idx="1501">
                  <c:v/>
                </c:pt>
                <c:pt idx="1502">
                  <c:v/>
                </c:pt>
                <c:pt idx="1503">
                  <c:v/>
                </c:pt>
                <c:pt idx="1504">
                  <c:v/>
                </c:pt>
                <c:pt idx="1505">
                  <c:v/>
                </c:pt>
                <c:pt idx="1506">
                  <c:v/>
                </c:pt>
                <c:pt idx="1507">
                  <c:v/>
                </c:pt>
                <c:pt idx="1508">
                  <c:v/>
                </c:pt>
                <c:pt idx="1509">
                  <c:v/>
                </c:pt>
                <c:pt idx="1510">
                  <c:v/>
                </c:pt>
                <c:pt idx="1511">
                  <c:v/>
                </c:pt>
                <c:pt idx="1512">
                  <c:v/>
                </c:pt>
                <c:pt idx="1513">
                  <c:v/>
                </c:pt>
                <c:pt idx="1514">
                  <c:v/>
                </c:pt>
                <c:pt idx="1515">
                  <c:v/>
                </c:pt>
                <c:pt idx="1516">
                  <c:v/>
                </c:pt>
                <c:pt idx="1517">
                  <c:v/>
                </c:pt>
                <c:pt idx="1518">
                  <c:v/>
                </c:pt>
                <c:pt idx="1519">
                  <c:v/>
                </c:pt>
                <c:pt idx="1520">
                  <c:v/>
                </c:pt>
                <c:pt idx="1521">
                  <c:v/>
                </c:pt>
                <c:pt idx="1522">
                  <c:v/>
                </c:pt>
                <c:pt idx="1523">
                  <c:v/>
                </c:pt>
                <c:pt idx="1524">
                  <c:v/>
                </c:pt>
                <c:pt idx="1525">
                  <c:v/>
                </c:pt>
                <c:pt idx="1526">
                  <c:v/>
                </c:pt>
                <c:pt idx="1527">
                  <c:v/>
                </c:pt>
                <c:pt idx="1528">
                  <c:v/>
                </c:pt>
                <c:pt idx="1529">
                  <c:v/>
                </c:pt>
                <c:pt idx="1530">
                  <c:v/>
                </c:pt>
                <c:pt idx="1531">
                  <c:v/>
                </c:pt>
                <c:pt idx="1532">
                  <c:v/>
                </c:pt>
                <c:pt idx="1533">
                  <c:v/>
                </c:pt>
                <c:pt idx="1534">
                  <c:v/>
                </c:pt>
                <c:pt idx="1535">
                  <c:v/>
                </c:pt>
                <c:pt idx="1536">
                  <c:v/>
                </c:pt>
                <c:pt idx="1537">
                  <c:v/>
                </c:pt>
                <c:pt idx="1538">
                  <c:v/>
                </c:pt>
                <c:pt idx="1539">
                  <c:v/>
                </c:pt>
                <c:pt idx="1540">
                  <c:v/>
                </c:pt>
                <c:pt idx="1541">
                  <c:v/>
                </c:pt>
                <c:pt idx="1542">
                  <c:v/>
                </c:pt>
                <c:pt idx="1543">
                  <c:v/>
                </c:pt>
                <c:pt idx="1544">
                  <c:v/>
                </c:pt>
                <c:pt idx="1545">
                  <c:v/>
                </c:pt>
                <c:pt idx="1546">
                  <c:v/>
                </c:pt>
                <c:pt idx="1547">
                  <c:v/>
                </c:pt>
                <c:pt idx="1548">
                  <c:v/>
                </c:pt>
                <c:pt idx="1549">
                  <c:v/>
                </c:pt>
                <c:pt idx="1550">
                  <c:v/>
                </c:pt>
                <c:pt idx="1551">
                  <c:v/>
                </c:pt>
                <c:pt idx="1552">
                  <c:v/>
                </c:pt>
                <c:pt idx="1553">
                  <c:v/>
                </c:pt>
                <c:pt idx="1554">
                  <c:v/>
                </c:pt>
                <c:pt idx="1555">
                  <c:v/>
                </c:pt>
                <c:pt idx="1556">
                  <c:v/>
                </c:pt>
                <c:pt idx="1557">
                  <c:v/>
                </c:pt>
                <c:pt idx="1558">
                  <c:v/>
                </c:pt>
                <c:pt idx="1559">
                  <c:v/>
                </c:pt>
                <c:pt idx="1560">
                  <c:v/>
                </c:pt>
                <c:pt idx="1561">
                  <c:v/>
                </c:pt>
                <c:pt idx="1562">
                  <c:v/>
                </c:pt>
                <c:pt idx="1563">
                  <c:v/>
                </c:pt>
                <c:pt idx="1564">
                  <c:v/>
                </c:pt>
                <c:pt idx="1565">
                  <c:v/>
                </c:pt>
                <c:pt idx="1566">
                  <c:v/>
                </c:pt>
                <c:pt idx="1567">
                  <c:v/>
                </c:pt>
                <c:pt idx="1568">
                  <c:v/>
                </c:pt>
                <c:pt idx="1569">
                  <c:v/>
                </c:pt>
                <c:pt idx="1570">
                  <c:v/>
                </c:pt>
                <c:pt idx="1571">
                  <c:v/>
                </c:pt>
                <c:pt idx="1572">
                  <c:v/>
                </c:pt>
                <c:pt idx="1573">
                  <c:v/>
                </c:pt>
                <c:pt idx="1574">
                  <c:v/>
                </c:pt>
                <c:pt idx="1575">
                  <c:v/>
                </c:pt>
                <c:pt idx="1576">
                  <c:v/>
                </c:pt>
                <c:pt idx="1577">
                  <c:v/>
                </c:pt>
                <c:pt idx="1578">
                  <c:v/>
                </c:pt>
                <c:pt idx="1579">
                  <c:v/>
                </c:pt>
                <c:pt idx="1580">
                  <c:v/>
                </c:pt>
                <c:pt idx="1581">
                  <c:v/>
                </c:pt>
                <c:pt idx="1582">
                  <c:v/>
                </c:pt>
                <c:pt idx="1583">
                  <c:v/>
                </c:pt>
                <c:pt idx="1584">
                  <c:v/>
                </c:pt>
                <c:pt idx="1585">
                  <c:v/>
                </c:pt>
                <c:pt idx="1586">
                  <c:v/>
                </c:pt>
                <c:pt idx="1587">
                  <c:v/>
                </c:pt>
                <c:pt idx="1588">
                  <c:v/>
                </c:pt>
                <c:pt idx="1589">
                  <c:v/>
                </c:pt>
                <c:pt idx="1590">
                  <c:v/>
                </c:pt>
                <c:pt idx="1591">
                  <c:v/>
                </c:pt>
                <c:pt idx="1592">
                  <c:v/>
                </c:pt>
                <c:pt idx="1593">
                  <c:v/>
                </c:pt>
                <c:pt idx="1594">
                  <c:v/>
                </c:pt>
                <c:pt idx="1595">
                  <c:v/>
                </c:pt>
                <c:pt idx="1596">
                  <c:v/>
                </c:pt>
                <c:pt idx="1597">
                  <c:v/>
                </c:pt>
                <c:pt idx="1598">
                  <c:v/>
                </c:pt>
                <c:pt idx="1599">
                  <c:v/>
                </c:pt>
                <c:pt idx="1600">
                  <c:v/>
                </c:pt>
                <c:pt idx="1601">
                  <c:v/>
                </c:pt>
                <c:pt idx="1602">
                  <c:v/>
                </c:pt>
                <c:pt idx="1603">
                  <c:v/>
                </c:pt>
                <c:pt idx="1604">
                  <c:v/>
                </c:pt>
                <c:pt idx="1605">
                  <c:v/>
                </c:pt>
                <c:pt idx="1606">
                  <c:v/>
                </c:pt>
                <c:pt idx="1607">
                  <c:v/>
                </c:pt>
                <c:pt idx="1608">
                  <c:v/>
                </c:pt>
                <c:pt idx="1609">
                  <c:v/>
                </c:pt>
                <c:pt idx="1610">
                  <c:v/>
                </c:pt>
                <c:pt idx="1611">
                  <c:v/>
                </c:pt>
                <c:pt idx="1612">
                  <c:v/>
                </c:pt>
                <c:pt idx="1613">
                  <c:v/>
                </c:pt>
                <c:pt idx="1614">
                  <c:v/>
                </c:pt>
                <c:pt idx="1615">
                  <c:v/>
                </c:pt>
                <c:pt idx="1616">
                  <c:v/>
                </c:pt>
                <c:pt idx="1617">
                  <c:v/>
                </c:pt>
                <c:pt idx="1618">
                  <c:v/>
                </c:pt>
                <c:pt idx="1619">
                  <c:v/>
                </c:pt>
                <c:pt idx="1620">
                  <c:v/>
                </c:pt>
                <c:pt idx="1621">
                  <c:v/>
                </c:pt>
                <c:pt idx="1622">
                  <c:v/>
                </c:pt>
                <c:pt idx="1623">
                  <c:v/>
                </c:pt>
                <c:pt idx="1624">
                  <c:v/>
                </c:pt>
                <c:pt idx="1625">
                  <c:v/>
                </c:pt>
                <c:pt idx="1626">
                  <c:v/>
                </c:pt>
                <c:pt idx="1627">
                  <c:v/>
                </c:pt>
                <c:pt idx="1628">
                  <c:v/>
                </c:pt>
                <c:pt idx="1629">
                  <c:v/>
                </c:pt>
                <c:pt idx="1630">
                  <c:v/>
                </c:pt>
                <c:pt idx="1631">
                  <c:v/>
                </c:pt>
                <c:pt idx="1632">
                  <c:v/>
                </c:pt>
                <c:pt idx="1633">
                  <c:v/>
                </c:pt>
                <c:pt idx="1634">
                  <c:v/>
                </c:pt>
                <c:pt idx="1635">
                  <c:v/>
                </c:pt>
                <c:pt idx="1636">
                  <c:v/>
                </c:pt>
                <c:pt idx="1637">
                  <c:v/>
                </c:pt>
                <c:pt idx="1638">
                  <c:v/>
                </c:pt>
                <c:pt idx="1639">
                  <c:v/>
                </c:pt>
                <c:pt idx="1640">
                  <c:v/>
                </c:pt>
                <c:pt idx="1641">
                  <c:v/>
                </c:pt>
                <c:pt idx="1642">
                  <c:v/>
                </c:pt>
                <c:pt idx="1643">
                  <c:v/>
                </c:pt>
                <c:pt idx="1644">
                  <c:v/>
                </c:pt>
                <c:pt idx="1645">
                  <c:v/>
                </c:pt>
                <c:pt idx="1646">
                  <c:v/>
                </c:pt>
                <c:pt idx="1647">
                  <c:v/>
                </c:pt>
                <c:pt idx="1648">
                  <c:v/>
                </c:pt>
                <c:pt idx="1649">
                  <c:v/>
                </c:pt>
                <c:pt idx="1650">
                  <c:v/>
                </c:pt>
                <c:pt idx="1651">
                  <c:v/>
                </c:pt>
                <c:pt idx="1652">
                  <c:v/>
                </c:pt>
                <c:pt idx="1653">
                  <c:v/>
                </c:pt>
                <c:pt idx="1654">
                  <c:v/>
                </c:pt>
                <c:pt idx="1655">
                  <c:v/>
                </c:pt>
                <c:pt idx="1656">
                  <c:v/>
                </c:pt>
                <c:pt idx="1657">
                  <c:v/>
                </c:pt>
                <c:pt idx="1658">
                  <c:v/>
                </c:pt>
                <c:pt idx="1659">
                  <c:v/>
                </c:pt>
                <c:pt idx="1660">
                  <c:v/>
                </c:pt>
                <c:pt idx="1661">
                  <c:v/>
                </c:pt>
                <c:pt idx="1662">
                  <c:v/>
                </c:pt>
                <c:pt idx="1663">
                  <c:v/>
                </c:pt>
                <c:pt idx="1664">
                  <c:v/>
                </c:pt>
                <c:pt idx="1665">
                  <c:v/>
                </c:pt>
                <c:pt idx="1666">
                  <c:v/>
                </c:pt>
                <c:pt idx="1667">
                  <c:v/>
                </c:pt>
                <c:pt idx="1668">
                  <c:v/>
                </c:pt>
                <c:pt idx="1669">
                  <c:v/>
                </c:pt>
                <c:pt idx="1670">
                  <c:v/>
                </c:pt>
                <c:pt idx="1671">
                  <c:v/>
                </c:pt>
                <c:pt idx="1672">
                  <c:v/>
                </c:pt>
                <c:pt idx="1673">
                  <c:v/>
                </c:pt>
                <c:pt idx="1674">
                  <c:v/>
                </c:pt>
                <c:pt idx="1675">
                  <c:v/>
                </c:pt>
                <c:pt idx="1676">
                  <c:v/>
                </c:pt>
                <c:pt idx="1677">
                  <c:v/>
                </c:pt>
                <c:pt idx="1678">
                  <c:v/>
                </c:pt>
                <c:pt idx="1679">
                  <c:v/>
                </c:pt>
                <c:pt idx="1680">
                  <c:v/>
                </c:pt>
                <c:pt idx="1681">
                  <c:v/>
                </c:pt>
                <c:pt idx="1682">
                  <c:v/>
                </c:pt>
                <c:pt idx="1683">
                  <c:v/>
                </c:pt>
                <c:pt idx="1684">
                  <c:v/>
                </c:pt>
                <c:pt idx="1685">
                  <c:v/>
                </c:pt>
                <c:pt idx="1686">
                  <c:v/>
                </c:pt>
                <c:pt idx="1687">
                  <c:v/>
                </c:pt>
                <c:pt idx="1688">
                  <c:v/>
                </c:pt>
                <c:pt idx="1689">
                  <c:v/>
                </c:pt>
                <c:pt idx="1690">
                  <c:v/>
                </c:pt>
                <c:pt idx="1691">
                  <c:v/>
                </c:pt>
                <c:pt idx="1692">
                  <c:v/>
                </c:pt>
                <c:pt idx="1693">
                  <c:v/>
                </c:pt>
                <c:pt idx="1694">
                  <c:v/>
                </c:pt>
                <c:pt idx="1695">
                  <c:v/>
                </c:pt>
                <c:pt idx="1696">
                  <c:v/>
                </c:pt>
                <c:pt idx="1697">
                  <c:v/>
                </c:pt>
                <c:pt idx="1698">
                  <c:v/>
                </c:pt>
                <c:pt idx="1699">
                  <c:v/>
                </c:pt>
                <c:pt idx="1700">
                  <c:v/>
                </c:pt>
                <c:pt idx="1701">
                  <c:v/>
                </c:pt>
                <c:pt idx="1702">
                  <c:v/>
                </c:pt>
                <c:pt idx="1703">
                  <c:v/>
                </c:pt>
                <c:pt idx="1704">
                  <c:v/>
                </c:pt>
                <c:pt idx="1705">
                  <c:v/>
                </c:pt>
                <c:pt idx="1706">
                  <c:v/>
                </c:pt>
                <c:pt idx="1707">
                  <c:v/>
                </c:pt>
                <c:pt idx="1708">
                  <c:v/>
                </c:pt>
                <c:pt idx="1709">
                  <c:v/>
                </c:pt>
                <c:pt idx="1710">
                  <c:v/>
                </c:pt>
                <c:pt idx="1711">
                  <c:v/>
                </c:pt>
                <c:pt idx="1712">
                  <c:v/>
                </c:pt>
                <c:pt idx="1713">
                  <c:v/>
                </c:pt>
                <c:pt idx="1714">
                  <c:v/>
                </c:pt>
                <c:pt idx="1715">
                  <c:v/>
                </c:pt>
                <c:pt idx="1716">
                  <c:v/>
                </c:pt>
                <c:pt idx="1717">
                  <c:v/>
                </c:pt>
                <c:pt idx="1718">
                  <c:v/>
                </c:pt>
                <c:pt idx="1719">
                  <c:v/>
                </c:pt>
                <c:pt idx="1720">
                  <c:v/>
                </c:pt>
                <c:pt idx="1721">
                  <c:v/>
                </c:pt>
                <c:pt idx="1722">
                  <c:v/>
                </c:pt>
                <c:pt idx="1723">
                  <c:v/>
                </c:pt>
                <c:pt idx="1724">
                  <c:v/>
                </c:pt>
                <c:pt idx="1725">
                  <c:v/>
                </c:pt>
                <c:pt idx="1726">
                  <c:v/>
                </c:pt>
                <c:pt idx="1727">
                  <c:v/>
                </c:pt>
                <c:pt idx="1728">
                  <c:v/>
                </c:pt>
                <c:pt idx="1729">
                  <c:v/>
                </c:pt>
                <c:pt idx="1730">
                  <c:v/>
                </c:pt>
                <c:pt idx="1731">
                  <c:v/>
                </c:pt>
                <c:pt idx="1732">
                  <c:v/>
                </c:pt>
                <c:pt idx="1733">
                  <c:v/>
                </c:pt>
                <c:pt idx="1734">
                  <c:v/>
                </c:pt>
                <c:pt idx="1735">
                  <c:v/>
                </c:pt>
                <c:pt idx="1736">
                  <c:v/>
                </c:pt>
                <c:pt idx="1737">
                  <c:v/>
                </c:pt>
                <c:pt idx="1738">
                  <c:v/>
                </c:pt>
                <c:pt idx="1739">
                  <c:v/>
                </c:pt>
                <c:pt idx="1740">
                  <c:v/>
                </c:pt>
                <c:pt idx="1741">
                  <c:v/>
                </c:pt>
                <c:pt idx="1742">
                  <c:v/>
                </c:pt>
                <c:pt idx="1743">
                  <c:v/>
                </c:pt>
                <c:pt idx="1744">
                  <c:v/>
                </c:pt>
                <c:pt idx="1745">
                  <c:v/>
                </c:pt>
                <c:pt idx="1746">
                  <c:v/>
                </c:pt>
                <c:pt idx="1747">
                  <c:v/>
                </c:pt>
                <c:pt idx="1748">
                  <c:v/>
                </c:pt>
                <c:pt idx="1749">
                  <c:v/>
                </c:pt>
                <c:pt idx="1750">
                  <c:v/>
                </c:pt>
                <c:pt idx="1751">
                  <c:v/>
                </c:pt>
                <c:pt idx="1752">
                  <c:v/>
                </c:pt>
                <c:pt idx="1753">
                  <c:v/>
                </c:pt>
                <c:pt idx="1754">
                  <c:v/>
                </c:pt>
                <c:pt idx="1755">
                  <c:v/>
                </c:pt>
                <c:pt idx="1756">
                  <c:v/>
                </c:pt>
                <c:pt idx="1757">
                  <c:v/>
                </c:pt>
                <c:pt idx="1758">
                  <c:v/>
                </c:pt>
                <c:pt idx="1759">
                  <c:v/>
                </c:pt>
                <c:pt idx="1760">
                  <c:v/>
                </c:pt>
                <c:pt idx="1761">
                  <c:v/>
                </c:pt>
                <c:pt idx="1762">
                  <c:v/>
                </c:pt>
                <c:pt idx="1763">
                  <c:v/>
                </c:pt>
                <c:pt idx="1764">
                  <c:v/>
                </c:pt>
                <c:pt idx="1765">
                  <c:v/>
                </c:pt>
                <c:pt idx="1766">
                  <c:v/>
                </c:pt>
                <c:pt idx="1767">
                  <c:v/>
                </c:pt>
                <c:pt idx="1768">
                  <c:v/>
                </c:pt>
                <c:pt idx="1769">
                  <c:v/>
                </c:pt>
                <c:pt idx="1770">
                  <c:v/>
                </c:pt>
                <c:pt idx="1771">
                  <c:v/>
                </c:pt>
                <c:pt idx="1772">
                  <c:v/>
                </c:pt>
                <c:pt idx="1773">
                  <c:v/>
                </c:pt>
                <c:pt idx="1774">
                  <c:v/>
                </c:pt>
                <c:pt idx="1775">
                  <c:v/>
                </c:pt>
                <c:pt idx="1776">
                  <c:v/>
                </c:pt>
                <c:pt idx="1777">
                  <c:v/>
                </c:pt>
                <c:pt idx="1778">
                  <c:v/>
                </c:pt>
                <c:pt idx="1779">
                  <c:v/>
                </c:pt>
                <c:pt idx="1780">
                  <c:v/>
                </c:pt>
                <c:pt idx="1781">
                  <c:v/>
                </c:pt>
                <c:pt idx="1782">
                  <c:v/>
                </c:pt>
                <c:pt idx="1783">
                  <c:v/>
                </c:pt>
                <c:pt idx="1784">
                  <c:v/>
                </c:pt>
                <c:pt idx="1785">
                  <c:v/>
                </c:pt>
                <c:pt idx="1786">
                  <c:v/>
                </c:pt>
                <c:pt idx="1787">
                  <c:v/>
                </c:pt>
                <c:pt idx="1788">
                  <c:v/>
                </c:pt>
                <c:pt idx="1789">
                  <c:v/>
                </c:pt>
                <c:pt idx="1790">
                  <c:v/>
                </c:pt>
                <c:pt idx="1791">
                  <c:v/>
                </c:pt>
                <c:pt idx="1792">
                  <c:v/>
                </c:pt>
                <c:pt idx="1793">
                  <c:v/>
                </c:pt>
                <c:pt idx="1794">
                  <c:v/>
                </c:pt>
                <c:pt idx="1795">
                  <c:v/>
                </c:pt>
                <c:pt idx="1796">
                  <c:v/>
                </c:pt>
                <c:pt idx="1797">
                  <c:v/>
                </c:pt>
                <c:pt idx="1798">
                  <c:v/>
                </c:pt>
                <c:pt idx="1799">
                  <c:v/>
                </c:pt>
                <c:pt idx="1800">
                  <c:v/>
                </c:pt>
                <c:pt idx="1801">
                  <c:v/>
                </c:pt>
                <c:pt idx="1802">
                  <c:v/>
                </c:pt>
                <c:pt idx="1803">
                  <c:v/>
                </c:pt>
                <c:pt idx="1804">
                  <c:v/>
                </c:pt>
                <c:pt idx="1805">
                  <c:v/>
                </c:pt>
                <c:pt idx="1806">
                  <c:v/>
                </c:pt>
                <c:pt idx="1807">
                  <c:v/>
                </c:pt>
                <c:pt idx="1808">
                  <c:v/>
                </c:pt>
                <c:pt idx="1809">
                  <c:v/>
                </c:pt>
                <c:pt idx="1810">
                  <c:v/>
                </c:pt>
                <c:pt idx="1811">
                  <c:v/>
                </c:pt>
                <c:pt idx="1812">
                  <c:v/>
                </c:pt>
                <c:pt idx="1813">
                  <c:v/>
                </c:pt>
                <c:pt idx="1814">
                  <c:v/>
                </c:pt>
                <c:pt idx="1815">
                  <c:v/>
                </c:pt>
                <c:pt idx="1816">
                  <c:v/>
                </c:pt>
                <c:pt idx="1817">
                  <c:v/>
                </c:pt>
                <c:pt idx="1818">
                  <c:v/>
                </c:pt>
                <c:pt idx="1819">
                  <c:v/>
                </c:pt>
                <c:pt idx="1820">
                  <c:v/>
                </c:pt>
                <c:pt idx="1821">
                  <c:v/>
                </c:pt>
                <c:pt idx="1822">
                  <c:v/>
                </c:pt>
                <c:pt idx="1823">
                  <c:v/>
                </c:pt>
                <c:pt idx="1824">
                  <c:v/>
                </c:pt>
                <c:pt idx="1825">
                  <c:v/>
                </c:pt>
                <c:pt idx="1826">
                  <c:v/>
                </c:pt>
                <c:pt idx="1827">
                  <c:v/>
                </c:pt>
                <c:pt idx="1828">
                  <c:v/>
                </c:pt>
                <c:pt idx="1829">
                  <c:v/>
                </c:pt>
                <c:pt idx="1830">
                  <c:v/>
                </c:pt>
                <c:pt idx="1831">
                  <c:v/>
                </c:pt>
                <c:pt idx="1832">
                  <c:v/>
                </c:pt>
                <c:pt idx="1833">
                  <c:v/>
                </c:pt>
                <c:pt idx="1834">
                  <c:v/>
                </c:pt>
                <c:pt idx="1835">
                  <c:v/>
                </c:pt>
                <c:pt idx="1836">
                  <c:v/>
                </c:pt>
                <c:pt idx="1837">
                  <c:v/>
                </c:pt>
                <c:pt idx="1838">
                  <c:v/>
                </c:pt>
                <c:pt idx="1839">
                  <c:v/>
                </c:pt>
                <c:pt idx="1840">
                  <c:v/>
                </c:pt>
                <c:pt idx="1841">
                  <c:v/>
                </c:pt>
                <c:pt idx="1842">
                  <c:v/>
                </c:pt>
                <c:pt idx="1843">
                  <c:v/>
                </c:pt>
                <c:pt idx="1844">
                  <c:v/>
                </c:pt>
                <c:pt idx="1845">
                  <c:v/>
                </c:pt>
                <c:pt idx="1846">
                  <c:v/>
                </c:pt>
                <c:pt idx="1847">
                  <c:v/>
                </c:pt>
                <c:pt idx="1848">
                  <c:v/>
                </c:pt>
                <c:pt idx="1849">
                  <c:v/>
                </c:pt>
                <c:pt idx="1850">
                  <c:v/>
                </c:pt>
                <c:pt idx="1851">
                  <c:v/>
                </c:pt>
                <c:pt idx="1852">
                  <c:v/>
                </c:pt>
                <c:pt idx="1853">
                  <c:v/>
                </c:pt>
                <c:pt idx="1854">
                  <c:v/>
                </c:pt>
                <c:pt idx="1855">
                  <c:v/>
                </c:pt>
                <c:pt idx="1856">
                  <c:v/>
                </c:pt>
                <c:pt idx="1857">
                  <c:v/>
                </c:pt>
                <c:pt idx="1858">
                  <c:v/>
                </c:pt>
                <c:pt idx="1859">
                  <c:v/>
                </c:pt>
                <c:pt idx="1860">
                  <c:v/>
                </c:pt>
                <c:pt idx="1861">
                  <c:v/>
                </c:pt>
                <c:pt idx="1862">
                  <c:v/>
                </c:pt>
                <c:pt idx="1863">
                  <c:v/>
                </c:pt>
                <c:pt idx="1864">
                  <c:v/>
                </c:pt>
                <c:pt idx="1865">
                  <c:v/>
                </c:pt>
                <c:pt idx="1866">
                  <c:v/>
                </c:pt>
                <c:pt idx="1867">
                  <c:v/>
                </c:pt>
                <c:pt idx="1868">
                  <c:v/>
                </c:pt>
                <c:pt idx="1869">
                  <c:v/>
                </c:pt>
                <c:pt idx="1870">
                  <c:v/>
                </c:pt>
                <c:pt idx="1871">
                  <c:v/>
                </c:pt>
                <c:pt idx="1872">
                  <c:v/>
                </c:pt>
                <c:pt idx="1873">
                  <c:v/>
                </c:pt>
                <c:pt idx="1874">
                  <c:v/>
                </c:pt>
                <c:pt idx="1875">
                  <c:v/>
                </c:pt>
                <c:pt idx="1876">
                  <c:v/>
                </c:pt>
                <c:pt idx="1877">
                  <c:v/>
                </c:pt>
                <c:pt idx="1878">
                  <c:v/>
                </c:pt>
                <c:pt idx="1879">
                  <c:v/>
                </c:pt>
                <c:pt idx="1880">
                  <c:v/>
                </c:pt>
                <c:pt idx="1881">
                  <c:v/>
                </c:pt>
                <c:pt idx="1882">
                  <c:v/>
                </c:pt>
                <c:pt idx="1883">
                  <c:v/>
                </c:pt>
                <c:pt idx="1884">
                  <c:v/>
                </c:pt>
                <c:pt idx="1885">
                  <c:v/>
                </c:pt>
                <c:pt idx="1886">
                  <c:v/>
                </c:pt>
                <c:pt idx="1887">
                  <c:v/>
                </c:pt>
                <c:pt idx="1888">
                  <c:v/>
                </c:pt>
                <c:pt idx="1889">
                  <c:v/>
                </c:pt>
                <c:pt idx="1890">
                  <c:v/>
                </c:pt>
                <c:pt idx="1891">
                  <c:v/>
                </c:pt>
                <c:pt idx="1892">
                  <c:v/>
                </c:pt>
                <c:pt idx="1893">
                  <c:v/>
                </c:pt>
                <c:pt idx="1894">
                  <c:v/>
                </c:pt>
                <c:pt idx="1895">
                  <c:v/>
                </c:pt>
                <c:pt idx="1896">
                  <c:v/>
                </c:pt>
                <c:pt idx="1897">
                  <c:v/>
                </c:pt>
                <c:pt idx="1898">
                  <c:v/>
                </c:pt>
                <c:pt idx="1899">
                  <c:v/>
                </c:pt>
                <c:pt idx="1900">
                  <c:v/>
                </c:pt>
                <c:pt idx="1901">
                  <c:v/>
                </c:pt>
                <c:pt idx="1902">
                  <c:v/>
                </c:pt>
                <c:pt idx="1903">
                  <c:v/>
                </c:pt>
                <c:pt idx="1904">
                  <c:v/>
                </c:pt>
                <c:pt idx="1905">
                  <c:v/>
                </c:pt>
                <c:pt idx="1906">
                  <c:v/>
                </c:pt>
                <c:pt idx="1907">
                  <c:v/>
                </c:pt>
                <c:pt idx="1908">
                  <c:v/>
                </c:pt>
                <c:pt idx="1909">
                  <c:v/>
                </c:pt>
                <c:pt idx="1910">
                  <c:v/>
                </c:pt>
                <c:pt idx="1911">
                  <c:v/>
                </c:pt>
                <c:pt idx="1912">
                  <c:v/>
                </c:pt>
                <c:pt idx="1913">
                  <c:v/>
                </c:pt>
                <c:pt idx="1914">
                  <c:v/>
                </c:pt>
                <c:pt idx="1915">
                  <c:v/>
                </c:pt>
                <c:pt idx="1916">
                  <c:v/>
                </c:pt>
                <c:pt idx="1917">
                  <c:v/>
                </c:pt>
                <c:pt idx="1918">
                  <c:v/>
                </c:pt>
                <c:pt idx="1919">
                  <c:v/>
                </c:pt>
                <c:pt idx="1920">
                  <c:v/>
                </c:pt>
                <c:pt idx="1921">
                  <c:v/>
                </c:pt>
                <c:pt idx="1922">
                  <c:v/>
                </c:pt>
                <c:pt idx="1923">
                  <c:v/>
                </c:pt>
                <c:pt idx="1924">
                  <c:v/>
                </c:pt>
                <c:pt idx="1925">
                  <c:v/>
                </c:pt>
                <c:pt idx="1926">
                  <c:v/>
                </c:pt>
                <c:pt idx="1927">
                  <c:v/>
                </c:pt>
                <c:pt idx="1928">
                  <c:v/>
                </c:pt>
                <c:pt idx="1929">
                  <c:v/>
                </c:pt>
                <c:pt idx="1930">
                  <c:v/>
                </c:pt>
                <c:pt idx="1931">
                  <c:v/>
                </c:pt>
                <c:pt idx="1932">
                  <c:v/>
                </c:pt>
                <c:pt idx="1933">
                  <c:v/>
                </c:pt>
                <c:pt idx="1934">
                  <c:v/>
                </c:pt>
                <c:pt idx="1935">
                  <c:v/>
                </c:pt>
                <c:pt idx="1936">
                  <c:v/>
                </c:pt>
                <c:pt idx="1937">
                  <c:v/>
                </c:pt>
                <c:pt idx="1938">
                  <c:v/>
                </c:pt>
                <c:pt idx="1939">
                  <c:v/>
                </c:pt>
                <c:pt idx="1940">
                  <c:v/>
                </c:pt>
                <c:pt idx="1941">
                  <c:v/>
                </c:pt>
                <c:pt idx="1942">
                  <c:v/>
                </c:pt>
                <c:pt idx="1943">
                  <c:v/>
                </c:pt>
                <c:pt idx="1944">
                  <c:v/>
                </c:pt>
                <c:pt idx="1945">
                  <c:v/>
                </c:pt>
                <c:pt idx="1946">
                  <c:v/>
                </c:pt>
                <c:pt idx="1947">
                  <c:v/>
                </c:pt>
                <c:pt idx="1948">
                  <c:v/>
                </c:pt>
                <c:pt idx="1949">
                  <c:v/>
                </c:pt>
                <c:pt idx="1950">
                  <c:v/>
                </c:pt>
                <c:pt idx="1951">
                  <c:v/>
                </c:pt>
                <c:pt idx="1952">
                  <c:v/>
                </c:pt>
                <c:pt idx="1953">
                  <c:v/>
                </c:pt>
                <c:pt idx="1954">
                  <c:v/>
                </c:pt>
                <c:pt idx="1955">
                  <c:v/>
                </c:pt>
                <c:pt idx="1956">
                  <c:v/>
                </c:pt>
                <c:pt idx="1957">
                  <c:v/>
                </c:pt>
                <c:pt idx="1958">
                  <c:v/>
                </c:pt>
                <c:pt idx="1959">
                  <c:v/>
                </c:pt>
                <c:pt idx="1960">
                  <c:v/>
                </c:pt>
                <c:pt idx="1961">
                  <c:v/>
                </c:pt>
                <c:pt idx="1962">
                  <c:v/>
                </c:pt>
                <c:pt idx="1963">
                  <c:v/>
                </c:pt>
                <c:pt idx="1964">
                  <c:v/>
                </c:pt>
                <c:pt idx="1965">
                  <c:v/>
                </c:pt>
                <c:pt idx="1966">
                  <c:v/>
                </c:pt>
                <c:pt idx="1967">
                  <c:v/>
                </c:pt>
                <c:pt idx="1968">
                  <c:v/>
                </c:pt>
                <c:pt idx="1969">
                  <c:v/>
                </c:pt>
                <c:pt idx="1970">
                  <c:v/>
                </c:pt>
                <c:pt idx="1971">
                  <c:v/>
                </c:pt>
                <c:pt idx="1972">
                  <c:v/>
                </c:pt>
                <c:pt idx="1973">
                  <c:v/>
                </c:pt>
                <c:pt idx="1974">
                  <c:v/>
                </c:pt>
                <c:pt idx="1975">
                  <c:v/>
                </c:pt>
                <c:pt idx="1976">
                  <c:v/>
                </c:pt>
                <c:pt idx="1977">
                  <c:v/>
                </c:pt>
                <c:pt idx="1978">
                  <c:v/>
                </c:pt>
                <c:pt idx="1979">
                  <c:v/>
                </c:pt>
                <c:pt idx="1980">
                  <c:v/>
                </c:pt>
                <c:pt idx="1981">
                  <c:v/>
                </c:pt>
                <c:pt idx="1982">
                  <c:v/>
                </c:pt>
                <c:pt idx="1983">
                  <c:v/>
                </c:pt>
                <c:pt idx="1984">
                  <c:v/>
                </c:pt>
                <c:pt idx="1985">
                  <c:v/>
                </c:pt>
                <c:pt idx="1986">
                  <c:v/>
                </c:pt>
                <c:pt idx="1987">
                  <c:v/>
                </c:pt>
                <c:pt idx="1988">
                  <c:v/>
                </c:pt>
                <c:pt idx="1989">
                  <c:v/>
                </c:pt>
                <c:pt idx="1990">
                  <c:v/>
                </c:pt>
                <c:pt idx="1991">
                  <c:v/>
                </c:pt>
                <c:pt idx="1992">
                  <c:v/>
                </c:pt>
                <c:pt idx="1993">
                  <c:v/>
                </c:pt>
                <c:pt idx="1994">
                  <c:v/>
                </c:pt>
                <c:pt idx="1995">
                  <c:v/>
                </c:pt>
                <c:pt idx="1996">
                  <c:v/>
                </c:pt>
                <c:pt idx="1997">
                  <c:v/>
                </c:pt>
                <c:pt idx="1998">
                  <c:v/>
                </c:pt>
                <c:pt idx="1999">
                  <c:v/>
                </c:pt>
                <c:pt idx="2000">
                  <c:v/>
                </c:pt>
                <c:pt idx="2001">
                  <c:v>-100</c:v>
                </c:pt>
                <c:pt idx="2002">
                  <c:v>100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
          <c:min val="0"/>
        </c:scaling>
        <c:delete val="0"/>
        <c:axPos val="b"/>
        <c:title>
          <c:tx>
            <c:rich>
              <a:bodyPr/>
              <a:lstStyle/>
              <a:p>
                <a:pPr>
                  <a:defRPr sz="1100" b="0" i="0" u="none" strike="noStrike">
                    <a:solidFill>
                      <a:srgbClr val="3C5566"/>
                    </a:solidFill>
                    <a:latin typeface="+mn-lt"/>
                  </a:defRPr>
                </a:pPr>
                <a:r>
                  <a:rPr sz="1100" b="0" i="0" u="none" strike="noStrike">
                    <a:solidFill>
                      <a:srgbClr val="3C5566"/>
                    </a:solidFill>
                    <a:latin typeface="+mn-lt"/>
                  </a:rPr>
                  <a:t>t [s]</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3C5566"/>
                </a:solidFill>
                <a:latin typeface="+mn-lt"/>
              </a:defRPr>
            </a:pPr>
            <a:endParaRPr lang="en-US"/>
          </a:p>
        </c:txPr>
        <c:crossAx val="2094734552"/>
        <c:crossesAt val="-100"/>
        <c:auto val="1"/>
        <c:lblAlgn val="ctr"/>
        <c:noMultiLvlLbl val="1"/>
        <c:majorUnit val="0.25"/>
      </c:valAx>
      <c:valAx>
        <c:axId val="2094734552"/>
        <c:scaling>
          <c:orientation val="minMax"/>
          <c:max val="100"/>
          <c:min val="-100"/>
        </c:scaling>
        <c:delete val="0"/>
        <c:axPos val="l"/>
        <c:majorGridlines>
          <c:spPr>
            <a:ln w="6350" cap="flat">
              <a:solidFill>
                <a:srgbClr val="E3E8EB"/>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3C5566"/>
                </a:solidFill>
                <a:latin typeface="+mn-lt"/>
              </a:defRPr>
            </a:pPr>
            <a:endParaRPr lang="en-US"/>
          </a:p>
        </c:txPr>
        <c:crossAx val="2094734554"/>
        <c:crosses val="autoZero"/>
        <c:crossBetween val="midCat"/>
        <c:majorUnit val="50"/>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7242E"/>
                </a:solidFill>
                <a:latin typeface="+mn-lt"/>
              </a:defRPr>
            </a:pPr>
            <a:r>
              <a:rPr sz="1300" b="0" i="0" u="none" strike="noStrike">
                <a:solidFill>
                  <a:srgbClr val="17242E"/>
                </a:solidFill>
                <a:latin typeface="+mn-lt"/>
              </a:rPr>
              <a:t>Does additional physics computation delay dynamic collapse?</a:t>
            </a:r>
          </a:p>
        </c:rich>
      </c:tx>
      <c:layout/>
      <c:overlay val="0"/>
    </c:title>
    <c:autoTitleDeleted val="0"/>
    <c:plotArea>
      <c:layout/>
      <c:scatterChart>
        <c:scatterStyle val="lineMarker"/>
        <c:varyColors val="0"/>
        <c:ser>
          <c:idx val="0"/>
          <c:order val="0"/>
          <c:tx>
            <c:strRef>
              <c:f>Sheet1!$B$1</c:f>
              <c:strCache>
                <c:ptCount val="1"/>
                <c:pt idx="0">
                  <c:v>Y1 recipe, batch 32 (5k–20k steps)</c:v>
                </c:pt>
              </c:strCache>
            </c:strRef>
          </c:tx>
          <c:spPr>
            <a:solidFill>
              <a:srgbClr val="6C5CB5"/>
            </a:solidFill>
            <a:ln w="25400" cap="flat">
              <a:solidFill>
                <a:srgbClr val="6C5CB5"/>
              </a:solidFill>
              <a:prstDash val="solid"/>
              <a:round/>
            </a:ln>
            <a:effectLst/>
          </c:spPr>
          <c:marker>
            <c:symbol val="circle"/>
            <c:size val="8"/>
            <c:spPr>
              <a:solidFill>
                <a:srgbClr val="6C5CB5"/>
              </a:solidFill>
              <a:ln w="9525" cap="flat">
                <a:solidFill>
                  <a:srgbClr val="6C5CB5"/>
                </a:solidFill>
                <a:prstDash val="solid"/>
                <a:round/>
              </a:ln>
              <a:effectLst/>
            </c:spPr>
          </c:marker>
          <c:xVal>
            <c:numRef>
              <c:f>Sheet1!$A$2:$A$11</c:f>
              <c:numCache>
                <c:formatCode>General</c:formatCode>
                <c:ptCount val="10"/>
                <c:pt idx="0">
                  <c:v>0.16</c:v>
                </c:pt>
                <c:pt idx="1">
                  <c:v>0.32</c:v>
                </c:pt>
                <c:pt idx="2">
                  <c:v>0.48</c:v>
                </c:pt>
                <c:pt idx="3">
                  <c:v>0.64</c:v>
                </c:pt>
                <c:pt idx="4">
                  <c:v>0.64</c:v>
                </c:pt>
                <c:pt idx="5">
                  <c:v>1.28</c:v>
                </c:pt>
                <c:pt idx="6">
                  <c:v>1.92</c:v>
                </c:pt>
                <c:pt idx="7">
                  <c:v>2.56</c:v>
                </c:pt>
                <c:pt idx="8">
                  <c:v>0</c:v>
                </c:pt>
                <c:pt idx="9">
                  <c:v>3</c:v>
                </c:pt>
              </c:numCache>
            </c:numRef>
          </c:xVal>
          <c:yVal>
            <c:numRef>
              <c:f>Sheet1!$B$2:$B$11</c:f>
              <c:numCache>
                <c:formatCode>General</c:formatCode>
                <c:ptCount val="10"/>
                <c:pt idx="0">
                  <c:v>1.1732111922777395</c:v>
                </c:pt>
                <c:pt idx="1">
                  <c:v>1.6774861784322066</c:v>
                </c:pt>
                <c:pt idx="2">
                  <c:v>2.135450196470447</c:v>
                </c:pt>
                <c:pt idx="3">
                  <c:v>3.1079805269112044</c:v>
                </c:pt>
                <c:pt idx="4">
                  <c:v/>
                </c:pt>
                <c:pt idx="5">
                  <c:v/>
                </c:pt>
                <c:pt idx="6">
                  <c:v/>
                </c:pt>
                <c:pt idx="7">
                  <c:v/>
                </c:pt>
                <c:pt idx="8">
                  <c:v/>
                </c:pt>
                <c:pt idx="9">
                  <c:v/>
                </c:pt>
              </c:numCache>
            </c:numRef>
          </c:yVal>
          <c:smooth val="0"/>
        </c:ser>
        <c:ser>
          <c:idx val="1"/>
          <c:order val="1"/>
          <c:tx>
            <c:strRef>
              <c:f>Sheet1!$C$1</c:f>
              <c:strCache>
                <c:ptCount val="1"/>
                <c:pt idx="0">
                  <c:v>Z4 recipe, batch 128 (5k–20k steps)</c:v>
                </c:pt>
              </c:strCache>
            </c:strRef>
          </c:tx>
          <c:spPr>
            <a:solidFill>
              <a:srgbClr val="2A9D8F"/>
            </a:solidFill>
            <a:ln w="25400" cap="flat">
              <a:solidFill>
                <a:srgbClr val="2A9D8F"/>
              </a:solidFill>
              <a:prstDash val="solid"/>
              <a:round/>
            </a:ln>
            <a:effectLst/>
          </c:spPr>
          <c:marker>
            <c:symbol val="circle"/>
            <c:size val="8"/>
            <c:spPr>
              <a:solidFill>
                <a:srgbClr val="2A9D8F"/>
              </a:solidFill>
              <a:ln w="9525" cap="flat">
                <a:solidFill>
                  <a:srgbClr val="2A9D8F"/>
                </a:solidFill>
                <a:prstDash val="solid"/>
                <a:round/>
              </a:ln>
              <a:effectLst/>
            </c:spPr>
          </c:marker>
          <c:xVal>
            <c:numRef>
              <c:f>Sheet1!$A$2:$A$11</c:f>
              <c:numCache>
                <c:formatCode>General</c:formatCode>
                <c:ptCount val="10"/>
                <c:pt idx="0">
                  <c:v>0.16</c:v>
                </c:pt>
                <c:pt idx="1">
                  <c:v>0.32</c:v>
                </c:pt>
                <c:pt idx="2">
                  <c:v>0.48</c:v>
                </c:pt>
                <c:pt idx="3">
                  <c:v>0.64</c:v>
                </c:pt>
                <c:pt idx="4">
                  <c:v>0.64</c:v>
                </c:pt>
                <c:pt idx="5">
                  <c:v>1.28</c:v>
                </c:pt>
                <c:pt idx="6">
                  <c:v>1.92</c:v>
                </c:pt>
                <c:pt idx="7">
                  <c:v>2.56</c:v>
                </c:pt>
                <c:pt idx="8">
                  <c:v>0</c:v>
                </c:pt>
                <c:pt idx="9">
                  <c:v>3</c:v>
                </c:pt>
              </c:numCache>
            </c:numRef>
          </c:xVal>
          <c:yVal>
            <c:numRef>
              <c:f>Sheet1!$C$2:$C$11</c:f>
              <c:numCache>
                <c:formatCode>General</c:formatCode>
                <c:ptCount val="10"/>
                <c:pt idx="0">
                  <c:v/>
                </c:pt>
                <c:pt idx="1">
                  <c:v/>
                </c:pt>
                <c:pt idx="2">
                  <c:v/>
                </c:pt>
                <c:pt idx="3">
                  <c:v/>
                </c:pt>
                <c:pt idx="4">
                  <c:v>3.1542914950274312</c:v>
                </c:pt>
                <c:pt idx="5">
                  <c:v>5.1199348084050476</c:v>
                </c:pt>
                <c:pt idx="6">
                  <c:v>7.12159776365084</c:v>
                </c:pt>
                <c:pt idx="7">
                  <c:v>8.094128094091596</c:v>
                </c:pt>
                <c:pt idx="8">
                  <c:v/>
                </c:pt>
                <c:pt idx="9">
                  <c:v/>
                </c:pt>
              </c:numCache>
            </c:numRef>
          </c:yVal>
          <c:smooth val="0"/>
        </c:ser>
        <c:ser>
          <c:idx val="2"/>
          <c:order val="2"/>
          <c:tx>
            <c:strRef>
              <c:f>Sheet1!$D$1</c:f>
              <c:strCache>
                <c:ptCount val="1"/>
                <c:pt idx="0">
                  <c:v>Full-window target (20.6 cycles)</c:v>
                </c:pt>
              </c:strCache>
            </c:strRef>
          </c:tx>
          <c:spPr>
            <a:solidFill>
              <a:srgbClr val="8A9AA6"/>
            </a:solidFill>
            <a:ln w="25400" cap="flat">
              <a:solidFill>
                <a:srgbClr val="8A9AA6"/>
              </a:solidFill>
              <a:prstDash val="solid"/>
              <a:round/>
            </a:ln>
            <a:effectLst/>
          </c:spPr>
          <c:marker>
            <c:symbol val="circle"/>
            <c:size val="8"/>
            <c:spPr>
              <a:solidFill>
                <a:srgbClr val="8A9AA6"/>
              </a:solidFill>
              <a:ln w="9525" cap="flat">
                <a:solidFill>
                  <a:srgbClr val="8A9AA6"/>
                </a:solidFill>
                <a:prstDash val="solid"/>
                <a:round/>
              </a:ln>
              <a:effectLst/>
            </c:spPr>
          </c:marker>
          <c:xVal>
            <c:numRef>
              <c:f>Sheet1!$A$2:$A$11</c:f>
              <c:numCache>
                <c:formatCode>General</c:formatCode>
                <c:ptCount val="10"/>
                <c:pt idx="0">
                  <c:v>0.16</c:v>
                </c:pt>
                <c:pt idx="1">
                  <c:v>0.32</c:v>
                </c:pt>
                <c:pt idx="2">
                  <c:v>0.48</c:v>
                </c:pt>
                <c:pt idx="3">
                  <c:v>0.64</c:v>
                </c:pt>
                <c:pt idx="4">
                  <c:v>0.64</c:v>
                </c:pt>
                <c:pt idx="5">
                  <c:v>1.28</c:v>
                </c:pt>
                <c:pt idx="6">
                  <c:v>1.92</c:v>
                </c:pt>
                <c:pt idx="7">
                  <c:v>2.56</c:v>
                </c:pt>
                <c:pt idx="8">
                  <c:v>0</c:v>
                </c:pt>
                <c:pt idx="9">
                  <c:v>3</c:v>
                </c:pt>
              </c:numCache>
            </c:numRef>
          </c:xVal>
          <c:yVal>
            <c:numRef>
              <c:f>Sheet1!$D$2:$D$11</c:f>
              <c:numCache>
                <c:formatCode>General</c:formatCode>
                <c:ptCount val="10"/>
                <c:pt idx="0">
                  <c:v/>
                </c:pt>
                <c:pt idx="1">
                  <c:v/>
                </c:pt>
                <c:pt idx="2">
                  <c:v/>
                </c:pt>
                <c:pt idx="3">
                  <c:v/>
                </c:pt>
                <c:pt idx="4">
                  <c:v/>
                </c:pt>
                <c:pt idx="5">
                  <c:v/>
                </c:pt>
                <c:pt idx="6">
                  <c:v/>
                </c:pt>
                <c:pt idx="7">
                  <c:v/>
                </c:pt>
                <c:pt idx="8">
                  <c:v>20.6</c:v>
                </c:pt>
                <c:pt idx="9">
                  <c:v>20.6</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
          <c:min val="0"/>
        </c:scaling>
        <c:delete val="0"/>
        <c:axPos val="b"/>
        <c:title>
          <c:tx>
            <c:rich>
              <a:bodyPr/>
              <a:lstStyle/>
              <a:p>
                <a:pPr>
                  <a:defRPr sz="1100" b="0" i="0" u="none" strike="noStrike">
                    <a:solidFill>
                      <a:srgbClr val="3C5566"/>
                    </a:solidFill>
                    <a:latin typeface="+mn-lt"/>
                  </a:defRPr>
                </a:pPr>
                <a:r>
                  <a:rPr sz="1100" b="0" i="0" u="none" strike="noStrike">
                    <a:solidFill>
                      <a:srgbClr val="3C5566"/>
                    </a:solidFill>
                    <a:latin typeface="+mn-lt"/>
                  </a:rPr>
                  <a:t>cumulative PDE evaluations [millions]</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3C5566"/>
                </a:solidFill>
                <a:latin typeface="+mn-lt"/>
              </a:defRPr>
            </a:pPr>
            <a:endParaRPr lang="en-US"/>
          </a:p>
        </c:txPr>
        <c:crossAx val="2094734552"/>
        <c:crosses val="autoZero"/>
        <c:auto val="1"/>
        <c:lblAlgn val="ctr"/>
        <c:noMultiLvlLbl val="1"/>
        <c:majorUnit val="0.5"/>
      </c:valAx>
      <c:valAx>
        <c:axId val="2094734552"/>
        <c:scaling>
          <c:orientation val="minMax"/>
          <c:max val="22"/>
          <c:min val="0"/>
        </c:scaling>
        <c:delete val="0"/>
        <c:axPos val="l"/>
        <c:majorGridlines>
          <c:spPr>
            <a:ln w="6350" cap="flat">
              <a:solidFill>
                <a:srgbClr val="E3E8EB"/>
              </a:solidFill>
              <a:prstDash val="solid"/>
              <a:round/>
            </a:ln>
          </c:spPr>
        </c:majorGridlines>
        <c:title>
          <c:tx>
            <c:rich>
              <a:bodyPr/>
              <a:lstStyle/>
              <a:p>
                <a:pPr>
                  <a:defRPr sz="1100" b="0" i="0" u="none" strike="noStrike">
                    <a:solidFill>
                      <a:srgbClr val="3C5566"/>
                    </a:solidFill>
                    <a:latin typeface="+mn-lt"/>
                  </a:defRPr>
                </a:pPr>
                <a:r>
                  <a:rPr sz="1100" b="0" i="0" u="none" strike="noStrike">
                    <a:solidFill>
                      <a:srgbClr val="3C5566"/>
                    </a:solidFill>
                    <a:latin typeface="+mn-lt"/>
                  </a:rPr>
                  <a:t>cycles reproduced before collapse</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3C5566"/>
                </a:solidFill>
                <a:latin typeface="+mn-lt"/>
              </a:defRPr>
            </a:pPr>
            <a:endParaRPr lang="en-US"/>
          </a:p>
        </c:txPr>
        <c:crossAx val="2094734554"/>
        <c:crosses val="autoZero"/>
        <c:crossBetween val="midCat"/>
        <c:majorUnit val="4"/>
      </c:valAx>
      <c:spPr>
        <a:noFill/>
        <a:ln>
          <a:noFill/>
        </a:ln>
        <a:effectLst/>
      </c:spPr>
    </c:plotArea>
    <c:legend>
      <c:legendPos val="b"/>
      <c:overlay val="0"/>
      <c:txPr>
        <a:bodyPr/>
        <a:lstStyle/>
        <a:p>
          <a:pPr>
            <a:defRPr sz="1100">
              <a:solidFill>
                <a:srgbClr val="3C5566"/>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the pipeline. Physics-based AI needs a trustworthy physical reference between the equations and the application. That reference is what we are researching.
MEANING: our first testbed is a vibrating beam. It is simple enough to have an exact solution, so every claim can be checked, and hard enough (fast, long-lasting vibration) to expose PINN failures.
NEXT: why this matters, and why we looked at physics-informed neural networks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the map. Classical simulation is trustworthy but costs a full solve per answer. Pure machine learning is fast but has no guarantee of obeying physics. A PINN puts the governing equations into the network's training objective, so in principle it can be both. The orange box is where we want to be.
MEANING: the question is not 'can a network fit a curve'. It is whether we can get accuracy, low cost and verification together. The literature is honest about cost: PINNs are typically much slower to train than classical solvers but fast to evaluate once trained (Grossmann et al., 2024).
NEXT: the published method we started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the chain beam → equation → PINN. The network takes position and time and outputs displacement; training penalises any violation of the beam equation, the initial shape and the clamped ends.
MEANING: the reference paper (Söyleyici &amp; Ünver, EAAI 2025) adds two published techniques: Fourier features, which help networks represent fast oscillations, and NTK-based adaptive weighting of the loss terms. It reports a relative L2 error of 4.64e-4 for our test case. That is the paper's number, not ours, and Fourier + NTK is the paper's method, not our contribution.
Our test case: clamped–clamped damped beam, first mode, 20.6 Hz, so the model must reproduce about 20.6 decaying cycles in one second.
NEXT: what we actually did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read the ladder top to bottom; each rung asks one question and changes one thing relative to the rung before.
MEANING: first we checked whether a faithful implementation of the paper reproduces its behaviour. When it did not, we did not pile on tricks; we isolated causes: implementation choices (D), hard constraints and adaptive sampling (E), conditioning versus representation (X), the optimizer (Y), sampling, seed and batch size (Z), and finally how much physics computation the solver gets (the 20 000-step budget runs). 26 runs in total, single seed 1234 except one seed-change control (Z2).
NEXT: what these runs actually produced — the clearest single picture of Batch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grey is the exact beam response — 20.6 decaying cycles. Each coloured line is one stage of our investigation, same time axis.
C0 (red), the paper's Fourier + NTK method implemented faithfully: it never vibrates; it sits near a static deflection (relative L2 3.26 after 20 000 steps). X2 (amber): with exact hard constraints and a better-conditioned time factor it starts from the right shape and vibrates, but dies out far too fast (L2 0.909). Z4 (teal): with a decaying learning rate and larger batches it follows the first ~3.2 cycles (L2 0.526). Z4-20K (orange): the same recipe with four times the physics computation follows ~8.1 cycles, then still collapses at 0.393 s (L2 0.263).
MEANING: every step moved the failure later. None reproduced the full window. All four curves are inference from frozen checkpoints; the collapse times shown equal the frozen Batch-1 values exactly.
NEXT: why each of these failures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three panels, three different failure mechanisms, each found by a controlled experiment.
A — the paper's soft-constraint training (initial and boundary conditions as penalties, NTK weights). In our implementation it settled into a static, non-vibrating solution while the NTK weights grew to roughly 1e14–1e15. We call this an observed optimization failure; we do not claim the NTK weights cause it.
B — we then built the initial and boundary conditions into the network exactly ('hard constraints'). The original time factor (t/T)² forces the network to output about 8,369 in magnitude near t = 0 — a badly conditioned target. Replacing it with tanh²(ω₁t), where ω₁ comes from the beam equation, brings the required output to order one (at most 1.9). The chart is the required network output computed from the exact solution.
C — with conditioning fixed, the model learns the first cycles correctly, then the amplitude decays too fast and the vibration collapses. More physics computation moves this collapse later but has not removed it.
NEXT: what these experiments let us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each claim on the left is tied to one measured piece of evidence on the right.
1 — Representation: when we trained the same network directly on the exact solution (a diagnostic, not a solver), it reproduced the 20.6 Hz vibration. So network capacity is not what blocks us. 2 — Conditioning: how the constraints are built into the network changes the required output by more than three orders of magnitude, and only the well-conditioned version vibrated. 3 — Compute: persistence grew from 1.2 to 8.1 cycles as physics computation grew. 4 — Adaptive sampling (RAD) did not fix the collapse.
5 — and the honest status: no optimized PINN has been validated. The best tested model reproduces 8.1 of 20.6 cycles.
NEXT: the compute story in one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horizontal axis is how many times the physics equation was evaluated during training; vertical axis is how many vibration cycles the model reproduces before it collapses. The grey line at the top is the target: all 20.6 cycles.
MEANING: along both recipes, more physics computation monotonically delays the collapse — from 1.2 cycles at 0.16 million evaluations to 8.1 cycles at 2.56 million. At equal computation (0.64 million) the small-batch and large-batch recipes land in the same place (3.1 vs 3.2 cycles), so batch size mainly changed wall-clock time, not the solution. The last block of computation gained about half as much as the previous blocks, so we do not extrapolate.
The paper's 4.64e-4 comes from its full training schedule, roughly ten times more PDE evaluations than our largest run, so the numbers are not a like-for-like comparison. Our controlled implementation did not reproduce the published result; the investigation identified implementation, conditioning and optimization sensitivities.
NEXT: what this means for how we continue — Batch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the left column is the pipeline Batch 2 studies. The middle stages — conditioning, formulation, representation, training strategy — are exactly where Batch 1 found the solver to be sensitive.
MEANING: Batch 1 showed there is no single setting that 'fixes' the PINN; what helped depended on the physics (conditioning) and on the compute budget. So Batch 2 asks a broader question: can the solving strategy be chosen from measurable properties of the problem and the available compute, with every answer verified against physics before it is returned?
Honesty about novelty: mixed formulations, modal PINNs, temporal decomposition, hard constraints and tanh²-type conditioning, adaptive sampling, loss balancing, optimizers and automated PINN design all have prior art (Batch-2 literature matrix, 81 works). We benchmark them. The candidate gap — problem-dependent, compute-aware strategy selection with verification — is a research hypothesis under investigation, not a result.
Status: Batch-2 preparation and pre-registration are done and the first controlled diagnostics have started; they are single-seed and provisional and are not presented as evidence today.
NEXT: where this leads.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MESSAGE: We did not simply add more components to a PINN. We used controlled experiments to determine where the solver fails. We found that the network can represent the target dynamics, identified conditioning and optimization limitations, and measured the effect of physics-computation budget. That motivates the next phase: a problem-aware, compute-aware Physics Reference Layer rather than another fixed PINN recipe.
NOTICE: the Physics Reference Layer sits between physics and application AI. Railway is the first application we will target; structural, thermal, fluid, energy and manufacturing are later candidates. The timeline on the right is the honest status: today we are doing beam physics research; next is general solver research; a railway Physics Reference Layer is future work; other verticals come later.
The railway path along the bottom is a plan, not a result. Only the first box — beam vibration — has been studied, and even there no validated optimized PINN exists yet. No railway model has been trained.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only. Exact definitions behind the main talk. Sources: references/batch1/reports/STAGE0_AUDIT.md, STAGE01_CORRECTIONS.md, CONVENTIONS.md, PHASE_X_DIAGNOSTIC.md, PHASE_Y1_20K_BUDGET_DIAGNOSTIC.md.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only. L2 values are read at build time from references/batch1/optimization_leaderboard.csv (frozen, byte-identical to ROOT). Outcomes from the Phase A1, D, E, X, Y, Z and budget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only. From the Batch-2 literature audit (PINN-RP docs/LITERATURE_MATRIX.md and docs/NOVELTY_GAP.md): 81 works tabulated, 65 confirmed by web search, the rest from bibliographic memory and flagged. Abstract-level reading; full texts must be checked before any publication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94415" cy="1371600"/>
          </a:xfrm>
          <a:prstGeom prst="rect">
            <a:avLst/>
          </a:prstGeom>
          <a:noFill/>
          <a:ln/>
        </p:spPr>
        <p:txBody>
          <a:bodyPr wrap="square" rtlCol="0"/>
          <a:lstStyle>
            <a:lvl1pPr algn="l" indent="0" marL="0">
              <a:buNone/>
              <a:defRPr lang="en-US" sz="3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800" dirty="0"/>
          </a:p>
        </p:txBody>
      </p:sp>
      <p:sp>
        <p:nvSpPr>
          <p:cNvPr id="3" name="Text 0"/>
          <p:cNvSpPr/>
          <p:nvPr>
            <p:ph idx="101" type="body" hasCustomPrompt="1"/>
          </p:nvPr>
        </p:nvSpPr>
        <p:spPr>
          <a:xfrm>
            <a:off x="548640" y="2286000"/>
            <a:ext cx="11094415" cy="4572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rtlCol="0"/>
          <a:lstStyle>
            <a:lvl1pPr indent="0" marL="0">
              <a:buNone/>
              <a:defRPr lang="en-US" sz="1200" b="1" spc="1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548640"/>
            <a:ext cx="11094415" cy="64008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4" name="Text 0"/>
          <p:cNvSpPr/>
          <p:nvPr/>
        </p:nvSpPr>
        <p:spPr>
          <a:xfrm>
            <a:off x="548640" y="6473952"/>
            <a:ext cx="9601200" cy="256032"/>
          </a:xfrm>
          <a:prstGeom prst="rect">
            <a:avLst/>
          </a:prstGeom>
          <a:noFill/>
          <a:ln/>
        </p:spPr>
        <p:txBody>
          <a:bodyPr wrap="square" lIns="0" tIns="0" rIns="0" bIns="0" rtlCol="0" anchor="ctr"/>
          <a:lstStyle/>
          <a:p>
            <a:pPr indent="0" marL="0">
              <a:buNone/>
            </a:pPr>
            <a:r>
              <a:rPr lang="en-US" sz="1000" dirty="0">
                <a:solidFill>
                  <a:schemeClr val="accent5"/>
                </a:solidFill>
              </a:rPr>
              <a:t>Batch 1 = frozen evidence (PINN-replication @ d31864a) · Batch 2 = research in progress (PINN-RP)</a:t>
            </a:r>
            <a:endParaRPr lang="en-US" sz="1000" dirty="0"/>
          </a:p>
        </p:txBody>
      </p:sp>
      <p:sp>
        <p:nvSpPr>
          <p:cNvPr id="25" name="Slide Number Placeholder 0"/>
          <p:cNvSpPr>
            <a:spLocks noGrp="1"/>
          </p:cNvSpPr>
          <p:nvPr>
            <p:ph type="sldNum" sz="quarter" idx="4294967295"/>
          </p:nvPr>
        </p:nvSpPr>
        <p:spPr>
          <a:xfrm>
            <a:off x="11094415" y="647395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rtlCol="0"/>
          <a:lstStyle>
            <a:lvl1pPr indent="0" marL="0">
              <a:buNone/>
              <a:defRPr lang="en-US" sz="1200" b="1" spc="1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548640"/>
            <a:ext cx="11094415" cy="640080"/>
          </a:xfrm>
          <a:prstGeom prst="rect">
            <a:avLst/>
          </a:prstGeom>
          <a:noFill/>
          <a:ln/>
        </p:spPr>
        <p:txBody>
          <a:bodyPr wrap="square" rtlCol="0"/>
          <a:lstStyle>
            <a:lvl1pPr algn="l" indent="0" marL="0">
              <a:buNone/>
              <a:defRPr lang="en-US" sz="3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4" name="Text 0"/>
          <p:cNvSpPr/>
          <p:nvPr/>
        </p:nvSpPr>
        <p:spPr>
          <a:xfrm>
            <a:off x="548640" y="6473952"/>
            <a:ext cx="9601200" cy="256032"/>
          </a:xfrm>
          <a:prstGeom prst="rect">
            <a:avLst/>
          </a:prstGeom>
          <a:noFill/>
          <a:ln/>
        </p:spPr>
        <p:txBody>
          <a:bodyPr wrap="square" lIns="0" tIns="0" rIns="0" bIns="0" rtlCol="0" anchor="ctr"/>
          <a:lstStyle/>
          <a:p>
            <a:pPr indent="0" marL="0">
              <a:buNone/>
            </a:pPr>
            <a:r>
              <a:rPr lang="en-US" sz="1000" dirty="0">
                <a:solidFill>
                  <a:schemeClr val="accent5"/>
                </a:solidFill>
              </a:rPr>
              <a:t>Batch 1 = frozen evidence (PINN-replication @ d31864a) · Batch 2 = research in progress (PINN-RP)</a:t>
            </a:r>
            <a:endParaRPr lang="en-US" sz="1000" dirty="0"/>
          </a:p>
        </p:txBody>
      </p:sp>
      <p:sp>
        <p:nvSpPr>
          <p:cNvPr id="25" name="Slide Number Placeholder 0"/>
          <p:cNvSpPr>
            <a:spLocks noGrp="1"/>
          </p:cNvSpPr>
          <p:nvPr>
            <p:ph type="sldNum" sz="quarter" idx="4294967295"/>
          </p:nvPr>
        </p:nvSpPr>
        <p:spPr>
          <a:xfrm>
            <a:off x="11094415" y="647395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7395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chart" Target="/ppt/charts/chart4.xml"/><Relationship Id="rId4" Type="http://schemas.openxmlformats.org/officeDocument/2006/relationships/chart" Target="/ppt/charts/chart5.xml"/><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chart" Target="/ppt/charts/chart8.xml"/><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94415" cy="1371600"/>
          </a:xfrm>
          <a:prstGeom prst="rect">
            <a:avLst/>
          </a:prstGeom>
          <a:noFill/>
          <a:ln/>
        </p:spPr>
        <p:txBody>
          <a:bodyPr wrap="square" lIns="0" tIns="0" rIns="0" bIns="0" rtlCol="0" anchor="b"/>
          <a:lstStyle/>
          <a:p>
            <a:pPr algn="l" indent="0" marL="0">
              <a:buNone/>
            </a:pPr>
            <a:r>
              <a:rPr lang="en-US" sz="3800" b="1" dirty="0">
                <a:solidFill>
                  <a:schemeClr val="bg1"/>
                </a:solidFill>
                <a:latin typeface="Cambria" pitchFamily="34" charset="0"/>
                <a:ea typeface="Cambria" pitchFamily="34" charset="-122"/>
                <a:cs typeface="Cambria" pitchFamily="34" charset="-120"/>
              </a:rPr>
              <a:t>Can We Make Physics-Informed AI Actually Solve Physics Efficiently?</a:t>
            </a:r>
            <a:endParaRPr lang="en-US" sz="3800" dirty="0"/>
          </a:p>
        </p:txBody>
      </p:sp>
      <p:sp>
        <p:nvSpPr>
          <p:cNvPr id="3" name="Text 0"/>
          <p:cNvSpPr/>
          <p:nvPr>
            <p:ph idx="101" type="body" hasCustomPrompt="1"/>
          </p:nvPr>
        </p:nvSpPr>
        <p:spPr>
          <a:xfrm>
            <a:off x="548640" y="2286000"/>
            <a:ext cx="11094415" cy="457200"/>
          </a:xfrm>
          <a:prstGeom prst="rect">
            <a:avLst/>
          </a:prstGeom>
          <a:noFill/>
          <a:ln/>
        </p:spPr>
        <p:txBody>
          <a:bodyPr wrap="square" lIns="0" tIns="0" rIns="0" bIns="0" rtlCol="0" anchor="t"/>
          <a:lstStyle/>
          <a:p>
            <a:pPr indent="0" marL="0">
              <a:buNone/>
            </a:pPr>
            <a:r>
              <a:rPr lang="en-US" sz="2000" dirty="0">
                <a:solidFill>
                  <a:schemeClr val="bg2"/>
                </a:solidFill>
              </a:rPr>
              <a:t>From beam-vibration reproducibility to a compute-aware Physics Reference Layer</a:t>
            </a:r>
            <a:endParaRPr lang="en-US" sz="2000" dirty="0"/>
          </a:p>
        </p:txBody>
      </p:sp>
      <p:sp>
        <p:nvSpPr>
          <p:cNvPr id="4" name="Pipeline step 1"/>
          <p:cNvSpPr/>
          <p:nvPr/>
        </p:nvSpPr>
        <p:spPr>
          <a:xfrm>
            <a:off x="548640" y="3429000"/>
            <a:ext cx="1874520" cy="960120"/>
          </a:xfrm>
          <a:prstGeom prst="roundRect">
            <a:avLst>
              <a:gd name="adj" fmla="val 7619"/>
            </a:avLst>
          </a:prstGeom>
          <a:solidFill>
            <a:srgbClr val="263746"/>
          </a:solidFill>
          <a:ln/>
        </p:spPr>
      </p:sp>
      <p:sp>
        <p:nvSpPr>
          <p:cNvPr id="5" name="Pipeline step 1 text"/>
          <p:cNvSpPr txBox="1"/>
          <p:nvPr/>
        </p:nvSpPr>
        <p:spPr>
          <a:xfrm>
            <a:off x="658368" y="3429000"/>
            <a:ext cx="1655064" cy="960120"/>
          </a:xfrm>
          <a:prstGeom prst="rect">
            <a:avLst/>
          </a:prstGeom>
          <a:noFill/>
          <a:ln/>
        </p:spPr>
        <p:txBody>
          <a:bodyPr wrap="square" lIns="0" tIns="0" rIns="0" bIns="0" rtlCol="0" anchor="ctr"/>
          <a:lstStyle/>
          <a:p>
            <a:pPr algn="ctr" indent="0" marL="0">
              <a:buNone/>
            </a:pPr>
            <a:r>
              <a:rPr lang="en-US" sz="1700" b="1" dirty="0">
                <a:solidFill>
                  <a:schemeClr val="bg1"/>
                </a:solidFill>
              </a:rPr>
              <a:t>Physical system</a:t>
            </a:r>
            <a:endParaRPr lang="en-US" sz="1700" dirty="0"/>
          </a:p>
        </p:txBody>
      </p:sp>
      <p:sp>
        <p:nvSpPr>
          <p:cNvPr id="6" name="Pipeline arrow 1"/>
          <p:cNvSpPr/>
          <p:nvPr/>
        </p:nvSpPr>
        <p:spPr>
          <a:xfrm>
            <a:off x="2496312" y="3909060"/>
            <a:ext cx="284150" cy="0"/>
          </a:xfrm>
          <a:prstGeom prst="line">
            <a:avLst/>
          </a:prstGeom>
          <a:noFill/>
          <a:ln w="22225">
            <a:solidFill>
              <a:schemeClr val="accent5"/>
            </a:solidFill>
            <a:prstDash val="solid"/>
            <a:tailEnd type="triangle"/>
          </a:ln>
        </p:spPr>
      </p:sp>
      <p:sp>
        <p:nvSpPr>
          <p:cNvPr id="7" name="Pipeline step 2"/>
          <p:cNvSpPr/>
          <p:nvPr/>
        </p:nvSpPr>
        <p:spPr>
          <a:xfrm>
            <a:off x="2853614" y="3429000"/>
            <a:ext cx="1874520" cy="960120"/>
          </a:xfrm>
          <a:prstGeom prst="roundRect">
            <a:avLst>
              <a:gd name="adj" fmla="val 7619"/>
            </a:avLst>
          </a:prstGeom>
          <a:solidFill>
            <a:srgbClr val="263746"/>
          </a:solidFill>
          <a:ln/>
        </p:spPr>
      </p:sp>
      <p:sp>
        <p:nvSpPr>
          <p:cNvPr id="8" name="Pipeline step 2 text"/>
          <p:cNvSpPr txBox="1"/>
          <p:nvPr/>
        </p:nvSpPr>
        <p:spPr>
          <a:xfrm>
            <a:off x="2963342" y="3429000"/>
            <a:ext cx="1655064" cy="960120"/>
          </a:xfrm>
          <a:prstGeom prst="rect">
            <a:avLst/>
          </a:prstGeom>
          <a:noFill/>
          <a:ln/>
        </p:spPr>
        <p:txBody>
          <a:bodyPr wrap="square" lIns="0" tIns="0" rIns="0" bIns="0" rtlCol="0" anchor="ctr"/>
          <a:lstStyle/>
          <a:p>
            <a:pPr algn="ctr" indent="0" marL="0">
              <a:buNone/>
            </a:pPr>
            <a:r>
              <a:rPr lang="en-US" sz="1700" b="1" dirty="0">
                <a:solidFill>
                  <a:schemeClr val="bg1"/>
                </a:solidFill>
              </a:rPr>
              <a:t>Physics equations</a:t>
            </a:r>
            <a:endParaRPr lang="en-US" sz="1700" dirty="0"/>
          </a:p>
        </p:txBody>
      </p:sp>
      <p:sp>
        <p:nvSpPr>
          <p:cNvPr id="9" name="Pipeline arrow 2"/>
          <p:cNvSpPr/>
          <p:nvPr/>
        </p:nvSpPr>
        <p:spPr>
          <a:xfrm>
            <a:off x="4801286" y="3909060"/>
            <a:ext cx="284150" cy="0"/>
          </a:xfrm>
          <a:prstGeom prst="line">
            <a:avLst/>
          </a:prstGeom>
          <a:noFill/>
          <a:ln w="22225">
            <a:solidFill>
              <a:schemeClr val="accent5"/>
            </a:solidFill>
            <a:prstDash val="solid"/>
            <a:tailEnd type="triangle"/>
          </a:ln>
        </p:spPr>
      </p:sp>
      <p:sp>
        <p:nvSpPr>
          <p:cNvPr id="10" name="Pipeline step 3"/>
          <p:cNvSpPr/>
          <p:nvPr/>
        </p:nvSpPr>
        <p:spPr>
          <a:xfrm>
            <a:off x="5158588" y="3429000"/>
            <a:ext cx="1874520" cy="960120"/>
          </a:xfrm>
          <a:prstGeom prst="roundRect">
            <a:avLst>
              <a:gd name="adj" fmla="val 7619"/>
            </a:avLst>
          </a:prstGeom>
          <a:solidFill>
            <a:srgbClr val="263746"/>
          </a:solidFill>
          <a:ln/>
        </p:spPr>
      </p:sp>
      <p:sp>
        <p:nvSpPr>
          <p:cNvPr id="11" name="Pipeline step 3 text"/>
          <p:cNvSpPr txBox="1"/>
          <p:nvPr/>
        </p:nvSpPr>
        <p:spPr>
          <a:xfrm>
            <a:off x="5268316" y="3429000"/>
            <a:ext cx="1655064" cy="960120"/>
          </a:xfrm>
          <a:prstGeom prst="rect">
            <a:avLst/>
          </a:prstGeom>
          <a:noFill/>
          <a:ln/>
        </p:spPr>
        <p:txBody>
          <a:bodyPr wrap="square" lIns="0" tIns="0" rIns="0" bIns="0" rtlCol="0" anchor="ctr"/>
          <a:lstStyle/>
          <a:p>
            <a:pPr algn="ctr" indent="0" marL="0">
              <a:buNone/>
            </a:pPr>
            <a:r>
              <a:rPr lang="en-US" sz="1700" b="1" dirty="0">
                <a:solidFill>
                  <a:schemeClr val="bg1"/>
                </a:solidFill>
              </a:rPr>
              <a:t>PINN</a:t>
            </a:r>
            <a:endParaRPr lang="en-US" sz="1700" dirty="0"/>
          </a:p>
        </p:txBody>
      </p:sp>
      <p:sp>
        <p:nvSpPr>
          <p:cNvPr id="12" name="Pipeline arrow 3"/>
          <p:cNvSpPr/>
          <p:nvPr/>
        </p:nvSpPr>
        <p:spPr>
          <a:xfrm>
            <a:off x="7106260" y="3909060"/>
            <a:ext cx="284150" cy="0"/>
          </a:xfrm>
          <a:prstGeom prst="line">
            <a:avLst/>
          </a:prstGeom>
          <a:noFill/>
          <a:ln w="22225">
            <a:solidFill>
              <a:schemeClr val="accent5"/>
            </a:solidFill>
            <a:prstDash val="solid"/>
            <a:tailEnd type="triangle"/>
          </a:ln>
        </p:spPr>
      </p:sp>
      <p:sp>
        <p:nvSpPr>
          <p:cNvPr id="13" name="Pipeline step 4"/>
          <p:cNvSpPr/>
          <p:nvPr/>
        </p:nvSpPr>
        <p:spPr>
          <a:xfrm>
            <a:off x="7463561" y="3429000"/>
            <a:ext cx="1874520" cy="960120"/>
          </a:xfrm>
          <a:prstGeom prst="roundRect">
            <a:avLst>
              <a:gd name="adj" fmla="val 7619"/>
            </a:avLst>
          </a:prstGeom>
          <a:solidFill>
            <a:schemeClr val="accent1"/>
          </a:solidFill>
          <a:ln/>
        </p:spPr>
      </p:sp>
      <p:sp>
        <p:nvSpPr>
          <p:cNvPr id="14" name="Pipeline step 4 text"/>
          <p:cNvSpPr txBox="1"/>
          <p:nvPr/>
        </p:nvSpPr>
        <p:spPr>
          <a:xfrm>
            <a:off x="7573289" y="3429000"/>
            <a:ext cx="1655064" cy="960120"/>
          </a:xfrm>
          <a:prstGeom prst="rect">
            <a:avLst/>
          </a:prstGeom>
          <a:noFill/>
          <a:ln/>
        </p:spPr>
        <p:txBody>
          <a:bodyPr wrap="square" lIns="0" tIns="0" rIns="0" bIns="0" rtlCol="0" anchor="ctr"/>
          <a:lstStyle/>
          <a:p>
            <a:pPr algn="ctr" indent="0" marL="0">
              <a:buNone/>
            </a:pPr>
            <a:r>
              <a:rPr lang="en-US" sz="1700" b="1" dirty="0">
                <a:solidFill>
                  <a:schemeClr val="bg1"/>
                </a:solidFill>
              </a:rPr>
              <a:t>Verified physical reference</a:t>
            </a:r>
            <a:endParaRPr lang="en-US" sz="1700" dirty="0"/>
          </a:p>
        </p:txBody>
      </p:sp>
      <p:sp>
        <p:nvSpPr>
          <p:cNvPr id="15" name="Pipeline arrow 4"/>
          <p:cNvSpPr/>
          <p:nvPr/>
        </p:nvSpPr>
        <p:spPr>
          <a:xfrm>
            <a:off x="9411233" y="3909060"/>
            <a:ext cx="284150" cy="0"/>
          </a:xfrm>
          <a:prstGeom prst="line">
            <a:avLst/>
          </a:prstGeom>
          <a:noFill/>
          <a:ln w="22225">
            <a:solidFill>
              <a:schemeClr val="accent5"/>
            </a:solidFill>
            <a:prstDash val="solid"/>
            <a:tailEnd type="triangle"/>
          </a:ln>
        </p:spPr>
      </p:sp>
      <p:sp>
        <p:nvSpPr>
          <p:cNvPr id="16" name="Pipeline step 5"/>
          <p:cNvSpPr/>
          <p:nvPr/>
        </p:nvSpPr>
        <p:spPr>
          <a:xfrm>
            <a:off x="9768535" y="3429000"/>
            <a:ext cx="1874520" cy="960120"/>
          </a:xfrm>
          <a:prstGeom prst="roundRect">
            <a:avLst>
              <a:gd name="adj" fmla="val 7619"/>
            </a:avLst>
          </a:prstGeom>
          <a:solidFill>
            <a:srgbClr val="263746"/>
          </a:solidFill>
          <a:ln/>
        </p:spPr>
      </p:sp>
      <p:sp>
        <p:nvSpPr>
          <p:cNvPr id="17" name="Pipeline step 5 text"/>
          <p:cNvSpPr txBox="1"/>
          <p:nvPr/>
        </p:nvSpPr>
        <p:spPr>
          <a:xfrm>
            <a:off x="9878263" y="3429000"/>
            <a:ext cx="1655064" cy="960120"/>
          </a:xfrm>
          <a:prstGeom prst="rect">
            <a:avLst/>
          </a:prstGeom>
          <a:noFill/>
          <a:ln/>
        </p:spPr>
        <p:txBody>
          <a:bodyPr wrap="square" lIns="0" tIns="0" rIns="0" bIns="0" rtlCol="0" anchor="ctr"/>
          <a:lstStyle/>
          <a:p>
            <a:pPr algn="ctr" indent="0" marL="0">
              <a:buNone/>
            </a:pPr>
            <a:r>
              <a:rPr lang="en-US" sz="1700" b="1" dirty="0">
                <a:solidFill>
                  <a:schemeClr val="bg1"/>
                </a:solidFill>
              </a:rPr>
              <a:t>AI application</a:t>
            </a:r>
            <a:endParaRPr lang="en-US" sz="1700" dirty="0"/>
          </a:p>
        </p:txBody>
      </p:sp>
      <p:sp>
        <p:nvSpPr>
          <p:cNvPr id="18" name="Goal caption"/>
          <p:cNvSpPr txBox="1"/>
          <p:nvPr/>
        </p:nvSpPr>
        <p:spPr>
          <a:xfrm>
            <a:off x="7280681" y="4498848"/>
            <a:ext cx="2240280" cy="274320"/>
          </a:xfrm>
          <a:prstGeom prst="rect">
            <a:avLst/>
          </a:prstGeom>
          <a:noFill/>
          <a:ln/>
        </p:spPr>
        <p:txBody>
          <a:bodyPr wrap="square" lIns="0" tIns="0" rIns="0" bIns="0" rtlCol="0" anchor="t"/>
          <a:lstStyle/>
          <a:p>
            <a:pPr algn="ctr" indent="0" marL="0">
              <a:buNone/>
            </a:pPr>
            <a:r>
              <a:rPr lang="en-US" sz="1200" i="1" dirty="0">
                <a:solidFill>
                  <a:schemeClr val="accent1"/>
                </a:solidFill>
              </a:rPr>
              <a:t>the missing piece we are researching</a:t>
            </a:r>
            <a:endParaRPr lang="en-US" sz="1200" dirty="0"/>
          </a:p>
        </p:txBody>
      </p:sp>
      <p:sp>
        <p:nvSpPr>
          <p:cNvPr id="19" name="Testbed footer"/>
          <p:cNvSpPr txBox="1"/>
          <p:nvPr/>
        </p:nvSpPr>
        <p:spPr>
          <a:xfrm>
            <a:off x="548640" y="5257800"/>
            <a:ext cx="7315200" cy="365760"/>
          </a:xfrm>
          <a:prstGeom prst="rect">
            <a:avLst/>
          </a:prstGeom>
          <a:noFill/>
          <a:ln/>
        </p:spPr>
        <p:txBody>
          <a:bodyPr wrap="square" lIns="0" tIns="0" rIns="0" bIns="0" rtlCol="0" anchor="t"/>
          <a:lstStyle/>
          <a:p>
            <a:pPr indent="0" marL="0">
              <a:buNone/>
            </a:pPr>
            <a:r>
              <a:rPr lang="en-US" sz="1600" dirty="0">
                <a:solidFill>
                  <a:schemeClr val="bg2"/>
                </a:solidFill>
              </a:rPr>
              <a:t>First testbed: Euler–Bernoulli beam vibration</a:t>
            </a:r>
            <a:endParaRPr lang="en-US" sz="1600" dirty="0"/>
          </a:p>
        </p:txBody>
      </p:sp>
      <p:sp>
        <p:nvSpPr>
          <p:cNvPr id="20" name="Author line"/>
          <p:cNvSpPr txBox="1"/>
          <p:nvPr/>
        </p:nvSpPr>
        <p:spPr>
          <a:xfrm>
            <a:off x="548640" y="6035040"/>
            <a:ext cx="7315200" cy="274320"/>
          </a:xfrm>
          <a:prstGeom prst="rect">
            <a:avLst/>
          </a:prstGeom>
          <a:noFill/>
          <a:ln/>
        </p:spPr>
        <p:txBody>
          <a:bodyPr wrap="square" lIns="0" tIns="0" rIns="0" bIns="0" rtlCol="0" anchor="t"/>
          <a:lstStyle/>
          <a:p>
            <a:pPr indent="0" marL="0">
              <a:buNone/>
            </a:pPr>
            <a:r>
              <a:rPr lang="en-US" sz="1200" dirty="0">
                <a:solidFill>
                  <a:schemeClr val="accent5"/>
                </a:solidFill>
              </a:rPr>
              <a:t>[Author name] · [Institution]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WHY THIS PROBLEM MATTERS</a:t>
            </a:r>
            <a:endParaRPr lang="en-US" sz="1200" dirty="0"/>
          </a:p>
        </p:txBody>
      </p:sp>
      <p:sp>
        <p:nvSpPr>
          <p:cNvPr id="3" name="Text 0"/>
          <p:cNvSpPr/>
          <p:nvPr>
            <p:ph idx="101" type="title" hasCustomPrompt="1"/>
          </p:nvPr>
        </p:nvSpPr>
        <p:spPr>
          <a:xfrm>
            <a:off x="548640" y="548640"/>
            <a:ext cx="11094415" cy="6400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Engineering needs fast, trustworthy physics</a:t>
            </a:r>
            <a:endParaRPr lang="en-US" sz="3000" dirty="0"/>
          </a:p>
        </p:txBody>
      </p:sp>
      <p:sp>
        <p:nvSpPr>
          <p:cNvPr id="4" name="Cost axis"/>
          <p:cNvSpPr/>
          <p:nvPr/>
        </p:nvSpPr>
        <p:spPr>
          <a:xfrm>
            <a:off x="1005840" y="5897880"/>
            <a:ext cx="6035040" cy="0"/>
          </a:xfrm>
          <a:prstGeom prst="line">
            <a:avLst/>
          </a:prstGeom>
          <a:noFill/>
          <a:ln w="19050">
            <a:solidFill>
              <a:schemeClr val="tx2"/>
            </a:solidFill>
            <a:prstDash val="solid"/>
            <a:tailEnd type="triangle"/>
          </a:ln>
        </p:spPr>
      </p:sp>
      <p:sp>
        <p:nvSpPr>
          <p:cNvPr id="5" name="Trust axis"/>
          <p:cNvSpPr/>
          <p:nvPr/>
        </p:nvSpPr>
        <p:spPr>
          <a:xfrm>
            <a:off x="1005840" y="1554480"/>
            <a:ext cx="0" cy="4343400"/>
          </a:xfrm>
          <a:prstGeom prst="line">
            <a:avLst/>
          </a:prstGeom>
          <a:noFill/>
          <a:ln w="19050">
            <a:solidFill>
              <a:schemeClr val="tx2"/>
            </a:solidFill>
            <a:prstDash val="solid"/>
            <a:headEnd type="triangle"/>
          </a:ln>
        </p:spPr>
      </p:sp>
      <p:sp>
        <p:nvSpPr>
          <p:cNvPr id="6" name="Cost axis label"/>
          <p:cNvSpPr txBox="1"/>
          <p:nvPr/>
        </p:nvSpPr>
        <p:spPr>
          <a:xfrm>
            <a:off x="3749040" y="5971032"/>
            <a:ext cx="3291840" cy="274320"/>
          </a:xfrm>
          <a:prstGeom prst="rect">
            <a:avLst/>
          </a:prstGeom>
          <a:noFill/>
          <a:ln/>
        </p:spPr>
        <p:txBody>
          <a:bodyPr wrap="square" lIns="0" tIns="0" rIns="0" bIns="0" rtlCol="0" anchor="t"/>
          <a:lstStyle/>
          <a:p>
            <a:pPr algn="r" indent="0" marL="0">
              <a:buNone/>
            </a:pPr>
            <a:r>
              <a:rPr lang="en-US" sz="1200" dirty="0">
                <a:solidFill>
                  <a:schemeClr val="tx2"/>
                </a:solidFill>
              </a:rPr>
              <a:t>computational cost per answer  →</a:t>
            </a:r>
            <a:endParaRPr lang="en-US" sz="1200" dirty="0"/>
          </a:p>
        </p:txBody>
      </p:sp>
      <p:sp>
        <p:nvSpPr>
          <p:cNvPr id="7" name="Trust axis label"/>
          <p:cNvSpPr txBox="1"/>
          <p:nvPr/>
        </p:nvSpPr>
        <p:spPr>
          <a:xfrm rot="16200000">
            <a:off x="548640" y="3017520"/>
            <a:ext cx="2011680" cy="274320"/>
          </a:xfrm>
          <a:prstGeom prst="rect">
            <a:avLst/>
          </a:prstGeom>
          <a:noFill/>
          <a:ln/>
        </p:spPr>
        <p:txBody>
          <a:bodyPr wrap="square" lIns="0" tIns="0" rIns="0" bIns="0" rtlCol="0" anchor="t"/>
          <a:lstStyle/>
          <a:p>
            <a:pPr indent="0" marL="0">
              <a:buNone/>
            </a:pPr>
            <a:r>
              <a:rPr lang="en-US" sz="1200" dirty="0">
                <a:solidFill>
                  <a:schemeClr val="tx2"/>
                </a:solidFill>
              </a:rPr>
              <a:t>physical trust  →</a:t>
            </a:r>
            <a:endParaRPr lang="en-US" sz="1200" dirty="0"/>
          </a:p>
        </p:txBody>
      </p:sp>
      <p:sp>
        <p:nvSpPr>
          <p:cNvPr id="8" name="Simulation card"/>
          <p:cNvSpPr/>
          <p:nvPr/>
        </p:nvSpPr>
        <p:spPr>
          <a:xfrm>
            <a:off x="4526280" y="1600200"/>
            <a:ext cx="2377440" cy="1143000"/>
          </a:xfrm>
          <a:prstGeom prst="roundRect">
            <a:avLst>
              <a:gd name="adj" fmla="val 6400"/>
            </a:avLst>
          </a:prstGeom>
          <a:solidFill>
            <a:schemeClr val="bg2"/>
          </a:solidFill>
          <a:ln/>
        </p:spPr>
      </p:sp>
      <p:sp>
        <p:nvSpPr>
          <p:cNvPr id="9" name="Simulation text"/>
          <p:cNvSpPr txBox="1"/>
          <p:nvPr/>
        </p:nvSpPr>
        <p:spPr>
          <a:xfrm>
            <a:off x="4663440" y="1691640"/>
            <a:ext cx="2148840" cy="1005840"/>
          </a:xfrm>
          <a:prstGeom prst="rect">
            <a:avLst/>
          </a:prstGeom>
          <a:noFill/>
          <a:ln/>
        </p:spPr>
        <p:txBody>
          <a:bodyPr wrap="square" lIns="0" tIns="0" rIns="0" bIns="0" rtlCol="0" anchor="t"/>
          <a:lstStyle/>
          <a:p>
            <a:pPr indent="0" marL="0">
              <a:buNone/>
            </a:pPr>
            <a:r>
              <a:rPr lang="en-US" sz="1400" b="1" dirty="0">
                <a:solidFill>
                  <a:schemeClr val="tx1"/>
                </a:solidFill>
              </a:rPr>
              <a:t>Physics simulation</a:t>
            </a:r>
            <a:endParaRPr lang="en-US" sz="1400" dirty="0"/>
          </a:p>
          <a:p>
            <a:pPr indent="0" marL="0">
              <a:buNone/>
            </a:pPr>
            <a:r>
              <a:rPr lang="en-US" sz="1200" dirty="0">
                <a:solidFill>
                  <a:schemeClr val="tx2"/>
                </a:solidFill>
              </a:rPr>
              <a:t>accurate, verifiable — expensive per query</a:t>
            </a:r>
            <a:endParaRPr lang="en-US" sz="1400" dirty="0"/>
          </a:p>
        </p:txBody>
      </p:sp>
      <p:sp>
        <p:nvSpPr>
          <p:cNvPr id="10" name="Pure ML card"/>
          <p:cNvSpPr/>
          <p:nvPr/>
        </p:nvSpPr>
        <p:spPr>
          <a:xfrm>
            <a:off x="1325880" y="4526280"/>
            <a:ext cx="2377440" cy="1097280"/>
          </a:xfrm>
          <a:prstGeom prst="roundRect">
            <a:avLst>
              <a:gd name="adj" fmla="val 6667"/>
            </a:avLst>
          </a:prstGeom>
          <a:solidFill>
            <a:schemeClr val="bg2"/>
          </a:solidFill>
          <a:ln/>
        </p:spPr>
      </p:sp>
      <p:sp>
        <p:nvSpPr>
          <p:cNvPr id="11" name="Pure ML text"/>
          <p:cNvSpPr txBox="1"/>
          <p:nvPr/>
        </p:nvSpPr>
        <p:spPr>
          <a:xfrm>
            <a:off x="1463040" y="4617720"/>
            <a:ext cx="2148840" cy="914400"/>
          </a:xfrm>
          <a:prstGeom prst="rect">
            <a:avLst/>
          </a:prstGeom>
          <a:noFill/>
          <a:ln/>
        </p:spPr>
        <p:txBody>
          <a:bodyPr wrap="square" lIns="0" tIns="0" rIns="0" bIns="0" rtlCol="0" anchor="t"/>
          <a:lstStyle/>
          <a:p>
            <a:pPr indent="0" marL="0">
              <a:buNone/>
            </a:pPr>
            <a:r>
              <a:rPr lang="en-US" sz="1400" b="1" dirty="0">
                <a:solidFill>
                  <a:schemeClr val="tx1"/>
                </a:solidFill>
              </a:rPr>
              <a:t>Pure ML</a:t>
            </a:r>
            <a:endParaRPr lang="en-US" sz="1400" dirty="0"/>
          </a:p>
          <a:p>
            <a:pPr indent="0" marL="0">
              <a:buNone/>
            </a:pPr>
            <a:r>
              <a:rPr lang="en-US" sz="1200" dirty="0">
                <a:solidFill>
                  <a:schemeClr val="tx2"/>
                </a:solidFill>
              </a:rPr>
              <a:t>fast — but can violate physics</a:t>
            </a:r>
            <a:endParaRPr lang="en-US" sz="1400" dirty="0"/>
          </a:p>
        </p:txBody>
      </p:sp>
      <p:sp>
        <p:nvSpPr>
          <p:cNvPr id="12" name="Target zone"/>
          <p:cNvSpPr/>
          <p:nvPr/>
        </p:nvSpPr>
        <p:spPr>
          <a:xfrm>
            <a:off x="1325880" y="1600200"/>
            <a:ext cx="2377440" cy="1143000"/>
          </a:xfrm>
          <a:prstGeom prst="roundRect">
            <a:avLst>
              <a:gd name="adj" fmla="val 6400"/>
            </a:avLst>
          </a:prstGeom>
          <a:solidFill>
            <a:srgbClr val="FDF0E9"/>
          </a:solidFill>
          <a:ln w="15875">
            <a:solidFill>
              <a:srgbClr val="E8743B"/>
            </a:solidFill>
            <a:prstDash val="dash"/>
          </a:ln>
        </p:spPr>
      </p:sp>
      <p:sp>
        <p:nvSpPr>
          <p:cNvPr id="13" name="Target text"/>
          <p:cNvSpPr txBox="1"/>
          <p:nvPr/>
        </p:nvSpPr>
        <p:spPr>
          <a:xfrm>
            <a:off x="1463040" y="1691640"/>
            <a:ext cx="2148840" cy="914400"/>
          </a:xfrm>
          <a:prstGeom prst="rect">
            <a:avLst/>
          </a:prstGeom>
          <a:noFill/>
          <a:ln/>
        </p:spPr>
        <p:txBody>
          <a:bodyPr wrap="square" lIns="0" tIns="0" rIns="0" bIns="0" rtlCol="0" anchor="t"/>
          <a:lstStyle/>
          <a:p>
            <a:pPr indent="0" marL="0">
              <a:buNone/>
            </a:pPr>
            <a:r>
              <a:rPr lang="en-US" sz="1400" b="1" dirty="0">
                <a:solidFill>
                  <a:schemeClr val="accent1"/>
                </a:solidFill>
              </a:rPr>
              <a:t>TARGET</a:t>
            </a:r>
            <a:endParaRPr lang="en-US" sz="1400" dirty="0"/>
          </a:p>
          <a:p>
            <a:pPr indent="0" marL="0">
              <a:buNone/>
            </a:pPr>
            <a:r>
              <a:rPr lang="en-US" sz="1200" dirty="0">
                <a:solidFill>
                  <a:schemeClr val="tx2"/>
                </a:solidFill>
              </a:rPr>
              <a:t>accurate + cheap + verified</a:t>
            </a:r>
            <a:endParaRPr lang="en-US" sz="1400" dirty="0"/>
          </a:p>
        </p:txBody>
      </p:sp>
      <p:sp>
        <p:nvSpPr>
          <p:cNvPr id="14" name="PINN card"/>
          <p:cNvSpPr/>
          <p:nvPr/>
        </p:nvSpPr>
        <p:spPr>
          <a:xfrm>
            <a:off x="3886200" y="3337560"/>
            <a:ext cx="2103120" cy="914400"/>
          </a:xfrm>
          <a:prstGeom prst="roundRect">
            <a:avLst>
              <a:gd name="adj" fmla="val 8000"/>
            </a:avLst>
          </a:prstGeom>
          <a:solidFill>
            <a:schemeClr val="tx1"/>
          </a:solidFill>
          <a:ln/>
        </p:spPr>
      </p:sp>
      <p:sp>
        <p:nvSpPr>
          <p:cNvPr id="15" name="PINN text"/>
          <p:cNvSpPr txBox="1"/>
          <p:nvPr/>
        </p:nvSpPr>
        <p:spPr>
          <a:xfrm>
            <a:off x="4023360" y="3401568"/>
            <a:ext cx="1874520" cy="822960"/>
          </a:xfrm>
          <a:prstGeom prst="rect">
            <a:avLst/>
          </a:prstGeom>
          <a:noFill/>
          <a:ln/>
        </p:spPr>
        <p:txBody>
          <a:bodyPr wrap="square" lIns="0" tIns="0" rIns="0" bIns="0" rtlCol="0" anchor="t"/>
          <a:lstStyle/>
          <a:p>
            <a:pPr indent="0" marL="0">
              <a:buNone/>
            </a:pPr>
            <a:r>
              <a:rPr lang="en-US" sz="1400" b="1" dirty="0">
                <a:solidFill>
                  <a:schemeClr val="bg1"/>
                </a:solidFill>
              </a:rPr>
              <a:t>PINN</a:t>
            </a:r>
            <a:endParaRPr lang="en-US" sz="1400" dirty="0"/>
          </a:p>
          <a:p>
            <a:pPr indent="0" marL="0">
              <a:buNone/>
            </a:pPr>
            <a:r>
              <a:rPr lang="en-US" sz="1200" dirty="0">
                <a:solidFill>
                  <a:schemeClr val="bg1"/>
                </a:solidFill>
              </a:rPr>
              <a:t>physics inside a neural network</a:t>
            </a:r>
            <a:endParaRPr lang="en-US" sz="1400" dirty="0"/>
          </a:p>
        </p:txBody>
      </p:sp>
      <p:sp>
        <p:nvSpPr>
          <p:cNvPr id="16" name="PINN to target arrow"/>
          <p:cNvSpPr/>
          <p:nvPr/>
        </p:nvSpPr>
        <p:spPr>
          <a:xfrm>
            <a:off x="3154680" y="2834640"/>
            <a:ext cx="731520" cy="502920"/>
          </a:xfrm>
          <a:prstGeom prst="line">
            <a:avLst/>
          </a:prstGeom>
          <a:noFill/>
          <a:ln w="25400">
            <a:solidFill>
              <a:schemeClr val="accent1"/>
            </a:solidFill>
            <a:prstDash val="dash"/>
            <a:headEnd type="triangle"/>
          </a:ln>
        </p:spPr>
      </p:sp>
      <p:sp>
        <p:nvSpPr>
          <p:cNvPr id="17" name="Question mark"/>
          <p:cNvSpPr txBox="1"/>
          <p:nvPr/>
        </p:nvSpPr>
        <p:spPr>
          <a:xfrm>
            <a:off x="2971800" y="3017520"/>
            <a:ext cx="365760" cy="41148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a:t>
            </a:r>
            <a:endParaRPr lang="en-US" sz="2600" dirty="0"/>
          </a:p>
        </p:txBody>
      </p:sp>
      <p:sp>
        <p:nvSpPr>
          <p:cNvPr id="18" name="Question heading"/>
          <p:cNvSpPr txBox="1"/>
          <p:nvPr/>
        </p:nvSpPr>
        <p:spPr>
          <a:xfrm>
            <a:off x="7726680" y="1600200"/>
            <a:ext cx="3916375"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The research question</a:t>
            </a:r>
            <a:endParaRPr lang="en-US" sz="1800" dirty="0"/>
          </a:p>
        </p:txBody>
      </p:sp>
      <p:sp>
        <p:nvSpPr>
          <p:cNvPr id="19" name="Goal 1"/>
          <p:cNvSpPr/>
          <p:nvPr/>
        </p:nvSpPr>
        <p:spPr>
          <a:xfrm>
            <a:off x="7726680" y="2148840"/>
            <a:ext cx="3916375" cy="640080"/>
          </a:xfrm>
          <a:prstGeom prst="roundRect">
            <a:avLst>
              <a:gd name="adj" fmla="val 11429"/>
            </a:avLst>
          </a:prstGeom>
          <a:solidFill>
            <a:schemeClr val="tx1"/>
          </a:solidFill>
          <a:ln/>
        </p:spPr>
      </p:sp>
      <p:sp>
        <p:nvSpPr>
          <p:cNvPr id="20" name="Goal 1 text"/>
          <p:cNvSpPr txBox="1"/>
          <p:nvPr/>
        </p:nvSpPr>
        <p:spPr>
          <a:xfrm>
            <a:off x="7726680" y="2148840"/>
            <a:ext cx="3916375" cy="640080"/>
          </a:xfrm>
          <a:prstGeom prst="rect">
            <a:avLst/>
          </a:prstGeom>
          <a:noFill/>
          <a:ln/>
        </p:spPr>
        <p:txBody>
          <a:bodyPr wrap="square" lIns="0" tIns="0" rIns="0" bIns="0" rtlCol="0" anchor="ctr"/>
          <a:lstStyle/>
          <a:p>
            <a:pPr algn="ctr" indent="0" marL="0">
              <a:buNone/>
            </a:pPr>
            <a:r>
              <a:rPr lang="en-US" sz="1700" b="1" dirty="0">
                <a:solidFill>
                  <a:schemeClr val="bg1"/>
                </a:solidFill>
              </a:rPr>
              <a:t>HIGH PHYSICAL ACCURACY</a:t>
            </a:r>
            <a:endParaRPr lang="en-US" sz="1700" dirty="0"/>
          </a:p>
        </p:txBody>
      </p:sp>
      <p:sp>
        <p:nvSpPr>
          <p:cNvPr id="21" name="Plus 1"/>
          <p:cNvSpPr txBox="1"/>
          <p:nvPr/>
        </p:nvSpPr>
        <p:spPr>
          <a:xfrm>
            <a:off x="7726680" y="2770632"/>
            <a:ext cx="3916375" cy="310896"/>
          </a:xfrm>
          <a:prstGeom prst="rect">
            <a:avLst/>
          </a:prstGeom>
          <a:noFill/>
          <a:ln/>
        </p:spPr>
        <p:txBody>
          <a:bodyPr wrap="square" lIns="0" tIns="0" rIns="0" bIns="0" rtlCol="0" anchor="ctr"/>
          <a:lstStyle/>
          <a:p>
            <a:pPr algn="ctr" indent="0" marL="0">
              <a:buNone/>
            </a:pPr>
            <a:r>
              <a:rPr lang="en-US" sz="1800" b="1" dirty="0">
                <a:solidFill>
                  <a:schemeClr val="accent1"/>
                </a:solidFill>
              </a:rPr>
              <a:t>+</a:t>
            </a:r>
            <a:endParaRPr lang="en-US" sz="1800" dirty="0"/>
          </a:p>
        </p:txBody>
      </p:sp>
      <p:sp>
        <p:nvSpPr>
          <p:cNvPr id="22" name="Goal 2"/>
          <p:cNvSpPr/>
          <p:nvPr/>
        </p:nvSpPr>
        <p:spPr>
          <a:xfrm>
            <a:off x="7726680" y="3063240"/>
            <a:ext cx="3916375" cy="640080"/>
          </a:xfrm>
          <a:prstGeom prst="roundRect">
            <a:avLst>
              <a:gd name="adj" fmla="val 11429"/>
            </a:avLst>
          </a:prstGeom>
          <a:solidFill>
            <a:schemeClr val="tx1"/>
          </a:solidFill>
          <a:ln/>
        </p:spPr>
      </p:sp>
      <p:sp>
        <p:nvSpPr>
          <p:cNvPr id="23" name="Goal 2 text"/>
          <p:cNvSpPr txBox="1"/>
          <p:nvPr/>
        </p:nvSpPr>
        <p:spPr>
          <a:xfrm>
            <a:off x="7726680" y="3063240"/>
            <a:ext cx="3916375" cy="640080"/>
          </a:xfrm>
          <a:prstGeom prst="rect">
            <a:avLst/>
          </a:prstGeom>
          <a:noFill/>
          <a:ln/>
        </p:spPr>
        <p:txBody>
          <a:bodyPr wrap="square" lIns="0" tIns="0" rIns="0" bIns="0" rtlCol="0" anchor="ctr"/>
          <a:lstStyle/>
          <a:p>
            <a:pPr algn="ctr" indent="0" marL="0">
              <a:buNone/>
            </a:pPr>
            <a:r>
              <a:rPr lang="en-US" sz="1700" b="1" dirty="0">
                <a:solidFill>
                  <a:schemeClr val="bg1"/>
                </a:solidFill>
              </a:rPr>
              <a:t>LOW COMPUTATIONAL COST</a:t>
            </a:r>
            <a:endParaRPr lang="en-US" sz="1700" dirty="0"/>
          </a:p>
        </p:txBody>
      </p:sp>
      <p:sp>
        <p:nvSpPr>
          <p:cNvPr id="24" name="Plus 2"/>
          <p:cNvSpPr txBox="1"/>
          <p:nvPr/>
        </p:nvSpPr>
        <p:spPr>
          <a:xfrm>
            <a:off x="7726680" y="3685032"/>
            <a:ext cx="3916375" cy="310896"/>
          </a:xfrm>
          <a:prstGeom prst="rect">
            <a:avLst/>
          </a:prstGeom>
          <a:noFill/>
          <a:ln/>
        </p:spPr>
        <p:txBody>
          <a:bodyPr wrap="square" lIns="0" tIns="0" rIns="0" bIns="0" rtlCol="0" anchor="ctr"/>
          <a:lstStyle/>
          <a:p>
            <a:pPr algn="ctr" indent="0" marL="0">
              <a:buNone/>
            </a:pPr>
            <a:r>
              <a:rPr lang="en-US" sz="1800" b="1" dirty="0">
                <a:solidFill>
                  <a:schemeClr val="accent1"/>
                </a:solidFill>
              </a:rPr>
              <a:t>+</a:t>
            </a:r>
            <a:endParaRPr lang="en-US" sz="1800" dirty="0"/>
          </a:p>
        </p:txBody>
      </p:sp>
      <p:sp>
        <p:nvSpPr>
          <p:cNvPr id="25" name="Goal 3"/>
          <p:cNvSpPr/>
          <p:nvPr/>
        </p:nvSpPr>
        <p:spPr>
          <a:xfrm>
            <a:off x="7726680" y="3977640"/>
            <a:ext cx="3916375" cy="640080"/>
          </a:xfrm>
          <a:prstGeom prst="roundRect">
            <a:avLst>
              <a:gd name="adj" fmla="val 11429"/>
            </a:avLst>
          </a:prstGeom>
          <a:solidFill>
            <a:schemeClr val="accent2"/>
          </a:solidFill>
          <a:ln/>
        </p:spPr>
      </p:sp>
      <p:sp>
        <p:nvSpPr>
          <p:cNvPr id="26" name="Goal 3 text"/>
          <p:cNvSpPr txBox="1"/>
          <p:nvPr/>
        </p:nvSpPr>
        <p:spPr>
          <a:xfrm>
            <a:off x="7726680" y="3977640"/>
            <a:ext cx="3916375" cy="640080"/>
          </a:xfrm>
          <a:prstGeom prst="rect">
            <a:avLst/>
          </a:prstGeom>
          <a:noFill/>
          <a:ln/>
        </p:spPr>
        <p:txBody>
          <a:bodyPr wrap="square" lIns="0" tIns="0" rIns="0" bIns="0" rtlCol="0" anchor="ctr"/>
          <a:lstStyle/>
          <a:p>
            <a:pPr algn="ctr" indent="0" marL="0">
              <a:buNone/>
            </a:pPr>
            <a:r>
              <a:rPr lang="en-US" sz="1700" b="1" dirty="0">
                <a:solidFill>
                  <a:schemeClr val="bg1"/>
                </a:solidFill>
              </a:rPr>
              <a:t>PHYSICAL VERIFICATION</a:t>
            </a:r>
            <a:endParaRPr lang="en-US" sz="1700" dirty="0"/>
          </a:p>
        </p:txBody>
      </p:sp>
      <p:sp>
        <p:nvSpPr>
          <p:cNvPr id="27" name="Slide conclusion"/>
          <p:cNvSpPr txBox="1"/>
          <p:nvPr/>
        </p:nvSpPr>
        <p:spPr>
          <a:xfrm>
            <a:off x="7726680" y="4937760"/>
            <a:ext cx="3916375" cy="822960"/>
          </a:xfrm>
          <a:prstGeom prst="rect">
            <a:avLst/>
          </a:prstGeom>
          <a:noFill/>
          <a:ln/>
        </p:spPr>
        <p:txBody>
          <a:bodyPr wrap="square" lIns="0" tIns="0" rIns="0" bIns="0" rtlCol="0" anchor="t"/>
          <a:lstStyle/>
          <a:p>
            <a:pPr indent="0" marL="0">
              <a:buNone/>
            </a:pPr>
            <a:r>
              <a:rPr lang="en-US" sz="1600" b="1" dirty="0">
                <a:solidFill>
                  <a:schemeClr val="accent1"/>
                </a:solidFill>
              </a:rPr>
              <a:t>PINNs promise all three at once. Do they deliver on a real vibration problem?</a:t>
            </a:r>
            <a:endParaRPr lang="en-US" sz="1600" dirty="0"/>
          </a:p>
        </p:txBody>
      </p:sp>
      <p:sp>
        <p:nvSpPr>
          <p:cNvPr id="25" name="Slide Number Placeholder 0"/>
          <p:cNvSpPr>
            <a:spLocks noGrp="1"/>
          </p:cNvSpPr>
          <p:nvPr>
            <p:ph type="sldNum" sz="quarter" idx="4294967295"/>
          </p:nvPr>
        </p:nvSpPr>
        <p:spPr>
          <a:xfrm>
            <a:off x="11094415" y="647395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WHERE WE STARTED</a:t>
            </a:r>
            <a:endParaRPr lang="en-US" sz="1200" dirty="0"/>
          </a:p>
        </p:txBody>
      </p:sp>
      <p:sp>
        <p:nvSpPr>
          <p:cNvPr id="3" name="Text 0"/>
          <p:cNvSpPr/>
          <p:nvPr>
            <p:ph idx="101" type="title" hasCustomPrompt="1"/>
          </p:nvPr>
        </p:nvSpPr>
        <p:spPr>
          <a:xfrm>
            <a:off x="548640" y="548640"/>
            <a:ext cx="11094415" cy="6400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A 2025 paper: a PINN for beam vibration</a:t>
            </a:r>
            <a:endParaRPr lang="en-US" sz="3000" dirty="0"/>
          </a:p>
        </p:txBody>
      </p:sp>
      <p:sp>
        <p:nvSpPr>
          <p:cNvPr id="4" name="Beam label"/>
          <p:cNvSpPr txBox="1"/>
          <p:nvPr/>
        </p:nvSpPr>
        <p:spPr>
          <a:xfrm>
            <a:off x="548640" y="1417320"/>
            <a:ext cx="1828800" cy="320040"/>
          </a:xfrm>
          <a:prstGeom prst="rect">
            <a:avLst/>
          </a:prstGeom>
          <a:noFill/>
          <a:ln/>
        </p:spPr>
        <p:txBody>
          <a:bodyPr wrap="square" lIns="0" tIns="0" rIns="0" bIns="0" rtlCol="0" anchor="t"/>
          <a:lstStyle/>
          <a:p>
            <a:pPr indent="0" marL="0">
              <a:buNone/>
            </a:pPr>
            <a:r>
              <a:rPr lang="en-US" sz="1400" b="1" dirty="0">
                <a:solidFill>
                  <a:schemeClr val="accent1"/>
                </a:solidFill>
              </a:rPr>
              <a:t>1  Beam</a:t>
            </a:r>
            <a:endParaRPr lang="en-US" sz="1400" dirty="0"/>
          </a:p>
        </p:txBody>
      </p:sp>
      <p:sp>
        <p:nvSpPr>
          <p:cNvPr id="5" name="Clamp left"/>
          <p:cNvSpPr/>
          <p:nvPr/>
        </p:nvSpPr>
        <p:spPr>
          <a:xfrm>
            <a:off x="795528" y="1691640"/>
            <a:ext cx="164592" cy="822960"/>
          </a:xfrm>
          <a:prstGeom prst="rect">
            <a:avLst/>
          </a:prstGeom>
          <a:solidFill>
            <a:schemeClr val="tx2"/>
          </a:solidFill>
          <a:ln/>
        </p:spPr>
      </p:sp>
      <p:sp>
        <p:nvSpPr>
          <p:cNvPr id="6" name="Clamp right"/>
          <p:cNvSpPr/>
          <p:nvPr/>
        </p:nvSpPr>
        <p:spPr>
          <a:xfrm>
            <a:off x="5897880" y="1691640"/>
            <a:ext cx="164592" cy="822960"/>
          </a:xfrm>
          <a:prstGeom prst="rect">
            <a:avLst/>
          </a:prstGeom>
          <a:solidFill>
            <a:schemeClr val="tx2"/>
          </a:solidFill>
          <a:ln/>
        </p:spPr>
      </p:sp>
      <p:graphicFrame>
        <p:nvGraphicFramePr>
          <p:cNvPr id="7" name="Beam mode shape" descr=""/>
          <p:cNvGraphicFramePr/>
          <p:nvPr/>
        </p:nvGraphicFramePr>
        <p:xfrm>
          <a:off x="914400" y="1737360"/>
          <a:ext cx="5029200" cy="731520"/>
        </p:xfrm>
        <a:graphic xmlns:a="http://schemas.openxmlformats.org/drawingml/2006/main">
          <a:graphicData uri="http://schemas.openxmlformats.org/drawingml/2006/chart">
            <c:chart xmlns:c="http://schemas.openxmlformats.org/drawingml/2006/chart" r:id="rId1"/>
          </a:graphicData>
        </a:graphic>
      </p:graphicFrame>
      <p:sp>
        <p:nvSpPr>
          <p:cNvPr id="8" name="Arrow beam to PDE"/>
          <p:cNvSpPr/>
          <p:nvPr/>
        </p:nvSpPr>
        <p:spPr>
          <a:xfrm>
            <a:off x="3429000" y="2606040"/>
            <a:ext cx="0" cy="320040"/>
          </a:xfrm>
          <a:prstGeom prst="line">
            <a:avLst/>
          </a:prstGeom>
          <a:noFill/>
          <a:ln w="19050">
            <a:solidFill>
              <a:schemeClr val="accent5"/>
            </a:solidFill>
            <a:prstDash val="solid"/>
            <a:tailEnd type="triangle"/>
          </a:ln>
        </p:spPr>
      </p:sp>
      <p:sp>
        <p:nvSpPr>
          <p:cNvPr id="9" name="PDE label"/>
          <p:cNvSpPr txBox="1"/>
          <p:nvPr/>
        </p:nvSpPr>
        <p:spPr>
          <a:xfrm>
            <a:off x="548640" y="2788920"/>
            <a:ext cx="2743200" cy="320040"/>
          </a:xfrm>
          <a:prstGeom prst="rect">
            <a:avLst/>
          </a:prstGeom>
          <a:noFill/>
          <a:ln/>
        </p:spPr>
        <p:txBody>
          <a:bodyPr wrap="square" lIns="0" tIns="0" rIns="0" bIns="0" rtlCol="0" anchor="t"/>
          <a:lstStyle/>
          <a:p>
            <a:pPr indent="0" marL="0">
              <a:buNone/>
            </a:pPr>
            <a:r>
              <a:rPr lang="en-US" sz="1400" b="1" dirty="0">
                <a:solidFill>
                  <a:schemeClr val="accent1"/>
                </a:solidFill>
              </a:rPr>
              <a:t>2  Physics equation</a:t>
            </a:r>
            <a:endParaRPr lang="en-US" sz="1400" dirty="0"/>
          </a:p>
        </p:txBody>
      </p:sp>
      <p:sp>
        <p:nvSpPr>
          <p:cNvPr id="10" name="PDE card"/>
          <p:cNvSpPr/>
          <p:nvPr/>
        </p:nvSpPr>
        <p:spPr>
          <a:xfrm>
            <a:off x="548640" y="3017520"/>
            <a:ext cx="5760720" cy="868680"/>
          </a:xfrm>
          <a:prstGeom prst="roundRect">
            <a:avLst>
              <a:gd name="adj" fmla="val 8421"/>
            </a:avLst>
          </a:prstGeom>
          <a:solidFill>
            <a:schemeClr val="bg2"/>
          </a:solidFill>
          <a:ln/>
        </p:spPr>
      </p:sp>
      <p:sp>
        <p:nvSpPr>
          <p:cNvPr id="11" name="PDE text"/>
          <p:cNvSpPr txBox="1"/>
          <p:nvPr/>
        </p:nvSpPr>
        <p:spPr>
          <a:xfrm>
            <a:off x="777240" y="3090672"/>
            <a:ext cx="5303520" cy="777240"/>
          </a:xfrm>
          <a:prstGeom prst="rect">
            <a:avLst/>
          </a:prstGeom>
          <a:noFill/>
          <a:ln/>
        </p:spPr>
        <p:txBody>
          <a:bodyPr wrap="square" lIns="0" tIns="0" rIns="0" bIns="0" rtlCol="0" anchor="t"/>
          <a:lstStyle/>
          <a:p>
            <a:pPr algn="ctr" indent="0" marL="0">
              <a:buNone/>
            </a:pPr>
            <a:r>
              <a:rPr lang="en-US" sz="2200" b="1" dirty="0">
                <a:solidFill>
                  <a:schemeClr val="tx1"/>
                </a:solidFill>
                <a:latin typeface="Cambria" pitchFamily="34" charset="0"/>
                <a:ea typeface="Cambria" pitchFamily="34" charset="-122"/>
                <a:cs typeface="Cambria" pitchFamily="34" charset="-120"/>
              </a:rPr>
              <a:t>EI·u_xxxx + ρA·u_tt + b·u_t = 0</a:t>
            </a:r>
            <a:endParaRPr lang="en-US" sz="1400" dirty="0"/>
          </a:p>
          <a:p>
            <a:pPr algn="ctr" indent="0" marL="0">
              <a:buNone/>
            </a:pPr>
            <a:r>
              <a:rPr lang="en-US" sz="1200" dirty="0">
                <a:solidFill>
                  <a:schemeClr val="tx2"/>
                </a:solidFill>
              </a:rPr>
              <a:t>bending stiffness · inertia · damping</a:t>
            </a:r>
            <a:endParaRPr lang="en-US" sz="1400" dirty="0"/>
          </a:p>
        </p:txBody>
      </p:sp>
      <p:sp>
        <p:nvSpPr>
          <p:cNvPr id="12" name="Arrow PDE to PINN"/>
          <p:cNvSpPr/>
          <p:nvPr/>
        </p:nvSpPr>
        <p:spPr>
          <a:xfrm>
            <a:off x="3429000" y="3931920"/>
            <a:ext cx="0" cy="320040"/>
          </a:xfrm>
          <a:prstGeom prst="line">
            <a:avLst/>
          </a:prstGeom>
          <a:noFill/>
          <a:ln w="19050">
            <a:solidFill>
              <a:schemeClr val="accent5"/>
            </a:solidFill>
            <a:prstDash val="solid"/>
            <a:tailEnd type="triangle"/>
          </a:ln>
        </p:spPr>
      </p:sp>
      <p:sp>
        <p:nvSpPr>
          <p:cNvPr id="13" name="PINN label"/>
          <p:cNvSpPr txBox="1"/>
          <p:nvPr/>
        </p:nvSpPr>
        <p:spPr>
          <a:xfrm>
            <a:off x="548640" y="4114800"/>
            <a:ext cx="2743200" cy="320040"/>
          </a:xfrm>
          <a:prstGeom prst="rect">
            <a:avLst/>
          </a:prstGeom>
          <a:noFill/>
          <a:ln/>
        </p:spPr>
        <p:txBody>
          <a:bodyPr wrap="square" lIns="0" tIns="0" rIns="0" bIns="0" rtlCol="0" anchor="t"/>
          <a:lstStyle/>
          <a:p>
            <a:pPr indent="0" marL="0">
              <a:buNone/>
            </a:pPr>
            <a:r>
              <a:rPr lang="en-US" sz="1400" b="1" dirty="0">
                <a:solidFill>
                  <a:schemeClr val="accent1"/>
                </a:solidFill>
              </a:rPr>
              <a:t>3  PINN</a:t>
            </a:r>
            <a:endParaRPr lang="en-US" sz="1400" dirty="0"/>
          </a:p>
        </p:txBody>
      </p:sp>
      <p:sp>
        <p:nvSpPr>
          <p:cNvPr id="14" name="PINN card"/>
          <p:cNvSpPr/>
          <p:nvPr/>
        </p:nvSpPr>
        <p:spPr>
          <a:xfrm>
            <a:off x="548640" y="4343400"/>
            <a:ext cx="5760720" cy="777240"/>
          </a:xfrm>
          <a:prstGeom prst="roundRect">
            <a:avLst>
              <a:gd name="adj" fmla="val 9412"/>
            </a:avLst>
          </a:prstGeom>
          <a:solidFill>
            <a:schemeClr val="tx1"/>
          </a:solidFill>
          <a:ln/>
        </p:spPr>
      </p:sp>
      <p:sp>
        <p:nvSpPr>
          <p:cNvPr id="15" name="PINN text"/>
          <p:cNvSpPr txBox="1"/>
          <p:nvPr/>
        </p:nvSpPr>
        <p:spPr>
          <a:xfrm>
            <a:off x="777240" y="4343400"/>
            <a:ext cx="5303520" cy="777240"/>
          </a:xfrm>
          <a:prstGeom prst="rect">
            <a:avLst/>
          </a:prstGeom>
          <a:noFill/>
          <a:ln/>
        </p:spPr>
        <p:txBody>
          <a:bodyPr wrap="square" lIns="0" tIns="0" rIns="0" bIns="0" rtlCol="0" anchor="ctr"/>
          <a:lstStyle/>
          <a:p>
            <a:pPr indent="0" marL="0">
              <a:buNone/>
            </a:pPr>
            <a:r>
              <a:rPr lang="en-US" sz="1400" dirty="0">
                <a:solidFill>
                  <a:schemeClr val="bg1"/>
                </a:solidFill>
              </a:rPr>
              <a:t>A neural network u(x, t), trained until it satisfies the equation, the initial shape and the clamped ends</a:t>
            </a:r>
            <a:endParaRPr lang="en-US" sz="1400" dirty="0"/>
          </a:p>
        </p:txBody>
      </p:sp>
      <p:sp>
        <p:nvSpPr>
          <p:cNvPr id="16" name="Test case"/>
          <p:cNvSpPr txBox="1"/>
          <p:nvPr/>
        </p:nvSpPr>
        <p:spPr>
          <a:xfrm>
            <a:off x="548640" y="5349240"/>
            <a:ext cx="5760720" cy="548640"/>
          </a:xfrm>
          <a:prstGeom prst="rect">
            <a:avLst/>
          </a:prstGeom>
          <a:noFill/>
          <a:ln/>
        </p:spPr>
        <p:txBody>
          <a:bodyPr wrap="square" lIns="0" tIns="0" rIns="0" bIns="0" rtlCol="0" anchor="t"/>
          <a:lstStyle/>
          <a:p>
            <a:pPr indent="0" marL="0">
              <a:buNone/>
            </a:pPr>
            <a:r>
              <a:rPr lang="en-US" sz="1300" dirty="0">
                <a:solidFill>
                  <a:schemeClr val="tx2"/>
                </a:solidFill>
              </a:rPr>
              <a:t>Our test case: clamped–clamped, damped beam, first mode at 20.6 Hz, i.e. 20.6 vibration cycles in the 1-second window.</a:t>
            </a:r>
            <a:endParaRPr lang="en-US" sz="1300" dirty="0"/>
          </a:p>
        </p:txBody>
      </p:sp>
      <p:sp>
        <p:nvSpPr>
          <p:cNvPr id="17" name="Published baseline card"/>
          <p:cNvSpPr/>
          <p:nvPr/>
        </p:nvSpPr>
        <p:spPr>
          <a:xfrm>
            <a:off x="6720840" y="1417320"/>
            <a:ext cx="4922215" cy="4572000"/>
          </a:xfrm>
          <a:prstGeom prst="roundRect">
            <a:avLst>
              <a:gd name="adj" fmla="val 1600"/>
            </a:avLst>
          </a:prstGeom>
          <a:solidFill>
            <a:schemeClr val="bg2"/>
          </a:solidFill>
          <a:ln/>
        </p:spPr>
      </p:sp>
      <p:sp>
        <p:nvSpPr>
          <p:cNvPr id="18" name="Baseline tag"/>
          <p:cNvSpPr/>
          <p:nvPr/>
        </p:nvSpPr>
        <p:spPr>
          <a:xfrm>
            <a:off x="6995160" y="1645920"/>
            <a:ext cx="2286000" cy="365760"/>
          </a:xfrm>
          <a:prstGeom prst="roundRect">
            <a:avLst>
              <a:gd name="adj" fmla="val 15000"/>
            </a:avLst>
          </a:prstGeom>
          <a:solidFill>
            <a:schemeClr val="tx1"/>
          </a:solidFill>
          <a:ln/>
        </p:spPr>
      </p:sp>
      <p:sp>
        <p:nvSpPr>
          <p:cNvPr id="19" name="Baseline tag text"/>
          <p:cNvSpPr txBox="1"/>
          <p:nvPr/>
        </p:nvSpPr>
        <p:spPr>
          <a:xfrm>
            <a:off x="6995160" y="1645920"/>
            <a:ext cx="2286000" cy="365760"/>
          </a:xfrm>
          <a:prstGeom prst="rect">
            <a:avLst/>
          </a:prstGeom>
          <a:noFill/>
          <a:ln/>
        </p:spPr>
        <p:txBody>
          <a:bodyPr wrap="square" lIns="0" tIns="0" rIns="0" bIns="0" rtlCol="0" anchor="ctr"/>
          <a:lstStyle/>
          <a:p>
            <a:pPr algn="ctr" indent="0" marL="0">
              <a:buNone/>
            </a:pPr>
            <a:r>
              <a:rPr lang="en-US" sz="1200" b="1" spc="100" kern="0" dirty="0">
                <a:solidFill>
                  <a:schemeClr val="bg1"/>
                </a:solidFill>
              </a:rPr>
              <a:t>PUBLISHED BASELINE</a:t>
            </a:r>
            <a:endParaRPr lang="en-US" sz="1200" dirty="0"/>
          </a:p>
        </p:txBody>
      </p:sp>
      <p:sp>
        <p:nvSpPr>
          <p:cNvPr id="20" name="Citation"/>
          <p:cNvSpPr txBox="1"/>
          <p:nvPr/>
        </p:nvSpPr>
        <p:spPr>
          <a:xfrm>
            <a:off x="6995160" y="2148840"/>
            <a:ext cx="4373575" cy="457200"/>
          </a:xfrm>
          <a:prstGeom prst="rect">
            <a:avLst/>
          </a:prstGeom>
          <a:noFill/>
          <a:ln/>
        </p:spPr>
        <p:txBody>
          <a:bodyPr wrap="square" lIns="0" tIns="0" rIns="0" bIns="0" rtlCol="0" anchor="t"/>
          <a:lstStyle/>
          <a:p>
            <a:pPr indent="0" marL="0">
              <a:buNone/>
            </a:pPr>
            <a:r>
              <a:rPr lang="en-US" sz="1200" i="1" dirty="0">
                <a:solidFill>
                  <a:schemeClr val="tx2"/>
                </a:solidFill>
              </a:rPr>
              <a:t>Söyleyici &amp; Ünver, Engineering Applications of Artificial Intelligence 141 (2025) 109804</a:t>
            </a:r>
            <a:endParaRPr lang="en-US" sz="1200" dirty="0"/>
          </a:p>
        </p:txBody>
      </p:sp>
      <p:sp>
        <p:nvSpPr>
          <p:cNvPr id="21" name="Method name"/>
          <p:cNvSpPr txBox="1"/>
          <p:nvPr/>
        </p:nvSpPr>
        <p:spPr>
          <a:xfrm>
            <a:off x="6995160" y="2697480"/>
            <a:ext cx="4373575"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Fourier features + NTK adaptive weighting</a:t>
            </a:r>
            <a:endParaRPr lang="en-US" sz="1800" dirty="0"/>
          </a:p>
        </p:txBody>
      </p:sp>
      <p:sp>
        <p:nvSpPr>
          <p:cNvPr id="22" name="Paper scope"/>
          <p:cNvSpPr txBox="1"/>
          <p:nvPr/>
        </p:nvSpPr>
        <p:spPr>
          <a:xfrm>
            <a:off x="6995160" y="3154680"/>
            <a:ext cx="4373575" cy="731520"/>
          </a:xfrm>
          <a:prstGeom prst="rect">
            <a:avLst/>
          </a:prstGeom>
          <a:noFill/>
          <a:ln/>
        </p:spPr>
        <p:txBody>
          <a:bodyPr wrap="square" lIns="0" tIns="0" rIns="0" bIns="0" rtlCol="0" anchor="t"/>
          <a:lstStyle/>
          <a:p>
            <a:pPr indent="0" marL="0">
              <a:buNone/>
            </a:pPr>
            <a:r>
              <a:rPr lang="en-US" sz="1300" dirty="0">
                <a:solidFill>
                  <a:schemeClr val="tx2"/>
                </a:solidFill>
              </a:rPr>
              <a:t>The paper's contribution: a PINN for beam vibration covering high-frequency cases, several boundary conditions and experimental validation.</a:t>
            </a:r>
            <a:endParaRPr lang="en-US" sz="1300" dirty="0"/>
          </a:p>
        </p:txBody>
      </p:sp>
      <p:sp>
        <p:nvSpPr>
          <p:cNvPr id="23" name="Paper L2"/>
          <p:cNvSpPr txBox="1"/>
          <p:nvPr/>
        </p:nvSpPr>
        <p:spPr>
          <a:xfrm>
            <a:off x="6995160" y="3977640"/>
            <a:ext cx="4373575" cy="685800"/>
          </a:xfrm>
          <a:prstGeom prst="rect">
            <a:avLst/>
          </a:prstGeom>
          <a:noFill/>
          <a:ln/>
        </p:spPr>
        <p:txBody>
          <a:bodyPr wrap="square" lIns="0" tIns="0" rIns="0" bIns="0" rtlCol="0" anchor="t"/>
          <a:lstStyle/>
          <a:p>
            <a:pPr indent="0" marL="0">
              <a:buNone/>
            </a:pPr>
            <a:r>
              <a:rPr lang="en-US" sz="4000" b="1" dirty="0">
                <a:solidFill>
                  <a:schemeClr val="tx1"/>
                </a:solidFill>
                <a:latin typeface="Cambria" pitchFamily="34" charset="0"/>
                <a:ea typeface="Cambria" pitchFamily="34" charset="-122"/>
                <a:cs typeface="Cambria" pitchFamily="34" charset="-120"/>
              </a:rPr>
              <a:t>4.64 × 10⁻⁴</a:t>
            </a:r>
            <a:endParaRPr lang="en-US" sz="4000" dirty="0"/>
          </a:p>
        </p:txBody>
      </p:sp>
      <p:sp>
        <p:nvSpPr>
          <p:cNvPr id="24" name="Paper L2 label"/>
          <p:cNvSpPr txBox="1"/>
          <p:nvPr/>
        </p:nvSpPr>
        <p:spPr>
          <a:xfrm>
            <a:off x="6995160" y="4663440"/>
            <a:ext cx="4373575" cy="320040"/>
          </a:xfrm>
          <a:prstGeom prst="rect">
            <a:avLst/>
          </a:prstGeom>
          <a:noFill/>
          <a:ln/>
        </p:spPr>
        <p:txBody>
          <a:bodyPr wrap="square" lIns="0" tIns="0" rIns="0" bIns="0" rtlCol="0" anchor="t"/>
          <a:lstStyle/>
          <a:p>
            <a:pPr indent="0" marL="0">
              <a:buNone/>
            </a:pPr>
            <a:r>
              <a:rPr lang="en-US" sz="1300" dirty="0">
                <a:solidFill>
                  <a:schemeClr val="tx2"/>
                </a:solidFill>
              </a:rPr>
              <a:t>relative L2 error reported by the paper for our test case</a:t>
            </a:r>
            <a:endParaRPr lang="en-US" sz="1300" dirty="0"/>
          </a:p>
        </p:txBody>
      </p:sp>
      <p:sp>
        <p:nvSpPr>
          <p:cNvPr id="25" name="Not our result"/>
          <p:cNvSpPr txBox="1"/>
          <p:nvPr/>
        </p:nvSpPr>
        <p:spPr>
          <a:xfrm>
            <a:off x="6995160" y="5257800"/>
            <a:ext cx="4373575" cy="365760"/>
          </a:xfrm>
          <a:prstGeom prst="rect">
            <a:avLst/>
          </a:prstGeom>
          <a:noFill/>
          <a:ln/>
        </p:spPr>
        <p:txBody>
          <a:bodyPr wrap="square" lIns="0" tIns="0" rIns="0" bIns="0" rtlCol="0" anchor="t"/>
          <a:lstStyle/>
          <a:p>
            <a:pPr indent="0" marL="0">
              <a:buNone/>
            </a:pPr>
            <a:r>
              <a:rPr lang="en-US" sz="1400" b="1" dirty="0">
                <a:solidFill>
                  <a:schemeClr val="accent4"/>
                </a:solidFill>
              </a:rPr>
              <a:t>Published value — not our result.</a:t>
            </a:r>
            <a:endParaRPr lang="en-US" sz="1400" dirty="0"/>
          </a:p>
        </p:txBody>
      </p:sp>
      <p:sp>
        <p:nvSpPr>
          <p:cNvPr id="25" name="Slide Number Placeholder 0"/>
          <p:cNvSpPr>
            <a:spLocks noGrp="1"/>
          </p:cNvSpPr>
          <p:nvPr>
            <p:ph type="sldNum" sz="quarter" idx="4294967295"/>
          </p:nvPr>
        </p:nvSpPr>
        <p:spPr>
          <a:xfrm>
            <a:off x="11094415" y="647395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WHAT WE ACTUALLY DID</a:t>
            </a:r>
            <a:endParaRPr lang="en-US" sz="1200" dirty="0"/>
          </a:p>
        </p:txBody>
      </p:sp>
      <p:sp>
        <p:nvSpPr>
          <p:cNvPr id="3" name="Text 0"/>
          <p:cNvSpPr/>
          <p:nvPr>
            <p:ph idx="101" type="title" hasCustomPrompt="1"/>
          </p:nvPr>
        </p:nvSpPr>
        <p:spPr>
          <a:xfrm>
            <a:off x="548640" y="548640"/>
            <a:ext cx="11094415" cy="6400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An experiment ladder: one question per step</a:t>
            </a:r>
            <a:endParaRPr lang="en-US" sz="3000" dirty="0"/>
          </a:p>
        </p:txBody>
      </p:sp>
      <p:sp>
        <p:nvSpPr>
          <p:cNvPr id="4" name="Ladder rail"/>
          <p:cNvSpPr/>
          <p:nvPr/>
        </p:nvSpPr>
        <p:spPr>
          <a:xfrm>
            <a:off x="740664" y="1691640"/>
            <a:ext cx="0" cy="4288536"/>
          </a:xfrm>
          <a:prstGeom prst="line">
            <a:avLst/>
          </a:prstGeom>
          <a:noFill/>
          <a:ln w="25400">
            <a:solidFill>
              <a:schemeClr val="accent5"/>
            </a:solidFill>
            <a:prstDash val="solid"/>
          </a:ln>
        </p:spPr>
      </p:sp>
      <p:sp>
        <p:nvSpPr>
          <p:cNvPr id="5" name="Rung 1 node"/>
          <p:cNvSpPr/>
          <p:nvPr/>
        </p:nvSpPr>
        <p:spPr>
          <a:xfrm>
            <a:off x="548640" y="1499616"/>
            <a:ext cx="384048" cy="384048"/>
          </a:xfrm>
          <a:prstGeom prst="ellipse">
            <a:avLst/>
          </a:prstGeom>
          <a:solidFill>
            <a:schemeClr val="tx1"/>
          </a:solidFill>
          <a:ln w="19050">
            <a:solidFill>
              <a:schemeClr val="bg1"/>
            </a:solidFill>
            <a:prstDash val="solid"/>
          </a:ln>
        </p:spPr>
      </p:sp>
      <p:sp>
        <p:nvSpPr>
          <p:cNvPr id="6" name="Rung 1 number"/>
          <p:cNvSpPr txBox="1"/>
          <p:nvPr/>
        </p:nvSpPr>
        <p:spPr>
          <a:xfrm>
            <a:off x="548640" y="149961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0</a:t>
            </a:r>
            <a:endParaRPr lang="en-US" sz="1300" dirty="0"/>
          </a:p>
        </p:txBody>
      </p:sp>
      <p:sp>
        <p:nvSpPr>
          <p:cNvPr id="7" name="Rung 1 label box"/>
          <p:cNvSpPr/>
          <p:nvPr/>
        </p:nvSpPr>
        <p:spPr>
          <a:xfrm>
            <a:off x="1143000" y="1417320"/>
            <a:ext cx="3291840" cy="548640"/>
          </a:xfrm>
          <a:prstGeom prst="roundRect">
            <a:avLst>
              <a:gd name="adj" fmla="val 10000"/>
            </a:avLst>
          </a:prstGeom>
          <a:solidFill>
            <a:schemeClr val="tx1"/>
          </a:solidFill>
          <a:ln/>
        </p:spPr>
      </p:sp>
      <p:sp>
        <p:nvSpPr>
          <p:cNvPr id="8" name="Rung 1 label"/>
          <p:cNvSpPr txBox="1"/>
          <p:nvPr/>
        </p:nvSpPr>
        <p:spPr>
          <a:xfrm>
            <a:off x="1280160" y="1417320"/>
            <a:ext cx="3017520" cy="548640"/>
          </a:xfrm>
          <a:prstGeom prst="rect">
            <a:avLst/>
          </a:prstGeom>
          <a:noFill/>
          <a:ln/>
        </p:spPr>
        <p:txBody>
          <a:bodyPr wrap="square" lIns="0" tIns="0" rIns="0" bIns="0" rtlCol="0" anchor="ctr"/>
          <a:lstStyle/>
          <a:p>
            <a:pPr indent="0" marL="0">
              <a:buNone/>
            </a:pPr>
            <a:r>
              <a:rPr lang="en-US" sz="1400" b="1" dirty="0">
                <a:solidFill>
                  <a:schemeClr val="bg1"/>
                </a:solidFill>
              </a:rPr>
              <a:t>Published Fourier + NTK</a:t>
            </a:r>
            <a:endParaRPr lang="en-US" sz="1400" dirty="0"/>
          </a:p>
        </p:txBody>
      </p:sp>
      <p:sp>
        <p:nvSpPr>
          <p:cNvPr id="9" name="Rung 1 question"/>
          <p:cNvSpPr txBox="1"/>
          <p:nvPr/>
        </p:nvSpPr>
        <p:spPr>
          <a:xfrm>
            <a:off x="4709160" y="1417320"/>
            <a:ext cx="4572000" cy="548640"/>
          </a:xfrm>
          <a:prstGeom prst="rect">
            <a:avLst/>
          </a:prstGeom>
          <a:noFill/>
          <a:ln/>
        </p:spPr>
        <p:txBody>
          <a:bodyPr wrap="square" lIns="0" tIns="0" rIns="0" bIns="0" rtlCol="0" anchor="ctr"/>
          <a:lstStyle/>
          <a:p>
            <a:pPr indent="0" marL="0">
              <a:buNone/>
            </a:pPr>
            <a:r>
              <a:rPr lang="en-US" sz="1700" i="1" dirty="0">
                <a:solidFill>
                  <a:schemeClr val="tx2"/>
                </a:solidFill>
              </a:rPr>
              <a:t>The paper's method — our starting point</a:t>
            </a:r>
            <a:endParaRPr lang="en-US" sz="1700" dirty="0"/>
          </a:p>
        </p:txBody>
      </p:sp>
      <p:sp>
        <p:nvSpPr>
          <p:cNvPr id="10" name="Rung 2 node"/>
          <p:cNvSpPr/>
          <p:nvPr/>
        </p:nvSpPr>
        <p:spPr>
          <a:xfrm>
            <a:off x="548640" y="2112264"/>
            <a:ext cx="384048" cy="384048"/>
          </a:xfrm>
          <a:prstGeom prst="ellipse">
            <a:avLst/>
          </a:prstGeom>
          <a:solidFill>
            <a:schemeClr val="accent2"/>
          </a:solidFill>
          <a:ln w="19050">
            <a:solidFill>
              <a:schemeClr val="bg1"/>
            </a:solidFill>
            <a:prstDash val="solid"/>
          </a:ln>
        </p:spPr>
      </p:sp>
      <p:sp>
        <p:nvSpPr>
          <p:cNvPr id="11" name="Rung 2 number"/>
          <p:cNvSpPr txBox="1"/>
          <p:nvPr/>
        </p:nvSpPr>
        <p:spPr>
          <a:xfrm>
            <a:off x="548640" y="211226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2" name="Rung 2 label box"/>
          <p:cNvSpPr/>
          <p:nvPr/>
        </p:nvSpPr>
        <p:spPr>
          <a:xfrm>
            <a:off x="1143000" y="2029968"/>
            <a:ext cx="3291840" cy="548640"/>
          </a:xfrm>
          <a:prstGeom prst="roundRect">
            <a:avLst>
              <a:gd name="adj" fmla="val 10000"/>
            </a:avLst>
          </a:prstGeom>
          <a:solidFill>
            <a:schemeClr val="bg2"/>
          </a:solidFill>
          <a:ln/>
        </p:spPr>
      </p:sp>
      <p:sp>
        <p:nvSpPr>
          <p:cNvPr id="13" name="Rung 2 label"/>
          <p:cNvSpPr txBox="1"/>
          <p:nvPr/>
        </p:nvSpPr>
        <p:spPr>
          <a:xfrm>
            <a:off x="1280160" y="2029968"/>
            <a:ext cx="3017520" cy="548640"/>
          </a:xfrm>
          <a:prstGeom prst="rect">
            <a:avLst/>
          </a:prstGeom>
          <a:noFill/>
          <a:ln/>
        </p:spPr>
        <p:txBody>
          <a:bodyPr wrap="square" lIns="0" tIns="0" rIns="0" bIns="0" rtlCol="0" anchor="ctr"/>
          <a:lstStyle/>
          <a:p>
            <a:pPr indent="0" marL="0">
              <a:buNone/>
            </a:pPr>
            <a:r>
              <a:rPr lang="en-US" sz="1400" b="1" dirty="0">
                <a:solidFill>
                  <a:schemeClr val="tx1"/>
                </a:solidFill>
              </a:rPr>
              <a:t>Baseline reproduction</a:t>
            </a:r>
            <a:endParaRPr lang="en-US" sz="1400" dirty="0"/>
          </a:p>
        </p:txBody>
      </p:sp>
      <p:sp>
        <p:nvSpPr>
          <p:cNvPr id="14" name="Rung 2 question"/>
          <p:cNvSpPr txBox="1"/>
          <p:nvPr/>
        </p:nvSpPr>
        <p:spPr>
          <a:xfrm>
            <a:off x="4709160" y="2029968"/>
            <a:ext cx="4572000" cy="548640"/>
          </a:xfrm>
          <a:prstGeom prst="rect">
            <a:avLst/>
          </a:prstGeom>
          <a:noFill/>
          <a:ln/>
        </p:spPr>
        <p:txBody>
          <a:bodyPr wrap="square" lIns="0" tIns="0" rIns="0" bIns="0" rtlCol="0" anchor="ctr"/>
          <a:lstStyle/>
          <a:p>
            <a:pPr indent="0" marL="0">
              <a:buNone/>
            </a:pPr>
            <a:r>
              <a:rPr lang="en-US" sz="1700" dirty="0">
                <a:solidFill>
                  <a:schemeClr val="tx1"/>
                </a:solidFill>
              </a:rPr>
              <a:t>Does a faithful implementation reproduce it?</a:t>
            </a:r>
            <a:endParaRPr lang="en-US" sz="1700" dirty="0"/>
          </a:p>
        </p:txBody>
      </p:sp>
      <p:sp>
        <p:nvSpPr>
          <p:cNvPr id="15" name="Rung 3 node"/>
          <p:cNvSpPr/>
          <p:nvPr/>
        </p:nvSpPr>
        <p:spPr>
          <a:xfrm>
            <a:off x="548640" y="2724912"/>
            <a:ext cx="384048" cy="384048"/>
          </a:xfrm>
          <a:prstGeom prst="ellipse">
            <a:avLst/>
          </a:prstGeom>
          <a:solidFill>
            <a:schemeClr val="accent2"/>
          </a:solidFill>
          <a:ln w="19050">
            <a:solidFill>
              <a:schemeClr val="bg1"/>
            </a:solidFill>
            <a:prstDash val="solid"/>
          </a:ln>
        </p:spPr>
      </p:sp>
      <p:sp>
        <p:nvSpPr>
          <p:cNvPr id="16" name="Rung 3 number"/>
          <p:cNvSpPr txBox="1"/>
          <p:nvPr/>
        </p:nvSpPr>
        <p:spPr>
          <a:xfrm>
            <a:off x="548640" y="272491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7" name="Rung 3 label box"/>
          <p:cNvSpPr/>
          <p:nvPr/>
        </p:nvSpPr>
        <p:spPr>
          <a:xfrm>
            <a:off x="1143000" y="2642616"/>
            <a:ext cx="3291840" cy="548640"/>
          </a:xfrm>
          <a:prstGeom prst="roundRect">
            <a:avLst>
              <a:gd name="adj" fmla="val 10000"/>
            </a:avLst>
          </a:prstGeom>
          <a:solidFill>
            <a:schemeClr val="bg2"/>
          </a:solidFill>
          <a:ln/>
        </p:spPr>
      </p:sp>
      <p:sp>
        <p:nvSpPr>
          <p:cNvPr id="18" name="Rung 3 label"/>
          <p:cNvSpPr txBox="1"/>
          <p:nvPr/>
        </p:nvSpPr>
        <p:spPr>
          <a:xfrm>
            <a:off x="1280160" y="2642616"/>
            <a:ext cx="3017520" cy="548640"/>
          </a:xfrm>
          <a:prstGeom prst="rect">
            <a:avLst/>
          </a:prstGeom>
          <a:noFill/>
          <a:ln/>
        </p:spPr>
        <p:txBody>
          <a:bodyPr wrap="square" lIns="0" tIns="0" rIns="0" bIns="0" rtlCol="0" anchor="ctr"/>
          <a:lstStyle/>
          <a:p>
            <a:pPr indent="0" marL="0">
              <a:buNone/>
            </a:pPr>
            <a:r>
              <a:rPr lang="en-US" sz="1400" b="1" dirty="0">
                <a:solidFill>
                  <a:schemeClr val="tx1"/>
                </a:solidFill>
              </a:rPr>
              <a:t>D · Configuration diagnostics</a:t>
            </a:r>
            <a:endParaRPr lang="en-US" sz="1400" dirty="0"/>
          </a:p>
        </p:txBody>
      </p:sp>
      <p:sp>
        <p:nvSpPr>
          <p:cNvPr id="19" name="Rung 3 question"/>
          <p:cNvSpPr txBox="1"/>
          <p:nvPr/>
        </p:nvSpPr>
        <p:spPr>
          <a:xfrm>
            <a:off x="4709160" y="2642616"/>
            <a:ext cx="4572000" cy="548640"/>
          </a:xfrm>
          <a:prstGeom prst="rect">
            <a:avLst/>
          </a:prstGeom>
          <a:noFill/>
          <a:ln/>
        </p:spPr>
        <p:txBody>
          <a:bodyPr wrap="square" lIns="0" tIns="0" rIns="0" bIns="0" rtlCol="0" anchor="ctr"/>
          <a:lstStyle/>
          <a:p>
            <a:pPr indent="0" marL="0">
              <a:buNone/>
            </a:pPr>
            <a:r>
              <a:rPr lang="en-US" sz="1700" dirty="0">
                <a:solidFill>
                  <a:schemeClr val="tx1"/>
                </a:solidFill>
              </a:rPr>
              <a:t>Which implementation choices matter?</a:t>
            </a:r>
            <a:endParaRPr lang="en-US" sz="1700" dirty="0"/>
          </a:p>
        </p:txBody>
      </p:sp>
      <p:sp>
        <p:nvSpPr>
          <p:cNvPr id="20" name="Rung 4 node"/>
          <p:cNvSpPr/>
          <p:nvPr/>
        </p:nvSpPr>
        <p:spPr>
          <a:xfrm>
            <a:off x="548640" y="3337560"/>
            <a:ext cx="384048" cy="384048"/>
          </a:xfrm>
          <a:prstGeom prst="ellipse">
            <a:avLst/>
          </a:prstGeom>
          <a:solidFill>
            <a:schemeClr val="accent2"/>
          </a:solidFill>
          <a:ln w="19050">
            <a:solidFill>
              <a:schemeClr val="bg1"/>
            </a:solidFill>
            <a:prstDash val="solid"/>
          </a:ln>
        </p:spPr>
      </p:sp>
      <p:sp>
        <p:nvSpPr>
          <p:cNvPr id="21" name="Rung 4 number"/>
          <p:cNvSpPr txBox="1"/>
          <p:nvPr/>
        </p:nvSpPr>
        <p:spPr>
          <a:xfrm>
            <a:off x="548640" y="333756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2" name="Rung 4 label box"/>
          <p:cNvSpPr/>
          <p:nvPr/>
        </p:nvSpPr>
        <p:spPr>
          <a:xfrm>
            <a:off x="1143000" y="3255264"/>
            <a:ext cx="3291840" cy="548640"/>
          </a:xfrm>
          <a:prstGeom prst="roundRect">
            <a:avLst>
              <a:gd name="adj" fmla="val 10000"/>
            </a:avLst>
          </a:prstGeom>
          <a:solidFill>
            <a:schemeClr val="bg2"/>
          </a:solidFill>
          <a:ln/>
        </p:spPr>
      </p:sp>
      <p:sp>
        <p:nvSpPr>
          <p:cNvPr id="23" name="Rung 4 label"/>
          <p:cNvSpPr txBox="1"/>
          <p:nvPr/>
        </p:nvSpPr>
        <p:spPr>
          <a:xfrm>
            <a:off x="1280160" y="3255264"/>
            <a:ext cx="3017520" cy="548640"/>
          </a:xfrm>
          <a:prstGeom prst="rect">
            <a:avLst/>
          </a:prstGeom>
          <a:noFill/>
          <a:ln/>
        </p:spPr>
        <p:txBody>
          <a:bodyPr wrap="square" lIns="0" tIns="0" rIns="0" bIns="0" rtlCol="0" anchor="ctr"/>
          <a:lstStyle/>
          <a:p>
            <a:pPr indent="0" marL="0">
              <a:buNone/>
            </a:pPr>
            <a:r>
              <a:rPr lang="en-US" sz="1400" b="1" dirty="0">
                <a:solidFill>
                  <a:schemeClr val="tx1"/>
                </a:solidFill>
              </a:rPr>
              <a:t>E · Hard constraints + RAD</a:t>
            </a:r>
            <a:endParaRPr lang="en-US" sz="1400" dirty="0"/>
          </a:p>
        </p:txBody>
      </p:sp>
      <p:sp>
        <p:nvSpPr>
          <p:cNvPr id="24" name="Rung 4 question"/>
          <p:cNvSpPr txBox="1"/>
          <p:nvPr/>
        </p:nvSpPr>
        <p:spPr>
          <a:xfrm>
            <a:off x="4709160" y="3255264"/>
            <a:ext cx="4572000" cy="548640"/>
          </a:xfrm>
          <a:prstGeom prst="rect">
            <a:avLst/>
          </a:prstGeom>
          <a:noFill/>
          <a:ln/>
        </p:spPr>
        <p:txBody>
          <a:bodyPr wrap="square" lIns="0" tIns="0" rIns="0" bIns="0" rtlCol="0" anchor="ctr"/>
          <a:lstStyle/>
          <a:p>
            <a:pPr indent="0" marL="0">
              <a:buNone/>
            </a:pPr>
            <a:r>
              <a:rPr lang="en-US" sz="1700" dirty="0">
                <a:solidFill>
                  <a:schemeClr val="tx1"/>
                </a:solidFill>
              </a:rPr>
              <a:t>Can hard constraints remove the failure?</a:t>
            </a:r>
            <a:endParaRPr lang="en-US" sz="1700" dirty="0"/>
          </a:p>
        </p:txBody>
      </p:sp>
      <p:sp>
        <p:nvSpPr>
          <p:cNvPr id="25" name="Rung 5 node"/>
          <p:cNvSpPr/>
          <p:nvPr/>
        </p:nvSpPr>
        <p:spPr>
          <a:xfrm>
            <a:off x="548640" y="3950208"/>
            <a:ext cx="384048" cy="384048"/>
          </a:xfrm>
          <a:prstGeom prst="ellipse">
            <a:avLst/>
          </a:prstGeom>
          <a:solidFill>
            <a:schemeClr val="accent2"/>
          </a:solidFill>
          <a:ln w="19050">
            <a:solidFill>
              <a:schemeClr val="bg1"/>
            </a:solidFill>
            <a:prstDash val="solid"/>
          </a:ln>
        </p:spPr>
      </p:sp>
      <p:sp>
        <p:nvSpPr>
          <p:cNvPr id="26" name="Rung 5 number"/>
          <p:cNvSpPr txBox="1"/>
          <p:nvPr/>
        </p:nvSpPr>
        <p:spPr>
          <a:xfrm>
            <a:off x="548640" y="395020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7" name="Rung 5 label box"/>
          <p:cNvSpPr/>
          <p:nvPr/>
        </p:nvSpPr>
        <p:spPr>
          <a:xfrm>
            <a:off x="1143000" y="3867912"/>
            <a:ext cx="3291840" cy="548640"/>
          </a:xfrm>
          <a:prstGeom prst="roundRect">
            <a:avLst>
              <a:gd name="adj" fmla="val 10000"/>
            </a:avLst>
          </a:prstGeom>
          <a:solidFill>
            <a:schemeClr val="bg2"/>
          </a:solidFill>
          <a:ln/>
        </p:spPr>
      </p:sp>
      <p:sp>
        <p:nvSpPr>
          <p:cNvPr id="28" name="Rung 5 label"/>
          <p:cNvSpPr txBox="1"/>
          <p:nvPr/>
        </p:nvSpPr>
        <p:spPr>
          <a:xfrm>
            <a:off x="1280160" y="3867912"/>
            <a:ext cx="3017520" cy="548640"/>
          </a:xfrm>
          <a:prstGeom prst="rect">
            <a:avLst/>
          </a:prstGeom>
          <a:noFill/>
          <a:ln/>
        </p:spPr>
        <p:txBody>
          <a:bodyPr wrap="square" lIns="0" tIns="0" rIns="0" bIns="0" rtlCol="0" anchor="ctr"/>
          <a:lstStyle/>
          <a:p>
            <a:pPr indent="0" marL="0">
              <a:buNone/>
            </a:pPr>
            <a:r>
              <a:rPr lang="en-US" sz="1400" b="1" dirty="0">
                <a:solidFill>
                  <a:schemeClr val="tx1"/>
                </a:solidFill>
              </a:rPr>
              <a:t>X · Conditioning + representation</a:t>
            </a:r>
            <a:endParaRPr lang="en-US" sz="1400" dirty="0"/>
          </a:p>
        </p:txBody>
      </p:sp>
      <p:sp>
        <p:nvSpPr>
          <p:cNvPr id="29" name="Rung 5 question"/>
          <p:cNvSpPr txBox="1"/>
          <p:nvPr/>
        </p:nvSpPr>
        <p:spPr>
          <a:xfrm>
            <a:off x="4709160" y="3867912"/>
            <a:ext cx="4572000" cy="548640"/>
          </a:xfrm>
          <a:prstGeom prst="rect">
            <a:avLst/>
          </a:prstGeom>
          <a:noFill/>
          <a:ln/>
        </p:spPr>
        <p:txBody>
          <a:bodyPr wrap="square" lIns="0" tIns="0" rIns="0" bIns="0" rtlCol="0" anchor="ctr"/>
          <a:lstStyle/>
          <a:p>
            <a:pPr indent="0" marL="0">
              <a:buNone/>
            </a:pPr>
            <a:r>
              <a:rPr lang="en-US" sz="1700" dirty="0">
                <a:solidFill>
                  <a:schemeClr val="tx1"/>
                </a:solidFill>
              </a:rPr>
              <a:t>Is representation the problem?</a:t>
            </a:r>
            <a:endParaRPr lang="en-US" sz="1700" dirty="0"/>
          </a:p>
        </p:txBody>
      </p:sp>
      <p:sp>
        <p:nvSpPr>
          <p:cNvPr id="30" name="Rung 6 node"/>
          <p:cNvSpPr/>
          <p:nvPr/>
        </p:nvSpPr>
        <p:spPr>
          <a:xfrm>
            <a:off x="548640" y="4562856"/>
            <a:ext cx="384048" cy="384048"/>
          </a:xfrm>
          <a:prstGeom prst="ellipse">
            <a:avLst/>
          </a:prstGeom>
          <a:solidFill>
            <a:schemeClr val="accent2"/>
          </a:solidFill>
          <a:ln w="19050">
            <a:solidFill>
              <a:schemeClr val="bg1"/>
            </a:solidFill>
            <a:prstDash val="solid"/>
          </a:ln>
        </p:spPr>
      </p:sp>
      <p:sp>
        <p:nvSpPr>
          <p:cNvPr id="31" name="Rung 6 number"/>
          <p:cNvSpPr txBox="1"/>
          <p:nvPr/>
        </p:nvSpPr>
        <p:spPr>
          <a:xfrm>
            <a:off x="548640" y="456285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2" name="Rung 6 label box"/>
          <p:cNvSpPr/>
          <p:nvPr/>
        </p:nvSpPr>
        <p:spPr>
          <a:xfrm>
            <a:off x="1143000" y="4480560"/>
            <a:ext cx="3291840" cy="548640"/>
          </a:xfrm>
          <a:prstGeom prst="roundRect">
            <a:avLst>
              <a:gd name="adj" fmla="val 10000"/>
            </a:avLst>
          </a:prstGeom>
          <a:solidFill>
            <a:schemeClr val="bg2"/>
          </a:solidFill>
          <a:ln/>
        </p:spPr>
      </p:sp>
      <p:sp>
        <p:nvSpPr>
          <p:cNvPr id="33" name="Rung 6 label"/>
          <p:cNvSpPr txBox="1"/>
          <p:nvPr/>
        </p:nvSpPr>
        <p:spPr>
          <a:xfrm>
            <a:off x="1280160" y="4480560"/>
            <a:ext cx="3017520" cy="548640"/>
          </a:xfrm>
          <a:prstGeom prst="rect">
            <a:avLst/>
          </a:prstGeom>
          <a:noFill/>
          <a:ln/>
        </p:spPr>
        <p:txBody>
          <a:bodyPr wrap="square" lIns="0" tIns="0" rIns="0" bIns="0" rtlCol="0" anchor="ctr"/>
          <a:lstStyle/>
          <a:p>
            <a:pPr indent="0" marL="0">
              <a:buNone/>
            </a:pPr>
            <a:r>
              <a:rPr lang="en-US" sz="1400" b="1" dirty="0">
                <a:solidFill>
                  <a:schemeClr val="tx1"/>
                </a:solidFill>
              </a:rPr>
              <a:t>Y · Optimizer</a:t>
            </a:r>
            <a:endParaRPr lang="en-US" sz="1400" dirty="0"/>
          </a:p>
        </p:txBody>
      </p:sp>
      <p:sp>
        <p:nvSpPr>
          <p:cNvPr id="34" name="Rung 6 question"/>
          <p:cNvSpPr txBox="1"/>
          <p:nvPr/>
        </p:nvSpPr>
        <p:spPr>
          <a:xfrm>
            <a:off x="4709160" y="4480560"/>
            <a:ext cx="4572000" cy="548640"/>
          </a:xfrm>
          <a:prstGeom prst="rect">
            <a:avLst/>
          </a:prstGeom>
          <a:noFill/>
          <a:ln/>
        </p:spPr>
        <p:txBody>
          <a:bodyPr wrap="square" lIns="0" tIns="0" rIns="0" bIns="0" rtlCol="0" anchor="ctr"/>
          <a:lstStyle/>
          <a:p>
            <a:pPr indent="0" marL="0">
              <a:buNone/>
            </a:pPr>
            <a:r>
              <a:rPr lang="en-US" sz="1700" dirty="0">
                <a:solidFill>
                  <a:schemeClr val="tx1"/>
                </a:solidFill>
              </a:rPr>
              <a:t>Is optimization the problem?</a:t>
            </a:r>
            <a:endParaRPr lang="en-US" sz="1700" dirty="0"/>
          </a:p>
        </p:txBody>
      </p:sp>
      <p:sp>
        <p:nvSpPr>
          <p:cNvPr id="35" name="Rung 7 node"/>
          <p:cNvSpPr/>
          <p:nvPr/>
        </p:nvSpPr>
        <p:spPr>
          <a:xfrm>
            <a:off x="548640" y="5175504"/>
            <a:ext cx="384048" cy="384048"/>
          </a:xfrm>
          <a:prstGeom prst="ellipse">
            <a:avLst/>
          </a:prstGeom>
          <a:solidFill>
            <a:schemeClr val="accent2"/>
          </a:solidFill>
          <a:ln w="19050">
            <a:solidFill>
              <a:schemeClr val="bg1"/>
            </a:solidFill>
            <a:prstDash val="solid"/>
          </a:ln>
        </p:spPr>
      </p:sp>
      <p:sp>
        <p:nvSpPr>
          <p:cNvPr id="36" name="Rung 7 number"/>
          <p:cNvSpPr txBox="1"/>
          <p:nvPr/>
        </p:nvSpPr>
        <p:spPr>
          <a:xfrm>
            <a:off x="548640" y="517550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7" name="Rung 7 label box"/>
          <p:cNvSpPr/>
          <p:nvPr/>
        </p:nvSpPr>
        <p:spPr>
          <a:xfrm>
            <a:off x="1143000" y="5093208"/>
            <a:ext cx="3291840" cy="548640"/>
          </a:xfrm>
          <a:prstGeom prst="roundRect">
            <a:avLst>
              <a:gd name="adj" fmla="val 10000"/>
            </a:avLst>
          </a:prstGeom>
          <a:solidFill>
            <a:schemeClr val="bg2"/>
          </a:solidFill>
          <a:ln/>
        </p:spPr>
      </p:sp>
      <p:sp>
        <p:nvSpPr>
          <p:cNvPr id="38" name="Rung 7 label"/>
          <p:cNvSpPr txBox="1"/>
          <p:nvPr/>
        </p:nvSpPr>
        <p:spPr>
          <a:xfrm>
            <a:off x="1280160" y="5093208"/>
            <a:ext cx="3017520" cy="548640"/>
          </a:xfrm>
          <a:prstGeom prst="rect">
            <a:avLst/>
          </a:prstGeom>
          <a:noFill/>
          <a:ln/>
        </p:spPr>
        <p:txBody>
          <a:bodyPr wrap="square" lIns="0" tIns="0" rIns="0" bIns="0" rtlCol="0" anchor="ctr"/>
          <a:lstStyle/>
          <a:p>
            <a:pPr indent="0" marL="0">
              <a:buNone/>
            </a:pPr>
            <a:r>
              <a:rPr lang="en-US" sz="1400" b="1" dirty="0">
                <a:solidFill>
                  <a:schemeClr val="tx1"/>
                </a:solidFill>
              </a:rPr>
              <a:t>Z · Sampling / seed / batch</a:t>
            </a:r>
            <a:endParaRPr lang="en-US" sz="1400" dirty="0"/>
          </a:p>
        </p:txBody>
      </p:sp>
      <p:sp>
        <p:nvSpPr>
          <p:cNvPr id="39" name="Rung 7 question"/>
          <p:cNvSpPr txBox="1"/>
          <p:nvPr/>
        </p:nvSpPr>
        <p:spPr>
          <a:xfrm>
            <a:off x="4709160" y="5093208"/>
            <a:ext cx="4572000" cy="548640"/>
          </a:xfrm>
          <a:prstGeom prst="rect">
            <a:avLst/>
          </a:prstGeom>
          <a:noFill/>
          <a:ln/>
        </p:spPr>
        <p:txBody>
          <a:bodyPr wrap="square" lIns="0" tIns="0" rIns="0" bIns="0" rtlCol="0" anchor="ctr"/>
          <a:lstStyle/>
          <a:p>
            <a:pPr indent="0" marL="0">
              <a:buNone/>
            </a:pPr>
            <a:r>
              <a:rPr lang="en-US" sz="1700" dirty="0">
                <a:solidFill>
                  <a:schemeClr val="tx1"/>
                </a:solidFill>
              </a:rPr>
              <a:t>Can sampling or batch size fix propagation?</a:t>
            </a:r>
            <a:endParaRPr lang="en-US" sz="1700" dirty="0"/>
          </a:p>
        </p:txBody>
      </p:sp>
      <p:sp>
        <p:nvSpPr>
          <p:cNvPr id="40" name="Rung 8 node"/>
          <p:cNvSpPr/>
          <p:nvPr/>
        </p:nvSpPr>
        <p:spPr>
          <a:xfrm>
            <a:off x="548640" y="5788152"/>
            <a:ext cx="384048" cy="384048"/>
          </a:xfrm>
          <a:prstGeom prst="ellipse">
            <a:avLst/>
          </a:prstGeom>
          <a:solidFill>
            <a:schemeClr val="accent1"/>
          </a:solidFill>
          <a:ln w="19050">
            <a:solidFill>
              <a:schemeClr val="bg1"/>
            </a:solidFill>
            <a:prstDash val="solid"/>
          </a:ln>
        </p:spPr>
      </p:sp>
      <p:sp>
        <p:nvSpPr>
          <p:cNvPr id="41" name="Rung 8 number"/>
          <p:cNvSpPr txBox="1"/>
          <p:nvPr/>
        </p:nvSpPr>
        <p:spPr>
          <a:xfrm>
            <a:off x="548640" y="578815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42" name="Rung 8 label box"/>
          <p:cNvSpPr/>
          <p:nvPr/>
        </p:nvSpPr>
        <p:spPr>
          <a:xfrm>
            <a:off x="1143000" y="5705856"/>
            <a:ext cx="3291840" cy="548640"/>
          </a:xfrm>
          <a:prstGeom prst="roundRect">
            <a:avLst>
              <a:gd name="adj" fmla="val 10000"/>
            </a:avLst>
          </a:prstGeom>
          <a:solidFill>
            <a:schemeClr val="bg2"/>
          </a:solidFill>
          <a:ln/>
        </p:spPr>
      </p:sp>
      <p:sp>
        <p:nvSpPr>
          <p:cNvPr id="43" name="Rung 8 label"/>
          <p:cNvSpPr txBox="1"/>
          <p:nvPr/>
        </p:nvSpPr>
        <p:spPr>
          <a:xfrm>
            <a:off x="1280160" y="5705856"/>
            <a:ext cx="3017520" cy="548640"/>
          </a:xfrm>
          <a:prstGeom prst="rect">
            <a:avLst/>
          </a:prstGeom>
          <a:noFill/>
          <a:ln/>
        </p:spPr>
        <p:txBody>
          <a:bodyPr wrap="square" lIns="0" tIns="0" rIns="0" bIns="0" rtlCol="0" anchor="ctr"/>
          <a:lstStyle/>
          <a:p>
            <a:pPr indent="0" marL="0">
              <a:buNone/>
            </a:pPr>
            <a:r>
              <a:rPr lang="en-US" sz="1400" b="1" dirty="0">
                <a:solidFill>
                  <a:schemeClr val="tx1"/>
                </a:solidFill>
              </a:rPr>
              <a:t>Budget study · Y1-20K, Z4-20K</a:t>
            </a:r>
            <a:endParaRPr lang="en-US" sz="1400" dirty="0"/>
          </a:p>
        </p:txBody>
      </p:sp>
      <p:sp>
        <p:nvSpPr>
          <p:cNvPr id="44" name="Rung 8 question"/>
          <p:cNvSpPr txBox="1"/>
          <p:nvPr/>
        </p:nvSpPr>
        <p:spPr>
          <a:xfrm>
            <a:off x="4709160" y="5705856"/>
            <a:ext cx="4572000" cy="548640"/>
          </a:xfrm>
          <a:prstGeom prst="rect">
            <a:avLst/>
          </a:prstGeom>
          <a:noFill/>
          <a:ln/>
        </p:spPr>
        <p:txBody>
          <a:bodyPr wrap="square" lIns="0" tIns="0" rIns="0" bIns="0" rtlCol="0" anchor="ctr"/>
          <a:lstStyle/>
          <a:p>
            <a:pPr indent="0" marL="0">
              <a:buNone/>
            </a:pPr>
            <a:r>
              <a:rPr lang="en-US" sz="1700" dirty="0">
                <a:solidFill>
                  <a:schemeClr val="tx1"/>
                </a:solidFill>
              </a:rPr>
              <a:t>Does more physics computation extend persistence?</a:t>
            </a:r>
            <a:endParaRPr lang="en-US" sz="1700" dirty="0"/>
          </a:p>
        </p:txBody>
      </p:sp>
      <p:sp>
        <p:nvSpPr>
          <p:cNvPr id="45" name="Method card"/>
          <p:cNvSpPr/>
          <p:nvPr/>
        </p:nvSpPr>
        <p:spPr>
          <a:xfrm>
            <a:off x="9144000" y="1417320"/>
            <a:ext cx="2499055" cy="1600200"/>
          </a:xfrm>
          <a:prstGeom prst="roundRect">
            <a:avLst>
              <a:gd name="adj" fmla="val 4571"/>
            </a:avLst>
          </a:prstGeom>
          <a:solidFill>
            <a:schemeClr val="tx1"/>
          </a:solidFill>
          <a:ln/>
        </p:spPr>
      </p:sp>
      <p:sp>
        <p:nvSpPr>
          <p:cNvPr id="46" name="Run count"/>
          <p:cNvSpPr txBox="1"/>
          <p:nvPr/>
        </p:nvSpPr>
        <p:spPr>
          <a:xfrm>
            <a:off x="9372600" y="1508760"/>
            <a:ext cx="2041855" cy="146304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26</a:t>
            </a:r>
            <a:endParaRPr lang="en-US" sz="1400" dirty="0"/>
          </a:p>
          <a:p>
            <a:pPr indent="0" marL="0">
              <a:buNone/>
            </a:pPr>
            <a:r>
              <a:rPr lang="en-US" sz="1400" b="1" dirty="0">
                <a:solidFill>
                  <a:schemeClr val="bg1"/>
                </a:solidFill>
              </a:rPr>
              <a:t>controlled training runs</a:t>
            </a:r>
            <a:endParaRPr lang="en-US" sz="1400" dirty="0"/>
          </a:p>
          <a:p>
            <a:pPr indent="0" marL="0">
              <a:buNone/>
            </a:pPr>
            <a:r>
              <a:rPr lang="en-US" sz="1400" dirty="0">
                <a:solidFill>
                  <a:schemeClr val="bg1"/>
                </a:solidFill>
              </a:rPr>
              <a:t>one change at a time</a:t>
            </a:r>
            <a:endParaRPr lang="en-US" sz="1400" dirty="0"/>
          </a:p>
        </p:txBody>
      </p:sp>
      <p:sp>
        <p:nvSpPr>
          <p:cNvPr id="47" name="Controls note"/>
          <p:cNvSpPr txBox="1"/>
          <p:nvPr/>
        </p:nvSpPr>
        <p:spPr>
          <a:xfrm>
            <a:off x="9144000" y="3246120"/>
            <a:ext cx="2499055" cy="1554480"/>
          </a:xfrm>
          <a:prstGeom prst="rect">
            <a:avLst/>
          </a:prstGeom>
          <a:noFill/>
          <a:ln/>
        </p:spPr>
        <p:txBody>
          <a:bodyPr wrap="square" lIns="0" tIns="0" rIns="0" bIns="0" rtlCol="0" anchor="t"/>
          <a:lstStyle/>
          <a:p>
            <a:pPr indent="0" marL="0">
              <a:buNone/>
            </a:pPr>
            <a:r>
              <a:rPr lang="en-US" sz="1300" b="1" dirty="0">
                <a:solidFill>
                  <a:schemeClr val="tx2"/>
                </a:solidFill>
              </a:rPr>
              <a:t>Kept identical across runs: </a:t>
            </a:r>
            <a:pPr indent="0" marL="0">
              <a:buNone/>
            </a:pPr>
            <a:r>
              <a:rPr lang="en-US" sz="1300" dirty="0">
                <a:solidFill>
                  <a:schemeClr val="tx2"/>
                </a:solidFill>
              </a:rPr>
              <a:t>the beam, the exact reference solution, the evaluation grid, the seed (one controlled exception) and the compute accounting.</a:t>
            </a:r>
            <a:endParaRPr lang="en-US" sz="1300" dirty="0"/>
          </a:p>
        </p:txBody>
      </p:sp>
      <p:sp>
        <p:nvSpPr>
          <p:cNvPr id="25" name="Slide Number Placeholder 0"/>
          <p:cNvSpPr>
            <a:spLocks noGrp="1"/>
          </p:cNvSpPr>
          <p:nvPr>
            <p:ph type="sldNum" sz="quarter" idx="4294967295"/>
          </p:nvPr>
        </p:nvSpPr>
        <p:spPr>
          <a:xfrm>
            <a:off x="11094415" y="647395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WHAT HAPPENED</a:t>
            </a:r>
            <a:endParaRPr lang="en-US" sz="1200" dirty="0"/>
          </a:p>
        </p:txBody>
      </p:sp>
      <p:sp>
        <p:nvSpPr>
          <p:cNvPr id="3" name="Text 0"/>
          <p:cNvSpPr/>
          <p:nvPr>
            <p:ph idx="101" type="title" hasCustomPrompt="1"/>
          </p:nvPr>
        </p:nvSpPr>
        <p:spPr>
          <a:xfrm>
            <a:off x="548640" y="548640"/>
            <a:ext cx="11094415" cy="6400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From a static field to eight cycles — then collapse</a:t>
            </a:r>
            <a:endParaRPr lang="en-US" sz="3000" dirty="0"/>
          </a:p>
        </p:txBody>
      </p:sp>
      <p:sp>
        <p:nvSpPr>
          <p:cNvPr id="4" name="Figure question"/>
          <p:cNvSpPr txBox="1"/>
          <p:nvPr/>
        </p:nvSpPr>
        <p:spPr>
          <a:xfrm>
            <a:off x="548640" y="1234440"/>
            <a:ext cx="7498080" cy="274320"/>
          </a:xfrm>
          <a:prstGeom prst="rect">
            <a:avLst/>
          </a:prstGeom>
          <a:noFill/>
          <a:ln/>
        </p:spPr>
        <p:txBody>
          <a:bodyPr wrap="square" lIns="0" tIns="0" rIns="0" bIns="0" rtlCol="0" anchor="t"/>
          <a:lstStyle/>
          <a:p>
            <a:pPr indent="0" marL="0">
              <a:buNone/>
            </a:pPr>
            <a:r>
              <a:rPr lang="en-US" sz="1300" i="1" dirty="0">
                <a:solidFill>
                  <a:schemeClr val="tx2"/>
                </a:solidFill>
              </a:rPr>
              <a:t>How close does each stage get to the real vibration?  (mid-span displacement u(L/2, t), mm)</a:t>
            </a:r>
            <a:endParaRPr lang="en-US" sz="1300" dirty="0"/>
          </a:p>
        </p:txBody>
      </p:sp>
      <p:sp>
        <p:nvSpPr>
          <p:cNvPr id="5" name="Legend exact line"/>
          <p:cNvSpPr/>
          <p:nvPr/>
        </p:nvSpPr>
        <p:spPr>
          <a:xfrm>
            <a:off x="8229600" y="1371600"/>
            <a:ext cx="411480" cy="0"/>
          </a:xfrm>
          <a:prstGeom prst="line">
            <a:avLst/>
          </a:prstGeom>
          <a:noFill/>
          <a:ln w="31750">
            <a:solidFill>
              <a:srgbClr val="AEB8C0"/>
            </a:solidFill>
            <a:prstDash val="solid"/>
          </a:ln>
        </p:spPr>
      </p:sp>
      <p:sp>
        <p:nvSpPr>
          <p:cNvPr id="6" name="Legend exact"/>
          <p:cNvSpPr txBox="1"/>
          <p:nvPr/>
        </p:nvSpPr>
        <p:spPr>
          <a:xfrm>
            <a:off x="8705088" y="1252728"/>
            <a:ext cx="1280160" cy="237744"/>
          </a:xfrm>
          <a:prstGeom prst="rect">
            <a:avLst/>
          </a:prstGeom>
          <a:noFill/>
          <a:ln/>
        </p:spPr>
        <p:txBody>
          <a:bodyPr wrap="square" lIns="0" tIns="0" rIns="0" bIns="0" rtlCol="0" anchor="t"/>
          <a:lstStyle/>
          <a:p>
            <a:pPr indent="0" marL="0">
              <a:buNone/>
            </a:pPr>
            <a:r>
              <a:rPr lang="en-US" sz="1100" dirty="0">
                <a:solidFill>
                  <a:schemeClr val="tx2"/>
                </a:solidFill>
              </a:rPr>
              <a:t>exact solution</a:t>
            </a:r>
            <a:endParaRPr lang="en-US" sz="1100" dirty="0"/>
          </a:p>
        </p:txBody>
      </p:sp>
      <p:sp>
        <p:nvSpPr>
          <p:cNvPr id="7" name="Legend collapse line"/>
          <p:cNvSpPr/>
          <p:nvPr/>
        </p:nvSpPr>
        <p:spPr>
          <a:xfrm>
            <a:off x="9921240" y="1261872"/>
            <a:ext cx="0" cy="237744"/>
          </a:xfrm>
          <a:prstGeom prst="line">
            <a:avLst/>
          </a:prstGeom>
          <a:noFill/>
          <a:ln w="15875">
            <a:solidFill>
              <a:schemeClr val="tx1"/>
            </a:solidFill>
            <a:prstDash val="solid"/>
          </a:ln>
        </p:spPr>
      </p:sp>
      <p:sp>
        <p:nvSpPr>
          <p:cNvPr id="8" name="Legend collapse"/>
          <p:cNvSpPr txBox="1"/>
          <p:nvPr/>
        </p:nvSpPr>
        <p:spPr>
          <a:xfrm>
            <a:off x="10012680" y="1252728"/>
            <a:ext cx="1645920" cy="237744"/>
          </a:xfrm>
          <a:prstGeom prst="rect">
            <a:avLst/>
          </a:prstGeom>
          <a:noFill/>
          <a:ln/>
        </p:spPr>
        <p:txBody>
          <a:bodyPr wrap="square" lIns="0" tIns="0" rIns="0" bIns="0" rtlCol="0" anchor="t">
            <a:normAutofit/>
          </a:bodyPr>
          <a:lstStyle/>
          <a:p>
            <a:pPr indent="0" marL="0">
              <a:buNone/>
            </a:pPr>
            <a:r>
              <a:rPr lang="en-US" sz="1100" dirty="0">
                <a:solidFill>
                  <a:schemeClr val="tx2"/>
                </a:solidFill>
              </a:rPr>
              <a:t>collapse (amplitude &lt; 50 % of exact)</a:t>
            </a:r>
            <a:endParaRPr lang="en-US" sz="1100" dirty="0"/>
          </a:p>
        </p:txBody>
      </p:sp>
      <p:sp>
        <p:nvSpPr>
          <p:cNvPr id="9" name="C0 label"/>
          <p:cNvSpPr txBox="1"/>
          <p:nvPr/>
        </p:nvSpPr>
        <p:spPr>
          <a:xfrm>
            <a:off x="548640" y="1682496"/>
            <a:ext cx="1920240" cy="365760"/>
          </a:xfrm>
          <a:prstGeom prst="rect">
            <a:avLst/>
          </a:prstGeom>
          <a:noFill/>
          <a:ln/>
        </p:spPr>
        <p:txBody>
          <a:bodyPr wrap="square" lIns="0" tIns="0" rIns="0" bIns="0" rtlCol="0" anchor="t"/>
          <a:lstStyle/>
          <a:p>
            <a:pPr indent="0" marL="0">
              <a:buNone/>
            </a:pPr>
            <a:r>
              <a:rPr lang="en-US" sz="2000" b="1" dirty="0">
                <a:solidFill>
                  <a:srgbClr val="B5473A"/>
                </a:solidFill>
                <a:latin typeface="Cambria" pitchFamily="34" charset="0"/>
                <a:ea typeface="Cambria" pitchFamily="34" charset="-122"/>
                <a:cs typeface="Cambria" pitchFamily="34" charset="-120"/>
              </a:rPr>
              <a:t>C0</a:t>
            </a:r>
            <a:endParaRPr lang="en-US" sz="2000" dirty="0"/>
          </a:p>
        </p:txBody>
      </p:sp>
      <p:sp>
        <p:nvSpPr>
          <p:cNvPr id="10" name="C0 config"/>
          <p:cNvSpPr txBox="1"/>
          <p:nvPr/>
        </p:nvSpPr>
        <p:spPr>
          <a:xfrm>
            <a:off x="548640" y="2048256"/>
            <a:ext cx="1920240" cy="548640"/>
          </a:xfrm>
          <a:prstGeom prst="rect">
            <a:avLst/>
          </a:prstGeom>
          <a:noFill/>
          <a:ln/>
        </p:spPr>
        <p:txBody>
          <a:bodyPr wrap="square" lIns="0" tIns="0" rIns="0" bIns="0" rtlCol="0" anchor="t"/>
          <a:lstStyle/>
          <a:p>
            <a:pPr indent="0" marL="0">
              <a:buNone/>
            </a:pPr>
            <a:r>
              <a:rPr lang="en-US" sz="1100" dirty="0">
                <a:solidFill>
                  <a:schemeClr val="tx2"/>
                </a:solidFill>
              </a:rPr>
              <a:t>paper method: Fourier + NTK · 20k steps</a:t>
            </a:r>
            <a:endParaRPr lang="en-US" sz="1100" dirty="0"/>
          </a:p>
        </p:txBody>
      </p:sp>
      <p:graphicFrame>
        <p:nvGraphicFramePr>
          <p:cNvPr id="11" name="C0 vs exact" descr=""/>
          <p:cNvGraphicFramePr/>
          <p:nvPr/>
        </p:nvGraphicFramePr>
        <p:xfrm>
          <a:off x="2514600" y="1572768"/>
          <a:ext cx="7086600" cy="1024128"/>
        </p:xfrm>
        <a:graphic xmlns:a="http://schemas.openxmlformats.org/drawingml/2006/main">
          <a:graphicData uri="http://schemas.openxmlformats.org/drawingml/2006/chart">
            <c:chart xmlns:c="http://schemas.openxmlformats.org/drawingml/2006/chart" r:id="rId1"/>
          </a:graphicData>
        </a:graphic>
      </p:graphicFrame>
      <p:sp>
        <p:nvSpPr>
          <p:cNvPr id="12" name="C0 annotation"/>
          <p:cNvSpPr txBox="1"/>
          <p:nvPr/>
        </p:nvSpPr>
        <p:spPr>
          <a:xfrm>
            <a:off x="9738360" y="1737360"/>
            <a:ext cx="1904695" cy="365760"/>
          </a:xfrm>
          <a:prstGeom prst="rect">
            <a:avLst/>
          </a:prstGeom>
          <a:noFill/>
          <a:ln/>
        </p:spPr>
        <p:txBody>
          <a:bodyPr wrap="square" lIns="0" tIns="0" rIns="0" bIns="0" rtlCol="0" anchor="t"/>
          <a:lstStyle/>
          <a:p>
            <a:pPr indent="0" marL="0">
              <a:buNone/>
            </a:pPr>
            <a:r>
              <a:rPr lang="en-US" sz="1500" b="1" dirty="0">
                <a:solidFill>
                  <a:srgbClr val="B5473A"/>
                </a:solidFill>
              </a:rPr>
              <a:t>Static collapse</a:t>
            </a:r>
            <a:endParaRPr lang="en-US" sz="1500" dirty="0"/>
          </a:p>
        </p:txBody>
      </p:sp>
      <p:sp>
        <p:nvSpPr>
          <p:cNvPr id="13" name="C0 annotation detail"/>
          <p:cNvSpPr txBox="1"/>
          <p:nvPr/>
        </p:nvSpPr>
        <p:spPr>
          <a:xfrm>
            <a:off x="9738360" y="2103120"/>
            <a:ext cx="1904695" cy="457200"/>
          </a:xfrm>
          <a:prstGeom prst="rect">
            <a:avLst/>
          </a:prstGeom>
          <a:noFill/>
          <a:ln/>
        </p:spPr>
        <p:txBody>
          <a:bodyPr wrap="square" lIns="0" tIns="0" rIns="0" bIns="0" rtlCol="0" anchor="t"/>
          <a:lstStyle/>
          <a:p>
            <a:pPr indent="0" marL="0">
              <a:buNone/>
            </a:pPr>
            <a:r>
              <a:rPr lang="en-US" sz="1200" dirty="0">
                <a:solidFill>
                  <a:schemeClr val="tx2"/>
                </a:solidFill>
              </a:rPr>
              <a:t>never vibrates · L2 3.26</a:t>
            </a:r>
            <a:endParaRPr lang="en-US" sz="1200" dirty="0"/>
          </a:p>
        </p:txBody>
      </p:sp>
      <p:sp>
        <p:nvSpPr>
          <p:cNvPr id="14" name="X2 label"/>
          <p:cNvSpPr txBox="1"/>
          <p:nvPr/>
        </p:nvSpPr>
        <p:spPr>
          <a:xfrm>
            <a:off x="548640" y="2779776"/>
            <a:ext cx="1920240" cy="365760"/>
          </a:xfrm>
          <a:prstGeom prst="rect">
            <a:avLst/>
          </a:prstGeom>
          <a:noFill/>
          <a:ln/>
        </p:spPr>
        <p:txBody>
          <a:bodyPr wrap="square" lIns="0" tIns="0" rIns="0" bIns="0" rtlCol="0" anchor="t"/>
          <a:lstStyle/>
          <a:p>
            <a:pPr indent="0" marL="0">
              <a:buNone/>
            </a:pPr>
            <a:r>
              <a:rPr lang="en-US" sz="2000" b="1" dirty="0">
                <a:solidFill>
                  <a:srgbClr val="B7861A"/>
                </a:solidFill>
                <a:latin typeface="Cambria" pitchFamily="34" charset="0"/>
                <a:ea typeface="Cambria" pitchFamily="34" charset="-122"/>
                <a:cs typeface="Cambria" pitchFamily="34" charset="-120"/>
              </a:rPr>
              <a:t>X2</a:t>
            </a:r>
            <a:endParaRPr lang="en-US" sz="2000" dirty="0"/>
          </a:p>
        </p:txBody>
      </p:sp>
      <p:sp>
        <p:nvSpPr>
          <p:cNvPr id="15" name="X2 config"/>
          <p:cNvSpPr txBox="1"/>
          <p:nvPr/>
        </p:nvSpPr>
        <p:spPr>
          <a:xfrm>
            <a:off x="548640" y="3145536"/>
            <a:ext cx="1920240" cy="548640"/>
          </a:xfrm>
          <a:prstGeom prst="rect">
            <a:avLst/>
          </a:prstGeom>
          <a:noFill/>
          <a:ln/>
        </p:spPr>
        <p:txBody>
          <a:bodyPr wrap="square" lIns="0" tIns="0" rIns="0" bIns="0" rtlCol="0" anchor="t"/>
          <a:lstStyle/>
          <a:p>
            <a:pPr indent="0" marL="0">
              <a:buNone/>
            </a:pPr>
            <a:r>
              <a:rPr lang="en-US" sz="1100" dirty="0">
                <a:solidFill>
                  <a:schemeClr val="tx2"/>
                </a:solidFill>
              </a:rPr>
              <a:t>hard constraints + tanh²(ω₁t) · 5k steps</a:t>
            </a:r>
            <a:endParaRPr lang="en-US" sz="1100" dirty="0"/>
          </a:p>
        </p:txBody>
      </p:sp>
      <p:graphicFrame>
        <p:nvGraphicFramePr>
          <p:cNvPr id="16" name="X2 vs exact" descr=""/>
          <p:cNvGraphicFramePr/>
          <p:nvPr/>
        </p:nvGraphicFramePr>
        <p:xfrm>
          <a:off x="2514600" y="2670048"/>
          <a:ext cx="7086600" cy="1024128"/>
        </p:xfrm>
        <a:graphic xmlns:a="http://schemas.openxmlformats.org/drawingml/2006/main">
          <a:graphicData uri="http://schemas.openxmlformats.org/drawingml/2006/chart">
            <c:chart xmlns:c="http://schemas.openxmlformats.org/drawingml/2006/chart" r:id="rId2"/>
          </a:graphicData>
        </a:graphic>
      </p:graphicFrame>
      <p:sp>
        <p:nvSpPr>
          <p:cNvPr id="17" name="X2 annotation"/>
          <p:cNvSpPr txBox="1"/>
          <p:nvPr/>
        </p:nvSpPr>
        <p:spPr>
          <a:xfrm>
            <a:off x="9738360" y="2834640"/>
            <a:ext cx="1904695" cy="365760"/>
          </a:xfrm>
          <a:prstGeom prst="rect">
            <a:avLst/>
          </a:prstGeom>
          <a:noFill/>
          <a:ln/>
        </p:spPr>
        <p:txBody>
          <a:bodyPr wrap="square" lIns="0" tIns="0" rIns="0" bIns="0" rtlCol="0" anchor="t"/>
          <a:lstStyle/>
          <a:p>
            <a:pPr indent="0" marL="0">
              <a:buNone/>
            </a:pPr>
            <a:r>
              <a:rPr lang="en-US" sz="1500" b="1" dirty="0">
                <a:solidFill>
                  <a:srgbClr val="B7861A"/>
                </a:solidFill>
              </a:rPr>
              <a:t>Conditioning improved</a:t>
            </a:r>
            <a:endParaRPr lang="en-US" sz="1500" dirty="0"/>
          </a:p>
        </p:txBody>
      </p:sp>
      <p:sp>
        <p:nvSpPr>
          <p:cNvPr id="18" name="X2 annotation detail"/>
          <p:cNvSpPr txBox="1"/>
          <p:nvPr/>
        </p:nvSpPr>
        <p:spPr>
          <a:xfrm>
            <a:off x="9738360" y="3200400"/>
            <a:ext cx="1904695" cy="457200"/>
          </a:xfrm>
          <a:prstGeom prst="rect">
            <a:avLst/>
          </a:prstGeom>
          <a:noFill/>
          <a:ln/>
        </p:spPr>
        <p:txBody>
          <a:bodyPr wrap="square" lIns="0" tIns="0" rIns="0" bIns="0" rtlCol="0" anchor="t"/>
          <a:lstStyle/>
          <a:p>
            <a:pPr indent="0" marL="0">
              <a:buNone/>
            </a:pPr>
            <a:r>
              <a:rPr lang="en-US" sz="1200" dirty="0">
                <a:solidFill>
                  <a:schemeClr val="tx2"/>
                </a:solidFill>
              </a:rPr>
              <a:t>vibrates, but over-damped · L2 0.909</a:t>
            </a:r>
            <a:endParaRPr lang="en-US" sz="1200" dirty="0"/>
          </a:p>
        </p:txBody>
      </p:sp>
      <p:sp>
        <p:nvSpPr>
          <p:cNvPr id="19" name="Z4 label"/>
          <p:cNvSpPr txBox="1"/>
          <p:nvPr/>
        </p:nvSpPr>
        <p:spPr>
          <a:xfrm>
            <a:off x="548640" y="3877056"/>
            <a:ext cx="1920240" cy="365760"/>
          </a:xfrm>
          <a:prstGeom prst="rect">
            <a:avLst/>
          </a:prstGeom>
          <a:noFill/>
          <a:ln/>
        </p:spPr>
        <p:txBody>
          <a:bodyPr wrap="square" lIns="0" tIns="0" rIns="0" bIns="0" rtlCol="0" anchor="t"/>
          <a:lstStyle/>
          <a:p>
            <a:pPr indent="0" marL="0">
              <a:buNone/>
            </a:pPr>
            <a:r>
              <a:rPr lang="en-US" sz="2000" b="1" dirty="0">
                <a:solidFill>
                  <a:srgbClr val="2A9D8F"/>
                </a:solidFill>
                <a:latin typeface="Cambria" pitchFamily="34" charset="0"/>
                <a:ea typeface="Cambria" pitchFamily="34" charset="-122"/>
                <a:cs typeface="Cambria" pitchFamily="34" charset="-120"/>
              </a:rPr>
              <a:t>Z4</a:t>
            </a:r>
            <a:endParaRPr lang="en-US" sz="2000" dirty="0"/>
          </a:p>
        </p:txBody>
      </p:sp>
      <p:sp>
        <p:nvSpPr>
          <p:cNvPr id="20" name="Z4 config"/>
          <p:cNvSpPr txBox="1"/>
          <p:nvPr/>
        </p:nvSpPr>
        <p:spPr>
          <a:xfrm>
            <a:off x="548640" y="4242816"/>
            <a:ext cx="1920240" cy="548640"/>
          </a:xfrm>
          <a:prstGeom prst="rect">
            <a:avLst/>
          </a:prstGeom>
          <a:noFill/>
          <a:ln/>
        </p:spPr>
        <p:txBody>
          <a:bodyPr wrap="square" lIns="0" tIns="0" rIns="0" bIns="0" rtlCol="0" anchor="t"/>
          <a:lstStyle/>
          <a:p>
            <a:pPr indent="0" marL="0">
              <a:buNone/>
            </a:pPr>
            <a:r>
              <a:rPr lang="en-US" sz="1100" dirty="0">
                <a:solidFill>
                  <a:schemeClr val="tx2"/>
                </a:solidFill>
              </a:rPr>
              <a:t>+ LR schedule, batch 128 · 5k steps</a:t>
            </a:r>
            <a:endParaRPr lang="en-US" sz="1100" dirty="0"/>
          </a:p>
        </p:txBody>
      </p:sp>
      <p:graphicFrame>
        <p:nvGraphicFramePr>
          <p:cNvPr id="21" name="Z4 vs exact" descr=""/>
          <p:cNvGraphicFramePr/>
          <p:nvPr/>
        </p:nvGraphicFramePr>
        <p:xfrm>
          <a:off x="2514600" y="3767328"/>
          <a:ext cx="7086600" cy="1024128"/>
        </p:xfrm>
        <a:graphic xmlns:a="http://schemas.openxmlformats.org/drawingml/2006/main">
          <a:graphicData uri="http://schemas.openxmlformats.org/drawingml/2006/chart">
            <c:chart xmlns:c="http://schemas.openxmlformats.org/drawingml/2006/chart" r:id="rId3"/>
          </a:graphicData>
        </a:graphic>
      </p:graphicFrame>
      <p:sp>
        <p:nvSpPr>
          <p:cNvPr id="22" name="Z4 annotation"/>
          <p:cNvSpPr txBox="1"/>
          <p:nvPr/>
        </p:nvSpPr>
        <p:spPr>
          <a:xfrm>
            <a:off x="9738360" y="3931920"/>
            <a:ext cx="1904695" cy="365760"/>
          </a:xfrm>
          <a:prstGeom prst="rect">
            <a:avLst/>
          </a:prstGeom>
          <a:noFill/>
          <a:ln/>
        </p:spPr>
        <p:txBody>
          <a:bodyPr wrap="square" lIns="0" tIns="0" rIns="0" bIns="0" rtlCol="0" anchor="t"/>
          <a:lstStyle/>
          <a:p>
            <a:pPr indent="0" marL="0">
              <a:buNone/>
            </a:pPr>
            <a:r>
              <a:rPr lang="en-US" sz="1500" b="1" dirty="0">
                <a:solidFill>
                  <a:srgbClr val="2A9D8F"/>
                </a:solidFill>
              </a:rPr>
              <a:t>≈ 3.2 cycles</a:t>
            </a:r>
            <a:endParaRPr lang="en-US" sz="1500" dirty="0"/>
          </a:p>
        </p:txBody>
      </p:sp>
      <p:sp>
        <p:nvSpPr>
          <p:cNvPr id="23" name="Z4 annotation detail"/>
          <p:cNvSpPr txBox="1"/>
          <p:nvPr/>
        </p:nvSpPr>
        <p:spPr>
          <a:xfrm>
            <a:off x="9738360" y="4297680"/>
            <a:ext cx="1904695" cy="457200"/>
          </a:xfrm>
          <a:prstGeom prst="rect">
            <a:avLst/>
          </a:prstGeom>
          <a:noFill/>
          <a:ln/>
        </p:spPr>
        <p:txBody>
          <a:bodyPr wrap="square" lIns="0" tIns="0" rIns="0" bIns="0" rtlCol="0" anchor="t"/>
          <a:lstStyle/>
          <a:p>
            <a:pPr indent="0" marL="0">
              <a:buNone/>
            </a:pPr>
            <a:r>
              <a:rPr lang="en-US" sz="1200" dirty="0">
                <a:solidFill>
                  <a:schemeClr val="tx2"/>
                </a:solidFill>
              </a:rPr>
              <a:t>longer persistence · L2 0.526</a:t>
            </a:r>
            <a:endParaRPr lang="en-US" sz="1200" dirty="0"/>
          </a:p>
        </p:txBody>
      </p:sp>
      <p:sp>
        <p:nvSpPr>
          <p:cNvPr id="24" name="Z4-20K label"/>
          <p:cNvSpPr txBox="1"/>
          <p:nvPr/>
        </p:nvSpPr>
        <p:spPr>
          <a:xfrm>
            <a:off x="548640" y="4974336"/>
            <a:ext cx="1920240" cy="365760"/>
          </a:xfrm>
          <a:prstGeom prst="rect">
            <a:avLst/>
          </a:prstGeom>
          <a:noFill/>
          <a:ln/>
        </p:spPr>
        <p:txBody>
          <a:bodyPr wrap="square" lIns="0" tIns="0" rIns="0" bIns="0" rtlCol="0" anchor="t"/>
          <a:lstStyle/>
          <a:p>
            <a:pPr indent="0" marL="0">
              <a:buNone/>
            </a:pPr>
            <a:r>
              <a:rPr lang="en-US" sz="2000" b="1" dirty="0">
                <a:solidFill>
                  <a:srgbClr val="E8743B"/>
                </a:solidFill>
                <a:latin typeface="Cambria" pitchFamily="34" charset="0"/>
                <a:ea typeface="Cambria" pitchFamily="34" charset="-122"/>
                <a:cs typeface="Cambria" pitchFamily="34" charset="-120"/>
              </a:rPr>
              <a:t>Z4-20K</a:t>
            </a:r>
            <a:endParaRPr lang="en-US" sz="2000" dirty="0"/>
          </a:p>
        </p:txBody>
      </p:sp>
      <p:sp>
        <p:nvSpPr>
          <p:cNvPr id="25" name="Z4-20K config"/>
          <p:cNvSpPr txBox="1"/>
          <p:nvPr/>
        </p:nvSpPr>
        <p:spPr>
          <a:xfrm>
            <a:off x="548640" y="5340096"/>
            <a:ext cx="1920240" cy="548640"/>
          </a:xfrm>
          <a:prstGeom prst="rect">
            <a:avLst/>
          </a:prstGeom>
          <a:noFill/>
          <a:ln/>
        </p:spPr>
        <p:txBody>
          <a:bodyPr wrap="square" lIns="0" tIns="0" rIns="0" bIns="0" rtlCol="0" anchor="t"/>
          <a:lstStyle/>
          <a:p>
            <a:pPr indent="0" marL="0">
              <a:buNone/>
            </a:pPr>
            <a:r>
              <a:rPr lang="en-US" sz="1100" dirty="0">
                <a:solidFill>
                  <a:schemeClr val="tx2"/>
                </a:solidFill>
              </a:rPr>
              <a:t>same recipe, 4× compute · 20k steps</a:t>
            </a:r>
            <a:endParaRPr lang="en-US" sz="1100" dirty="0"/>
          </a:p>
        </p:txBody>
      </p:sp>
      <p:graphicFrame>
        <p:nvGraphicFramePr>
          <p:cNvPr id="26" name="Z4-20K vs exact" descr=""/>
          <p:cNvGraphicFramePr/>
          <p:nvPr/>
        </p:nvGraphicFramePr>
        <p:xfrm>
          <a:off x="2514600" y="4864608"/>
          <a:ext cx="7086600" cy="1481328"/>
        </p:xfrm>
        <a:graphic xmlns:a="http://schemas.openxmlformats.org/drawingml/2006/main">
          <a:graphicData uri="http://schemas.openxmlformats.org/drawingml/2006/chart">
            <c:chart xmlns:c="http://schemas.openxmlformats.org/drawingml/2006/chart" r:id="rId4"/>
          </a:graphicData>
        </a:graphic>
      </p:graphicFrame>
      <p:sp>
        <p:nvSpPr>
          <p:cNvPr id="27" name="Z4-20K annotation"/>
          <p:cNvSpPr txBox="1"/>
          <p:nvPr/>
        </p:nvSpPr>
        <p:spPr>
          <a:xfrm>
            <a:off x="9738360" y="5029200"/>
            <a:ext cx="1904695" cy="365760"/>
          </a:xfrm>
          <a:prstGeom prst="rect">
            <a:avLst/>
          </a:prstGeom>
          <a:noFill/>
          <a:ln/>
        </p:spPr>
        <p:txBody>
          <a:bodyPr wrap="square" lIns="0" tIns="0" rIns="0" bIns="0" rtlCol="0" anchor="t"/>
          <a:lstStyle/>
          <a:p>
            <a:pPr indent="0" marL="0">
              <a:buNone/>
            </a:pPr>
            <a:r>
              <a:rPr lang="en-US" sz="1500" b="1" dirty="0">
                <a:solidFill>
                  <a:srgbClr val="E8743B"/>
                </a:solidFill>
              </a:rPr>
              <a:t>≈ 8.1 cycles</a:t>
            </a:r>
            <a:endParaRPr lang="en-US" sz="1500" dirty="0"/>
          </a:p>
        </p:txBody>
      </p:sp>
      <p:sp>
        <p:nvSpPr>
          <p:cNvPr id="28" name="Z4-20K annotation detail"/>
          <p:cNvSpPr txBox="1"/>
          <p:nvPr/>
        </p:nvSpPr>
        <p:spPr>
          <a:xfrm>
            <a:off x="9738360" y="5394960"/>
            <a:ext cx="1904695" cy="457200"/>
          </a:xfrm>
          <a:prstGeom prst="rect">
            <a:avLst/>
          </a:prstGeom>
          <a:noFill/>
          <a:ln/>
        </p:spPr>
        <p:txBody>
          <a:bodyPr wrap="square" lIns="0" tIns="0" rIns="0" bIns="0" rtlCol="0" anchor="t"/>
          <a:lstStyle/>
          <a:p>
            <a:pPr indent="0" marL="0">
              <a:buNone/>
            </a:pPr>
            <a:r>
              <a:rPr lang="en-US" sz="1200" dirty="0">
                <a:solidFill>
                  <a:schemeClr val="tx2"/>
                </a:solidFill>
              </a:rPr>
              <a:t>then still collapses · L2 0.263</a:t>
            </a:r>
            <a:endParaRPr lang="en-US" sz="1200" dirty="0"/>
          </a:p>
        </p:txBody>
      </p:sp>
      <p:sp>
        <p:nvSpPr>
          <p:cNvPr id="25" name="Slide Number Placeholder 0"/>
          <p:cNvSpPr>
            <a:spLocks noGrp="1"/>
          </p:cNvSpPr>
          <p:nvPr>
            <p:ph type="sldNum" sz="quarter" idx="4294967295"/>
          </p:nvPr>
        </p:nvSpPr>
        <p:spPr>
          <a:xfrm>
            <a:off x="11094415" y="647395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WHY DID IT FAIL?</a:t>
            </a:r>
            <a:endParaRPr lang="en-US" sz="1200" dirty="0"/>
          </a:p>
        </p:txBody>
      </p:sp>
      <p:sp>
        <p:nvSpPr>
          <p:cNvPr id="3" name="Text 0"/>
          <p:cNvSpPr/>
          <p:nvPr>
            <p:ph idx="101" type="title" hasCustomPrompt="1"/>
          </p:nvPr>
        </p:nvSpPr>
        <p:spPr>
          <a:xfrm>
            <a:off x="548640" y="548640"/>
            <a:ext cx="11094415" cy="6400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Three different failures, found one at a time</a:t>
            </a:r>
            <a:endParaRPr lang="en-US" sz="3000" dirty="0"/>
          </a:p>
        </p:txBody>
      </p:sp>
      <p:sp>
        <p:nvSpPr>
          <p:cNvPr id="4" name="Panel A card"/>
          <p:cNvSpPr/>
          <p:nvPr/>
        </p:nvSpPr>
        <p:spPr>
          <a:xfrm>
            <a:off x="548640" y="1371600"/>
            <a:ext cx="3515258" cy="4937760"/>
          </a:xfrm>
          <a:prstGeom prst="roundRect">
            <a:avLst>
              <a:gd name="adj" fmla="val 2081"/>
            </a:avLst>
          </a:prstGeom>
          <a:solidFill>
            <a:schemeClr val="bg2"/>
          </a:solidFill>
          <a:ln/>
        </p:spPr>
      </p:sp>
      <p:sp>
        <p:nvSpPr>
          <p:cNvPr id="5" name="Panel A badge"/>
          <p:cNvSpPr/>
          <p:nvPr/>
        </p:nvSpPr>
        <p:spPr>
          <a:xfrm>
            <a:off x="731520" y="1554480"/>
            <a:ext cx="384048" cy="384048"/>
          </a:xfrm>
          <a:prstGeom prst="ellipse">
            <a:avLst/>
          </a:prstGeom>
          <a:solidFill>
            <a:srgbClr val="B5473A"/>
          </a:solidFill>
          <a:ln/>
        </p:spPr>
      </p:sp>
      <p:sp>
        <p:nvSpPr>
          <p:cNvPr id="6" name="Panel A letter"/>
          <p:cNvSpPr txBox="1"/>
          <p:nvPr/>
        </p:nvSpPr>
        <p:spPr>
          <a:xfrm>
            <a:off x="731520" y="155448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A</a:t>
            </a:r>
            <a:endParaRPr lang="en-US" sz="1500" dirty="0"/>
          </a:p>
        </p:txBody>
      </p:sp>
      <p:sp>
        <p:nvSpPr>
          <p:cNvPr id="7" name="Panel A heading"/>
          <p:cNvSpPr txBox="1"/>
          <p:nvPr/>
        </p:nvSpPr>
        <p:spPr>
          <a:xfrm>
            <a:off x="1234440" y="1554480"/>
            <a:ext cx="2692298" cy="384048"/>
          </a:xfrm>
          <a:prstGeom prst="rect">
            <a:avLst/>
          </a:prstGeom>
          <a:noFill/>
          <a:ln/>
        </p:spPr>
        <p:txBody>
          <a:bodyPr wrap="square" lIns="0" tIns="0" rIns="0" bIns="0" rtlCol="0" anchor="ctr"/>
          <a:lstStyle/>
          <a:p>
            <a:pPr indent="0" marL="0">
              <a:buNone/>
            </a:pPr>
            <a:r>
              <a:rPr lang="en-US" sz="1400" b="1" dirty="0">
                <a:solidFill>
                  <a:srgbClr val="B5473A"/>
                </a:solidFill>
              </a:rPr>
              <a:t>SOFT TRAINING FAILURE</a:t>
            </a:r>
            <a:endParaRPr lang="en-US" sz="1400" dirty="0"/>
          </a:p>
        </p:txBody>
      </p:sp>
      <p:sp>
        <p:nvSpPr>
          <p:cNvPr id="8" name="Panel A question"/>
          <p:cNvSpPr txBox="1"/>
          <p:nvPr/>
        </p:nvSpPr>
        <p:spPr>
          <a:xfrm>
            <a:off x="731520" y="2057400"/>
            <a:ext cx="3149498" cy="274320"/>
          </a:xfrm>
          <a:prstGeom prst="rect">
            <a:avLst/>
          </a:prstGeom>
          <a:noFill/>
          <a:ln/>
        </p:spPr>
        <p:txBody>
          <a:bodyPr wrap="square" lIns="0" tIns="0" rIns="0" bIns="0" rtlCol="0" anchor="t"/>
          <a:lstStyle/>
          <a:p>
            <a:pPr indent="0" marL="0">
              <a:buNone/>
            </a:pPr>
            <a:r>
              <a:rPr lang="en-US" sz="1200" i="1" dirty="0">
                <a:solidFill>
                  <a:schemeClr val="tx2"/>
                </a:solidFill>
              </a:rPr>
              <a:t>Does the published setup vibrate?</a:t>
            </a:r>
            <a:endParaRPr lang="en-US" sz="1200" dirty="0"/>
          </a:p>
        </p:txBody>
      </p:sp>
      <p:sp>
        <p:nvSpPr>
          <p:cNvPr id="9" name="Panel B card"/>
          <p:cNvSpPr/>
          <p:nvPr/>
        </p:nvSpPr>
        <p:spPr>
          <a:xfrm>
            <a:off x="4338218" y="1371600"/>
            <a:ext cx="3515258" cy="4937760"/>
          </a:xfrm>
          <a:prstGeom prst="roundRect">
            <a:avLst>
              <a:gd name="adj" fmla="val 2081"/>
            </a:avLst>
          </a:prstGeom>
          <a:solidFill>
            <a:schemeClr val="bg2"/>
          </a:solidFill>
          <a:ln/>
        </p:spPr>
      </p:sp>
      <p:sp>
        <p:nvSpPr>
          <p:cNvPr id="10" name="Panel B badge"/>
          <p:cNvSpPr/>
          <p:nvPr/>
        </p:nvSpPr>
        <p:spPr>
          <a:xfrm>
            <a:off x="4521098" y="1554480"/>
            <a:ext cx="384048" cy="384048"/>
          </a:xfrm>
          <a:prstGeom prst="ellipse">
            <a:avLst/>
          </a:prstGeom>
          <a:solidFill>
            <a:srgbClr val="B7861A"/>
          </a:solidFill>
          <a:ln/>
        </p:spPr>
      </p:sp>
      <p:sp>
        <p:nvSpPr>
          <p:cNvPr id="11" name="Panel B letter"/>
          <p:cNvSpPr txBox="1"/>
          <p:nvPr/>
        </p:nvSpPr>
        <p:spPr>
          <a:xfrm>
            <a:off x="4521098" y="155448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B</a:t>
            </a:r>
            <a:endParaRPr lang="en-US" sz="1500" dirty="0"/>
          </a:p>
        </p:txBody>
      </p:sp>
      <p:sp>
        <p:nvSpPr>
          <p:cNvPr id="12" name="Panel B heading"/>
          <p:cNvSpPr txBox="1"/>
          <p:nvPr/>
        </p:nvSpPr>
        <p:spPr>
          <a:xfrm>
            <a:off x="5024018" y="1554480"/>
            <a:ext cx="2692298" cy="384048"/>
          </a:xfrm>
          <a:prstGeom prst="rect">
            <a:avLst/>
          </a:prstGeom>
          <a:noFill/>
          <a:ln/>
        </p:spPr>
        <p:txBody>
          <a:bodyPr wrap="square" lIns="0" tIns="0" rIns="0" bIns="0" rtlCol="0" anchor="ctr"/>
          <a:lstStyle/>
          <a:p>
            <a:pPr indent="0" marL="0">
              <a:buNone/>
            </a:pPr>
            <a:r>
              <a:rPr lang="en-US" sz="1400" b="1" dirty="0">
                <a:solidFill>
                  <a:srgbClr val="B7861A"/>
                </a:solidFill>
              </a:rPr>
              <a:t>CONDITIONING FAILURE</a:t>
            </a:r>
            <a:endParaRPr lang="en-US" sz="1400" dirty="0"/>
          </a:p>
        </p:txBody>
      </p:sp>
      <p:sp>
        <p:nvSpPr>
          <p:cNvPr id="13" name="Panel B question"/>
          <p:cNvSpPr txBox="1"/>
          <p:nvPr/>
        </p:nvSpPr>
        <p:spPr>
          <a:xfrm>
            <a:off x="4521098" y="2057400"/>
            <a:ext cx="3149498" cy="274320"/>
          </a:xfrm>
          <a:prstGeom prst="rect">
            <a:avLst/>
          </a:prstGeom>
          <a:noFill/>
          <a:ln/>
        </p:spPr>
        <p:txBody>
          <a:bodyPr wrap="square" lIns="0" tIns="0" rIns="0" bIns="0" rtlCol="0" anchor="t"/>
          <a:lstStyle/>
          <a:p>
            <a:pPr indent="0" marL="0">
              <a:buNone/>
            </a:pPr>
            <a:r>
              <a:rPr lang="en-US" sz="1200" i="1" dirty="0">
                <a:solidFill>
                  <a:schemeClr val="tx2"/>
                </a:solidFill>
              </a:rPr>
              <a:t>How large must the network output be?</a:t>
            </a:r>
            <a:endParaRPr lang="en-US" sz="1200" dirty="0"/>
          </a:p>
        </p:txBody>
      </p:sp>
      <p:sp>
        <p:nvSpPr>
          <p:cNvPr id="14" name="Panel C card"/>
          <p:cNvSpPr/>
          <p:nvPr/>
        </p:nvSpPr>
        <p:spPr>
          <a:xfrm>
            <a:off x="8127797" y="1371600"/>
            <a:ext cx="3515258" cy="4937760"/>
          </a:xfrm>
          <a:prstGeom prst="roundRect">
            <a:avLst>
              <a:gd name="adj" fmla="val 2081"/>
            </a:avLst>
          </a:prstGeom>
          <a:solidFill>
            <a:schemeClr val="bg2"/>
          </a:solidFill>
          <a:ln/>
        </p:spPr>
      </p:sp>
      <p:sp>
        <p:nvSpPr>
          <p:cNvPr id="15" name="Panel C badge"/>
          <p:cNvSpPr/>
          <p:nvPr/>
        </p:nvSpPr>
        <p:spPr>
          <a:xfrm>
            <a:off x="8310677" y="1554480"/>
            <a:ext cx="384048" cy="384048"/>
          </a:xfrm>
          <a:prstGeom prst="ellipse">
            <a:avLst/>
          </a:prstGeom>
          <a:solidFill>
            <a:srgbClr val="E8743B"/>
          </a:solidFill>
          <a:ln/>
        </p:spPr>
      </p:sp>
      <p:sp>
        <p:nvSpPr>
          <p:cNvPr id="16" name="Panel C letter"/>
          <p:cNvSpPr txBox="1"/>
          <p:nvPr/>
        </p:nvSpPr>
        <p:spPr>
          <a:xfrm>
            <a:off x="8310677" y="155448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C</a:t>
            </a:r>
            <a:endParaRPr lang="en-US" sz="1500" dirty="0"/>
          </a:p>
        </p:txBody>
      </p:sp>
      <p:sp>
        <p:nvSpPr>
          <p:cNvPr id="17" name="Panel C heading"/>
          <p:cNvSpPr txBox="1"/>
          <p:nvPr/>
        </p:nvSpPr>
        <p:spPr>
          <a:xfrm>
            <a:off x="8813597" y="1554480"/>
            <a:ext cx="2692298" cy="384048"/>
          </a:xfrm>
          <a:prstGeom prst="rect">
            <a:avLst/>
          </a:prstGeom>
          <a:noFill/>
          <a:ln/>
        </p:spPr>
        <p:txBody>
          <a:bodyPr wrap="square" lIns="0" tIns="0" rIns="0" bIns="0" rtlCol="0" anchor="ctr"/>
          <a:lstStyle/>
          <a:p>
            <a:pPr indent="0" marL="0">
              <a:buNone/>
            </a:pPr>
            <a:r>
              <a:rPr lang="en-US" sz="1400" b="1" dirty="0">
                <a:solidFill>
                  <a:srgbClr val="E8743B"/>
                </a:solidFill>
              </a:rPr>
              <a:t>LONG-TIME PROPAGATION FAILURE</a:t>
            </a:r>
            <a:endParaRPr lang="en-US" sz="1400" dirty="0"/>
          </a:p>
        </p:txBody>
      </p:sp>
      <p:sp>
        <p:nvSpPr>
          <p:cNvPr id="18" name="Panel C question"/>
          <p:cNvSpPr txBox="1"/>
          <p:nvPr/>
        </p:nvSpPr>
        <p:spPr>
          <a:xfrm>
            <a:off x="8310677" y="2057400"/>
            <a:ext cx="3149498" cy="274320"/>
          </a:xfrm>
          <a:prstGeom prst="rect">
            <a:avLst/>
          </a:prstGeom>
          <a:noFill/>
          <a:ln/>
        </p:spPr>
        <p:txBody>
          <a:bodyPr wrap="square" lIns="0" tIns="0" rIns="0" bIns="0" rtlCol="0" anchor="t"/>
          <a:lstStyle/>
          <a:p>
            <a:pPr indent="0" marL="0">
              <a:buNone/>
            </a:pPr>
            <a:r>
              <a:rPr lang="en-US" sz="1200" i="1" dirty="0">
                <a:solidFill>
                  <a:schemeClr val="tx2"/>
                </a:solidFill>
              </a:rPr>
              <a:t>Where in time is the vibration lost?</a:t>
            </a:r>
            <a:endParaRPr lang="en-US" sz="1200" dirty="0"/>
          </a:p>
        </p:txBody>
      </p:sp>
      <p:graphicFrame>
        <p:nvGraphicFramePr>
          <p:cNvPr id="19" name="Panel A chart" descr=""/>
          <p:cNvGraphicFramePr/>
          <p:nvPr/>
        </p:nvGraphicFramePr>
        <p:xfrm>
          <a:off x="685800" y="2377440"/>
          <a:ext cx="3240938" cy="1783080"/>
        </p:xfrm>
        <a:graphic xmlns:a="http://schemas.openxmlformats.org/drawingml/2006/main">
          <a:graphicData uri="http://schemas.openxmlformats.org/drawingml/2006/chart">
            <c:chart xmlns:c="http://schemas.openxmlformats.org/drawingml/2006/chart" r:id="rId1"/>
          </a:graphicData>
        </a:graphic>
      </p:graphicFrame>
      <p:sp>
        <p:nvSpPr>
          <p:cNvPr id="20" name="Panel A flow"/>
          <p:cNvSpPr txBox="1"/>
          <p:nvPr/>
        </p:nvSpPr>
        <p:spPr>
          <a:xfrm>
            <a:off x="731520" y="4297680"/>
            <a:ext cx="3149498" cy="502920"/>
          </a:xfrm>
          <a:prstGeom prst="rect">
            <a:avLst/>
          </a:prstGeom>
          <a:noFill/>
          <a:ln/>
        </p:spPr>
        <p:txBody>
          <a:bodyPr wrap="square" lIns="0" tIns="0" rIns="0" bIns="0" rtlCol="0" anchor="t"/>
          <a:lstStyle/>
          <a:p>
            <a:pPr indent="0" marL="0">
              <a:buNone/>
            </a:pPr>
            <a:r>
              <a:rPr lang="en-US" sz="1400" b="1" dirty="0">
                <a:solidFill>
                  <a:schemeClr val="tx1"/>
                </a:solidFill>
              </a:rPr>
              <a:t>Fourier + NTK  →  static / incorrect attractor</a:t>
            </a:r>
            <a:endParaRPr lang="en-US" sz="1400" dirty="0"/>
          </a:p>
        </p:txBody>
      </p:sp>
      <p:sp>
        <p:nvSpPr>
          <p:cNvPr id="21" name="Panel A caption"/>
          <p:cNvSpPr txBox="1"/>
          <p:nvPr/>
        </p:nvSpPr>
        <p:spPr>
          <a:xfrm>
            <a:off x="731520" y="5212080"/>
            <a:ext cx="3149498" cy="914400"/>
          </a:xfrm>
          <a:prstGeom prst="rect">
            <a:avLst/>
          </a:prstGeom>
          <a:noFill/>
          <a:ln/>
        </p:spPr>
        <p:txBody>
          <a:bodyPr wrap="square" lIns="0" tIns="0" rIns="0" bIns="0" rtlCol="0" anchor="t"/>
          <a:lstStyle/>
          <a:p>
            <a:pPr indent="0" marL="0">
              <a:buNone/>
            </a:pPr>
            <a:r>
              <a:rPr lang="en-US" sz="1300" dirty="0">
                <a:solidFill>
                  <a:schemeClr val="tx2"/>
                </a:solidFill>
              </a:rPr>
              <a:t>The published baseline did not reproduce sustained vibration in our controlled implementation.</a:t>
            </a:r>
            <a:endParaRPr lang="en-US" sz="1300" dirty="0"/>
          </a:p>
        </p:txBody>
      </p:sp>
      <p:graphicFrame>
        <p:nvGraphicFramePr>
          <p:cNvPr id="22" name="Panel B conditioning chart" descr=""/>
          <p:cNvGraphicFramePr/>
          <p:nvPr/>
        </p:nvGraphicFramePr>
        <p:xfrm>
          <a:off x="4475378" y="2377440"/>
          <a:ext cx="3240938" cy="1783080"/>
        </p:xfrm>
        <a:graphic xmlns:a="http://schemas.openxmlformats.org/drawingml/2006/main">
          <a:graphicData uri="http://schemas.openxmlformats.org/drawingml/2006/chart">
            <c:chart xmlns:c="http://schemas.openxmlformats.org/drawingml/2006/chart" r:id="rId2"/>
          </a:graphicData>
        </a:graphic>
      </p:graphicFrame>
      <p:sp>
        <p:nvSpPr>
          <p:cNvPr id="23" name="Panel B flow"/>
          <p:cNvSpPr txBox="1"/>
          <p:nvPr/>
        </p:nvSpPr>
        <p:spPr>
          <a:xfrm>
            <a:off x="4521098" y="4297680"/>
            <a:ext cx="3149498" cy="548640"/>
          </a:xfrm>
          <a:prstGeom prst="rect">
            <a:avLst/>
          </a:prstGeom>
          <a:noFill/>
          <a:ln/>
        </p:spPr>
        <p:txBody>
          <a:bodyPr wrap="square" lIns="0" tIns="0" rIns="0" bIns="0" rtlCol="0" anchor="t"/>
          <a:lstStyle/>
          <a:p>
            <a:pPr indent="0" marL="0">
              <a:buNone/>
            </a:pPr>
            <a:r>
              <a:rPr lang="en-US" sz="1400" b="1" dirty="0">
                <a:solidFill>
                  <a:schemeClr val="accent4"/>
                </a:solidFill>
              </a:rPr>
              <a:t>(t/T)²  →  required |N| ≈ 8.4 × 10³</a:t>
            </a:r>
            <a:endParaRPr lang="en-US" sz="1400" dirty="0"/>
          </a:p>
          <a:p>
            <a:pPr indent="0" marL="0">
              <a:buNone/>
            </a:pPr>
            <a:r>
              <a:rPr lang="en-US" sz="1400" b="1" dirty="0">
                <a:solidFill>
                  <a:schemeClr val="accent2"/>
                </a:solidFill>
              </a:rPr>
              <a:t>tanh²(ω₁t)  →  required |N| = O(1)</a:t>
            </a:r>
            <a:endParaRPr lang="en-US" sz="1400" dirty="0"/>
          </a:p>
        </p:txBody>
      </p:sp>
      <p:sp>
        <p:nvSpPr>
          <p:cNvPr id="24" name="Panel B caption"/>
          <p:cNvSpPr txBox="1"/>
          <p:nvPr/>
        </p:nvSpPr>
        <p:spPr>
          <a:xfrm>
            <a:off x="4521098" y="5212080"/>
            <a:ext cx="3149498" cy="914400"/>
          </a:xfrm>
          <a:prstGeom prst="rect">
            <a:avLst/>
          </a:prstGeom>
          <a:noFill/>
          <a:ln/>
        </p:spPr>
        <p:txBody>
          <a:bodyPr wrap="square" lIns="0" tIns="0" rIns="0" bIns="0" rtlCol="0" anchor="t"/>
          <a:lstStyle/>
          <a:p>
            <a:pPr indent="0" marL="0">
              <a:buNone/>
            </a:pPr>
            <a:r>
              <a:rPr lang="en-US" sz="1300" dirty="0">
                <a:solidFill>
                  <a:schemeClr val="tx2"/>
                </a:solidFill>
              </a:rPr>
              <a:t>Hard constraints fixed IC/BC satisfaction, but the original time factor was poorly conditioned.</a:t>
            </a:r>
            <a:endParaRPr lang="en-US" sz="1300" dirty="0"/>
          </a:p>
        </p:txBody>
      </p:sp>
      <p:graphicFrame>
        <p:nvGraphicFramePr>
          <p:cNvPr id="25" name="Panel C chart" descr=""/>
          <p:cNvGraphicFramePr/>
          <p:nvPr/>
        </p:nvGraphicFramePr>
        <p:xfrm>
          <a:off x="8264957" y="2377440"/>
          <a:ext cx="3240938" cy="1783080"/>
        </p:xfrm>
        <a:graphic xmlns:a="http://schemas.openxmlformats.org/drawingml/2006/main">
          <a:graphicData uri="http://schemas.openxmlformats.org/drawingml/2006/chart">
            <c:chart xmlns:c="http://schemas.openxmlformats.org/drawingml/2006/chart" r:id="rId3"/>
          </a:graphicData>
        </a:graphic>
      </p:graphicFrame>
      <p:sp>
        <p:nvSpPr>
          <p:cNvPr id="26" name="Chip 1"/>
          <p:cNvSpPr/>
          <p:nvPr/>
        </p:nvSpPr>
        <p:spPr>
          <a:xfrm>
            <a:off x="8310677" y="4297680"/>
            <a:ext cx="897433" cy="502920"/>
          </a:xfrm>
          <a:prstGeom prst="roundRect">
            <a:avLst>
              <a:gd name="adj" fmla="val 10909"/>
            </a:avLst>
          </a:prstGeom>
          <a:solidFill>
            <a:schemeClr val="bg1"/>
          </a:solidFill>
          <a:ln/>
        </p:spPr>
      </p:sp>
      <p:sp>
        <p:nvSpPr>
          <p:cNvPr id="27" name="Chip 1 text"/>
          <p:cNvSpPr txBox="1"/>
          <p:nvPr/>
        </p:nvSpPr>
        <p:spPr>
          <a:xfrm>
            <a:off x="8310677" y="4297680"/>
            <a:ext cx="897433" cy="502920"/>
          </a:xfrm>
          <a:prstGeom prst="rect">
            <a:avLst/>
          </a:prstGeom>
          <a:noFill/>
          <a:ln/>
        </p:spPr>
        <p:txBody>
          <a:bodyPr wrap="square" lIns="0" tIns="0" rIns="0" bIns="0" rtlCol="0" anchor="ctr"/>
          <a:lstStyle/>
          <a:p>
            <a:pPr algn="ctr" indent="0" marL="0">
              <a:buNone/>
            </a:pPr>
            <a:r>
              <a:rPr lang="en-US" sz="1100" b="1" dirty="0">
                <a:solidFill>
                  <a:schemeClr val="tx1"/>
                </a:solidFill>
              </a:rPr>
              <a:t>correct first cycles</a:t>
            </a:r>
            <a:endParaRPr lang="en-US" sz="1100" dirty="0"/>
          </a:p>
        </p:txBody>
      </p:sp>
      <p:sp>
        <p:nvSpPr>
          <p:cNvPr id="28" name="Chip arrow 1"/>
          <p:cNvSpPr/>
          <p:nvPr/>
        </p:nvSpPr>
        <p:spPr>
          <a:xfrm>
            <a:off x="9226398" y="4549140"/>
            <a:ext cx="192024" cy="0"/>
          </a:xfrm>
          <a:prstGeom prst="line">
            <a:avLst/>
          </a:prstGeom>
          <a:noFill/>
          <a:ln w="22225">
            <a:solidFill>
              <a:schemeClr val="accent5"/>
            </a:solidFill>
            <a:prstDash val="solid"/>
            <a:tailEnd type="triangle"/>
          </a:ln>
        </p:spPr>
      </p:sp>
      <p:sp>
        <p:nvSpPr>
          <p:cNvPr id="29" name="Chip 2"/>
          <p:cNvSpPr/>
          <p:nvPr/>
        </p:nvSpPr>
        <p:spPr>
          <a:xfrm>
            <a:off x="9436710" y="4297680"/>
            <a:ext cx="897433" cy="502920"/>
          </a:xfrm>
          <a:prstGeom prst="roundRect">
            <a:avLst>
              <a:gd name="adj" fmla="val 10909"/>
            </a:avLst>
          </a:prstGeom>
          <a:solidFill>
            <a:schemeClr val="bg1"/>
          </a:solidFill>
          <a:ln/>
        </p:spPr>
      </p:sp>
      <p:sp>
        <p:nvSpPr>
          <p:cNvPr id="30" name="Chip 2 text"/>
          <p:cNvSpPr txBox="1"/>
          <p:nvPr/>
        </p:nvSpPr>
        <p:spPr>
          <a:xfrm>
            <a:off x="9436710" y="4297680"/>
            <a:ext cx="897433" cy="502920"/>
          </a:xfrm>
          <a:prstGeom prst="rect">
            <a:avLst/>
          </a:prstGeom>
          <a:noFill/>
          <a:ln/>
        </p:spPr>
        <p:txBody>
          <a:bodyPr wrap="square" lIns="0" tIns="0" rIns="0" bIns="0" rtlCol="0" anchor="ctr"/>
          <a:lstStyle/>
          <a:p>
            <a:pPr algn="ctr" indent="0" marL="0">
              <a:buNone/>
            </a:pPr>
            <a:r>
              <a:rPr lang="en-US" sz="1100" b="1" dirty="0">
                <a:solidFill>
                  <a:schemeClr val="tx1"/>
                </a:solidFill>
              </a:rPr>
              <a:t>amplitude decay</a:t>
            </a:r>
            <a:endParaRPr lang="en-US" sz="1100" dirty="0"/>
          </a:p>
        </p:txBody>
      </p:sp>
      <p:sp>
        <p:nvSpPr>
          <p:cNvPr id="31" name="Chip arrow 2"/>
          <p:cNvSpPr/>
          <p:nvPr/>
        </p:nvSpPr>
        <p:spPr>
          <a:xfrm>
            <a:off x="10352430" y="4549140"/>
            <a:ext cx="192024" cy="0"/>
          </a:xfrm>
          <a:prstGeom prst="line">
            <a:avLst/>
          </a:prstGeom>
          <a:noFill/>
          <a:ln w="22225">
            <a:solidFill>
              <a:schemeClr val="accent5"/>
            </a:solidFill>
            <a:prstDash val="solid"/>
            <a:tailEnd type="triangle"/>
          </a:ln>
        </p:spPr>
      </p:sp>
      <p:sp>
        <p:nvSpPr>
          <p:cNvPr id="32" name="Chip 3"/>
          <p:cNvSpPr/>
          <p:nvPr/>
        </p:nvSpPr>
        <p:spPr>
          <a:xfrm>
            <a:off x="10562742" y="4297680"/>
            <a:ext cx="897433" cy="502920"/>
          </a:xfrm>
          <a:prstGeom prst="roundRect">
            <a:avLst>
              <a:gd name="adj" fmla="val 10909"/>
            </a:avLst>
          </a:prstGeom>
          <a:solidFill>
            <a:schemeClr val="accent1"/>
          </a:solidFill>
          <a:ln/>
        </p:spPr>
      </p:sp>
      <p:sp>
        <p:nvSpPr>
          <p:cNvPr id="33" name="Chip 3 text"/>
          <p:cNvSpPr txBox="1"/>
          <p:nvPr/>
        </p:nvSpPr>
        <p:spPr>
          <a:xfrm>
            <a:off x="10562742" y="4297680"/>
            <a:ext cx="897433" cy="502920"/>
          </a:xfrm>
          <a:prstGeom prst="rect">
            <a:avLst/>
          </a:prstGeom>
          <a:noFill/>
          <a:ln/>
        </p:spPr>
        <p:txBody>
          <a:bodyPr wrap="square" lIns="0" tIns="0" rIns="0" bIns="0" rtlCol="0" anchor="ctr"/>
          <a:lstStyle/>
          <a:p>
            <a:pPr algn="ctr" indent="0" marL="0">
              <a:buNone/>
            </a:pPr>
            <a:r>
              <a:rPr lang="en-US" sz="1100" b="1" dirty="0">
                <a:solidFill>
                  <a:schemeClr val="bg1"/>
                </a:solidFill>
              </a:rPr>
              <a:t>collapse</a:t>
            </a:r>
            <a:endParaRPr lang="en-US" sz="1100" dirty="0"/>
          </a:p>
        </p:txBody>
      </p:sp>
      <p:sp>
        <p:nvSpPr>
          <p:cNvPr id="34" name="Panel C caption"/>
          <p:cNvSpPr txBox="1"/>
          <p:nvPr/>
        </p:nvSpPr>
        <p:spPr>
          <a:xfrm>
            <a:off x="8310677" y="5212080"/>
            <a:ext cx="3149498" cy="914400"/>
          </a:xfrm>
          <a:prstGeom prst="rect">
            <a:avLst/>
          </a:prstGeom>
          <a:noFill/>
          <a:ln/>
        </p:spPr>
        <p:txBody>
          <a:bodyPr wrap="square" lIns="0" tIns="0" rIns="0" bIns="0" rtlCol="0" anchor="t"/>
          <a:lstStyle/>
          <a:p>
            <a:pPr indent="0" marL="0">
              <a:buNone/>
            </a:pPr>
            <a:r>
              <a:rPr lang="en-US" sz="1300" dirty="0">
                <a:solidFill>
                  <a:schemeClr val="tx2"/>
                </a:solidFill>
              </a:rPr>
              <a:t>More compute moves collapse later, but does not remove it.</a:t>
            </a:r>
            <a:endParaRPr lang="en-US" sz="1300" dirty="0"/>
          </a:p>
        </p:txBody>
      </p:sp>
      <p:sp>
        <p:nvSpPr>
          <p:cNvPr id="25" name="Slide Number Placeholder 0"/>
          <p:cNvSpPr>
            <a:spLocks noGrp="1"/>
          </p:cNvSpPr>
          <p:nvPr>
            <p:ph type="sldNum" sz="quarter" idx="4294967295"/>
          </p:nvPr>
        </p:nvSpPr>
        <p:spPr>
          <a:xfrm>
            <a:off x="11094415" y="647395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WHAT WE LEARNED</a:t>
            </a:r>
            <a:endParaRPr lang="en-US" sz="1200" dirty="0"/>
          </a:p>
        </p:txBody>
      </p:sp>
      <p:sp>
        <p:nvSpPr>
          <p:cNvPr id="3" name="Text 0"/>
          <p:cNvSpPr/>
          <p:nvPr>
            <p:ph idx="101" type="title" hasCustomPrompt="1"/>
          </p:nvPr>
        </p:nvSpPr>
        <p:spPr>
          <a:xfrm>
            <a:off x="548640" y="548640"/>
            <a:ext cx="11094415" cy="6400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Claim → evidence</a:t>
            </a:r>
            <a:endParaRPr lang="en-US" sz="3000" dirty="0"/>
          </a:p>
        </p:txBody>
      </p:sp>
      <p:sp>
        <p:nvSpPr>
          <p:cNvPr id="4" name="Claim 1 card"/>
          <p:cNvSpPr/>
          <p:nvPr/>
        </p:nvSpPr>
        <p:spPr>
          <a:xfrm>
            <a:off x="548640" y="1371600"/>
            <a:ext cx="3931920" cy="804672"/>
          </a:xfrm>
          <a:prstGeom prst="roundRect">
            <a:avLst>
              <a:gd name="adj" fmla="val 9091"/>
            </a:avLst>
          </a:prstGeom>
          <a:solidFill>
            <a:schemeClr val="tx1"/>
          </a:solidFill>
          <a:ln/>
        </p:spPr>
      </p:sp>
      <p:sp>
        <p:nvSpPr>
          <p:cNvPr id="5" name="Claim 1 number"/>
          <p:cNvSpPr txBox="1"/>
          <p:nvPr/>
        </p:nvSpPr>
        <p:spPr>
          <a:xfrm>
            <a:off x="731520" y="1371600"/>
            <a:ext cx="365760" cy="804672"/>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1</a:t>
            </a:r>
            <a:endParaRPr lang="en-US" sz="2400" dirty="0"/>
          </a:p>
        </p:txBody>
      </p:sp>
      <p:sp>
        <p:nvSpPr>
          <p:cNvPr id="6" name="Claim 1"/>
          <p:cNvSpPr txBox="1"/>
          <p:nvPr/>
        </p:nvSpPr>
        <p:spPr>
          <a:xfrm>
            <a:off x="1143000" y="1371600"/>
            <a:ext cx="3200400" cy="804672"/>
          </a:xfrm>
          <a:prstGeom prst="rect">
            <a:avLst/>
          </a:prstGeom>
          <a:noFill/>
          <a:ln/>
        </p:spPr>
        <p:txBody>
          <a:bodyPr wrap="square" lIns="0" tIns="0" rIns="0" bIns="0" rtlCol="0" anchor="ctr"/>
          <a:lstStyle/>
          <a:p>
            <a:pPr indent="0" marL="0">
              <a:buNone/>
            </a:pPr>
            <a:r>
              <a:rPr lang="en-US" sz="1600" b="1" dirty="0">
                <a:solidFill>
                  <a:schemeClr val="bg1"/>
                </a:solidFill>
              </a:rPr>
              <a:t>Representation is not the main limit</a:t>
            </a:r>
            <a:endParaRPr lang="en-US" sz="1600" dirty="0"/>
          </a:p>
        </p:txBody>
      </p:sp>
      <p:sp>
        <p:nvSpPr>
          <p:cNvPr id="7" name="Claim 1 arrow"/>
          <p:cNvSpPr/>
          <p:nvPr/>
        </p:nvSpPr>
        <p:spPr>
          <a:xfrm>
            <a:off x="4572000" y="1773936"/>
            <a:ext cx="457200" cy="0"/>
          </a:xfrm>
          <a:prstGeom prst="line">
            <a:avLst/>
          </a:prstGeom>
          <a:noFill/>
          <a:ln w="22225">
            <a:solidFill>
              <a:schemeClr val="accent5"/>
            </a:solidFill>
            <a:prstDash val="solid"/>
            <a:tailEnd type="triangle"/>
          </a:ln>
        </p:spPr>
      </p:sp>
      <p:sp>
        <p:nvSpPr>
          <p:cNvPr id="8" name="Evidence 1 card"/>
          <p:cNvSpPr/>
          <p:nvPr/>
        </p:nvSpPr>
        <p:spPr>
          <a:xfrm>
            <a:off x="5166360" y="1371600"/>
            <a:ext cx="6476695" cy="804672"/>
          </a:xfrm>
          <a:prstGeom prst="roundRect">
            <a:avLst>
              <a:gd name="adj" fmla="val 9091"/>
            </a:avLst>
          </a:prstGeom>
          <a:solidFill>
            <a:schemeClr val="bg2"/>
          </a:solidFill>
          <a:ln/>
        </p:spPr>
      </p:sp>
      <p:sp>
        <p:nvSpPr>
          <p:cNvPr id="9" name="Evidence 1"/>
          <p:cNvSpPr txBox="1"/>
          <p:nvPr/>
        </p:nvSpPr>
        <p:spPr>
          <a:xfrm>
            <a:off x="5394960" y="1371600"/>
            <a:ext cx="6019495" cy="804672"/>
          </a:xfrm>
          <a:prstGeom prst="rect">
            <a:avLst/>
          </a:prstGeom>
          <a:noFill/>
          <a:ln/>
        </p:spPr>
        <p:txBody>
          <a:bodyPr wrap="square" lIns="0" tIns="0" rIns="0" bIns="0" rtlCol="0" anchor="ctr"/>
          <a:lstStyle/>
          <a:p>
            <a:pPr indent="0" marL="0">
              <a:buNone/>
            </a:pPr>
            <a:r>
              <a:rPr lang="en-US" sz="1400" dirty="0">
                <a:solidFill>
                  <a:schemeClr val="tx1"/>
                </a:solidFill>
              </a:rPr>
              <a:t>Trained directly on the exact solution (no physics loss), the same network recovers </a:t>
            </a:r>
            <a:pPr indent="0" marL="0">
              <a:buNone/>
            </a:pPr>
            <a:r>
              <a:rPr lang="en-US" sz="1400" b="1" dirty="0">
                <a:solidFill>
                  <a:schemeClr val="tx1"/>
                </a:solidFill>
              </a:rPr>
              <a:t>129.25 and 129.37 rad/s</a:t>
            </a:r>
            <a:pPr indent="0" marL="0">
              <a:buNone/>
            </a:pPr>
            <a:r>
              <a:rPr lang="en-US" sz="1400" dirty="0">
                <a:solidFill>
                  <a:schemeClr val="tx1"/>
                </a:solidFill>
              </a:rPr>
              <a:t> (X3, X4); exact 129.32 rad/s.</a:t>
            </a:r>
            <a:endParaRPr lang="en-US" sz="1400" dirty="0"/>
          </a:p>
        </p:txBody>
      </p:sp>
      <p:sp>
        <p:nvSpPr>
          <p:cNvPr id="10" name="Claim 2 card"/>
          <p:cNvSpPr/>
          <p:nvPr/>
        </p:nvSpPr>
        <p:spPr>
          <a:xfrm>
            <a:off x="548640" y="2286000"/>
            <a:ext cx="3931920" cy="804672"/>
          </a:xfrm>
          <a:prstGeom prst="roundRect">
            <a:avLst>
              <a:gd name="adj" fmla="val 9091"/>
            </a:avLst>
          </a:prstGeom>
          <a:solidFill>
            <a:schemeClr val="tx1"/>
          </a:solidFill>
          <a:ln/>
        </p:spPr>
      </p:sp>
      <p:sp>
        <p:nvSpPr>
          <p:cNvPr id="11" name="Claim 2 number"/>
          <p:cNvSpPr txBox="1"/>
          <p:nvPr/>
        </p:nvSpPr>
        <p:spPr>
          <a:xfrm>
            <a:off x="731520" y="2286000"/>
            <a:ext cx="365760" cy="804672"/>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2</a:t>
            </a:r>
            <a:endParaRPr lang="en-US" sz="2400" dirty="0"/>
          </a:p>
        </p:txBody>
      </p:sp>
      <p:sp>
        <p:nvSpPr>
          <p:cNvPr id="12" name="Claim 2"/>
          <p:cNvSpPr txBox="1"/>
          <p:nvPr/>
        </p:nvSpPr>
        <p:spPr>
          <a:xfrm>
            <a:off x="1143000" y="2286000"/>
            <a:ext cx="3200400" cy="804672"/>
          </a:xfrm>
          <a:prstGeom prst="rect">
            <a:avLst/>
          </a:prstGeom>
          <a:noFill/>
          <a:ln/>
        </p:spPr>
        <p:txBody>
          <a:bodyPr wrap="square" lIns="0" tIns="0" rIns="0" bIns="0" rtlCol="0" anchor="ctr"/>
          <a:lstStyle/>
          <a:p>
            <a:pPr indent="0" marL="0">
              <a:buNone/>
            </a:pPr>
            <a:r>
              <a:rPr lang="en-US" sz="1600" b="1" dirty="0">
                <a:solidFill>
                  <a:schemeClr val="bg1"/>
                </a:solidFill>
              </a:rPr>
              <a:t>Conditioning matters</a:t>
            </a:r>
            <a:endParaRPr lang="en-US" sz="1600" dirty="0"/>
          </a:p>
        </p:txBody>
      </p:sp>
      <p:sp>
        <p:nvSpPr>
          <p:cNvPr id="13" name="Claim 2 arrow"/>
          <p:cNvSpPr/>
          <p:nvPr/>
        </p:nvSpPr>
        <p:spPr>
          <a:xfrm>
            <a:off x="4572000" y="2688336"/>
            <a:ext cx="457200" cy="0"/>
          </a:xfrm>
          <a:prstGeom prst="line">
            <a:avLst/>
          </a:prstGeom>
          <a:noFill/>
          <a:ln w="22225">
            <a:solidFill>
              <a:schemeClr val="accent5"/>
            </a:solidFill>
            <a:prstDash val="solid"/>
            <a:tailEnd type="triangle"/>
          </a:ln>
        </p:spPr>
      </p:sp>
      <p:sp>
        <p:nvSpPr>
          <p:cNvPr id="14" name="Evidence 2 card"/>
          <p:cNvSpPr/>
          <p:nvPr/>
        </p:nvSpPr>
        <p:spPr>
          <a:xfrm>
            <a:off x="5166360" y="2286000"/>
            <a:ext cx="6476695" cy="804672"/>
          </a:xfrm>
          <a:prstGeom prst="roundRect">
            <a:avLst>
              <a:gd name="adj" fmla="val 9091"/>
            </a:avLst>
          </a:prstGeom>
          <a:solidFill>
            <a:schemeClr val="bg2"/>
          </a:solidFill>
          <a:ln/>
        </p:spPr>
      </p:sp>
      <p:sp>
        <p:nvSpPr>
          <p:cNvPr id="15" name="Evidence 2"/>
          <p:cNvSpPr txBox="1"/>
          <p:nvPr/>
        </p:nvSpPr>
        <p:spPr>
          <a:xfrm>
            <a:off x="5394960" y="2286000"/>
            <a:ext cx="6019495" cy="804672"/>
          </a:xfrm>
          <a:prstGeom prst="rect">
            <a:avLst/>
          </a:prstGeom>
          <a:noFill/>
          <a:ln/>
        </p:spPr>
        <p:txBody>
          <a:bodyPr wrap="square" lIns="0" tIns="0" rIns="0" bIns="0" rtlCol="0" anchor="ctr"/>
          <a:lstStyle/>
          <a:p>
            <a:pPr indent="0" marL="0">
              <a:buNone/>
            </a:pPr>
            <a:r>
              <a:rPr lang="en-US" sz="1400" dirty="0">
                <a:solidFill>
                  <a:schemeClr val="tx1"/>
                </a:solidFill>
              </a:rPr>
              <a:t>(t/T)² hard constraint needs |N| ≈ 8.4 × 10³; </a:t>
            </a:r>
            <a:pPr indent="0" marL="0">
              <a:buNone/>
            </a:pPr>
            <a:r>
              <a:rPr lang="en-US" sz="1400" b="1" dirty="0">
                <a:solidFill>
                  <a:schemeClr val="tx1"/>
                </a:solidFill>
              </a:rPr>
              <a:t>tanh²(ω₁t) needs O(1)</a:t>
            </a:r>
            <a:pPr indent="0" marL="0">
              <a:buNone/>
            </a:pPr>
            <a:r>
              <a:rPr lang="en-US" sz="1400" dirty="0">
                <a:solidFill>
                  <a:schemeClr val="tx1"/>
                </a:solidFill>
              </a:rPr>
              <a:t>. Only the tanh² variants started to vibrate.</a:t>
            </a:r>
            <a:endParaRPr lang="en-US" sz="1400" dirty="0"/>
          </a:p>
        </p:txBody>
      </p:sp>
      <p:sp>
        <p:nvSpPr>
          <p:cNvPr id="16" name="Claim 3 card"/>
          <p:cNvSpPr/>
          <p:nvPr/>
        </p:nvSpPr>
        <p:spPr>
          <a:xfrm>
            <a:off x="548640" y="3200400"/>
            <a:ext cx="3931920" cy="804672"/>
          </a:xfrm>
          <a:prstGeom prst="roundRect">
            <a:avLst>
              <a:gd name="adj" fmla="val 9091"/>
            </a:avLst>
          </a:prstGeom>
          <a:solidFill>
            <a:schemeClr val="tx1"/>
          </a:solidFill>
          <a:ln/>
        </p:spPr>
      </p:sp>
      <p:sp>
        <p:nvSpPr>
          <p:cNvPr id="17" name="Claim 3 number"/>
          <p:cNvSpPr txBox="1"/>
          <p:nvPr/>
        </p:nvSpPr>
        <p:spPr>
          <a:xfrm>
            <a:off x="731520" y="3200400"/>
            <a:ext cx="365760" cy="804672"/>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3</a:t>
            </a:r>
            <a:endParaRPr lang="en-US" sz="2400" dirty="0"/>
          </a:p>
        </p:txBody>
      </p:sp>
      <p:sp>
        <p:nvSpPr>
          <p:cNvPr id="18" name="Claim 3"/>
          <p:cNvSpPr txBox="1"/>
          <p:nvPr/>
        </p:nvSpPr>
        <p:spPr>
          <a:xfrm>
            <a:off x="1143000" y="3200400"/>
            <a:ext cx="3200400" cy="804672"/>
          </a:xfrm>
          <a:prstGeom prst="rect">
            <a:avLst/>
          </a:prstGeom>
          <a:noFill/>
          <a:ln/>
        </p:spPr>
        <p:txBody>
          <a:bodyPr wrap="square" lIns="0" tIns="0" rIns="0" bIns="0" rtlCol="0" anchor="ctr"/>
          <a:lstStyle/>
          <a:p>
            <a:pPr indent="0" marL="0">
              <a:buNone/>
            </a:pPr>
            <a:r>
              <a:rPr lang="en-US" sz="1600" b="1" dirty="0">
                <a:solidFill>
                  <a:schemeClr val="bg1"/>
                </a:solidFill>
              </a:rPr>
              <a:t>Compute matters</a:t>
            </a:r>
            <a:endParaRPr lang="en-US" sz="1600" dirty="0"/>
          </a:p>
        </p:txBody>
      </p:sp>
      <p:sp>
        <p:nvSpPr>
          <p:cNvPr id="19" name="Claim 3 arrow"/>
          <p:cNvSpPr/>
          <p:nvPr/>
        </p:nvSpPr>
        <p:spPr>
          <a:xfrm>
            <a:off x="4572000" y="3602736"/>
            <a:ext cx="457200" cy="0"/>
          </a:xfrm>
          <a:prstGeom prst="line">
            <a:avLst/>
          </a:prstGeom>
          <a:noFill/>
          <a:ln w="22225">
            <a:solidFill>
              <a:schemeClr val="accent5"/>
            </a:solidFill>
            <a:prstDash val="solid"/>
            <a:tailEnd type="triangle"/>
          </a:ln>
        </p:spPr>
      </p:sp>
      <p:sp>
        <p:nvSpPr>
          <p:cNvPr id="20" name="Evidence 3 card"/>
          <p:cNvSpPr/>
          <p:nvPr/>
        </p:nvSpPr>
        <p:spPr>
          <a:xfrm>
            <a:off x="5166360" y="3200400"/>
            <a:ext cx="6476695" cy="804672"/>
          </a:xfrm>
          <a:prstGeom prst="roundRect">
            <a:avLst>
              <a:gd name="adj" fmla="val 9091"/>
            </a:avLst>
          </a:prstGeom>
          <a:solidFill>
            <a:schemeClr val="bg2"/>
          </a:solidFill>
          <a:ln/>
        </p:spPr>
      </p:sp>
      <p:sp>
        <p:nvSpPr>
          <p:cNvPr id="21" name="Evidence 3"/>
          <p:cNvSpPr txBox="1"/>
          <p:nvPr/>
        </p:nvSpPr>
        <p:spPr>
          <a:xfrm>
            <a:off x="5394960" y="3200400"/>
            <a:ext cx="6019495" cy="804672"/>
          </a:xfrm>
          <a:prstGeom prst="rect">
            <a:avLst/>
          </a:prstGeom>
          <a:noFill/>
          <a:ln/>
        </p:spPr>
        <p:txBody>
          <a:bodyPr wrap="square" lIns="0" tIns="0" rIns="0" bIns="0" rtlCol="0" anchor="ctr"/>
          <a:lstStyle/>
          <a:p>
            <a:pPr indent="0" marL="0">
              <a:buNone/>
            </a:pPr>
            <a:r>
              <a:rPr lang="en-US" sz="1400" b="1" dirty="0">
                <a:solidFill>
                  <a:schemeClr val="tx1"/>
                </a:solidFill>
              </a:rPr>
              <a:t>Persistence 1.2 → 3.1 → 3.2 → 8.1 cycles</a:t>
            </a:r>
            <a:pPr indent="0" marL="0">
              <a:buNone/>
            </a:pPr>
            <a:r>
              <a:rPr lang="en-US" sz="1400" dirty="0">
                <a:solidFill>
                  <a:schemeClr val="tx1"/>
                </a:solidFill>
              </a:rPr>
              <a:t>  (Y1 5k → Y1 20k → Z4 5k → Z4 20k; 0.16M → 2.56M PDE evaluations).</a:t>
            </a:r>
            <a:endParaRPr lang="en-US" sz="1400" dirty="0"/>
          </a:p>
        </p:txBody>
      </p:sp>
      <p:sp>
        <p:nvSpPr>
          <p:cNvPr id="22" name="Claim 4 card"/>
          <p:cNvSpPr/>
          <p:nvPr/>
        </p:nvSpPr>
        <p:spPr>
          <a:xfrm>
            <a:off x="548640" y="4114800"/>
            <a:ext cx="3931920" cy="804672"/>
          </a:xfrm>
          <a:prstGeom prst="roundRect">
            <a:avLst>
              <a:gd name="adj" fmla="val 9091"/>
            </a:avLst>
          </a:prstGeom>
          <a:solidFill>
            <a:schemeClr val="tx1"/>
          </a:solidFill>
          <a:ln/>
        </p:spPr>
      </p:sp>
      <p:sp>
        <p:nvSpPr>
          <p:cNvPr id="23" name="Claim 4 number"/>
          <p:cNvSpPr txBox="1"/>
          <p:nvPr/>
        </p:nvSpPr>
        <p:spPr>
          <a:xfrm>
            <a:off x="731520" y="4114800"/>
            <a:ext cx="365760" cy="804672"/>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4</a:t>
            </a:r>
            <a:endParaRPr lang="en-US" sz="2400" dirty="0"/>
          </a:p>
        </p:txBody>
      </p:sp>
      <p:sp>
        <p:nvSpPr>
          <p:cNvPr id="24" name="Claim 4"/>
          <p:cNvSpPr txBox="1"/>
          <p:nvPr/>
        </p:nvSpPr>
        <p:spPr>
          <a:xfrm>
            <a:off x="1143000" y="4114800"/>
            <a:ext cx="3200400" cy="804672"/>
          </a:xfrm>
          <a:prstGeom prst="rect">
            <a:avLst/>
          </a:prstGeom>
          <a:noFill/>
          <a:ln/>
        </p:spPr>
        <p:txBody>
          <a:bodyPr wrap="square" lIns="0" tIns="0" rIns="0" bIns="0" rtlCol="0" anchor="ctr"/>
          <a:lstStyle/>
          <a:p>
            <a:pPr indent="0" marL="0">
              <a:buNone/>
            </a:pPr>
            <a:r>
              <a:rPr lang="en-US" sz="1600" b="1" dirty="0">
                <a:solidFill>
                  <a:schemeClr val="bg1"/>
                </a:solidFill>
              </a:rPr>
              <a:t>RAD did not solve the failure</a:t>
            </a:r>
            <a:endParaRPr lang="en-US" sz="1600" dirty="0"/>
          </a:p>
        </p:txBody>
      </p:sp>
      <p:sp>
        <p:nvSpPr>
          <p:cNvPr id="25" name="Claim 4 arrow"/>
          <p:cNvSpPr/>
          <p:nvPr/>
        </p:nvSpPr>
        <p:spPr>
          <a:xfrm>
            <a:off x="4572000" y="4517136"/>
            <a:ext cx="457200" cy="0"/>
          </a:xfrm>
          <a:prstGeom prst="line">
            <a:avLst/>
          </a:prstGeom>
          <a:noFill/>
          <a:ln w="22225">
            <a:solidFill>
              <a:schemeClr val="accent5"/>
            </a:solidFill>
            <a:prstDash val="solid"/>
            <a:tailEnd type="triangle"/>
          </a:ln>
        </p:spPr>
      </p:sp>
      <p:sp>
        <p:nvSpPr>
          <p:cNvPr id="26" name="Evidence 4 card"/>
          <p:cNvSpPr/>
          <p:nvPr/>
        </p:nvSpPr>
        <p:spPr>
          <a:xfrm>
            <a:off x="5166360" y="4114800"/>
            <a:ext cx="6476695" cy="804672"/>
          </a:xfrm>
          <a:prstGeom prst="roundRect">
            <a:avLst>
              <a:gd name="adj" fmla="val 9091"/>
            </a:avLst>
          </a:prstGeom>
          <a:solidFill>
            <a:schemeClr val="bg2"/>
          </a:solidFill>
          <a:ln/>
        </p:spPr>
      </p:sp>
      <p:sp>
        <p:nvSpPr>
          <p:cNvPr id="27" name="Evidence 4"/>
          <p:cNvSpPr txBox="1"/>
          <p:nvPr/>
        </p:nvSpPr>
        <p:spPr>
          <a:xfrm>
            <a:off x="5394960" y="4114800"/>
            <a:ext cx="6019495" cy="804672"/>
          </a:xfrm>
          <a:prstGeom prst="rect">
            <a:avLst/>
          </a:prstGeom>
          <a:noFill/>
          <a:ln/>
        </p:spPr>
        <p:txBody>
          <a:bodyPr wrap="square" lIns="0" tIns="0" rIns="0" bIns="0" rtlCol="0" anchor="ctr"/>
          <a:lstStyle/>
          <a:p>
            <a:pPr indent="0" marL="0">
              <a:buNone/>
            </a:pPr>
            <a:r>
              <a:rPr lang="en-US" sz="1400" dirty="0">
                <a:solidFill>
                  <a:schemeClr val="tx1"/>
                </a:solidFill>
              </a:rPr>
              <a:t>Z1 (Y1 + residual-adaptive sampling): </a:t>
            </a:r>
            <a:pPr indent="0" marL="0">
              <a:buNone/>
            </a:pPr>
            <a:r>
              <a:rPr lang="en-US" sz="1400" b="1" dirty="0">
                <a:solidFill>
                  <a:schemeClr val="tx1"/>
                </a:solidFill>
              </a:rPr>
              <a:t>1.6 cycles</a:t>
            </a:r>
            <a:pPr indent="0" marL="0">
              <a:buNone/>
            </a:pPr>
            <a:r>
              <a:rPr lang="en-US" sz="1400" dirty="0">
                <a:solidFill>
                  <a:schemeClr val="tx1"/>
                </a:solidFill>
              </a:rPr>
              <a:t>, then collapse — no long-time oscillation.</a:t>
            </a:r>
            <a:endParaRPr lang="en-US" sz="1400" dirty="0"/>
          </a:p>
        </p:txBody>
      </p:sp>
      <p:sp>
        <p:nvSpPr>
          <p:cNvPr id="28" name="Status box"/>
          <p:cNvSpPr/>
          <p:nvPr/>
        </p:nvSpPr>
        <p:spPr>
          <a:xfrm>
            <a:off x="548640" y="5138928"/>
            <a:ext cx="11094415" cy="914400"/>
          </a:xfrm>
          <a:prstGeom prst="roundRect">
            <a:avLst>
              <a:gd name="adj" fmla="val 8000"/>
            </a:avLst>
          </a:prstGeom>
          <a:solidFill>
            <a:srgbClr val="FBEDEA"/>
          </a:solidFill>
          <a:ln w="25400">
            <a:solidFill>
              <a:schemeClr val="accent4"/>
            </a:solidFill>
            <a:prstDash val="solid"/>
          </a:ln>
        </p:spPr>
      </p:sp>
      <p:sp>
        <p:nvSpPr>
          <p:cNvPr id="29" name="Status text"/>
          <p:cNvSpPr txBox="1"/>
          <p:nvPr/>
        </p:nvSpPr>
        <p:spPr>
          <a:xfrm>
            <a:off x="822960" y="5138928"/>
            <a:ext cx="10545775" cy="914400"/>
          </a:xfrm>
          <a:prstGeom prst="rect">
            <a:avLst/>
          </a:prstGeom>
          <a:noFill/>
          <a:ln/>
        </p:spPr>
        <p:txBody>
          <a:bodyPr wrap="square" lIns="0" tIns="0" rIns="0" bIns="0" rtlCol="0" anchor="ctr"/>
          <a:lstStyle/>
          <a:p>
            <a:pPr indent="0" marL="0">
              <a:buNone/>
            </a:pPr>
            <a:r>
              <a:rPr lang="en-US" sz="2000" b="1" dirty="0">
                <a:solidFill>
                  <a:schemeClr val="accent4"/>
                </a:solidFill>
                <a:latin typeface="Cambria" pitchFamily="34" charset="0"/>
                <a:ea typeface="Cambria" pitchFamily="34" charset="-122"/>
                <a:cs typeface="Cambria" pitchFamily="34" charset="-120"/>
              </a:rPr>
              <a:t>5   STATUS: NO VALIDATED OPTIMIZED PINN YET</a:t>
            </a:r>
            <a:endParaRPr lang="en-US" sz="1400" dirty="0"/>
          </a:p>
          <a:p>
            <a:pPr indent="0" marL="0">
              <a:buNone/>
            </a:pPr>
            <a:r>
              <a:rPr lang="en-US" sz="1300" dirty="0">
                <a:solidFill>
                  <a:schemeClr val="tx1"/>
                </a:solidFill>
              </a:rPr>
              <a:t>Best tested (Z4-20K): 8.1 of 20.6 cycles, L2 0.263, still over-damped. Full-window reproduction was not achieved.</a:t>
            </a:r>
            <a:endParaRPr lang="en-US" sz="1400" dirty="0"/>
          </a:p>
        </p:txBody>
      </p:sp>
      <p:sp>
        <p:nvSpPr>
          <p:cNvPr id="25" name="Slide Number Placeholder 0"/>
          <p:cNvSpPr>
            <a:spLocks noGrp="1"/>
          </p:cNvSpPr>
          <p:nvPr>
            <p:ph type="sldNum" sz="quarter" idx="4294967295"/>
          </p:nvPr>
        </p:nvSpPr>
        <p:spPr>
          <a:xfrm>
            <a:off x="11094415" y="647395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THE COMPUTE STORY</a:t>
            </a:r>
            <a:endParaRPr lang="en-US" sz="1200" dirty="0"/>
          </a:p>
        </p:txBody>
      </p:sp>
      <p:sp>
        <p:nvSpPr>
          <p:cNvPr id="3" name="Text 0"/>
          <p:cNvSpPr/>
          <p:nvPr>
            <p:ph idx="101" type="title" hasCustomPrompt="1"/>
          </p:nvPr>
        </p:nvSpPr>
        <p:spPr>
          <a:xfrm>
            <a:off x="548640" y="548640"/>
            <a:ext cx="11094415" cy="6400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More physics computation helps — but not enough yet</a:t>
            </a:r>
            <a:endParaRPr lang="en-US" sz="3000" dirty="0"/>
          </a:p>
        </p:txBody>
      </p:sp>
      <p:graphicFrame>
        <p:nvGraphicFramePr>
          <p:cNvPr id="4" name="Persistence vs PDE evaluations chart" descr=""/>
          <p:cNvGraphicFramePr/>
          <p:nvPr/>
        </p:nvGraphicFramePr>
        <p:xfrm>
          <a:off x="548640" y="1371600"/>
          <a:ext cx="6766560" cy="4892040"/>
        </p:xfrm>
        <a:graphic xmlns:a="http://schemas.openxmlformats.org/drawingml/2006/main">
          <a:graphicData uri="http://schemas.openxmlformats.org/drawingml/2006/chart">
            <c:chart xmlns:c="http://schemas.openxmlformats.org/drawingml/2006/chart" r:id="rId1"/>
          </a:graphicData>
        </a:graphic>
      </p:graphicFrame>
      <p:sp>
        <p:nvSpPr>
          <p:cNvPr id="5" name="Target tile"/>
          <p:cNvSpPr/>
          <p:nvPr/>
        </p:nvSpPr>
        <p:spPr>
          <a:xfrm>
            <a:off x="7635240" y="1371600"/>
            <a:ext cx="1889608" cy="1325880"/>
          </a:xfrm>
          <a:prstGeom prst="roundRect">
            <a:avLst>
              <a:gd name="adj" fmla="val 5517"/>
            </a:avLst>
          </a:prstGeom>
          <a:solidFill>
            <a:schemeClr val="bg2"/>
          </a:solidFill>
          <a:ln/>
        </p:spPr>
      </p:sp>
      <p:sp>
        <p:nvSpPr>
          <p:cNvPr id="6" name="Target tile text"/>
          <p:cNvSpPr txBox="1"/>
          <p:nvPr/>
        </p:nvSpPr>
        <p:spPr>
          <a:xfrm>
            <a:off x="7772400" y="1463040"/>
            <a:ext cx="1615288" cy="1188720"/>
          </a:xfrm>
          <a:prstGeom prst="rect">
            <a:avLst/>
          </a:prstGeom>
          <a:noFill/>
          <a:ln/>
        </p:spPr>
        <p:txBody>
          <a:bodyPr wrap="square" lIns="0" tIns="0" rIns="0" bIns="0" rtlCol="0" anchor="t"/>
          <a:lstStyle/>
          <a:p>
            <a:pPr indent="0" marL="0">
              <a:buNone/>
            </a:pPr>
            <a:r>
              <a:rPr lang="en-US" sz="3400" b="1" dirty="0">
                <a:solidFill>
                  <a:schemeClr val="tx2"/>
                </a:solidFill>
                <a:latin typeface="Cambria" pitchFamily="34" charset="0"/>
                <a:ea typeface="Cambria" pitchFamily="34" charset="-122"/>
                <a:cs typeface="Cambria" pitchFamily="34" charset="-120"/>
              </a:rPr>
              <a:t>≈ 20.6</a:t>
            </a:r>
            <a:endParaRPr lang="en-US" sz="1400" dirty="0"/>
          </a:p>
          <a:p>
            <a:pPr indent="0" marL="0">
              <a:buNone/>
            </a:pPr>
            <a:r>
              <a:rPr lang="en-US" sz="1100" b="1" dirty="0">
                <a:solidFill>
                  <a:schemeClr val="tx2"/>
                </a:solidFill>
              </a:rPr>
              <a:t>FULL-WINDOW TARGET (cycles)</a:t>
            </a:r>
            <a:endParaRPr lang="en-US" sz="1400" dirty="0"/>
          </a:p>
        </p:txBody>
      </p:sp>
      <p:sp>
        <p:nvSpPr>
          <p:cNvPr id="7" name="Best tile"/>
          <p:cNvSpPr/>
          <p:nvPr/>
        </p:nvSpPr>
        <p:spPr>
          <a:xfrm>
            <a:off x="9753448" y="1371600"/>
            <a:ext cx="1889608" cy="1325880"/>
          </a:xfrm>
          <a:prstGeom prst="roundRect">
            <a:avLst>
              <a:gd name="adj" fmla="val 5517"/>
            </a:avLst>
          </a:prstGeom>
          <a:solidFill>
            <a:srgbClr val="FDF0E9"/>
          </a:solidFill>
          <a:ln/>
        </p:spPr>
      </p:sp>
      <p:sp>
        <p:nvSpPr>
          <p:cNvPr id="8" name="Best tile text"/>
          <p:cNvSpPr txBox="1"/>
          <p:nvPr/>
        </p:nvSpPr>
        <p:spPr>
          <a:xfrm>
            <a:off x="9890608" y="1463040"/>
            <a:ext cx="1615288" cy="1188720"/>
          </a:xfrm>
          <a:prstGeom prst="rect">
            <a:avLst/>
          </a:prstGeom>
          <a:noFill/>
          <a:ln/>
        </p:spPr>
        <p:txBody>
          <a:bodyPr wrap="square" lIns="0" tIns="0" rIns="0" bIns="0" rtlCol="0" anchor="t"/>
          <a:lstStyle/>
          <a:p>
            <a:pPr indent="0" marL="0">
              <a:buNone/>
            </a:pPr>
            <a:r>
              <a:rPr lang="en-US" sz="3400" b="1" dirty="0">
                <a:solidFill>
                  <a:schemeClr val="accent1"/>
                </a:solidFill>
                <a:latin typeface="Cambria" pitchFamily="34" charset="0"/>
                <a:ea typeface="Cambria" pitchFamily="34" charset="-122"/>
                <a:cs typeface="Cambria" pitchFamily="34" charset="-120"/>
              </a:rPr>
              <a:t>≈ 8.1</a:t>
            </a:r>
            <a:endParaRPr lang="en-US" sz="1400" dirty="0"/>
          </a:p>
          <a:p>
            <a:pPr indent="0" marL="0">
              <a:buNone/>
            </a:pPr>
            <a:r>
              <a:rPr lang="en-US" sz="1100" b="1" dirty="0">
                <a:solidFill>
                  <a:schemeClr val="accent1"/>
                </a:solidFill>
              </a:rPr>
              <a:t>BEST TESTED (cycles)</a:t>
            </a:r>
            <a:endParaRPr lang="en-US" sz="1400" dirty="0"/>
          </a:p>
        </p:txBody>
      </p:sp>
      <p:sp>
        <p:nvSpPr>
          <p:cNvPr id="9" name="Z4-20K card"/>
          <p:cNvSpPr/>
          <p:nvPr/>
        </p:nvSpPr>
        <p:spPr>
          <a:xfrm>
            <a:off x="7635240" y="2880360"/>
            <a:ext cx="4007815" cy="1508760"/>
          </a:xfrm>
          <a:prstGeom prst="roundRect">
            <a:avLst>
              <a:gd name="adj" fmla="val 4848"/>
            </a:avLst>
          </a:prstGeom>
          <a:solidFill>
            <a:schemeClr val="tx1"/>
          </a:solidFill>
          <a:ln/>
        </p:spPr>
      </p:sp>
      <p:sp>
        <p:nvSpPr>
          <p:cNvPr id="10" name="Z4-20K facts"/>
          <p:cNvSpPr txBox="1"/>
          <p:nvPr/>
        </p:nvSpPr>
        <p:spPr>
          <a:xfrm>
            <a:off x="7863840" y="2971800"/>
            <a:ext cx="3550615" cy="1371600"/>
          </a:xfrm>
          <a:prstGeom prst="rect">
            <a:avLst/>
          </a:prstGeom>
          <a:noFill/>
          <a:ln/>
        </p:spPr>
        <p:txBody>
          <a:bodyPr wrap="square" lIns="0" tIns="0" rIns="0" bIns="0" rtlCol="0" anchor="t"/>
          <a:lstStyle/>
          <a:p>
            <a:pPr indent="0" marL="0">
              <a:buNone/>
            </a:pPr>
            <a:r>
              <a:rPr lang="en-US" sz="1400" b="1" dirty="0">
                <a:solidFill>
                  <a:schemeClr val="accent1"/>
                </a:solidFill>
              </a:rPr>
              <a:t>Z4-20K, the best tested model</a:t>
            </a:r>
            <a:endParaRPr lang="en-US" sz="1400" dirty="0"/>
          </a:p>
          <a:p>
            <a:pPr indent="0" marL="0">
              <a:buNone/>
            </a:pPr>
            <a:r>
              <a:rPr lang="en-US" sz="1400" dirty="0">
                <a:solidFill>
                  <a:schemeClr val="bg1"/>
                </a:solidFill>
              </a:rPr>
              <a:t>2.56M PDE evaluations · L2 0.263</a:t>
            </a:r>
            <a:endParaRPr lang="en-US" sz="1400" dirty="0"/>
          </a:p>
          <a:p>
            <a:pPr indent="0" marL="0">
              <a:buNone/>
            </a:pPr>
            <a:r>
              <a:rPr lang="en-US" sz="1400" dirty="0">
                <a:solidFill>
                  <a:schemeClr val="bg1"/>
                </a:solidFill>
              </a:rPr>
              <a:t>≈ 8.1 cycles · collapse at 0.393 s</a:t>
            </a:r>
            <a:endParaRPr lang="en-US" sz="1400" dirty="0"/>
          </a:p>
          <a:p>
            <a:pPr indent="0" marL="0">
              <a:buNone/>
            </a:pPr>
            <a:r>
              <a:rPr lang="en-US" sz="1400" dirty="0">
                <a:solidFill>
                  <a:schemeClr val="bg1"/>
                </a:solidFill>
              </a:rPr>
              <a:t>frequency ≈ 129.2 rad/s (exact 129.32)</a:t>
            </a:r>
            <a:endParaRPr lang="en-US" sz="1400" dirty="0"/>
          </a:p>
        </p:txBody>
      </p:sp>
      <p:sp>
        <p:nvSpPr>
          <p:cNvPr id="11" name="Paper comparison note"/>
          <p:cNvSpPr txBox="1"/>
          <p:nvPr/>
        </p:nvSpPr>
        <p:spPr>
          <a:xfrm>
            <a:off x="7635240" y="4572000"/>
            <a:ext cx="4007815" cy="960120"/>
          </a:xfrm>
          <a:prstGeom prst="rect">
            <a:avLst/>
          </a:prstGeom>
          <a:noFill/>
          <a:ln/>
        </p:spPr>
        <p:txBody>
          <a:bodyPr wrap="square" lIns="0" tIns="0" rIns="0" bIns="0" rtlCol="0" anchor="t"/>
          <a:lstStyle/>
          <a:p>
            <a:pPr indent="0" marL="0">
              <a:buNone/>
            </a:pPr>
            <a:r>
              <a:rPr lang="en-US" sz="1200" b="1" dirty="0">
                <a:solidFill>
                  <a:schemeClr val="tx2"/>
                </a:solidFill>
              </a:rPr>
              <a:t>Not the same budget as the paper. </a:t>
            </a:r>
            <a:pPr indent="0" marL="0">
              <a:buNone/>
            </a:pPr>
            <a:r>
              <a:rPr lang="en-US" sz="1200" dirty="0">
                <a:solidFill>
                  <a:schemeClr val="tx2"/>
                </a:solidFill>
              </a:rPr>
              <a:t>The paper reports L2 ≈ 4.64 × 10⁻⁴ after its full schedule (≈ 2.88 × 10⁷ PDE evaluations by our reading of it); our best tested is L2 0.263 at 2.56 × 10⁶.</a:t>
            </a:r>
            <a:endParaRPr lang="en-US" sz="1200" dirty="0"/>
          </a:p>
        </p:txBody>
      </p:sp>
      <p:sp>
        <p:nvSpPr>
          <p:cNvPr id="12" name="Slide conclusion"/>
          <p:cNvSpPr txBox="1"/>
          <p:nvPr/>
        </p:nvSpPr>
        <p:spPr>
          <a:xfrm>
            <a:off x="7635240" y="5669280"/>
            <a:ext cx="4007815" cy="594360"/>
          </a:xfrm>
          <a:prstGeom prst="rect">
            <a:avLst/>
          </a:prstGeom>
          <a:noFill/>
          <a:ln/>
        </p:spPr>
        <p:txBody>
          <a:bodyPr wrap="square" lIns="0" tIns="0" rIns="0" bIns="0" rtlCol="0" anchor="t"/>
          <a:lstStyle/>
          <a:p>
            <a:pPr indent="0" marL="0">
              <a:buNone/>
            </a:pPr>
            <a:r>
              <a:rPr lang="en-US" sz="1500" b="1" dirty="0">
                <a:solidFill>
                  <a:schemeClr val="tx1"/>
                </a:solidFill>
              </a:rPr>
              <a:t>Clearly helps; the full-window threshold has not been crossed.</a:t>
            </a:r>
            <a:endParaRPr lang="en-US" sz="1500" dirty="0"/>
          </a:p>
        </p:txBody>
      </p:sp>
      <p:sp>
        <p:nvSpPr>
          <p:cNvPr id="25" name="Slide Number Placeholder 0"/>
          <p:cNvSpPr>
            <a:spLocks noGrp="1"/>
          </p:cNvSpPr>
          <p:nvPr>
            <p:ph type="sldNum" sz="quarter" idx="4294967295"/>
          </p:nvPr>
        </p:nvSpPr>
        <p:spPr>
          <a:xfrm>
            <a:off x="11094415" y="647395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WHAT WE ARE DOING NOW</a:t>
            </a:r>
            <a:endParaRPr lang="en-US" sz="1200" dirty="0"/>
          </a:p>
        </p:txBody>
      </p:sp>
      <p:sp>
        <p:nvSpPr>
          <p:cNvPr id="3" name="Text 0"/>
          <p:cNvSpPr/>
          <p:nvPr>
            <p:ph idx="101" type="title" hasCustomPrompt="1"/>
          </p:nvPr>
        </p:nvSpPr>
        <p:spPr>
          <a:xfrm>
            <a:off x="548640" y="548640"/>
            <a:ext cx="11094415" cy="6400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Batch 2: From PINN Optimization to a General Physics Solver</a:t>
            </a:r>
            <a:endParaRPr lang="en-US" sz="3000" dirty="0"/>
          </a:p>
        </p:txBody>
      </p:sp>
      <p:sp>
        <p:nvSpPr>
          <p:cNvPr id="4" name="Stage 1"/>
          <p:cNvSpPr/>
          <p:nvPr/>
        </p:nvSpPr>
        <p:spPr>
          <a:xfrm>
            <a:off x="548640" y="1371600"/>
            <a:ext cx="3200400" cy="393192"/>
          </a:xfrm>
          <a:prstGeom prst="roundRect">
            <a:avLst>
              <a:gd name="adj" fmla="val 13953"/>
            </a:avLst>
          </a:prstGeom>
          <a:solidFill>
            <a:schemeClr val="tx1"/>
          </a:solidFill>
          <a:ln/>
        </p:spPr>
      </p:sp>
      <p:sp>
        <p:nvSpPr>
          <p:cNvPr id="5" name="Stage 1 text"/>
          <p:cNvSpPr txBox="1"/>
          <p:nvPr/>
        </p:nvSpPr>
        <p:spPr>
          <a:xfrm>
            <a:off x="548640" y="1371600"/>
            <a:ext cx="3200400" cy="393192"/>
          </a:xfrm>
          <a:prstGeom prst="rect">
            <a:avLst/>
          </a:prstGeom>
          <a:noFill/>
          <a:ln/>
        </p:spPr>
        <p:txBody>
          <a:bodyPr wrap="square" lIns="0" tIns="0" rIns="0" bIns="0" rtlCol="0" anchor="ctr"/>
          <a:lstStyle/>
          <a:p>
            <a:pPr algn="ctr" indent="0" marL="0">
              <a:buNone/>
            </a:pPr>
            <a:r>
              <a:rPr lang="en-US" sz="1300" b="1" spc="100" kern="0" dirty="0">
                <a:solidFill>
                  <a:schemeClr val="bg1"/>
                </a:solidFill>
              </a:rPr>
              <a:t>PHYSICAL PROBLEM</a:t>
            </a:r>
            <a:endParaRPr lang="en-US" sz="1300" dirty="0"/>
          </a:p>
        </p:txBody>
      </p:sp>
      <p:sp>
        <p:nvSpPr>
          <p:cNvPr id="6" name="Stage arrow 1"/>
          <p:cNvSpPr/>
          <p:nvPr/>
        </p:nvSpPr>
        <p:spPr>
          <a:xfrm>
            <a:off x="2148840" y="1773936"/>
            <a:ext cx="0" cy="128016"/>
          </a:xfrm>
          <a:prstGeom prst="line">
            <a:avLst/>
          </a:prstGeom>
          <a:noFill/>
          <a:ln w="19050">
            <a:solidFill>
              <a:schemeClr val="accent5"/>
            </a:solidFill>
            <a:prstDash val="solid"/>
            <a:tailEnd type="triangle"/>
          </a:ln>
        </p:spPr>
      </p:sp>
      <p:sp>
        <p:nvSpPr>
          <p:cNvPr id="7" name="Stage 2"/>
          <p:cNvSpPr/>
          <p:nvPr/>
        </p:nvSpPr>
        <p:spPr>
          <a:xfrm>
            <a:off x="548640" y="1920240"/>
            <a:ext cx="3200400" cy="393192"/>
          </a:xfrm>
          <a:prstGeom prst="roundRect">
            <a:avLst>
              <a:gd name="adj" fmla="val 13953"/>
            </a:avLst>
          </a:prstGeom>
          <a:solidFill>
            <a:schemeClr val="bg2"/>
          </a:solidFill>
          <a:ln/>
        </p:spPr>
      </p:sp>
      <p:sp>
        <p:nvSpPr>
          <p:cNvPr id="8" name="Stage 2 text"/>
          <p:cNvSpPr txBox="1"/>
          <p:nvPr/>
        </p:nvSpPr>
        <p:spPr>
          <a:xfrm>
            <a:off x="548640" y="1920240"/>
            <a:ext cx="3200400" cy="393192"/>
          </a:xfrm>
          <a:prstGeom prst="rect">
            <a:avLst/>
          </a:prstGeom>
          <a:noFill/>
          <a:ln/>
        </p:spPr>
        <p:txBody>
          <a:bodyPr wrap="square" lIns="0" tIns="0" rIns="0" bIns="0" rtlCol="0" anchor="ctr"/>
          <a:lstStyle/>
          <a:p>
            <a:pPr algn="ctr" indent="0" marL="0">
              <a:buNone/>
            </a:pPr>
            <a:r>
              <a:rPr lang="en-US" sz="1300" b="1" spc="100" kern="0" dirty="0">
                <a:solidFill>
                  <a:schemeClr val="tx1"/>
                </a:solidFill>
              </a:rPr>
              <a:t>PHYSICS ANALYSIS</a:t>
            </a:r>
            <a:endParaRPr lang="en-US" sz="1300" dirty="0"/>
          </a:p>
        </p:txBody>
      </p:sp>
      <p:sp>
        <p:nvSpPr>
          <p:cNvPr id="9" name="Stage arrow 2"/>
          <p:cNvSpPr/>
          <p:nvPr/>
        </p:nvSpPr>
        <p:spPr>
          <a:xfrm>
            <a:off x="2148840" y="2322576"/>
            <a:ext cx="0" cy="128016"/>
          </a:xfrm>
          <a:prstGeom prst="line">
            <a:avLst/>
          </a:prstGeom>
          <a:noFill/>
          <a:ln w="19050">
            <a:solidFill>
              <a:schemeClr val="accent5"/>
            </a:solidFill>
            <a:prstDash val="solid"/>
            <a:tailEnd type="triangle"/>
          </a:ln>
        </p:spPr>
      </p:sp>
      <p:sp>
        <p:nvSpPr>
          <p:cNvPr id="10" name="Stage 3"/>
          <p:cNvSpPr/>
          <p:nvPr/>
        </p:nvSpPr>
        <p:spPr>
          <a:xfrm>
            <a:off x="548640" y="2468880"/>
            <a:ext cx="3200400" cy="393192"/>
          </a:xfrm>
          <a:prstGeom prst="roundRect">
            <a:avLst>
              <a:gd name="adj" fmla="val 13953"/>
            </a:avLst>
          </a:prstGeom>
          <a:solidFill>
            <a:schemeClr val="bg2"/>
          </a:solidFill>
          <a:ln/>
        </p:spPr>
      </p:sp>
      <p:sp>
        <p:nvSpPr>
          <p:cNvPr id="11" name="Stage 3 text"/>
          <p:cNvSpPr txBox="1"/>
          <p:nvPr/>
        </p:nvSpPr>
        <p:spPr>
          <a:xfrm>
            <a:off x="548640" y="2468880"/>
            <a:ext cx="3200400" cy="393192"/>
          </a:xfrm>
          <a:prstGeom prst="rect">
            <a:avLst/>
          </a:prstGeom>
          <a:noFill/>
          <a:ln/>
        </p:spPr>
        <p:txBody>
          <a:bodyPr wrap="square" lIns="0" tIns="0" rIns="0" bIns="0" rtlCol="0" anchor="ctr"/>
          <a:lstStyle/>
          <a:p>
            <a:pPr algn="ctr" indent="0" marL="0">
              <a:buNone/>
            </a:pPr>
            <a:r>
              <a:rPr lang="en-US" sz="1300" b="1" spc="100" kern="0" dirty="0">
                <a:solidFill>
                  <a:schemeClr val="tx1"/>
                </a:solidFill>
              </a:rPr>
              <a:t>CONDITIONING</a:t>
            </a:r>
            <a:endParaRPr lang="en-US" sz="1300" dirty="0"/>
          </a:p>
        </p:txBody>
      </p:sp>
      <p:sp>
        <p:nvSpPr>
          <p:cNvPr id="12" name="Stage arrow 3"/>
          <p:cNvSpPr/>
          <p:nvPr/>
        </p:nvSpPr>
        <p:spPr>
          <a:xfrm>
            <a:off x="2148840" y="2871216"/>
            <a:ext cx="0" cy="128016"/>
          </a:xfrm>
          <a:prstGeom prst="line">
            <a:avLst/>
          </a:prstGeom>
          <a:noFill/>
          <a:ln w="19050">
            <a:solidFill>
              <a:schemeClr val="accent5"/>
            </a:solidFill>
            <a:prstDash val="solid"/>
            <a:tailEnd type="triangle"/>
          </a:ln>
        </p:spPr>
      </p:sp>
      <p:sp>
        <p:nvSpPr>
          <p:cNvPr id="13" name="Stage 4"/>
          <p:cNvSpPr/>
          <p:nvPr/>
        </p:nvSpPr>
        <p:spPr>
          <a:xfrm>
            <a:off x="548640" y="3017520"/>
            <a:ext cx="3200400" cy="393192"/>
          </a:xfrm>
          <a:prstGeom prst="roundRect">
            <a:avLst>
              <a:gd name="adj" fmla="val 13953"/>
            </a:avLst>
          </a:prstGeom>
          <a:solidFill>
            <a:schemeClr val="bg2"/>
          </a:solidFill>
          <a:ln/>
        </p:spPr>
      </p:sp>
      <p:sp>
        <p:nvSpPr>
          <p:cNvPr id="14" name="Stage 4 text"/>
          <p:cNvSpPr txBox="1"/>
          <p:nvPr/>
        </p:nvSpPr>
        <p:spPr>
          <a:xfrm>
            <a:off x="548640" y="3017520"/>
            <a:ext cx="3200400" cy="393192"/>
          </a:xfrm>
          <a:prstGeom prst="rect">
            <a:avLst/>
          </a:prstGeom>
          <a:noFill/>
          <a:ln/>
        </p:spPr>
        <p:txBody>
          <a:bodyPr wrap="square" lIns="0" tIns="0" rIns="0" bIns="0" rtlCol="0" anchor="ctr"/>
          <a:lstStyle/>
          <a:p>
            <a:pPr algn="ctr" indent="0" marL="0">
              <a:buNone/>
            </a:pPr>
            <a:r>
              <a:rPr lang="en-US" sz="1300" b="1" spc="100" kern="0" dirty="0">
                <a:solidFill>
                  <a:schemeClr val="tx1"/>
                </a:solidFill>
              </a:rPr>
              <a:t>FORMULATION</a:t>
            </a:r>
            <a:endParaRPr lang="en-US" sz="1300" dirty="0"/>
          </a:p>
        </p:txBody>
      </p:sp>
      <p:sp>
        <p:nvSpPr>
          <p:cNvPr id="15" name="Stage arrow 4"/>
          <p:cNvSpPr/>
          <p:nvPr/>
        </p:nvSpPr>
        <p:spPr>
          <a:xfrm>
            <a:off x="2148840" y="3419856"/>
            <a:ext cx="0" cy="128016"/>
          </a:xfrm>
          <a:prstGeom prst="line">
            <a:avLst/>
          </a:prstGeom>
          <a:noFill/>
          <a:ln w="19050">
            <a:solidFill>
              <a:schemeClr val="accent5"/>
            </a:solidFill>
            <a:prstDash val="solid"/>
            <a:tailEnd type="triangle"/>
          </a:ln>
        </p:spPr>
      </p:sp>
      <p:sp>
        <p:nvSpPr>
          <p:cNvPr id="16" name="Stage 5"/>
          <p:cNvSpPr/>
          <p:nvPr/>
        </p:nvSpPr>
        <p:spPr>
          <a:xfrm>
            <a:off x="548640" y="3566160"/>
            <a:ext cx="3200400" cy="393192"/>
          </a:xfrm>
          <a:prstGeom prst="roundRect">
            <a:avLst>
              <a:gd name="adj" fmla="val 13953"/>
            </a:avLst>
          </a:prstGeom>
          <a:solidFill>
            <a:schemeClr val="bg2"/>
          </a:solidFill>
          <a:ln/>
        </p:spPr>
      </p:sp>
      <p:sp>
        <p:nvSpPr>
          <p:cNvPr id="17" name="Stage 5 text"/>
          <p:cNvSpPr txBox="1"/>
          <p:nvPr/>
        </p:nvSpPr>
        <p:spPr>
          <a:xfrm>
            <a:off x="548640" y="3566160"/>
            <a:ext cx="3200400" cy="393192"/>
          </a:xfrm>
          <a:prstGeom prst="rect">
            <a:avLst/>
          </a:prstGeom>
          <a:noFill/>
          <a:ln/>
        </p:spPr>
        <p:txBody>
          <a:bodyPr wrap="square" lIns="0" tIns="0" rIns="0" bIns="0" rtlCol="0" anchor="ctr"/>
          <a:lstStyle/>
          <a:p>
            <a:pPr algn="ctr" indent="0" marL="0">
              <a:buNone/>
            </a:pPr>
            <a:r>
              <a:rPr lang="en-US" sz="1300" b="1" spc="100" kern="0" dirty="0">
                <a:solidFill>
                  <a:schemeClr val="tx1"/>
                </a:solidFill>
              </a:rPr>
              <a:t>REPRESENTATION</a:t>
            </a:r>
            <a:endParaRPr lang="en-US" sz="1300" dirty="0"/>
          </a:p>
        </p:txBody>
      </p:sp>
      <p:sp>
        <p:nvSpPr>
          <p:cNvPr id="18" name="Stage arrow 5"/>
          <p:cNvSpPr/>
          <p:nvPr/>
        </p:nvSpPr>
        <p:spPr>
          <a:xfrm>
            <a:off x="2148840" y="3968496"/>
            <a:ext cx="0" cy="128016"/>
          </a:xfrm>
          <a:prstGeom prst="line">
            <a:avLst/>
          </a:prstGeom>
          <a:noFill/>
          <a:ln w="19050">
            <a:solidFill>
              <a:schemeClr val="accent5"/>
            </a:solidFill>
            <a:prstDash val="solid"/>
            <a:tailEnd type="triangle"/>
          </a:ln>
        </p:spPr>
      </p:sp>
      <p:sp>
        <p:nvSpPr>
          <p:cNvPr id="19" name="Stage 6"/>
          <p:cNvSpPr/>
          <p:nvPr/>
        </p:nvSpPr>
        <p:spPr>
          <a:xfrm>
            <a:off x="548640" y="4114800"/>
            <a:ext cx="3200400" cy="393192"/>
          </a:xfrm>
          <a:prstGeom prst="roundRect">
            <a:avLst>
              <a:gd name="adj" fmla="val 13953"/>
            </a:avLst>
          </a:prstGeom>
          <a:solidFill>
            <a:schemeClr val="bg2"/>
          </a:solidFill>
          <a:ln/>
        </p:spPr>
      </p:sp>
      <p:sp>
        <p:nvSpPr>
          <p:cNvPr id="20" name="Stage 6 text"/>
          <p:cNvSpPr txBox="1"/>
          <p:nvPr/>
        </p:nvSpPr>
        <p:spPr>
          <a:xfrm>
            <a:off x="548640" y="4114800"/>
            <a:ext cx="3200400" cy="393192"/>
          </a:xfrm>
          <a:prstGeom prst="rect">
            <a:avLst/>
          </a:prstGeom>
          <a:noFill/>
          <a:ln/>
        </p:spPr>
        <p:txBody>
          <a:bodyPr wrap="square" lIns="0" tIns="0" rIns="0" bIns="0" rtlCol="0" anchor="ctr"/>
          <a:lstStyle/>
          <a:p>
            <a:pPr algn="ctr" indent="0" marL="0">
              <a:buNone/>
            </a:pPr>
            <a:r>
              <a:rPr lang="en-US" sz="1300" b="1" spc="100" kern="0" dirty="0">
                <a:solidFill>
                  <a:schemeClr val="tx1"/>
                </a:solidFill>
              </a:rPr>
              <a:t>TRAINING STRATEGY</a:t>
            </a:r>
            <a:endParaRPr lang="en-US" sz="1300" dirty="0"/>
          </a:p>
        </p:txBody>
      </p:sp>
      <p:sp>
        <p:nvSpPr>
          <p:cNvPr id="21" name="Stage arrow 6"/>
          <p:cNvSpPr/>
          <p:nvPr/>
        </p:nvSpPr>
        <p:spPr>
          <a:xfrm>
            <a:off x="2148840" y="4517136"/>
            <a:ext cx="0" cy="128016"/>
          </a:xfrm>
          <a:prstGeom prst="line">
            <a:avLst/>
          </a:prstGeom>
          <a:noFill/>
          <a:ln w="19050">
            <a:solidFill>
              <a:schemeClr val="accent5"/>
            </a:solidFill>
            <a:prstDash val="solid"/>
            <a:tailEnd type="triangle"/>
          </a:ln>
        </p:spPr>
      </p:sp>
      <p:sp>
        <p:nvSpPr>
          <p:cNvPr id="22" name="Stage 7"/>
          <p:cNvSpPr/>
          <p:nvPr/>
        </p:nvSpPr>
        <p:spPr>
          <a:xfrm>
            <a:off x="548640" y="4663440"/>
            <a:ext cx="3200400" cy="393192"/>
          </a:xfrm>
          <a:prstGeom prst="roundRect">
            <a:avLst>
              <a:gd name="adj" fmla="val 13953"/>
            </a:avLst>
          </a:prstGeom>
          <a:solidFill>
            <a:schemeClr val="bg2"/>
          </a:solidFill>
          <a:ln/>
        </p:spPr>
      </p:sp>
      <p:sp>
        <p:nvSpPr>
          <p:cNvPr id="23" name="Stage 7 text"/>
          <p:cNvSpPr txBox="1"/>
          <p:nvPr/>
        </p:nvSpPr>
        <p:spPr>
          <a:xfrm>
            <a:off x="548640" y="4663440"/>
            <a:ext cx="3200400" cy="393192"/>
          </a:xfrm>
          <a:prstGeom prst="rect">
            <a:avLst/>
          </a:prstGeom>
          <a:noFill/>
          <a:ln/>
        </p:spPr>
        <p:txBody>
          <a:bodyPr wrap="square" lIns="0" tIns="0" rIns="0" bIns="0" rtlCol="0" anchor="ctr"/>
          <a:lstStyle/>
          <a:p>
            <a:pPr algn="ctr" indent="0" marL="0">
              <a:buNone/>
            </a:pPr>
            <a:r>
              <a:rPr lang="en-US" sz="1300" b="1" spc="100" kern="0" dirty="0">
                <a:solidFill>
                  <a:schemeClr val="tx1"/>
                </a:solidFill>
              </a:rPr>
              <a:t>PHYSICS SOLVER</a:t>
            </a:r>
            <a:endParaRPr lang="en-US" sz="1300" dirty="0"/>
          </a:p>
        </p:txBody>
      </p:sp>
      <p:sp>
        <p:nvSpPr>
          <p:cNvPr id="24" name="Stage arrow 7"/>
          <p:cNvSpPr/>
          <p:nvPr/>
        </p:nvSpPr>
        <p:spPr>
          <a:xfrm>
            <a:off x="2148840" y="5065776"/>
            <a:ext cx="0" cy="128016"/>
          </a:xfrm>
          <a:prstGeom prst="line">
            <a:avLst/>
          </a:prstGeom>
          <a:noFill/>
          <a:ln w="19050">
            <a:solidFill>
              <a:schemeClr val="accent5"/>
            </a:solidFill>
            <a:prstDash val="solid"/>
            <a:tailEnd type="triangle"/>
          </a:ln>
        </p:spPr>
      </p:sp>
      <p:sp>
        <p:nvSpPr>
          <p:cNvPr id="25" name="Stage 8"/>
          <p:cNvSpPr/>
          <p:nvPr/>
        </p:nvSpPr>
        <p:spPr>
          <a:xfrm>
            <a:off x="548640" y="5212080"/>
            <a:ext cx="3200400" cy="393192"/>
          </a:xfrm>
          <a:prstGeom prst="roundRect">
            <a:avLst>
              <a:gd name="adj" fmla="val 13953"/>
            </a:avLst>
          </a:prstGeom>
          <a:solidFill>
            <a:schemeClr val="bg2"/>
          </a:solidFill>
          <a:ln/>
        </p:spPr>
      </p:sp>
      <p:sp>
        <p:nvSpPr>
          <p:cNvPr id="26" name="Stage 8 text"/>
          <p:cNvSpPr txBox="1"/>
          <p:nvPr/>
        </p:nvSpPr>
        <p:spPr>
          <a:xfrm>
            <a:off x="548640" y="5212080"/>
            <a:ext cx="3200400" cy="393192"/>
          </a:xfrm>
          <a:prstGeom prst="rect">
            <a:avLst/>
          </a:prstGeom>
          <a:noFill/>
          <a:ln/>
        </p:spPr>
        <p:txBody>
          <a:bodyPr wrap="square" lIns="0" tIns="0" rIns="0" bIns="0" rtlCol="0" anchor="ctr"/>
          <a:lstStyle/>
          <a:p>
            <a:pPr algn="ctr" indent="0" marL="0">
              <a:buNone/>
            </a:pPr>
            <a:r>
              <a:rPr lang="en-US" sz="1300" b="1" spc="100" kern="0" dirty="0">
                <a:solidFill>
                  <a:schemeClr val="tx1"/>
                </a:solidFill>
              </a:rPr>
              <a:t>VERIFICATION</a:t>
            </a:r>
            <a:endParaRPr lang="en-US" sz="1300" dirty="0"/>
          </a:p>
        </p:txBody>
      </p:sp>
      <p:sp>
        <p:nvSpPr>
          <p:cNvPr id="27" name="Stage arrow 8"/>
          <p:cNvSpPr/>
          <p:nvPr/>
        </p:nvSpPr>
        <p:spPr>
          <a:xfrm>
            <a:off x="2148840" y="5614416"/>
            <a:ext cx="0" cy="128016"/>
          </a:xfrm>
          <a:prstGeom prst="line">
            <a:avLst/>
          </a:prstGeom>
          <a:noFill/>
          <a:ln w="19050">
            <a:solidFill>
              <a:schemeClr val="accent5"/>
            </a:solidFill>
            <a:prstDash val="solid"/>
            <a:tailEnd type="triangle"/>
          </a:ln>
        </p:spPr>
      </p:sp>
      <p:sp>
        <p:nvSpPr>
          <p:cNvPr id="28" name="Stage 9"/>
          <p:cNvSpPr/>
          <p:nvPr/>
        </p:nvSpPr>
        <p:spPr>
          <a:xfrm>
            <a:off x="548640" y="5760720"/>
            <a:ext cx="3200400" cy="393192"/>
          </a:xfrm>
          <a:prstGeom prst="roundRect">
            <a:avLst>
              <a:gd name="adj" fmla="val 13953"/>
            </a:avLst>
          </a:prstGeom>
          <a:solidFill>
            <a:schemeClr val="accent1"/>
          </a:solidFill>
          <a:ln/>
        </p:spPr>
      </p:sp>
      <p:sp>
        <p:nvSpPr>
          <p:cNvPr id="29" name="Stage 9 text"/>
          <p:cNvSpPr txBox="1"/>
          <p:nvPr/>
        </p:nvSpPr>
        <p:spPr>
          <a:xfrm>
            <a:off x="548640" y="5760720"/>
            <a:ext cx="3200400" cy="393192"/>
          </a:xfrm>
          <a:prstGeom prst="rect">
            <a:avLst/>
          </a:prstGeom>
          <a:noFill/>
          <a:ln/>
        </p:spPr>
        <p:txBody>
          <a:bodyPr wrap="square" lIns="0" tIns="0" rIns="0" bIns="0" rtlCol="0" anchor="ctr"/>
          <a:lstStyle/>
          <a:p>
            <a:pPr algn="ctr" indent="0" marL="0">
              <a:buNone/>
            </a:pPr>
            <a:r>
              <a:rPr lang="en-US" sz="1300" b="1" spc="100" kern="0" dirty="0">
                <a:solidFill>
                  <a:schemeClr val="bg1"/>
                </a:solidFill>
              </a:rPr>
              <a:t>PHYSICS REFERENCE</a:t>
            </a:r>
            <a:endParaRPr lang="en-US" sz="1300" dirty="0"/>
          </a:p>
        </p:txBody>
      </p:sp>
      <p:sp>
        <p:nvSpPr>
          <p:cNvPr id="30" name="NOT card"/>
          <p:cNvSpPr/>
          <p:nvPr/>
        </p:nvSpPr>
        <p:spPr>
          <a:xfrm>
            <a:off x="4572000" y="1371600"/>
            <a:ext cx="3398368" cy="1325880"/>
          </a:xfrm>
          <a:prstGeom prst="roundRect">
            <a:avLst>
              <a:gd name="adj" fmla="val 5517"/>
            </a:avLst>
          </a:prstGeom>
          <a:solidFill>
            <a:schemeClr val="bg2"/>
          </a:solidFill>
          <a:ln/>
        </p:spPr>
      </p:sp>
      <p:sp>
        <p:nvSpPr>
          <p:cNvPr id="31" name="NOT text"/>
          <p:cNvSpPr txBox="1"/>
          <p:nvPr/>
        </p:nvSpPr>
        <p:spPr>
          <a:xfrm>
            <a:off x="4800600" y="1481328"/>
            <a:ext cx="2941168" cy="1143000"/>
          </a:xfrm>
          <a:prstGeom prst="rect">
            <a:avLst/>
          </a:prstGeom>
          <a:noFill/>
          <a:ln/>
        </p:spPr>
        <p:txBody>
          <a:bodyPr wrap="square" lIns="0" tIns="0" rIns="0" bIns="0" rtlCol="0" anchor="t"/>
          <a:lstStyle/>
          <a:p>
            <a:pPr indent="0" marL="0">
              <a:buNone/>
            </a:pPr>
            <a:r>
              <a:rPr lang="en-US" sz="1400" b="1" dirty="0">
                <a:solidFill>
                  <a:schemeClr val="accent4"/>
                </a:solidFill>
              </a:rPr>
              <a:t>NOT</a:t>
            </a:r>
            <a:endParaRPr lang="en-US" sz="1400" dirty="0"/>
          </a:p>
          <a:p>
            <a:pPr indent="0" marL="0">
              <a:buNone/>
            </a:pPr>
            <a:r>
              <a:rPr lang="en-US" sz="1700" b="1" dirty="0">
                <a:solidFill>
                  <a:schemeClr val="tx1"/>
                </a:solidFill>
              </a:rPr>
              <a:t>one PINN recipe for every PDE</a:t>
            </a:r>
            <a:endParaRPr lang="en-US" sz="1400" dirty="0"/>
          </a:p>
        </p:txBody>
      </p:sp>
      <p:sp>
        <p:nvSpPr>
          <p:cNvPr id="32" name="BUT card"/>
          <p:cNvSpPr/>
          <p:nvPr/>
        </p:nvSpPr>
        <p:spPr>
          <a:xfrm>
            <a:off x="8244688" y="1371600"/>
            <a:ext cx="3398368" cy="1325880"/>
          </a:xfrm>
          <a:prstGeom prst="roundRect">
            <a:avLst>
              <a:gd name="adj" fmla="val 5517"/>
            </a:avLst>
          </a:prstGeom>
          <a:solidFill>
            <a:srgbClr val="E3F3F1"/>
          </a:solidFill>
          <a:ln/>
        </p:spPr>
      </p:sp>
      <p:sp>
        <p:nvSpPr>
          <p:cNvPr id="33" name="BUT text"/>
          <p:cNvSpPr txBox="1"/>
          <p:nvPr/>
        </p:nvSpPr>
        <p:spPr>
          <a:xfrm>
            <a:off x="8473288" y="1481328"/>
            <a:ext cx="2941168" cy="1143000"/>
          </a:xfrm>
          <a:prstGeom prst="rect">
            <a:avLst/>
          </a:prstGeom>
          <a:noFill/>
          <a:ln/>
        </p:spPr>
        <p:txBody>
          <a:bodyPr wrap="square" lIns="0" tIns="0" rIns="0" bIns="0" rtlCol="0" anchor="t"/>
          <a:lstStyle/>
          <a:p>
            <a:pPr indent="0" marL="0">
              <a:buNone/>
            </a:pPr>
            <a:r>
              <a:rPr lang="en-US" sz="1400" b="1" dirty="0">
                <a:solidFill>
                  <a:schemeClr val="accent2"/>
                </a:solidFill>
              </a:rPr>
              <a:t>BUT</a:t>
            </a:r>
            <a:endParaRPr lang="en-US" sz="1400" dirty="0"/>
          </a:p>
          <a:p>
            <a:pPr indent="0" marL="0">
              <a:buNone/>
            </a:pPr>
            <a:r>
              <a:rPr lang="en-US" sz="1700" b="1" dirty="0">
                <a:solidFill>
                  <a:schemeClr val="tx1"/>
                </a:solidFill>
              </a:rPr>
              <a:t>choose a solving strategy based on the physics and the compute budget</a:t>
            </a:r>
            <a:endParaRPr lang="en-US" sz="1400" dirty="0"/>
          </a:p>
        </p:txBody>
      </p:sp>
      <p:sp>
        <p:nvSpPr>
          <p:cNvPr id="34" name="Key quote"/>
          <p:cNvSpPr txBox="1"/>
          <p:nvPr/>
        </p:nvSpPr>
        <p:spPr>
          <a:xfrm>
            <a:off x="4572000" y="2880360"/>
            <a:ext cx="7071055" cy="868680"/>
          </a:xfrm>
          <a:prstGeom prst="rect">
            <a:avLst/>
          </a:prstGeom>
          <a:noFill/>
          <a:ln/>
        </p:spPr>
        <p:txBody>
          <a:bodyPr wrap="square" lIns="0" tIns="0" rIns="0" bIns="0" rtlCol="0" anchor="t"/>
          <a:lstStyle/>
          <a:p>
            <a:pPr indent="0" marL="0">
              <a:buNone/>
            </a:pPr>
            <a:r>
              <a:rPr lang="en-US" sz="1800" i="1" dirty="0">
                <a:solidFill>
                  <a:schemeClr val="tx1"/>
                </a:solidFill>
                <a:latin typeface="Cambria" pitchFamily="34" charset="0"/>
                <a:ea typeface="Cambria" pitchFamily="34" charset="-122"/>
                <a:cs typeface="Cambria" pitchFamily="34" charset="-120"/>
              </a:rPr>
              <a:t>“We are not trying to make PINNs more complicated. We are trying to make physics solving more efficient and adaptive.”</a:t>
            </a:r>
            <a:endParaRPr lang="en-US" sz="1800" dirty="0"/>
          </a:p>
        </p:txBody>
      </p:sp>
      <p:sp>
        <p:nvSpPr>
          <p:cNvPr id="35" name="Prior art note"/>
          <p:cNvSpPr txBox="1"/>
          <p:nvPr/>
        </p:nvSpPr>
        <p:spPr>
          <a:xfrm>
            <a:off x="4572000" y="3886200"/>
            <a:ext cx="7071055" cy="914400"/>
          </a:xfrm>
          <a:prstGeom prst="rect">
            <a:avLst/>
          </a:prstGeom>
          <a:noFill/>
          <a:ln/>
        </p:spPr>
        <p:txBody>
          <a:bodyPr wrap="square" lIns="0" tIns="0" rIns="0" bIns="0" rtlCol="0" anchor="t"/>
          <a:lstStyle/>
          <a:p>
            <a:pPr indent="0" marL="0">
              <a:buNone/>
            </a:pPr>
            <a:r>
              <a:rPr lang="en-US" sz="1300" b="1" dirty="0">
                <a:solidFill>
                  <a:schemeClr val="tx2"/>
                </a:solidFill>
              </a:rPr>
              <a:t>Building blocks already in the literature — we benchmark them, we do not claim them: </a:t>
            </a:r>
            <a:pPr indent="0" marL="0">
              <a:buNone/>
            </a:pPr>
            <a:r>
              <a:rPr lang="en-US" sz="1300" dirty="0">
                <a:solidFill>
                  <a:schemeClr val="tx2"/>
                </a:solidFill>
              </a:rPr>
              <a:t>mixed formulations · modal PINNs · temporal decomposition · hard constraints and tanh²-type conditioning · adaptive sampling · loss balancing · optimizers · automated PINN design.</a:t>
            </a:r>
            <a:endParaRPr lang="en-US" sz="1300" dirty="0"/>
          </a:p>
        </p:txBody>
      </p:sp>
      <p:sp>
        <p:nvSpPr>
          <p:cNvPr id="36" name="Hypothesis box"/>
          <p:cNvSpPr/>
          <p:nvPr/>
        </p:nvSpPr>
        <p:spPr>
          <a:xfrm>
            <a:off x="4572000" y="4983480"/>
            <a:ext cx="7071055" cy="1280160"/>
          </a:xfrm>
          <a:prstGeom prst="roundRect">
            <a:avLst>
              <a:gd name="adj" fmla="val 5714"/>
            </a:avLst>
          </a:prstGeom>
          <a:solidFill>
            <a:schemeClr val="bg1"/>
          </a:solidFill>
          <a:ln w="19050">
            <a:solidFill>
              <a:schemeClr val="accent1"/>
            </a:solidFill>
            <a:prstDash val="dash"/>
          </a:ln>
        </p:spPr>
      </p:sp>
      <p:sp>
        <p:nvSpPr>
          <p:cNvPr id="37" name="Hypothesis text"/>
          <p:cNvSpPr txBox="1"/>
          <p:nvPr/>
        </p:nvSpPr>
        <p:spPr>
          <a:xfrm>
            <a:off x="4800600" y="5074920"/>
            <a:ext cx="6613855" cy="1097280"/>
          </a:xfrm>
          <a:prstGeom prst="rect">
            <a:avLst/>
          </a:prstGeom>
          <a:noFill/>
          <a:ln/>
        </p:spPr>
        <p:txBody>
          <a:bodyPr wrap="square" lIns="0" tIns="0" rIns="0" bIns="0" rtlCol="0" anchor="t"/>
          <a:lstStyle/>
          <a:p>
            <a:pPr indent="0" marL="0">
              <a:buNone/>
            </a:pPr>
            <a:r>
              <a:rPr lang="en-US" sz="1300" b="1" spc="100" kern="0" dirty="0">
                <a:solidFill>
                  <a:schemeClr val="accent1"/>
                </a:solidFill>
              </a:rPr>
              <a:t>RESEARCH HYPOTHESIS — UNDER INVESTIGATION</a:t>
            </a:r>
            <a:endParaRPr lang="en-US" sz="1400" dirty="0"/>
          </a:p>
          <a:p>
            <a:pPr indent="0" marL="0">
              <a:buNone/>
            </a:pPr>
            <a:r>
              <a:rPr lang="en-US" sz="1400" dirty="0">
                <a:solidFill>
                  <a:schemeClr val="tx1"/>
                </a:solidFill>
              </a:rPr>
              <a:t>Problem-dependent, compute-aware selection of the solving strategy, with built-in verification. Not an established contribution.</a:t>
            </a:r>
            <a:endParaRPr lang="en-US" sz="1400" dirty="0"/>
          </a:p>
          <a:p>
            <a:pPr indent="0" marL="0">
              <a:buNone/>
            </a:pPr>
            <a:r>
              <a:rPr lang="en-US" sz="1200" dirty="0">
                <a:solidFill>
                  <a:schemeClr val="tx2"/>
                </a:solidFill>
              </a:rPr>
              <a:t>Status: preparation done; first controlled Batch-2 diagnostics started (single seed, provisional — not presented as evidence).</a:t>
            </a:r>
            <a:endParaRPr lang="en-US" sz="1400" dirty="0"/>
          </a:p>
        </p:txBody>
      </p:sp>
      <p:sp>
        <p:nvSpPr>
          <p:cNvPr id="25" name="Slide Number Placeholder 0"/>
          <p:cNvSpPr>
            <a:spLocks noGrp="1"/>
          </p:cNvSpPr>
          <p:nvPr>
            <p:ph type="sldNum" sz="quarter" idx="4294967295"/>
          </p:nvPr>
        </p:nvSpPr>
        <p:spPr>
          <a:xfrm>
            <a:off x="11094415" y="647395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WHERE THIS LEADS</a:t>
            </a:r>
            <a:endParaRPr lang="en-US" sz="1200" dirty="0"/>
          </a:p>
        </p:txBody>
      </p:sp>
      <p:sp>
        <p:nvSpPr>
          <p:cNvPr id="3" name="Text 0"/>
          <p:cNvSpPr/>
          <p:nvPr>
            <p:ph idx="101" type="title" hasCustomPrompt="1"/>
          </p:nvPr>
        </p:nvSpPr>
        <p:spPr>
          <a:xfrm>
            <a:off x="548640" y="548640"/>
            <a:ext cx="11094415" cy="640080"/>
          </a:xfrm>
          <a:prstGeom prst="rect">
            <a:avLst/>
          </a:prstGeom>
          <a:noFill/>
          <a:ln/>
        </p:spPr>
        <p:txBody>
          <a:bodyPr wrap="square" lIns="0" tIns="0" rIns="0" bIns="0" rtlCol="0" anchor="t"/>
          <a:lstStyle/>
          <a:p>
            <a:pPr algn="l" indent="0" marL="0">
              <a:buNone/>
            </a:pPr>
            <a:r>
              <a:rPr lang="en-US" sz="3000" b="1" dirty="0">
                <a:solidFill>
                  <a:schemeClr val="bg1"/>
                </a:solidFill>
                <a:latin typeface="Cambria" pitchFamily="34" charset="0"/>
                <a:ea typeface="Cambria" pitchFamily="34" charset="-122"/>
                <a:cs typeface="Cambria" pitchFamily="34" charset="-120"/>
              </a:rPr>
              <a:t>From railway to vertical AI</a:t>
            </a:r>
            <a:endParaRPr lang="en-US" sz="3000" dirty="0"/>
          </a:p>
        </p:txBody>
      </p:sp>
      <p:sp>
        <p:nvSpPr>
          <p:cNvPr id="4" name="Final message"/>
          <p:cNvSpPr txBox="1"/>
          <p:nvPr/>
        </p:nvSpPr>
        <p:spPr>
          <a:xfrm>
            <a:off x="548640" y="1280160"/>
            <a:ext cx="11094415" cy="868680"/>
          </a:xfrm>
          <a:prstGeom prst="rect">
            <a:avLst/>
          </a:prstGeom>
          <a:noFill/>
          <a:ln/>
        </p:spPr>
        <p:txBody>
          <a:bodyPr wrap="square" lIns="0" tIns="0" rIns="0" bIns="0" rtlCol="0" anchor="t"/>
          <a:lstStyle/>
          <a:p>
            <a:pPr indent="0" marL="0">
              <a:buNone/>
            </a:pPr>
            <a:r>
              <a:rPr lang="en-US" sz="1500" dirty="0">
                <a:solidFill>
                  <a:schemeClr val="bg1"/>
                </a:solidFill>
              </a:rPr>
              <a:t>We did not simply add components to a PINN. Controlled experiments located where the solver fails: the network can represent the dynamics; conditioning and optimization limit it; physics-computation budget measurably matters. Next: a problem-aware, compute-aware Physics Reference Layer — not another fixed PINN recipe.</a:t>
            </a:r>
            <a:endParaRPr lang="en-US" sz="1500" dirty="0"/>
          </a:p>
        </p:txBody>
      </p:sp>
      <p:sp>
        <p:nvSpPr>
          <p:cNvPr id="5" name="Branch RAILWAY line"/>
          <p:cNvSpPr/>
          <p:nvPr/>
        </p:nvSpPr>
        <p:spPr>
          <a:xfrm flipV="1">
            <a:off x="2971800" y="2633472"/>
            <a:ext cx="0" cy="1024128"/>
          </a:xfrm>
          <a:prstGeom prst="line">
            <a:avLst/>
          </a:prstGeom>
          <a:noFill/>
          <a:ln w="15875">
            <a:solidFill>
              <a:srgbClr val="E8743B"/>
            </a:solidFill>
            <a:prstDash val="solid"/>
          </a:ln>
        </p:spPr>
      </p:sp>
      <p:sp>
        <p:nvSpPr>
          <p:cNvPr id="6" name="Branch RAILWAY"/>
          <p:cNvSpPr/>
          <p:nvPr/>
        </p:nvSpPr>
        <p:spPr>
          <a:xfrm>
            <a:off x="2240280" y="2450592"/>
            <a:ext cx="1463040" cy="365760"/>
          </a:xfrm>
          <a:prstGeom prst="roundRect">
            <a:avLst>
              <a:gd name="adj" fmla="val 15000"/>
            </a:avLst>
          </a:prstGeom>
          <a:solidFill>
            <a:schemeClr val="accent1"/>
          </a:solidFill>
          <a:ln/>
        </p:spPr>
      </p:sp>
      <p:sp>
        <p:nvSpPr>
          <p:cNvPr id="7" name="Branch RAILWAY text"/>
          <p:cNvSpPr txBox="1"/>
          <p:nvPr/>
        </p:nvSpPr>
        <p:spPr>
          <a:xfrm>
            <a:off x="2240280" y="2450592"/>
            <a:ext cx="1463040" cy="365760"/>
          </a:xfrm>
          <a:prstGeom prst="rect">
            <a:avLst/>
          </a:prstGeom>
          <a:noFill/>
          <a:ln/>
        </p:spPr>
        <p:txBody>
          <a:bodyPr wrap="square" lIns="0" tIns="0" rIns="0" bIns="0" rtlCol="0" anchor="ctr"/>
          <a:lstStyle/>
          <a:p>
            <a:pPr algn="ctr" indent="0" marL="0">
              <a:buNone/>
            </a:pPr>
            <a:r>
              <a:rPr lang="en-US" sz="1100" b="1" dirty="0">
                <a:solidFill>
                  <a:schemeClr val="bg1"/>
                </a:solidFill>
              </a:rPr>
              <a:t>RAILWAY</a:t>
            </a:r>
            <a:endParaRPr lang="en-US" sz="1100" dirty="0"/>
          </a:p>
        </p:txBody>
      </p:sp>
      <p:sp>
        <p:nvSpPr>
          <p:cNvPr id="8" name="Branch STRUCTURAL line"/>
          <p:cNvSpPr/>
          <p:nvPr/>
        </p:nvSpPr>
        <p:spPr>
          <a:xfrm flipV="1">
            <a:off x="2971800" y="3145536"/>
            <a:ext cx="1702571" cy="512064"/>
          </a:xfrm>
          <a:prstGeom prst="line">
            <a:avLst/>
          </a:prstGeom>
          <a:noFill/>
          <a:ln w="15875">
            <a:solidFill>
              <a:srgbClr val="4A5E6D"/>
            </a:solidFill>
            <a:prstDash val="solid"/>
          </a:ln>
        </p:spPr>
      </p:sp>
      <p:sp>
        <p:nvSpPr>
          <p:cNvPr id="9" name="Branch STRUCTURAL"/>
          <p:cNvSpPr/>
          <p:nvPr/>
        </p:nvSpPr>
        <p:spPr>
          <a:xfrm>
            <a:off x="3942851" y="2962656"/>
            <a:ext cx="1463040" cy="365760"/>
          </a:xfrm>
          <a:prstGeom prst="roundRect">
            <a:avLst>
              <a:gd name="adj" fmla="val 20000"/>
            </a:avLst>
          </a:prstGeom>
          <a:solidFill>
            <a:srgbClr val="17242E"/>
          </a:solidFill>
          <a:ln w="15875">
            <a:solidFill>
              <a:srgbClr val="8A9AA6"/>
            </a:solidFill>
            <a:prstDash val="dash"/>
          </a:ln>
        </p:spPr>
      </p:sp>
      <p:sp>
        <p:nvSpPr>
          <p:cNvPr id="10" name="Branch STRUCTURAL text"/>
          <p:cNvSpPr txBox="1"/>
          <p:nvPr/>
        </p:nvSpPr>
        <p:spPr>
          <a:xfrm>
            <a:off x="3942851" y="2962656"/>
            <a:ext cx="1463040" cy="365760"/>
          </a:xfrm>
          <a:prstGeom prst="rect">
            <a:avLst/>
          </a:prstGeom>
          <a:noFill/>
          <a:ln/>
        </p:spPr>
        <p:txBody>
          <a:bodyPr wrap="square" lIns="0" tIns="0" rIns="0" bIns="0" rtlCol="0" anchor="ctr"/>
          <a:lstStyle/>
          <a:p>
            <a:pPr algn="ctr" indent="0" marL="0">
              <a:buNone/>
            </a:pPr>
            <a:r>
              <a:rPr lang="en-US" sz="1100" b="1" dirty="0">
                <a:solidFill>
                  <a:schemeClr val="bg2"/>
                </a:solidFill>
              </a:rPr>
              <a:t>STRUCTURAL</a:t>
            </a:r>
            <a:endParaRPr lang="en-US" sz="1100" dirty="0"/>
          </a:p>
        </p:txBody>
      </p:sp>
      <p:sp>
        <p:nvSpPr>
          <p:cNvPr id="11" name="Branch THERMAL line"/>
          <p:cNvSpPr/>
          <p:nvPr/>
        </p:nvSpPr>
        <p:spPr>
          <a:xfrm>
            <a:off x="2971800" y="3657600"/>
            <a:ext cx="1702571" cy="512064"/>
          </a:xfrm>
          <a:prstGeom prst="line">
            <a:avLst/>
          </a:prstGeom>
          <a:noFill/>
          <a:ln w="15875">
            <a:solidFill>
              <a:srgbClr val="4A5E6D"/>
            </a:solidFill>
            <a:prstDash val="solid"/>
          </a:ln>
        </p:spPr>
      </p:sp>
      <p:sp>
        <p:nvSpPr>
          <p:cNvPr id="12" name="Branch THERMAL"/>
          <p:cNvSpPr/>
          <p:nvPr/>
        </p:nvSpPr>
        <p:spPr>
          <a:xfrm>
            <a:off x="3942851" y="3986784"/>
            <a:ext cx="1463040" cy="365760"/>
          </a:xfrm>
          <a:prstGeom prst="roundRect">
            <a:avLst>
              <a:gd name="adj" fmla="val 20000"/>
            </a:avLst>
          </a:prstGeom>
          <a:solidFill>
            <a:srgbClr val="17242E"/>
          </a:solidFill>
          <a:ln w="15875">
            <a:solidFill>
              <a:srgbClr val="8A9AA6"/>
            </a:solidFill>
            <a:prstDash val="dash"/>
          </a:ln>
        </p:spPr>
      </p:sp>
      <p:sp>
        <p:nvSpPr>
          <p:cNvPr id="13" name="Branch THERMAL text"/>
          <p:cNvSpPr txBox="1"/>
          <p:nvPr/>
        </p:nvSpPr>
        <p:spPr>
          <a:xfrm>
            <a:off x="3942851" y="3986784"/>
            <a:ext cx="1463040" cy="365760"/>
          </a:xfrm>
          <a:prstGeom prst="rect">
            <a:avLst/>
          </a:prstGeom>
          <a:noFill/>
          <a:ln/>
        </p:spPr>
        <p:txBody>
          <a:bodyPr wrap="square" lIns="0" tIns="0" rIns="0" bIns="0" rtlCol="0" anchor="ctr"/>
          <a:lstStyle/>
          <a:p>
            <a:pPr algn="ctr" indent="0" marL="0">
              <a:buNone/>
            </a:pPr>
            <a:r>
              <a:rPr lang="en-US" sz="1100" b="1" dirty="0">
                <a:solidFill>
                  <a:schemeClr val="bg2"/>
                </a:solidFill>
              </a:rPr>
              <a:t>THERMAL</a:t>
            </a:r>
            <a:endParaRPr lang="en-US" sz="1100" dirty="0"/>
          </a:p>
        </p:txBody>
      </p:sp>
      <p:sp>
        <p:nvSpPr>
          <p:cNvPr id="14" name="Branch FLUID line"/>
          <p:cNvSpPr/>
          <p:nvPr/>
        </p:nvSpPr>
        <p:spPr>
          <a:xfrm>
            <a:off x="2971800" y="3657600"/>
            <a:ext cx="0" cy="1024128"/>
          </a:xfrm>
          <a:prstGeom prst="line">
            <a:avLst/>
          </a:prstGeom>
          <a:noFill/>
          <a:ln w="15875">
            <a:solidFill>
              <a:srgbClr val="4A5E6D"/>
            </a:solidFill>
            <a:prstDash val="solid"/>
          </a:ln>
        </p:spPr>
      </p:sp>
      <p:sp>
        <p:nvSpPr>
          <p:cNvPr id="15" name="Branch FLUID"/>
          <p:cNvSpPr/>
          <p:nvPr/>
        </p:nvSpPr>
        <p:spPr>
          <a:xfrm>
            <a:off x="2240280" y="4498848"/>
            <a:ext cx="1463040" cy="365760"/>
          </a:xfrm>
          <a:prstGeom prst="roundRect">
            <a:avLst>
              <a:gd name="adj" fmla="val 20000"/>
            </a:avLst>
          </a:prstGeom>
          <a:solidFill>
            <a:srgbClr val="17242E"/>
          </a:solidFill>
          <a:ln w="15875">
            <a:solidFill>
              <a:srgbClr val="8A9AA6"/>
            </a:solidFill>
            <a:prstDash val="dash"/>
          </a:ln>
        </p:spPr>
      </p:sp>
      <p:sp>
        <p:nvSpPr>
          <p:cNvPr id="16" name="Branch FLUID text"/>
          <p:cNvSpPr txBox="1"/>
          <p:nvPr/>
        </p:nvSpPr>
        <p:spPr>
          <a:xfrm>
            <a:off x="2240280" y="4498848"/>
            <a:ext cx="1463040" cy="365760"/>
          </a:xfrm>
          <a:prstGeom prst="rect">
            <a:avLst/>
          </a:prstGeom>
          <a:noFill/>
          <a:ln/>
        </p:spPr>
        <p:txBody>
          <a:bodyPr wrap="square" lIns="0" tIns="0" rIns="0" bIns="0" rtlCol="0" anchor="ctr"/>
          <a:lstStyle/>
          <a:p>
            <a:pPr algn="ctr" indent="0" marL="0">
              <a:buNone/>
            </a:pPr>
            <a:r>
              <a:rPr lang="en-US" sz="1100" b="1" dirty="0">
                <a:solidFill>
                  <a:schemeClr val="bg2"/>
                </a:solidFill>
              </a:rPr>
              <a:t>FLUID</a:t>
            </a:r>
            <a:endParaRPr lang="en-US" sz="1100" dirty="0"/>
          </a:p>
        </p:txBody>
      </p:sp>
      <p:sp>
        <p:nvSpPr>
          <p:cNvPr id="17" name="Branch ENERGY line"/>
          <p:cNvSpPr/>
          <p:nvPr/>
        </p:nvSpPr>
        <p:spPr>
          <a:xfrm flipV="1">
            <a:off x="1269229" y="3657600"/>
            <a:ext cx="1702571" cy="512064"/>
          </a:xfrm>
          <a:prstGeom prst="line">
            <a:avLst/>
          </a:prstGeom>
          <a:noFill/>
          <a:ln w="15875">
            <a:solidFill>
              <a:srgbClr val="4A5E6D"/>
            </a:solidFill>
            <a:prstDash val="solid"/>
          </a:ln>
        </p:spPr>
      </p:sp>
      <p:sp>
        <p:nvSpPr>
          <p:cNvPr id="18" name="Branch ENERGY"/>
          <p:cNvSpPr/>
          <p:nvPr/>
        </p:nvSpPr>
        <p:spPr>
          <a:xfrm>
            <a:off x="537709" y="3986784"/>
            <a:ext cx="1463040" cy="365760"/>
          </a:xfrm>
          <a:prstGeom prst="roundRect">
            <a:avLst>
              <a:gd name="adj" fmla="val 20000"/>
            </a:avLst>
          </a:prstGeom>
          <a:solidFill>
            <a:srgbClr val="17242E"/>
          </a:solidFill>
          <a:ln w="15875">
            <a:solidFill>
              <a:srgbClr val="8A9AA6"/>
            </a:solidFill>
            <a:prstDash val="dash"/>
          </a:ln>
        </p:spPr>
      </p:sp>
      <p:sp>
        <p:nvSpPr>
          <p:cNvPr id="19" name="Branch ENERGY text"/>
          <p:cNvSpPr txBox="1"/>
          <p:nvPr/>
        </p:nvSpPr>
        <p:spPr>
          <a:xfrm>
            <a:off x="537709" y="3986784"/>
            <a:ext cx="1463040" cy="365760"/>
          </a:xfrm>
          <a:prstGeom prst="rect">
            <a:avLst/>
          </a:prstGeom>
          <a:noFill/>
          <a:ln/>
        </p:spPr>
        <p:txBody>
          <a:bodyPr wrap="square" lIns="0" tIns="0" rIns="0" bIns="0" rtlCol="0" anchor="ctr"/>
          <a:lstStyle/>
          <a:p>
            <a:pPr algn="ctr" indent="0" marL="0">
              <a:buNone/>
            </a:pPr>
            <a:r>
              <a:rPr lang="en-US" sz="1100" b="1" dirty="0">
                <a:solidFill>
                  <a:schemeClr val="bg2"/>
                </a:solidFill>
              </a:rPr>
              <a:t>ENERGY</a:t>
            </a:r>
            <a:endParaRPr lang="en-US" sz="1100" dirty="0"/>
          </a:p>
        </p:txBody>
      </p:sp>
      <p:sp>
        <p:nvSpPr>
          <p:cNvPr id="20" name="Branch MANUFACTURING line"/>
          <p:cNvSpPr/>
          <p:nvPr/>
        </p:nvSpPr>
        <p:spPr>
          <a:xfrm>
            <a:off x="1269229" y="3145536"/>
            <a:ext cx="1702571" cy="512064"/>
          </a:xfrm>
          <a:prstGeom prst="line">
            <a:avLst/>
          </a:prstGeom>
          <a:noFill/>
          <a:ln w="15875">
            <a:solidFill>
              <a:srgbClr val="4A5E6D"/>
            </a:solidFill>
            <a:prstDash val="solid"/>
          </a:ln>
        </p:spPr>
      </p:sp>
      <p:sp>
        <p:nvSpPr>
          <p:cNvPr id="21" name="Branch MANUFACTURING"/>
          <p:cNvSpPr/>
          <p:nvPr/>
        </p:nvSpPr>
        <p:spPr>
          <a:xfrm>
            <a:off x="537709" y="2962656"/>
            <a:ext cx="1463040" cy="365760"/>
          </a:xfrm>
          <a:prstGeom prst="roundRect">
            <a:avLst>
              <a:gd name="adj" fmla="val 20000"/>
            </a:avLst>
          </a:prstGeom>
          <a:solidFill>
            <a:srgbClr val="17242E"/>
          </a:solidFill>
          <a:ln w="15875">
            <a:solidFill>
              <a:srgbClr val="8A9AA6"/>
            </a:solidFill>
            <a:prstDash val="dash"/>
          </a:ln>
        </p:spPr>
      </p:sp>
      <p:sp>
        <p:nvSpPr>
          <p:cNvPr id="22" name="Branch MANUFACTURING text"/>
          <p:cNvSpPr txBox="1"/>
          <p:nvPr/>
        </p:nvSpPr>
        <p:spPr>
          <a:xfrm>
            <a:off x="537709" y="2962656"/>
            <a:ext cx="1463040" cy="365760"/>
          </a:xfrm>
          <a:prstGeom prst="rect">
            <a:avLst/>
          </a:prstGeom>
          <a:noFill/>
          <a:ln/>
        </p:spPr>
        <p:txBody>
          <a:bodyPr wrap="square" lIns="0" tIns="0" rIns="0" bIns="0" rtlCol="0" anchor="ctr"/>
          <a:lstStyle/>
          <a:p>
            <a:pPr algn="ctr" indent="0" marL="0">
              <a:buNone/>
            </a:pPr>
            <a:r>
              <a:rPr lang="en-US" sz="1100" b="1" dirty="0">
                <a:solidFill>
                  <a:schemeClr val="bg2"/>
                </a:solidFill>
              </a:rPr>
              <a:t>MANUFACTURING</a:t>
            </a:r>
            <a:endParaRPr lang="en-US" sz="1100" dirty="0"/>
          </a:p>
        </p:txBody>
      </p:sp>
      <p:sp>
        <p:nvSpPr>
          <p:cNvPr id="23" name="Hub"/>
          <p:cNvSpPr/>
          <p:nvPr/>
        </p:nvSpPr>
        <p:spPr>
          <a:xfrm>
            <a:off x="2194560" y="2880360"/>
            <a:ext cx="1554480" cy="1554480"/>
          </a:xfrm>
          <a:prstGeom prst="ellipse">
            <a:avLst/>
          </a:prstGeom>
          <a:solidFill>
            <a:schemeClr val="accent1"/>
          </a:solidFill>
          <a:ln/>
        </p:spPr>
      </p:sp>
      <p:sp>
        <p:nvSpPr>
          <p:cNvPr id="24" name="Hub text"/>
          <p:cNvSpPr txBox="1"/>
          <p:nvPr/>
        </p:nvSpPr>
        <p:spPr>
          <a:xfrm>
            <a:off x="2304288" y="2880360"/>
            <a:ext cx="1335024" cy="1554480"/>
          </a:xfrm>
          <a:prstGeom prst="rect">
            <a:avLst/>
          </a:prstGeom>
          <a:noFill/>
          <a:ln/>
        </p:spPr>
        <p:txBody>
          <a:bodyPr wrap="square" lIns="0" tIns="0" rIns="0" bIns="0" rtlCol="0" anchor="ctr"/>
          <a:lstStyle/>
          <a:p>
            <a:pPr algn="ctr" indent="0" marL="0">
              <a:buNone/>
            </a:pPr>
            <a:r>
              <a:rPr lang="en-US" sz="1300" b="1" dirty="0">
                <a:solidFill>
                  <a:schemeClr val="bg1"/>
                </a:solidFill>
              </a:rPr>
              <a:t>PHYSICS REFERENCE LAYER</a:t>
            </a:r>
            <a:endParaRPr lang="en-US" sz="1300" dirty="0"/>
          </a:p>
        </p:txBody>
      </p:sp>
      <p:sp>
        <p:nvSpPr>
          <p:cNvPr id="25" name="Stage CURRENT"/>
          <p:cNvSpPr/>
          <p:nvPr/>
        </p:nvSpPr>
        <p:spPr>
          <a:xfrm>
            <a:off x="6309360" y="2377440"/>
            <a:ext cx="1325880" cy="475488"/>
          </a:xfrm>
          <a:prstGeom prst="roundRect">
            <a:avLst>
              <a:gd name="adj" fmla="val 11538"/>
            </a:avLst>
          </a:prstGeom>
          <a:solidFill>
            <a:schemeClr val="accent1"/>
          </a:solidFill>
          <a:ln/>
        </p:spPr>
      </p:sp>
      <p:sp>
        <p:nvSpPr>
          <p:cNvPr id="26" name="Stage CURRENT text"/>
          <p:cNvSpPr txBox="1"/>
          <p:nvPr/>
        </p:nvSpPr>
        <p:spPr>
          <a:xfrm>
            <a:off x="6309360" y="2377440"/>
            <a:ext cx="1325880" cy="475488"/>
          </a:xfrm>
          <a:prstGeom prst="rect">
            <a:avLst/>
          </a:prstGeom>
          <a:noFill/>
          <a:ln/>
        </p:spPr>
        <p:txBody>
          <a:bodyPr wrap="square" lIns="0" tIns="0" rIns="0" bIns="0" rtlCol="0" anchor="ctr"/>
          <a:lstStyle/>
          <a:p>
            <a:pPr algn="ctr" indent="0" marL="0">
              <a:buNone/>
            </a:pPr>
            <a:r>
              <a:rPr lang="en-US" sz="1300" b="1" spc="100" kern="0" dirty="0">
                <a:solidFill>
                  <a:schemeClr val="bg1"/>
                </a:solidFill>
              </a:rPr>
              <a:t>CURRENT</a:t>
            </a:r>
            <a:endParaRPr lang="en-US" sz="1300" dirty="0"/>
          </a:p>
        </p:txBody>
      </p:sp>
      <p:sp>
        <p:nvSpPr>
          <p:cNvPr id="27" name="Stage CURRENT detail"/>
          <p:cNvSpPr txBox="1"/>
          <p:nvPr/>
        </p:nvSpPr>
        <p:spPr>
          <a:xfrm>
            <a:off x="7818120" y="2377440"/>
            <a:ext cx="3824935" cy="475488"/>
          </a:xfrm>
          <a:prstGeom prst="rect">
            <a:avLst/>
          </a:prstGeom>
          <a:noFill/>
          <a:ln/>
        </p:spPr>
        <p:txBody>
          <a:bodyPr wrap="square" lIns="0" tIns="0" rIns="0" bIns="0" rtlCol="0" anchor="ctr"/>
          <a:lstStyle/>
          <a:p>
            <a:pPr indent="0" marL="0">
              <a:buNone/>
            </a:pPr>
            <a:r>
              <a:rPr lang="en-US" sz="1600" b="1" dirty="0">
                <a:solidFill>
                  <a:schemeClr val="bg1"/>
                </a:solidFill>
              </a:rPr>
              <a:t>beam physics research</a:t>
            </a:r>
            <a:endParaRPr lang="en-US" sz="1600" dirty="0"/>
          </a:p>
        </p:txBody>
      </p:sp>
      <p:sp>
        <p:nvSpPr>
          <p:cNvPr id="28" name="Stage NEXT"/>
          <p:cNvSpPr/>
          <p:nvPr/>
        </p:nvSpPr>
        <p:spPr>
          <a:xfrm>
            <a:off x="6309360" y="2999232"/>
            <a:ext cx="1325880" cy="475488"/>
          </a:xfrm>
          <a:prstGeom prst="roundRect">
            <a:avLst>
              <a:gd name="adj" fmla="val 11538"/>
            </a:avLst>
          </a:prstGeom>
          <a:solidFill>
            <a:srgbClr val="263746"/>
          </a:solidFill>
          <a:ln/>
        </p:spPr>
      </p:sp>
      <p:sp>
        <p:nvSpPr>
          <p:cNvPr id="29" name="Stage NEXT text"/>
          <p:cNvSpPr txBox="1"/>
          <p:nvPr/>
        </p:nvSpPr>
        <p:spPr>
          <a:xfrm>
            <a:off x="6309360" y="2999232"/>
            <a:ext cx="1325880" cy="475488"/>
          </a:xfrm>
          <a:prstGeom prst="rect">
            <a:avLst/>
          </a:prstGeom>
          <a:noFill/>
          <a:ln/>
        </p:spPr>
        <p:txBody>
          <a:bodyPr wrap="square" lIns="0" tIns="0" rIns="0" bIns="0" rtlCol="0" anchor="ctr"/>
          <a:lstStyle/>
          <a:p>
            <a:pPr algn="ctr" indent="0" marL="0">
              <a:buNone/>
            </a:pPr>
            <a:r>
              <a:rPr lang="en-US" sz="1300" b="1" spc="100" kern="0" dirty="0">
                <a:solidFill>
                  <a:schemeClr val="bg1"/>
                </a:solidFill>
              </a:rPr>
              <a:t>NEXT</a:t>
            </a:r>
            <a:endParaRPr lang="en-US" sz="1300" dirty="0"/>
          </a:p>
        </p:txBody>
      </p:sp>
      <p:sp>
        <p:nvSpPr>
          <p:cNvPr id="30" name="Stage NEXT detail"/>
          <p:cNvSpPr txBox="1"/>
          <p:nvPr/>
        </p:nvSpPr>
        <p:spPr>
          <a:xfrm>
            <a:off x="7818120" y="2999232"/>
            <a:ext cx="3824935" cy="475488"/>
          </a:xfrm>
          <a:prstGeom prst="rect">
            <a:avLst/>
          </a:prstGeom>
          <a:noFill/>
          <a:ln/>
        </p:spPr>
        <p:txBody>
          <a:bodyPr wrap="square" lIns="0" tIns="0" rIns="0" bIns="0" rtlCol="0" anchor="ctr"/>
          <a:lstStyle/>
          <a:p>
            <a:pPr indent="0" marL="0">
              <a:buNone/>
            </a:pPr>
            <a:r>
              <a:rPr lang="en-US" sz="1600" dirty="0">
                <a:solidFill>
                  <a:schemeClr val="bg2"/>
                </a:solidFill>
              </a:rPr>
              <a:t>general solver research</a:t>
            </a:r>
            <a:endParaRPr lang="en-US" sz="1600" dirty="0"/>
          </a:p>
        </p:txBody>
      </p:sp>
      <p:sp>
        <p:nvSpPr>
          <p:cNvPr id="31" name="Stage FUTURE"/>
          <p:cNvSpPr/>
          <p:nvPr/>
        </p:nvSpPr>
        <p:spPr>
          <a:xfrm>
            <a:off x="6309360" y="3621024"/>
            <a:ext cx="1325880" cy="475488"/>
          </a:xfrm>
          <a:prstGeom prst="roundRect">
            <a:avLst>
              <a:gd name="adj" fmla="val 11538"/>
            </a:avLst>
          </a:prstGeom>
          <a:solidFill>
            <a:srgbClr val="263746"/>
          </a:solidFill>
          <a:ln/>
        </p:spPr>
      </p:sp>
      <p:sp>
        <p:nvSpPr>
          <p:cNvPr id="32" name="Stage FUTURE text"/>
          <p:cNvSpPr txBox="1"/>
          <p:nvPr/>
        </p:nvSpPr>
        <p:spPr>
          <a:xfrm>
            <a:off x="6309360" y="3621024"/>
            <a:ext cx="1325880" cy="475488"/>
          </a:xfrm>
          <a:prstGeom prst="rect">
            <a:avLst/>
          </a:prstGeom>
          <a:noFill/>
          <a:ln/>
        </p:spPr>
        <p:txBody>
          <a:bodyPr wrap="square" lIns="0" tIns="0" rIns="0" bIns="0" rtlCol="0" anchor="ctr"/>
          <a:lstStyle/>
          <a:p>
            <a:pPr algn="ctr" indent="0" marL="0">
              <a:buNone/>
            </a:pPr>
            <a:r>
              <a:rPr lang="en-US" sz="1300" b="1" spc="100" kern="0" dirty="0">
                <a:solidFill>
                  <a:schemeClr val="bg1"/>
                </a:solidFill>
              </a:rPr>
              <a:t>FUTURE</a:t>
            </a:r>
            <a:endParaRPr lang="en-US" sz="1300" dirty="0"/>
          </a:p>
        </p:txBody>
      </p:sp>
      <p:sp>
        <p:nvSpPr>
          <p:cNvPr id="33" name="Stage FUTURE detail"/>
          <p:cNvSpPr txBox="1"/>
          <p:nvPr/>
        </p:nvSpPr>
        <p:spPr>
          <a:xfrm>
            <a:off x="7818120" y="3621024"/>
            <a:ext cx="3824935" cy="475488"/>
          </a:xfrm>
          <a:prstGeom prst="rect">
            <a:avLst/>
          </a:prstGeom>
          <a:noFill/>
          <a:ln/>
        </p:spPr>
        <p:txBody>
          <a:bodyPr wrap="square" lIns="0" tIns="0" rIns="0" bIns="0" rtlCol="0" anchor="ctr"/>
          <a:lstStyle/>
          <a:p>
            <a:pPr indent="0" marL="0">
              <a:buNone/>
            </a:pPr>
            <a:r>
              <a:rPr lang="en-US" sz="1600" dirty="0">
                <a:solidFill>
                  <a:schemeClr val="bg2"/>
                </a:solidFill>
              </a:rPr>
              <a:t>railway Physics Reference Layer</a:t>
            </a:r>
            <a:endParaRPr lang="en-US" sz="1600" dirty="0"/>
          </a:p>
        </p:txBody>
      </p:sp>
      <p:sp>
        <p:nvSpPr>
          <p:cNvPr id="34" name="Stage LATER"/>
          <p:cNvSpPr/>
          <p:nvPr/>
        </p:nvSpPr>
        <p:spPr>
          <a:xfrm>
            <a:off x="6309360" y="4242816"/>
            <a:ext cx="1325880" cy="475488"/>
          </a:xfrm>
          <a:prstGeom prst="roundRect">
            <a:avLst>
              <a:gd name="adj" fmla="val 11538"/>
            </a:avLst>
          </a:prstGeom>
          <a:solidFill>
            <a:srgbClr val="263746"/>
          </a:solidFill>
          <a:ln/>
        </p:spPr>
      </p:sp>
      <p:sp>
        <p:nvSpPr>
          <p:cNvPr id="35" name="Stage LATER text"/>
          <p:cNvSpPr txBox="1"/>
          <p:nvPr/>
        </p:nvSpPr>
        <p:spPr>
          <a:xfrm>
            <a:off x="6309360" y="4242816"/>
            <a:ext cx="1325880" cy="475488"/>
          </a:xfrm>
          <a:prstGeom prst="rect">
            <a:avLst/>
          </a:prstGeom>
          <a:noFill/>
          <a:ln/>
        </p:spPr>
        <p:txBody>
          <a:bodyPr wrap="square" lIns="0" tIns="0" rIns="0" bIns="0" rtlCol="0" anchor="ctr"/>
          <a:lstStyle/>
          <a:p>
            <a:pPr algn="ctr" indent="0" marL="0">
              <a:buNone/>
            </a:pPr>
            <a:r>
              <a:rPr lang="en-US" sz="1300" b="1" spc="100" kern="0" dirty="0">
                <a:solidFill>
                  <a:schemeClr val="bg1"/>
                </a:solidFill>
              </a:rPr>
              <a:t>LATER</a:t>
            </a:r>
            <a:endParaRPr lang="en-US" sz="1300" dirty="0"/>
          </a:p>
        </p:txBody>
      </p:sp>
      <p:sp>
        <p:nvSpPr>
          <p:cNvPr id="36" name="Stage LATER detail"/>
          <p:cNvSpPr txBox="1"/>
          <p:nvPr/>
        </p:nvSpPr>
        <p:spPr>
          <a:xfrm>
            <a:off x="7818120" y="4242816"/>
            <a:ext cx="3824935" cy="475488"/>
          </a:xfrm>
          <a:prstGeom prst="rect">
            <a:avLst/>
          </a:prstGeom>
          <a:noFill/>
          <a:ln/>
        </p:spPr>
        <p:txBody>
          <a:bodyPr wrap="square" lIns="0" tIns="0" rIns="0" bIns="0" rtlCol="0" anchor="ctr"/>
          <a:lstStyle/>
          <a:p>
            <a:pPr indent="0" marL="0">
              <a:buNone/>
            </a:pPr>
            <a:r>
              <a:rPr lang="en-US" sz="1600" dirty="0">
                <a:solidFill>
                  <a:schemeClr val="bg2"/>
                </a:solidFill>
              </a:rPr>
              <a:t>other vertical AI applications</a:t>
            </a:r>
            <a:endParaRPr lang="en-US" sz="1600" dirty="0"/>
          </a:p>
        </p:txBody>
      </p:sp>
      <p:sp>
        <p:nvSpPr>
          <p:cNvPr id="37" name="Railway path label"/>
          <p:cNvSpPr txBox="1"/>
          <p:nvPr/>
        </p:nvSpPr>
        <p:spPr>
          <a:xfrm>
            <a:off x="548640" y="5120640"/>
            <a:ext cx="11094415"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RAILWAY PATH  ·  future work — no railway results exist yet</a:t>
            </a:r>
            <a:endParaRPr lang="en-US" sz="1100" dirty="0"/>
          </a:p>
        </p:txBody>
      </p:sp>
      <p:sp>
        <p:nvSpPr>
          <p:cNvPr id="38" name="Rail node 1"/>
          <p:cNvSpPr/>
          <p:nvPr/>
        </p:nvSpPr>
        <p:spPr>
          <a:xfrm>
            <a:off x="548640" y="5468112"/>
            <a:ext cx="1635709" cy="566928"/>
          </a:xfrm>
          <a:prstGeom prst="roundRect">
            <a:avLst>
              <a:gd name="adj" fmla="val 9677"/>
            </a:avLst>
          </a:prstGeom>
          <a:solidFill>
            <a:schemeClr val="accent2"/>
          </a:solidFill>
          <a:ln/>
        </p:spPr>
      </p:sp>
      <p:sp>
        <p:nvSpPr>
          <p:cNvPr id="39" name="Rail node 1 text"/>
          <p:cNvSpPr txBox="1"/>
          <p:nvPr/>
        </p:nvSpPr>
        <p:spPr>
          <a:xfrm>
            <a:off x="621792" y="5468112"/>
            <a:ext cx="1489405" cy="566928"/>
          </a:xfrm>
          <a:prstGeom prst="rect">
            <a:avLst/>
          </a:prstGeom>
          <a:noFill/>
          <a:ln/>
        </p:spPr>
        <p:txBody>
          <a:bodyPr wrap="square" lIns="0" tIns="0" rIns="0" bIns="0" rtlCol="0" anchor="ctr"/>
          <a:lstStyle/>
          <a:p>
            <a:pPr algn="ctr" indent="0" marL="0">
              <a:buNone/>
            </a:pPr>
            <a:r>
              <a:rPr lang="en-US" sz="1200" b="1" dirty="0">
                <a:solidFill>
                  <a:schemeClr val="bg1"/>
                </a:solidFill>
              </a:rPr>
              <a:t>Beam vibration</a:t>
            </a:r>
            <a:endParaRPr lang="en-US" sz="1200" dirty="0"/>
          </a:p>
        </p:txBody>
      </p:sp>
      <p:sp>
        <p:nvSpPr>
          <p:cNvPr id="40" name="Rail arrow 1"/>
          <p:cNvSpPr/>
          <p:nvPr/>
        </p:nvSpPr>
        <p:spPr>
          <a:xfrm>
            <a:off x="2211781" y="5751576"/>
            <a:ext cx="201168" cy="0"/>
          </a:xfrm>
          <a:prstGeom prst="line">
            <a:avLst/>
          </a:prstGeom>
          <a:noFill/>
          <a:ln w="22225">
            <a:solidFill>
              <a:schemeClr val="accent5"/>
            </a:solidFill>
            <a:prstDash val="solid"/>
            <a:tailEnd type="triangle"/>
          </a:ln>
        </p:spPr>
      </p:sp>
      <p:sp>
        <p:nvSpPr>
          <p:cNvPr id="41" name="Rail node 2"/>
          <p:cNvSpPr/>
          <p:nvPr/>
        </p:nvSpPr>
        <p:spPr>
          <a:xfrm>
            <a:off x="2440381" y="5468112"/>
            <a:ext cx="1635709" cy="566928"/>
          </a:xfrm>
          <a:prstGeom prst="roundRect">
            <a:avLst>
              <a:gd name="adj" fmla="val 12903"/>
            </a:avLst>
          </a:prstGeom>
          <a:solidFill>
            <a:srgbClr val="17242E"/>
          </a:solidFill>
          <a:ln w="15875">
            <a:solidFill>
              <a:srgbClr val="8A9AA6"/>
            </a:solidFill>
            <a:prstDash val="dash"/>
          </a:ln>
        </p:spPr>
      </p:sp>
      <p:sp>
        <p:nvSpPr>
          <p:cNvPr id="42" name="Rail node 2 text"/>
          <p:cNvSpPr txBox="1"/>
          <p:nvPr/>
        </p:nvSpPr>
        <p:spPr>
          <a:xfrm>
            <a:off x="2513533" y="5468112"/>
            <a:ext cx="1489405" cy="566928"/>
          </a:xfrm>
          <a:prstGeom prst="rect">
            <a:avLst/>
          </a:prstGeom>
          <a:noFill/>
          <a:ln/>
        </p:spPr>
        <p:txBody>
          <a:bodyPr wrap="square" lIns="0" tIns="0" rIns="0" bIns="0" rtlCol="0" anchor="ctr"/>
          <a:lstStyle/>
          <a:p>
            <a:pPr algn="ctr" indent="0" marL="0">
              <a:buNone/>
            </a:pPr>
            <a:r>
              <a:rPr lang="en-US" sz="1200" dirty="0">
                <a:solidFill>
                  <a:schemeClr val="bg1"/>
                </a:solidFill>
              </a:rPr>
              <a:t>Rail dynamics</a:t>
            </a:r>
            <a:endParaRPr lang="en-US" sz="1200" dirty="0"/>
          </a:p>
        </p:txBody>
      </p:sp>
      <p:sp>
        <p:nvSpPr>
          <p:cNvPr id="43" name="Rail arrow 2"/>
          <p:cNvSpPr/>
          <p:nvPr/>
        </p:nvSpPr>
        <p:spPr>
          <a:xfrm>
            <a:off x="4103522" y="5751576"/>
            <a:ext cx="201168" cy="0"/>
          </a:xfrm>
          <a:prstGeom prst="line">
            <a:avLst/>
          </a:prstGeom>
          <a:noFill/>
          <a:ln w="22225">
            <a:solidFill>
              <a:schemeClr val="accent5"/>
            </a:solidFill>
            <a:prstDash val="solid"/>
            <a:tailEnd type="triangle"/>
          </a:ln>
        </p:spPr>
      </p:sp>
      <p:sp>
        <p:nvSpPr>
          <p:cNvPr id="44" name="Rail node 3"/>
          <p:cNvSpPr/>
          <p:nvPr/>
        </p:nvSpPr>
        <p:spPr>
          <a:xfrm>
            <a:off x="4332122" y="5468112"/>
            <a:ext cx="1635709" cy="566928"/>
          </a:xfrm>
          <a:prstGeom prst="roundRect">
            <a:avLst>
              <a:gd name="adj" fmla="val 12903"/>
            </a:avLst>
          </a:prstGeom>
          <a:solidFill>
            <a:srgbClr val="17242E"/>
          </a:solidFill>
          <a:ln w="15875">
            <a:solidFill>
              <a:srgbClr val="8A9AA6"/>
            </a:solidFill>
            <a:prstDash val="dash"/>
          </a:ln>
        </p:spPr>
      </p:sp>
      <p:sp>
        <p:nvSpPr>
          <p:cNvPr id="45" name="Rail node 3 text"/>
          <p:cNvSpPr txBox="1"/>
          <p:nvPr/>
        </p:nvSpPr>
        <p:spPr>
          <a:xfrm>
            <a:off x="4405274" y="5468112"/>
            <a:ext cx="1489405" cy="566928"/>
          </a:xfrm>
          <a:prstGeom prst="rect">
            <a:avLst/>
          </a:prstGeom>
          <a:noFill/>
          <a:ln/>
        </p:spPr>
        <p:txBody>
          <a:bodyPr wrap="square" lIns="0" tIns="0" rIns="0" bIns="0" rtlCol="0" anchor="ctr"/>
          <a:lstStyle/>
          <a:p>
            <a:pPr algn="ctr" indent="0" marL="0">
              <a:buNone/>
            </a:pPr>
            <a:r>
              <a:rPr lang="en-US" sz="1200" dirty="0">
                <a:solidFill>
                  <a:schemeClr val="bg1"/>
                </a:solidFill>
              </a:rPr>
              <a:t>Vehicle / track dynamics</a:t>
            </a:r>
            <a:endParaRPr lang="en-US" sz="1200" dirty="0"/>
          </a:p>
        </p:txBody>
      </p:sp>
      <p:sp>
        <p:nvSpPr>
          <p:cNvPr id="46" name="Rail arrow 3"/>
          <p:cNvSpPr/>
          <p:nvPr/>
        </p:nvSpPr>
        <p:spPr>
          <a:xfrm>
            <a:off x="5995264" y="5751576"/>
            <a:ext cx="201168" cy="0"/>
          </a:xfrm>
          <a:prstGeom prst="line">
            <a:avLst/>
          </a:prstGeom>
          <a:noFill/>
          <a:ln w="22225">
            <a:solidFill>
              <a:schemeClr val="accent5"/>
            </a:solidFill>
            <a:prstDash val="solid"/>
            <a:tailEnd type="triangle"/>
          </a:ln>
        </p:spPr>
      </p:sp>
      <p:sp>
        <p:nvSpPr>
          <p:cNvPr id="47" name="Rail node 4"/>
          <p:cNvSpPr/>
          <p:nvPr/>
        </p:nvSpPr>
        <p:spPr>
          <a:xfrm>
            <a:off x="6223864" y="5468112"/>
            <a:ext cx="1635709" cy="566928"/>
          </a:xfrm>
          <a:prstGeom prst="roundRect">
            <a:avLst>
              <a:gd name="adj" fmla="val 12903"/>
            </a:avLst>
          </a:prstGeom>
          <a:solidFill>
            <a:srgbClr val="17242E"/>
          </a:solidFill>
          <a:ln w="15875">
            <a:solidFill>
              <a:srgbClr val="8A9AA6"/>
            </a:solidFill>
            <a:prstDash val="dash"/>
          </a:ln>
        </p:spPr>
      </p:sp>
      <p:sp>
        <p:nvSpPr>
          <p:cNvPr id="48" name="Rail node 4 text"/>
          <p:cNvSpPr txBox="1"/>
          <p:nvPr/>
        </p:nvSpPr>
        <p:spPr>
          <a:xfrm>
            <a:off x="6297016" y="5468112"/>
            <a:ext cx="1489405" cy="566928"/>
          </a:xfrm>
          <a:prstGeom prst="rect">
            <a:avLst/>
          </a:prstGeom>
          <a:noFill/>
          <a:ln/>
        </p:spPr>
        <p:txBody>
          <a:bodyPr wrap="square" lIns="0" tIns="0" rIns="0" bIns="0" rtlCol="0" anchor="ctr"/>
          <a:lstStyle/>
          <a:p>
            <a:pPr algn="ctr" indent="0" marL="0">
              <a:buNone/>
            </a:pPr>
            <a:r>
              <a:rPr lang="en-US" sz="1200" dirty="0">
                <a:solidFill>
                  <a:schemeClr val="bg1"/>
                </a:solidFill>
              </a:rPr>
              <a:t>Axle / bearing dynamics</a:t>
            </a:r>
            <a:endParaRPr lang="en-US" sz="1200" dirty="0"/>
          </a:p>
        </p:txBody>
      </p:sp>
      <p:sp>
        <p:nvSpPr>
          <p:cNvPr id="49" name="Rail arrow 4"/>
          <p:cNvSpPr/>
          <p:nvPr/>
        </p:nvSpPr>
        <p:spPr>
          <a:xfrm>
            <a:off x="7887005" y="5751576"/>
            <a:ext cx="201168" cy="0"/>
          </a:xfrm>
          <a:prstGeom prst="line">
            <a:avLst/>
          </a:prstGeom>
          <a:noFill/>
          <a:ln w="22225">
            <a:solidFill>
              <a:schemeClr val="accent5"/>
            </a:solidFill>
            <a:prstDash val="solid"/>
            <a:tailEnd type="triangle"/>
          </a:ln>
        </p:spPr>
      </p:sp>
      <p:sp>
        <p:nvSpPr>
          <p:cNvPr id="50" name="Rail node 5"/>
          <p:cNvSpPr/>
          <p:nvPr/>
        </p:nvSpPr>
        <p:spPr>
          <a:xfrm>
            <a:off x="8115605" y="5468112"/>
            <a:ext cx="1635709" cy="566928"/>
          </a:xfrm>
          <a:prstGeom prst="roundRect">
            <a:avLst>
              <a:gd name="adj" fmla="val 12903"/>
            </a:avLst>
          </a:prstGeom>
          <a:solidFill>
            <a:srgbClr val="17242E"/>
          </a:solidFill>
          <a:ln w="15875">
            <a:solidFill>
              <a:srgbClr val="8A9AA6"/>
            </a:solidFill>
            <a:prstDash val="dash"/>
          </a:ln>
        </p:spPr>
      </p:sp>
      <p:sp>
        <p:nvSpPr>
          <p:cNvPr id="51" name="Rail node 5 text"/>
          <p:cNvSpPr txBox="1"/>
          <p:nvPr/>
        </p:nvSpPr>
        <p:spPr>
          <a:xfrm>
            <a:off x="8188757" y="5468112"/>
            <a:ext cx="1489405" cy="566928"/>
          </a:xfrm>
          <a:prstGeom prst="rect">
            <a:avLst/>
          </a:prstGeom>
          <a:noFill/>
          <a:ln/>
        </p:spPr>
        <p:txBody>
          <a:bodyPr wrap="square" lIns="0" tIns="0" rIns="0" bIns="0" rtlCol="0" anchor="ctr"/>
          <a:lstStyle/>
          <a:p>
            <a:pPr algn="ctr" indent="0" marL="0">
              <a:buNone/>
            </a:pPr>
            <a:r>
              <a:rPr lang="en-US" sz="1200" dirty="0">
                <a:solidFill>
                  <a:schemeClr val="bg1"/>
                </a:solidFill>
              </a:rPr>
              <a:t>Sensor-informed physics</a:t>
            </a:r>
            <a:endParaRPr lang="en-US" sz="1200" dirty="0"/>
          </a:p>
        </p:txBody>
      </p:sp>
      <p:sp>
        <p:nvSpPr>
          <p:cNvPr id="52" name="Rail arrow 5"/>
          <p:cNvSpPr/>
          <p:nvPr/>
        </p:nvSpPr>
        <p:spPr>
          <a:xfrm>
            <a:off x="9778746" y="5751576"/>
            <a:ext cx="201168" cy="0"/>
          </a:xfrm>
          <a:prstGeom prst="line">
            <a:avLst/>
          </a:prstGeom>
          <a:noFill/>
          <a:ln w="22225">
            <a:solidFill>
              <a:schemeClr val="accent5"/>
            </a:solidFill>
            <a:prstDash val="solid"/>
            <a:tailEnd type="triangle"/>
          </a:ln>
        </p:spPr>
      </p:sp>
      <p:sp>
        <p:nvSpPr>
          <p:cNvPr id="53" name="Rail node 6"/>
          <p:cNvSpPr/>
          <p:nvPr/>
        </p:nvSpPr>
        <p:spPr>
          <a:xfrm>
            <a:off x="10007346" y="5468112"/>
            <a:ext cx="1635709" cy="566928"/>
          </a:xfrm>
          <a:prstGeom prst="roundRect">
            <a:avLst>
              <a:gd name="adj" fmla="val 12903"/>
            </a:avLst>
          </a:prstGeom>
          <a:solidFill>
            <a:srgbClr val="17242E"/>
          </a:solidFill>
          <a:ln w="15875">
            <a:solidFill>
              <a:srgbClr val="8A9AA6"/>
            </a:solidFill>
            <a:prstDash val="dash"/>
          </a:ln>
        </p:spPr>
      </p:sp>
      <p:sp>
        <p:nvSpPr>
          <p:cNvPr id="54" name="Rail node 6 text"/>
          <p:cNvSpPr txBox="1"/>
          <p:nvPr/>
        </p:nvSpPr>
        <p:spPr>
          <a:xfrm>
            <a:off x="10080498" y="5468112"/>
            <a:ext cx="1489405" cy="566928"/>
          </a:xfrm>
          <a:prstGeom prst="rect">
            <a:avLst/>
          </a:prstGeom>
          <a:noFill/>
          <a:ln/>
        </p:spPr>
        <p:txBody>
          <a:bodyPr wrap="square" lIns="0" tIns="0" rIns="0" bIns="0" rtlCol="0" anchor="ctr"/>
          <a:lstStyle/>
          <a:p>
            <a:pPr algn="ctr" indent="0" marL="0">
              <a:buNone/>
            </a:pPr>
            <a:r>
              <a:rPr lang="en-US" sz="1200" dirty="0">
                <a:solidFill>
                  <a:schemeClr val="bg1"/>
                </a:solidFill>
              </a:rPr>
              <a:t>Predictive maintenance</a:t>
            </a:r>
            <a:endParaRPr lang="en-US" sz="1200" dirty="0"/>
          </a:p>
        </p:txBody>
      </p:sp>
      <p:sp>
        <p:nvSpPr>
          <p:cNvPr id="25" name="Slide Number Placeholder 0"/>
          <p:cNvSpPr>
            <a:spLocks noGrp="1"/>
          </p:cNvSpPr>
          <p:nvPr>
            <p:ph type="sldNum" sz="quarter" idx="4294967295"/>
          </p:nvPr>
        </p:nvSpPr>
        <p:spPr>
          <a:xfrm>
            <a:off x="11094415" y="647395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APPENDIX A · BACKUP</a:t>
            </a:r>
            <a:endParaRPr lang="en-US" sz="1200" dirty="0"/>
          </a:p>
        </p:txBody>
      </p:sp>
      <p:sp>
        <p:nvSpPr>
          <p:cNvPr id="3" name="Text 0"/>
          <p:cNvSpPr/>
          <p:nvPr>
            <p:ph idx="101" type="title" hasCustomPrompt="1"/>
          </p:nvPr>
        </p:nvSpPr>
        <p:spPr>
          <a:xfrm>
            <a:off x="548640" y="548640"/>
            <a:ext cx="11094415" cy="6400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Technical setup: PDE and PINN architecture</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364328" cy="914400"/>
        </p:xfrm>
        <a:graphic>
          <a:graphicData uri="http://schemas.openxmlformats.org/drawingml/2006/table">
            <a:tbl>
              <a:tblPr/>
              <a:tblGrid>
                <a:gridCol w="1737360"/>
                <a:gridCol w="3626968"/>
              </a:tblGrid>
              <a:tr h="329184">
                <a:tc gridSpan="2">
                  <a:txBody>
                    <a:bodyPr/>
                    <a:lstStyle/>
                    <a:p>
                      <a:pPr indent="0" marL="0">
                        <a:buNone/>
                      </a:pPr>
                      <a:r>
                        <a:rPr lang="en-US" sz="1200" b="1" dirty="0">
                          <a:solidFill>
                            <a:schemeClr val="bg1"/>
                          </a:solidFill>
                        </a:rPr>
                        <a:t>Physics (benchmark FE-D-M1)</a:t>
                      </a:r>
                      <a:endParaRPr lang="en-US" sz="12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1"/>
                    </a:solidFill>
                  </a:tcPr>
                </a:tc>
                <a:tc hMerge="1">
                  <a:tcPr/>
                </a:tc>
              </a:tr>
              <a:tr h="329184">
                <a:tc>
                  <a:txBody>
                    <a:bodyPr/>
                    <a:lstStyle/>
                    <a:p>
                      <a:pPr indent="0" marL="0">
                        <a:buNone/>
                      </a:pPr>
                      <a:r>
                        <a:rPr lang="en-US" sz="1200" b="1" dirty="0">
                          <a:solidFill>
                            <a:schemeClr val="tx1"/>
                          </a:solidFill>
                        </a:rPr>
                        <a:t>Equation (paper Eq. 49)</a:t>
                      </a:r>
                      <a:endParaRPr lang="en-US" sz="12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rPr>
                        <a:t>c²·u_xxxx + u_tt + γ·u_t = 0  (EI·u_xxxx + ρA·u_tt + b·u_t = 0 divided by ρA)</a:t>
                      </a:r>
                      <a:endParaRPr lang="en-US" sz="12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r>
              <a:tr h="329184">
                <a:tc>
                  <a:txBody>
                    <a:bodyPr/>
                    <a:lstStyle/>
                    <a:p>
                      <a:pPr indent="0" marL="0">
                        <a:buNone/>
                      </a:pPr>
                      <a:r>
                        <a:rPr lang="en-US" sz="1200" b="1" dirty="0">
                          <a:solidFill>
                            <a:schemeClr val="tx1"/>
                          </a:solidFill>
                        </a:rPr>
                        <a:t>Coefficients</a:t>
                      </a:r>
                      <a:endParaRPr lang="en-US" sz="12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rPr>
                        <a:t>c² = 43.73², γ = 7.08</a:t>
                      </a:r>
                      <a:endParaRPr lang="en-US" sz="12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r>
              <a:tr h="329184">
                <a:tc>
                  <a:txBody>
                    <a:bodyPr/>
                    <a:lstStyle/>
                    <a:p>
                      <a:pPr indent="0" marL="0">
                        <a:buNone/>
                      </a:pPr>
                      <a:r>
                        <a:rPr lang="en-US" sz="1200" b="1" dirty="0">
                          <a:solidFill>
                            <a:schemeClr val="tx1"/>
                          </a:solidFill>
                        </a:rPr>
                        <a:t>Domain</a:t>
                      </a:r>
                      <a:endParaRPr lang="en-US" sz="12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rPr>
                        <a:t>x ∈ [0, 2.75] m, t ∈ [0, 1] s</a:t>
                      </a:r>
                      <a:endParaRPr lang="en-US" sz="12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r>
              <a:tr h="329184">
                <a:tc>
                  <a:txBody>
                    <a:bodyPr/>
                    <a:lstStyle/>
                    <a:p>
                      <a:pPr indent="0" marL="0">
                        <a:buNone/>
                      </a:pPr>
                      <a:r>
                        <a:rPr lang="en-US" sz="1200" b="1" dirty="0">
                          <a:solidFill>
                            <a:schemeClr val="tx1"/>
                          </a:solidFill>
                        </a:rPr>
                        <a:t>Boundary conditions</a:t>
                      </a:r>
                      <a:endParaRPr lang="en-US" sz="12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rPr>
                        <a:t>clamped–clamped: u = u_x = 0 at both ends</a:t>
                      </a:r>
                      <a:endParaRPr lang="en-US" sz="12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r>
              <a:tr h="329184">
                <a:tc>
                  <a:txBody>
                    <a:bodyPr/>
                    <a:lstStyle/>
                    <a:p>
                      <a:pPr indent="0" marL="0">
                        <a:buNone/>
                      </a:pPr>
                      <a:r>
                        <a:rPr lang="en-US" sz="1200" b="1" dirty="0">
                          <a:solidFill>
                            <a:schemeClr val="tx1"/>
                          </a:solidFill>
                        </a:rPr>
                        <a:t>Initial conditions</a:t>
                      </a:r>
                      <a:endParaRPr lang="en-US" sz="12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rPr>
                        <a:t>u(x,0) = Mode-1 shape, A₀ = 0.08 m; u_t(x,0) = 0</a:t>
                      </a:r>
                      <a:endParaRPr lang="en-US" sz="12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r>
              <a:tr h="329184">
                <a:tc>
                  <a:txBody>
                    <a:bodyPr/>
                    <a:lstStyle/>
                    <a:p>
                      <a:pPr indent="0" marL="0">
                        <a:buNone/>
                      </a:pPr>
                      <a:r>
                        <a:rPr lang="en-US" sz="1200" b="1" dirty="0">
                          <a:solidFill>
                            <a:schemeClr val="tx1"/>
                          </a:solidFill>
                        </a:rPr>
                        <a:t>Mode 1</a:t>
                      </a:r>
                      <a:endParaRPr lang="en-US" sz="12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rPr>
                        <a:t>ω_d = 129.32 rad/s (20.6 Hz); decay 3.54 s⁻¹</a:t>
                      </a:r>
                      <a:endParaRPr lang="en-US" sz="12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r>
              <a:tr h="329184">
                <a:tc>
                  <a:txBody>
                    <a:bodyPr/>
                    <a:lstStyle/>
                    <a:p>
                      <a:pPr indent="0" marL="0">
                        <a:buNone/>
                      </a:pPr>
                      <a:r>
                        <a:rPr lang="en-US" sz="1200" b="1" dirty="0">
                          <a:solidFill>
                            <a:schemeClr val="tx1"/>
                          </a:solidFill>
                        </a:rPr>
                        <a:t>References</a:t>
                      </a:r>
                      <a:endParaRPr lang="en-US" sz="12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rPr>
                        <a:t>paper-faithful (printed root 4.7300) and exact-physics (exact root); they differ by 4.386e-4 relative L2</a:t>
                      </a:r>
                      <a:endParaRPr lang="en-US" sz="12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r>
              <a:tr h="329184">
                <a:tc>
                  <a:txBody>
                    <a:bodyPr/>
                    <a:lstStyle/>
                    <a:p>
                      <a:pPr indent="0" marL="0">
                        <a:buNone/>
                      </a:pPr>
                      <a:r>
                        <a:rPr lang="en-US" sz="1200" b="1" dirty="0">
                          <a:solidFill>
                            <a:schemeClr val="tx1"/>
                          </a:solidFill>
                        </a:rPr>
                        <a:t>Evaluation</a:t>
                      </a:r>
                      <a:endParaRPr lang="en-US" sz="12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rPr>
                        <a:t>201 × 2001 grid; relative L2; persistence = first t ≥ P/2 where local amplitude &lt; 50 % of exact</a:t>
                      </a:r>
                      <a:endParaRPr lang="en-US" sz="12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r>
            </a:tbl>
          </a:graphicData>
        </a:graphic>
      </p:graphicFrame>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278728" y="1417320"/>
          <a:ext cx="5364328" cy="914400"/>
        </p:xfrm>
        <a:graphic>
          <a:graphicData uri="http://schemas.openxmlformats.org/drawingml/2006/table">
            <a:tbl>
              <a:tblPr/>
              <a:tblGrid>
                <a:gridCol w="1737360"/>
                <a:gridCol w="3626968"/>
              </a:tblGrid>
              <a:tr h="329184">
                <a:tc gridSpan="2">
                  <a:txBody>
                    <a:bodyPr/>
                    <a:lstStyle/>
                    <a:p>
                      <a:pPr indent="0" marL="0">
                        <a:buNone/>
                      </a:pPr>
                      <a:r>
                        <a:rPr lang="en-US" sz="1200" b="1" dirty="0">
                          <a:solidFill>
                            <a:schemeClr val="bg1"/>
                          </a:solidFill>
                        </a:rPr>
                        <a:t>PINN (published baseline and our variants)</a:t>
                      </a:r>
                      <a:endParaRPr lang="en-US" sz="12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1"/>
                    </a:solidFill>
                  </a:tcPr>
                </a:tc>
                <a:tc hMerge="1">
                  <a:tcPr/>
                </a:tc>
              </a:tr>
              <a:tr h="329184">
                <a:tc>
                  <a:txBody>
                    <a:bodyPr/>
                    <a:lstStyle/>
                    <a:p>
                      <a:pPr indent="0" marL="0">
                        <a:buNone/>
                      </a:pPr>
                      <a:r>
                        <a:rPr lang="en-US" sz="1200" b="1" dirty="0">
                          <a:solidFill>
                            <a:schemeClr val="tx1"/>
                          </a:solidFill>
                        </a:rPr>
                        <a:t>Network</a:t>
                      </a:r>
                      <a:endParaRPr lang="en-US" sz="12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rPr>
                        <a:t>6 × 200 tanh, 241,601 parameters</a:t>
                      </a:r>
                      <a:endParaRPr lang="en-US" sz="12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r>
              <a:tr h="329184">
                <a:tc>
                  <a:txBody>
                    <a:bodyPr/>
                    <a:lstStyle/>
                    <a:p>
                      <a:pPr indent="0" marL="0">
                        <a:buNone/>
                      </a:pPr>
                      <a:r>
                        <a:rPr lang="en-US" sz="1200" b="1" dirty="0">
                          <a:solidFill>
                            <a:schemeClr val="tx1"/>
                          </a:solidFill>
                        </a:rPr>
                        <a:t>Fourier features</a:t>
                      </a:r>
                      <a:endParaRPr lang="en-US" sz="12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rPr>
                        <a:t>spatio-temporal multiscale, m = 100; σ_x = 1; σ_t = 10, 1</a:t>
                      </a:r>
                      <a:endParaRPr lang="en-US" sz="12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r>
              <a:tr h="329184">
                <a:tc>
                  <a:txBody>
                    <a:bodyPr/>
                    <a:lstStyle/>
                    <a:p>
                      <a:pPr indent="0" marL="0">
                        <a:buNone/>
                      </a:pPr>
                      <a:r>
                        <a:rPr lang="en-US" sz="1200" b="1" dirty="0">
                          <a:solidFill>
                            <a:schemeClr val="tx1"/>
                          </a:solidFill>
                        </a:rPr>
                        <a:t>Paper training</a:t>
                      </a:r>
                      <a:endParaRPr lang="en-US" sz="12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rPr>
                        <a:t>NTK trace weights; Adam lr 1e-4; 640 points per term, mini-batch 32; 45,000 epochs</a:t>
                      </a:r>
                      <a:endParaRPr lang="en-US" sz="12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r>
              <a:tr h="329184">
                <a:tc>
                  <a:txBody>
                    <a:bodyPr/>
                    <a:lstStyle/>
                    <a:p>
                      <a:pPr indent="0" marL="0">
                        <a:buNone/>
                      </a:pPr>
                      <a:r>
                        <a:rPr lang="en-US" sz="1200" b="1" dirty="0">
                          <a:solidFill>
                            <a:schemeClr val="tx1"/>
                          </a:solidFill>
                        </a:rPr>
                        <a:t>Hard constraints</a:t>
                      </a:r>
                      <a:endParaRPr lang="en-US" sz="12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rPr>
                        <a:t>u = u₀(x) + g(t)·Φ(x)·A₀·N(x,t), Φ = 16x²(L−x)²/L⁴</a:t>
                      </a:r>
                      <a:endParaRPr lang="en-US" sz="12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r>
              <a:tr h="329184">
                <a:tc>
                  <a:txBody>
                    <a:bodyPr/>
                    <a:lstStyle/>
                    <a:p>
                      <a:pPr indent="0" marL="0">
                        <a:buNone/>
                      </a:pPr>
                      <a:r>
                        <a:rPr lang="en-US" sz="1200" b="1" dirty="0">
                          <a:solidFill>
                            <a:schemeClr val="tx1"/>
                          </a:solidFill>
                        </a:rPr>
                        <a:t>Time factor</a:t>
                      </a:r>
                      <a:endParaRPr lang="en-US" sz="12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rPr>
                        <a:t>g = (t/T)² (original) or tanh²(ω₁t), ω₁ = 129.37 rad/s from the PDE and BCs</a:t>
                      </a:r>
                      <a:endParaRPr lang="en-US" sz="12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r>
              <a:tr h="329184">
                <a:tc>
                  <a:txBody>
                    <a:bodyPr/>
                    <a:lstStyle/>
                    <a:p>
                      <a:pPr indent="0" marL="0">
                        <a:buNone/>
                      </a:pPr>
                      <a:r>
                        <a:rPr lang="en-US" sz="1200" b="1" dirty="0">
                          <a:solidFill>
                            <a:schemeClr val="tx1"/>
                          </a:solidFill>
                        </a:rPr>
                        <a:t>LR schedule (Y, Z)</a:t>
                      </a:r>
                      <a:endParaRPr lang="en-US" sz="12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rPr>
                        <a:t>1e-3 · 0.9^(step/1000)</a:t>
                      </a:r>
                      <a:endParaRPr lang="en-US" sz="12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r>
              <a:tr h="329184">
                <a:tc>
                  <a:txBody>
                    <a:bodyPr/>
                    <a:lstStyle/>
                    <a:p>
                      <a:pPr indent="0" marL="0">
                        <a:buNone/>
                      </a:pPr>
                      <a:r>
                        <a:rPr lang="en-US" sz="1200" b="1" dirty="0">
                          <a:solidFill>
                            <a:schemeClr val="tx1"/>
                          </a:solidFill>
                        </a:rPr>
                        <a:t>Hardware</a:t>
                      </a:r>
                      <a:endParaRPr lang="en-US" sz="12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rPr>
                        <a:t>CPU, 1 thread per run, float32, seed 1234</a:t>
                      </a:r>
                      <a:endParaRPr lang="en-US" sz="12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r>
              <a:tr h="329184">
                <a:tc>
                  <a:txBody>
                    <a:bodyPr/>
                    <a:lstStyle/>
                    <a:p>
                      <a:pPr indent="0" marL="0">
                        <a:buNone/>
                      </a:pPr>
                      <a:r>
                        <a:rPr lang="en-US" sz="1200" b="1" dirty="0">
                          <a:solidFill>
                            <a:schemeClr val="tx1"/>
                          </a:solidFill>
                        </a:rPr>
                        <a:t>Budgets</a:t>
                      </a:r>
                      <a:endParaRPr lang="en-US" sz="12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rPr>
                        <a:t>5,000–20,000 steps; 1.6e5–2.56e6 PDE evaluations</a:t>
                      </a:r>
                      <a:endParaRPr lang="en-US" sz="12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7395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APPENDIX B · BACKUP</a:t>
            </a:r>
            <a:endParaRPr lang="en-US" sz="1200" dirty="0"/>
          </a:p>
        </p:txBody>
      </p:sp>
      <p:sp>
        <p:nvSpPr>
          <p:cNvPr id="3" name="Text 0"/>
          <p:cNvSpPr/>
          <p:nvPr>
            <p:ph idx="101" type="title" hasCustomPrompt="1"/>
          </p:nvPr>
        </p:nvSpPr>
        <p:spPr>
          <a:xfrm>
            <a:off x="548640" y="548640"/>
            <a:ext cx="11094415" cy="6400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Detailed experiment matrix (26 runs, frozen)</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410048" cy="914400"/>
        </p:xfrm>
        <a:graphic>
          <a:graphicData uri="http://schemas.openxmlformats.org/drawingml/2006/table">
            <a:tbl>
              <a:tblPr/>
              <a:tblGrid>
                <a:gridCol w="685800"/>
                <a:gridCol w="2377440"/>
                <a:gridCol w="640080"/>
                <a:gridCol w="1706728"/>
              </a:tblGrid>
              <a:tr h="329184">
                <a:tc>
                  <a:txBody>
                    <a:bodyPr/>
                    <a:lstStyle/>
                    <a:p>
                      <a:pPr algn="l" indent="0" marL="0">
                        <a:buNone/>
                      </a:pPr>
                      <a:r>
                        <a:rPr lang="en-US" sz="1050" b="1" dirty="0">
                          <a:solidFill>
                            <a:schemeClr val="bg1"/>
                          </a:solidFill>
                        </a:rPr>
                        <a:t>Run</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1"/>
                    </a:solidFill>
                  </a:tcPr>
                </a:tc>
                <a:tc>
                  <a:txBody>
                    <a:bodyPr/>
                    <a:lstStyle/>
                    <a:p>
                      <a:pPr algn="l" indent="0" marL="0">
                        <a:buNone/>
                      </a:pPr>
                      <a:r>
                        <a:rPr lang="en-US" sz="1050" b="1" dirty="0">
                          <a:solidFill>
                            <a:schemeClr val="bg1"/>
                          </a:solidFill>
                        </a:rPr>
                        <a:t>Change vs parent (5k steps unless noted)</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1"/>
                    </a:solidFill>
                  </a:tcPr>
                </a:tc>
                <a:tc>
                  <a:txBody>
                    <a:bodyPr/>
                    <a:lstStyle/>
                    <a:p>
                      <a:pPr algn="r" indent="0" marL="0">
                        <a:buNone/>
                      </a:pPr>
                      <a:r>
                        <a:rPr lang="en-US" sz="1050" b="1" dirty="0">
                          <a:solidFill>
                            <a:schemeClr val="bg1"/>
                          </a:solidFill>
                        </a:rPr>
                        <a:t>L2</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1"/>
                    </a:solidFill>
                  </a:tcPr>
                </a:tc>
                <a:tc>
                  <a:txBody>
                    <a:bodyPr/>
                    <a:lstStyle/>
                    <a:p>
                      <a:pPr algn="l" indent="0" marL="0">
                        <a:buNone/>
                      </a:pPr>
                      <a:r>
                        <a:rPr lang="en-US" sz="1050" b="1" dirty="0">
                          <a:solidFill>
                            <a:schemeClr val="bg1"/>
                          </a:solidFill>
                        </a:rPr>
                        <a:t>Outcome</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1"/>
                    </a:solidFill>
                  </a:tcPr>
                </a:tc>
              </a:tr>
              <a:tr h="329184">
                <a:tc>
                  <a:txBody>
                    <a:bodyPr/>
                    <a:lstStyle/>
                    <a:p>
                      <a:pPr indent="0" marL="0">
                        <a:buNone/>
                      </a:pPr>
                      <a:r>
                        <a:rPr lang="en-US" sz="1050" dirty="0">
                          <a:solidFill>
                            <a:schemeClr val="tx1"/>
                          </a:solidFill>
                        </a:rPr>
                        <a:t>BA</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plain MLP (20k)</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algn="r" indent="0" marL="0">
                        <a:buNone/>
                      </a:pPr>
                      <a:r>
                        <a:rPr lang="en-US" sz="1050" dirty="0">
                          <a:solidFill>
                            <a:schemeClr val="tx1"/>
                          </a:solidFill>
                        </a:rPr>
                        <a:t>2.60</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no oscillation</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r>
              <a:tr h="329184">
                <a:tc>
                  <a:txBody>
                    <a:bodyPr/>
                    <a:lstStyle/>
                    <a:p>
                      <a:pPr indent="0" marL="0">
                        <a:buNone/>
                      </a:pPr>
                      <a:r>
                        <a:rPr lang="en-US" sz="1050" dirty="0">
                          <a:solidFill>
                            <a:schemeClr val="tx1"/>
                          </a:solidFill>
                        </a:rPr>
                        <a:t>BB</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 Fourier features (20k)</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algn="r" indent="0" marL="0">
                        <a:buNone/>
                      </a:pPr>
                      <a:r>
                        <a:rPr lang="en-US" sz="1050" dirty="0">
                          <a:solidFill>
                            <a:schemeClr val="tx1"/>
                          </a:solidFill>
                        </a:rPr>
                        <a:t>1.81</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static / low-freq.</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r>
              <a:tr h="329184">
                <a:tc>
                  <a:txBody>
                    <a:bodyPr/>
                    <a:lstStyle/>
                    <a:p>
                      <a:pPr indent="0" marL="0">
                        <a:buNone/>
                      </a:pPr>
                      <a:r>
                        <a:rPr lang="en-US" sz="1050" dirty="0">
                          <a:solidFill>
                            <a:schemeClr val="tx1"/>
                          </a:solidFill>
                        </a:rPr>
                        <a:t>C0</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paper: Fourier + NTK (20k)</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algn="r" indent="0" marL="0">
                        <a:buNone/>
                      </a:pPr>
                      <a:r>
                        <a:rPr lang="en-US" sz="1050" dirty="0">
                          <a:solidFill>
                            <a:schemeClr val="tx1"/>
                          </a:solidFill>
                        </a:rPr>
                        <a:t>3.26</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static</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r>
              <a:tr h="329184">
                <a:tc>
                  <a:txBody>
                    <a:bodyPr/>
                    <a:lstStyle/>
                    <a:p>
                      <a:pPr indent="0" marL="0">
                        <a:buNone/>
                      </a:pPr>
                      <a:r>
                        <a:rPr lang="en-US" sz="1050" dirty="0">
                          <a:solidFill>
                            <a:schemeClr val="tx1"/>
                          </a:solidFill>
                        </a:rPr>
                        <a:t>C0-rc</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C0, reference-code convention (20k)</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algn="r" indent="0" marL="0">
                        <a:buNone/>
                      </a:pPr>
                      <a:r>
                        <a:rPr lang="en-US" sz="1050" dirty="0">
                          <a:solidFill>
                            <a:schemeClr val="tx1"/>
                          </a:solidFill>
                        </a:rPr>
                        <a:t>1.73</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static</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r>
              <a:tr h="329184">
                <a:tc>
                  <a:txBody>
                    <a:bodyPr/>
                    <a:lstStyle/>
                    <a:p>
                      <a:pPr indent="0" marL="0">
                        <a:buNone/>
                      </a:pPr>
                      <a:r>
                        <a:rPr lang="en-US" sz="1050" dirty="0">
                          <a:solidFill>
                            <a:schemeClr val="tx1"/>
                          </a:solidFill>
                        </a:rPr>
                        <a:t>D1</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C0 + unit-normalised inputs</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algn="r" indent="0" marL="0">
                        <a:buNone/>
                      </a:pPr>
                      <a:r>
                        <a:rPr lang="en-US" sz="1050" dirty="0">
                          <a:solidFill>
                            <a:schemeClr val="tx1"/>
                          </a:solidFill>
                        </a:rPr>
                        <a:t>1.78</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static</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r>
              <a:tr h="329184">
                <a:tc>
                  <a:txBody>
                    <a:bodyPr/>
                    <a:lstStyle/>
                    <a:p>
                      <a:pPr indent="0" marL="0">
                        <a:buNone/>
                      </a:pPr>
                      <a:r>
                        <a:rPr lang="en-US" sz="1050" dirty="0">
                          <a:solidFill>
                            <a:schemeClr val="tx1"/>
                          </a:solidFill>
                        </a:rPr>
                        <a:t>D2</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C0 + zero biases</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algn="r" indent="0" marL="0">
                        <a:buNone/>
                      </a:pPr>
                      <a:r>
                        <a:rPr lang="en-US" sz="1050" dirty="0">
                          <a:solidFill>
                            <a:schemeClr val="tx1"/>
                          </a:solidFill>
                        </a:rPr>
                        <a:t>2.49</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low-freq., wrong ω</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r>
              <a:tr h="329184">
                <a:tc>
                  <a:txBody>
                    <a:bodyPr/>
                    <a:lstStyle/>
                    <a:p>
                      <a:pPr indent="0" marL="0">
                        <a:buNone/>
                      </a:pPr>
                      <a:r>
                        <a:rPr lang="en-US" sz="1050" dirty="0">
                          <a:solidFill>
                            <a:schemeClr val="tx1"/>
                          </a:solidFill>
                        </a:rPr>
                        <a:t>D3</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C0 + unit inputs + zero biases</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algn="r" indent="0" marL="0">
                        <a:buNone/>
                      </a:pPr>
                      <a:r>
                        <a:rPr lang="en-US" sz="1050" dirty="0">
                          <a:solidFill>
                            <a:schemeClr val="tx1"/>
                          </a:solidFill>
                        </a:rPr>
                        <a:t>1.86</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low-freq.</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r>
              <a:tr h="329184">
                <a:tc>
                  <a:txBody>
                    <a:bodyPr/>
                    <a:lstStyle/>
                    <a:p>
                      <a:pPr indent="0" marL="0">
                        <a:buNone/>
                      </a:pPr>
                      <a:r>
                        <a:rPr lang="en-US" sz="1050" dirty="0">
                          <a:solidFill>
                            <a:schemeClr val="tx1"/>
                          </a:solidFill>
                        </a:rPr>
                        <a:t>D4</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C0, ref.-code conv. + zero biases</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algn="r" indent="0" marL="0">
                        <a:buNone/>
                      </a:pPr>
                      <a:r>
                        <a:rPr lang="en-US" sz="1050" dirty="0">
                          <a:solidFill>
                            <a:schemeClr val="tx1"/>
                          </a:solidFill>
                        </a:rPr>
                        <a:t>1.11</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low-freq.</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r>
              <a:tr h="329184">
                <a:tc>
                  <a:txBody>
                    <a:bodyPr/>
                    <a:lstStyle/>
                    <a:p>
                      <a:pPr indent="0" marL="0">
                        <a:buNone/>
                      </a:pPr>
                      <a:r>
                        <a:rPr lang="en-US" sz="1050" dirty="0">
                          <a:solidFill>
                            <a:schemeClr val="tx1"/>
                          </a:solidFill>
                        </a:rPr>
                        <a:t>E3</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BB + RAD</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algn="r" indent="0" marL="0">
                        <a:buNone/>
                      </a:pPr>
                      <a:r>
                        <a:rPr lang="en-US" sz="1050" dirty="0">
                          <a:solidFill>
                            <a:schemeClr val="tx1"/>
                          </a:solidFill>
                        </a:rPr>
                        <a:t>2.21</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offset, no oscillation</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r>
              <a:tr h="329184">
                <a:tc>
                  <a:txBody>
                    <a:bodyPr/>
                    <a:lstStyle/>
                    <a:p>
                      <a:pPr indent="0" marL="0">
                        <a:buNone/>
                      </a:pPr>
                      <a:r>
                        <a:rPr lang="en-US" sz="1050" dirty="0">
                          <a:solidFill>
                            <a:schemeClr val="tx1"/>
                          </a:solidFill>
                        </a:rPr>
                        <a:t>E4</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hard constraints, (t/T)²</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algn="r" indent="0" marL="0">
                        <a:buNone/>
                      </a:pPr>
                      <a:r>
                        <a:rPr lang="en-US" sz="1050" dirty="0">
                          <a:solidFill>
                            <a:schemeClr val="tx1"/>
                          </a:solidFill>
                        </a:rPr>
                        <a:t>2.83</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slow decay, no oscillation</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r>
              <a:tr h="329184">
                <a:tc>
                  <a:txBody>
                    <a:bodyPr/>
                    <a:lstStyle/>
                    <a:p>
                      <a:pPr indent="0" marL="0">
                        <a:buNone/>
                      </a:pPr>
                      <a:r>
                        <a:rPr lang="en-US" sz="1050" dirty="0">
                          <a:solidFill>
                            <a:schemeClr val="tx1"/>
                          </a:solidFill>
                        </a:rPr>
                        <a:t>E5</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E4 + RAD</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algn="r" indent="0" marL="0">
                        <a:buNone/>
                      </a:pPr>
                      <a:r>
                        <a:rPr lang="en-US" sz="1050" dirty="0">
                          <a:solidFill>
                            <a:schemeClr val="tx1"/>
                          </a:solidFill>
                        </a:rPr>
                        <a:t>2.84</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no oscillation</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r>
              <a:tr h="329184">
                <a:tc>
                  <a:txBody>
                    <a:bodyPr/>
                    <a:lstStyle/>
                    <a:p>
                      <a:pPr indent="0" marL="0">
                        <a:buNone/>
                      </a:pPr>
                      <a:r>
                        <a:rPr lang="en-US" sz="1050" dirty="0">
                          <a:solidFill>
                            <a:schemeClr val="tx1"/>
                          </a:solidFill>
                        </a:rPr>
                        <a:t>E4b</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E4, ref.-code convention</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algn="r" indent="0" marL="0">
                        <a:buNone/>
                      </a:pPr>
                      <a:r>
                        <a:rPr lang="en-US" sz="1050" dirty="0">
                          <a:solidFill>
                            <a:schemeClr val="tx1"/>
                          </a:solidFill>
                        </a:rPr>
                        <a:t>1.61</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no oscillation</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r>
              <a:tr h="329184">
                <a:tc>
                  <a:txBody>
                    <a:bodyPr/>
                    <a:lstStyle/>
                    <a:p>
                      <a:pPr indent="0" marL="0">
                        <a:buNone/>
                      </a:pPr>
                      <a:r>
                        <a:rPr lang="en-US" sz="1050" dirty="0">
                          <a:solidFill>
                            <a:schemeClr val="tx1"/>
                          </a:solidFill>
                        </a:rPr>
                        <a:t>X1</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E4 with tanh²(ω₁t)</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algn="r" indent="0" marL="0">
                        <a:buNone/>
                      </a:pPr>
                      <a:r>
                        <a:rPr lang="en-US" sz="1050" dirty="0">
                          <a:solidFill>
                            <a:schemeClr val="tx1"/>
                          </a:solidFill>
                        </a:rPr>
                        <a:t>1.50</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static / low-freq.</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r>
            </a:tbl>
          </a:graphicData>
        </a:graphic>
      </p:graphicFrame>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6233008" y="1371600"/>
          <a:ext cx="5410048" cy="914400"/>
        </p:xfrm>
        <a:graphic>
          <a:graphicData uri="http://schemas.openxmlformats.org/drawingml/2006/table">
            <a:tbl>
              <a:tblPr/>
              <a:tblGrid>
                <a:gridCol w="685800"/>
                <a:gridCol w="2377440"/>
                <a:gridCol w="640080"/>
                <a:gridCol w="1706728"/>
              </a:tblGrid>
              <a:tr h="329184">
                <a:tc>
                  <a:txBody>
                    <a:bodyPr/>
                    <a:lstStyle/>
                    <a:p>
                      <a:pPr algn="l" indent="0" marL="0">
                        <a:buNone/>
                      </a:pPr>
                      <a:r>
                        <a:rPr lang="en-US" sz="1050" b="1" dirty="0">
                          <a:solidFill>
                            <a:schemeClr val="bg1"/>
                          </a:solidFill>
                        </a:rPr>
                        <a:t>Run</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1"/>
                    </a:solidFill>
                  </a:tcPr>
                </a:tc>
                <a:tc>
                  <a:txBody>
                    <a:bodyPr/>
                    <a:lstStyle/>
                    <a:p>
                      <a:pPr algn="l" indent="0" marL="0">
                        <a:buNone/>
                      </a:pPr>
                      <a:r>
                        <a:rPr lang="en-US" sz="1050" b="1" dirty="0">
                          <a:solidFill>
                            <a:schemeClr val="bg1"/>
                          </a:solidFill>
                        </a:rPr>
                        <a:t>Change vs parent (5k steps unless noted)</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1"/>
                    </a:solidFill>
                  </a:tcPr>
                </a:tc>
                <a:tc>
                  <a:txBody>
                    <a:bodyPr/>
                    <a:lstStyle/>
                    <a:p>
                      <a:pPr algn="r" indent="0" marL="0">
                        <a:buNone/>
                      </a:pPr>
                      <a:r>
                        <a:rPr lang="en-US" sz="1050" b="1" dirty="0">
                          <a:solidFill>
                            <a:schemeClr val="bg1"/>
                          </a:solidFill>
                        </a:rPr>
                        <a:t>L2</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1"/>
                    </a:solidFill>
                  </a:tcPr>
                </a:tc>
                <a:tc>
                  <a:txBody>
                    <a:bodyPr/>
                    <a:lstStyle/>
                    <a:p>
                      <a:pPr algn="l" indent="0" marL="0">
                        <a:buNone/>
                      </a:pPr>
                      <a:r>
                        <a:rPr lang="en-US" sz="1050" b="1" dirty="0">
                          <a:solidFill>
                            <a:schemeClr val="bg1"/>
                          </a:solidFill>
                        </a:rPr>
                        <a:t>Outcome</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1"/>
                    </a:solidFill>
                  </a:tcPr>
                </a:tc>
              </a:tr>
              <a:tr h="329184">
                <a:tc>
                  <a:txBody>
                    <a:bodyPr/>
                    <a:lstStyle/>
                    <a:p>
                      <a:pPr indent="0" marL="0">
                        <a:buNone/>
                      </a:pPr>
                      <a:r>
                        <a:rPr lang="en-US" sz="1050" dirty="0">
                          <a:solidFill>
                            <a:schemeClr val="tx1"/>
                          </a:solidFill>
                        </a:rPr>
                        <a:t>X2</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E4b with tanh²(ω₁t)</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algn="r" indent="0" marL="0">
                        <a:buNone/>
                      </a:pPr>
                      <a:r>
                        <a:rPr lang="en-US" sz="1050" dirty="0">
                          <a:solidFill>
                            <a:schemeClr val="tx1"/>
                          </a:solidFill>
                        </a:rPr>
                        <a:t>0.909</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112 rad/s, over-damped</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r>
              <a:tr h="329184">
                <a:tc>
                  <a:txBody>
                    <a:bodyPr/>
                    <a:lstStyle/>
                    <a:p>
                      <a:pPr indent="0" marL="0">
                        <a:buNone/>
                      </a:pPr>
                      <a:r>
                        <a:rPr lang="en-US" sz="1050" i="1" dirty="0">
                          <a:solidFill>
                            <a:schemeClr val="tx1"/>
                          </a:solidFill>
                        </a:rPr>
                        <a:t>X3</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i="1" dirty="0">
                          <a:solidFill>
                            <a:schemeClr val="tx1"/>
                          </a:solidFill>
                        </a:rPr>
                        <a:t>supervised fit (diagnostic)</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algn="r" indent="0" marL="0">
                        <a:buNone/>
                      </a:pPr>
                      <a:r>
                        <a:rPr lang="en-US" sz="1050" i="1" dirty="0">
                          <a:solidFill>
                            <a:schemeClr val="tx1"/>
                          </a:solidFill>
                        </a:rPr>
                        <a:t>0.463</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i="1" dirty="0">
                          <a:solidFill>
                            <a:schemeClr val="tx1"/>
                          </a:solidFill>
                        </a:rPr>
                        <a:t>129.25 rad/s</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r>
              <a:tr h="329184">
                <a:tc>
                  <a:txBody>
                    <a:bodyPr/>
                    <a:lstStyle/>
                    <a:p>
                      <a:pPr indent="0" marL="0">
                        <a:buNone/>
                      </a:pPr>
                      <a:r>
                        <a:rPr lang="en-US" sz="1050" i="1" dirty="0">
                          <a:solidFill>
                            <a:schemeClr val="tx1"/>
                          </a:solidFill>
                        </a:rPr>
                        <a:t>X4</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i="1" dirty="0">
                          <a:solidFill>
                            <a:schemeClr val="tx1"/>
                          </a:solidFill>
                        </a:rPr>
                        <a:t>supervised fit (diagnostic)</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algn="r" indent="0" marL="0">
                        <a:buNone/>
                      </a:pPr>
                      <a:r>
                        <a:rPr lang="en-US" sz="1050" i="1" dirty="0">
                          <a:solidFill>
                            <a:schemeClr val="tx1"/>
                          </a:solidFill>
                        </a:rPr>
                        <a:t>0.316</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i="1" dirty="0">
                          <a:solidFill>
                            <a:schemeClr val="tx1"/>
                          </a:solidFill>
                        </a:rPr>
                        <a:t>129.37 rad/s</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r>
              <a:tr h="329184">
                <a:tc>
                  <a:txBody>
                    <a:bodyPr/>
                    <a:lstStyle/>
                    <a:p>
                      <a:pPr indent="0" marL="0">
                        <a:buNone/>
                      </a:pPr>
                      <a:r>
                        <a:rPr lang="en-US" sz="1050" dirty="0">
                          <a:solidFill>
                            <a:schemeClr val="tx1"/>
                          </a:solidFill>
                        </a:rPr>
                        <a:t>Y1</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X2 + LR schedule</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algn="r" indent="0" marL="0">
                        <a:buNone/>
                      </a:pPr>
                      <a:r>
                        <a:rPr lang="en-US" sz="1050" dirty="0">
                          <a:solidFill>
                            <a:schemeClr val="tx1"/>
                          </a:solidFill>
                        </a:rPr>
                        <a:t>0.774</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1.2 cycles, collapse</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r>
              <a:tr h="329184">
                <a:tc>
                  <a:txBody>
                    <a:bodyPr/>
                    <a:lstStyle/>
                    <a:p>
                      <a:pPr indent="0" marL="0">
                        <a:buNone/>
                      </a:pPr>
                      <a:r>
                        <a:rPr lang="en-US" sz="1050" dirty="0">
                          <a:solidFill>
                            <a:schemeClr val="tx1"/>
                          </a:solidFill>
                        </a:rPr>
                        <a:t>Y2</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X1 + LR schedule</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algn="r" indent="0" marL="0">
                        <a:buNone/>
                      </a:pPr>
                      <a:r>
                        <a:rPr lang="en-US" sz="1050" dirty="0">
                          <a:solidFill>
                            <a:schemeClr val="tx1"/>
                          </a:solidFill>
                        </a:rPr>
                        <a:t>1.47</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static / low-freq.</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r>
              <a:tr h="329184">
                <a:tc>
                  <a:txBody>
                    <a:bodyPr/>
                    <a:lstStyle/>
                    <a:p>
                      <a:pPr indent="0" marL="0">
                        <a:buNone/>
                      </a:pPr>
                      <a:r>
                        <a:rPr lang="en-US" sz="1050" i="1" dirty="0">
                          <a:solidFill>
                            <a:schemeClr val="tx1"/>
                          </a:solidFill>
                        </a:rPr>
                        <a:t>Y3</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i="1" dirty="0">
                          <a:solidFill>
                            <a:schemeClr val="tx1"/>
                          </a:solidFill>
                        </a:rPr>
                        <a:t>X4 + LR schedule (diagnostic)</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algn="r" indent="0" marL="0">
                        <a:buNone/>
                      </a:pPr>
                      <a:r>
                        <a:rPr lang="en-US" sz="1050" i="1" dirty="0">
                          <a:solidFill>
                            <a:schemeClr val="tx1"/>
                          </a:solidFill>
                        </a:rPr>
                        <a:t>0.120</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i="1" dirty="0">
                          <a:solidFill>
                            <a:schemeClr val="tx1"/>
                          </a:solidFill>
                        </a:rPr>
                        <a:t>129.32 rad/s</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r>
              <a:tr h="329184">
                <a:tc>
                  <a:txBody>
                    <a:bodyPr/>
                    <a:lstStyle/>
                    <a:p>
                      <a:pPr indent="0" marL="0">
                        <a:buNone/>
                      </a:pPr>
                      <a:r>
                        <a:rPr lang="en-US" sz="1050" dirty="0">
                          <a:solidFill>
                            <a:schemeClr val="tx1"/>
                          </a:solidFill>
                        </a:rPr>
                        <a:t>Y4</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C0 + LR schedule</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algn="r" indent="0" marL="0">
                        <a:buNone/>
                      </a:pPr>
                      <a:r>
                        <a:rPr lang="en-US" sz="1050" dirty="0">
                          <a:solidFill>
                            <a:schemeClr val="tx1"/>
                          </a:solidFill>
                        </a:rPr>
                        <a:t>2.75</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static</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r>
              <a:tr h="329184">
                <a:tc>
                  <a:txBody>
                    <a:bodyPr/>
                    <a:lstStyle/>
                    <a:p>
                      <a:pPr indent="0" marL="0">
                        <a:buNone/>
                      </a:pPr>
                      <a:r>
                        <a:rPr lang="en-US" sz="1050" dirty="0">
                          <a:solidFill>
                            <a:schemeClr val="tx1"/>
                          </a:solidFill>
                        </a:rPr>
                        <a:t>Z1</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Y1 + RAD</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algn="r" indent="0" marL="0">
                        <a:buNone/>
                      </a:pPr>
                      <a:r>
                        <a:rPr lang="en-US" sz="1050" dirty="0">
                          <a:solidFill>
                            <a:schemeClr val="tx1"/>
                          </a:solidFill>
                        </a:rPr>
                        <a:t>0.718</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1.6 cycles, collapse</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r>
              <a:tr h="329184">
                <a:tc>
                  <a:txBody>
                    <a:bodyPr/>
                    <a:lstStyle/>
                    <a:p>
                      <a:pPr indent="0" marL="0">
                        <a:buNone/>
                      </a:pPr>
                      <a:r>
                        <a:rPr lang="en-US" sz="1050" dirty="0">
                          <a:solidFill>
                            <a:schemeClr val="tx1"/>
                          </a:solidFill>
                        </a:rPr>
                        <a:t>Z2</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Y1, seed 1235</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algn="r" indent="0" marL="0">
                        <a:buNone/>
                      </a:pPr>
                      <a:r>
                        <a:rPr lang="en-US" sz="1050" dirty="0">
                          <a:solidFill>
                            <a:schemeClr val="tx1"/>
                          </a:solidFill>
                        </a:rPr>
                        <a:t>0.799</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1.1 cycles, collapse</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r>
              <a:tr h="329184">
                <a:tc>
                  <a:txBody>
                    <a:bodyPr/>
                    <a:lstStyle/>
                    <a:p>
                      <a:pPr indent="0" marL="0">
                        <a:buNone/>
                      </a:pPr>
                      <a:r>
                        <a:rPr lang="en-US" sz="1050" dirty="0">
                          <a:solidFill>
                            <a:schemeClr val="tx1"/>
                          </a:solidFill>
                        </a:rPr>
                        <a:t>Z3</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Y4 + RAD</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algn="r" indent="0" marL="0">
                        <a:buNone/>
                      </a:pPr>
                      <a:r>
                        <a:rPr lang="en-US" sz="1050" dirty="0">
                          <a:solidFill>
                            <a:schemeClr val="tx1"/>
                          </a:solidFill>
                        </a:rPr>
                        <a:t>2.60</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static</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r>
              <a:tr h="329184">
                <a:tc>
                  <a:txBody>
                    <a:bodyPr/>
                    <a:lstStyle/>
                    <a:p>
                      <a:pPr indent="0" marL="0">
                        <a:buNone/>
                      </a:pPr>
                      <a:r>
                        <a:rPr lang="en-US" sz="1050" dirty="0">
                          <a:solidFill>
                            <a:schemeClr val="tx1"/>
                          </a:solidFill>
                        </a:rPr>
                        <a:t>Z4</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Y1, mini-batch 128</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algn="r" indent="0" marL="0">
                        <a:buNone/>
                      </a:pPr>
                      <a:r>
                        <a:rPr lang="en-US" sz="1050" dirty="0">
                          <a:solidFill>
                            <a:schemeClr val="tx1"/>
                          </a:solidFill>
                        </a:rPr>
                        <a:t>0.526</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3.2 cycles, collapse</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r>
              <a:tr h="329184">
                <a:tc>
                  <a:txBody>
                    <a:bodyPr/>
                    <a:lstStyle/>
                    <a:p>
                      <a:pPr indent="0" marL="0">
                        <a:buNone/>
                      </a:pPr>
                      <a:r>
                        <a:rPr lang="en-US" sz="1050" dirty="0">
                          <a:solidFill>
                            <a:schemeClr val="tx1"/>
                          </a:solidFill>
                        </a:rPr>
                        <a:t>Y1-20K</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Y1, 20k steps</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algn="r" indent="0" marL="0">
                        <a:buNone/>
                      </a:pPr>
                      <a:r>
                        <a:rPr lang="en-US" sz="1050" dirty="0">
                          <a:solidFill>
                            <a:schemeClr val="tx1"/>
                          </a:solidFill>
                        </a:rPr>
                        <a:t>0.550</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3.1 cycles, collapse</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FFFFF"/>
                    </a:solidFill>
                  </a:tcPr>
                </a:tc>
              </a:tr>
              <a:tr h="329184">
                <a:tc>
                  <a:txBody>
                    <a:bodyPr/>
                    <a:lstStyle/>
                    <a:p>
                      <a:pPr indent="0" marL="0">
                        <a:buNone/>
                      </a:pPr>
                      <a:r>
                        <a:rPr lang="en-US" sz="1050" b="1" dirty="0">
                          <a:solidFill>
                            <a:schemeClr val="tx1"/>
                          </a:solidFill>
                        </a:rPr>
                        <a:t>Z4-20K</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CEADF"/>
                    </a:solidFill>
                  </a:tcPr>
                </a:tc>
                <a:tc>
                  <a:txBody>
                    <a:bodyPr/>
                    <a:lstStyle/>
                    <a:p>
                      <a:pPr indent="0" marL="0">
                        <a:buNone/>
                      </a:pPr>
                      <a:r>
                        <a:rPr lang="en-US" sz="1050" b="1" dirty="0">
                          <a:solidFill>
                            <a:schemeClr val="tx1"/>
                          </a:solidFill>
                        </a:rPr>
                        <a:t>Z4, 20k steps</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CEADF"/>
                    </a:solidFill>
                  </a:tcPr>
                </a:tc>
                <a:tc>
                  <a:txBody>
                    <a:bodyPr/>
                    <a:lstStyle/>
                    <a:p>
                      <a:pPr algn="r" indent="0" marL="0">
                        <a:buNone/>
                      </a:pPr>
                      <a:r>
                        <a:rPr lang="en-US" sz="1050" b="1" dirty="0">
                          <a:solidFill>
                            <a:schemeClr val="tx1"/>
                          </a:solidFill>
                        </a:rPr>
                        <a:t>0.263</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CEADF"/>
                    </a:solidFill>
                  </a:tcPr>
                </a:tc>
                <a:tc>
                  <a:txBody>
                    <a:bodyPr/>
                    <a:lstStyle/>
                    <a:p>
                      <a:pPr indent="0" marL="0">
                        <a:buNone/>
                      </a:pPr>
                      <a:r>
                        <a:rPr lang="en-US" sz="1050" b="1" dirty="0">
                          <a:solidFill>
                            <a:schemeClr val="tx1"/>
                          </a:solidFill>
                        </a:rPr>
                        <a:t>8.1 cycles, collapse</a:t>
                      </a:r>
                      <a:endParaRPr lang="en-US" sz="1050" dirty="0"/>
                    </a:p>
                  </a:txBody>
                  <a:tcPr marL="54864" marR="54864" marT="18288" marB="18288">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FCEADF"/>
                    </a:solidFill>
                  </a:tcPr>
                </a:tc>
              </a:tr>
            </a:tbl>
          </a:graphicData>
        </a:graphic>
      </p:graphicFrame>
      <p:sp>
        <p:nvSpPr>
          <p:cNvPr id="6" name="Matrix caption"/>
          <p:cNvSpPr txBox="1"/>
          <p:nvPr/>
        </p:nvSpPr>
        <p:spPr>
          <a:xfrm>
            <a:off x="548640" y="6080760"/>
            <a:ext cx="11094415" cy="320040"/>
          </a:xfrm>
          <a:prstGeom prst="rect">
            <a:avLst/>
          </a:prstGeom>
          <a:noFill/>
          <a:ln/>
        </p:spPr>
        <p:txBody>
          <a:bodyPr wrap="square" lIns="0" tIns="0" rIns="0" bIns="0" rtlCol="0" anchor="t"/>
          <a:lstStyle/>
          <a:p>
            <a:pPr indent="0" marL="0">
              <a:buNone/>
            </a:pPr>
            <a:r>
              <a:rPr lang="en-US" sz="1000" dirty="0">
                <a:solidFill>
                  <a:schemeClr val="tx2"/>
                </a:solidFill>
              </a:rPr>
              <a:t>L2 = relative L2 error vs the exact solution (= paper-faithful reference at this precision). Italic rows are supervised diagnostics, not physics-trained solvers. Persistence in cycles uses the frozen collapse metric.</a:t>
            </a:r>
            <a:endParaRPr lang="en-US" sz="1000" dirty="0"/>
          </a:p>
        </p:txBody>
      </p:sp>
      <p:sp>
        <p:nvSpPr>
          <p:cNvPr id="25" name="Slide Number Placeholder 0"/>
          <p:cNvSpPr>
            <a:spLocks noGrp="1"/>
          </p:cNvSpPr>
          <p:nvPr>
            <p:ph type="sldNum" sz="quarter" idx="4294967295"/>
          </p:nvPr>
        </p:nvSpPr>
        <p:spPr>
          <a:xfrm>
            <a:off x="11094415" y="647395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APPENDIX C · BACKUP</a:t>
            </a:r>
            <a:endParaRPr lang="en-US" sz="1200" dirty="0"/>
          </a:p>
        </p:txBody>
      </p:sp>
      <p:sp>
        <p:nvSpPr>
          <p:cNvPr id="3" name="Text 0"/>
          <p:cNvSpPr/>
          <p:nvPr>
            <p:ph idx="101" type="title" hasCustomPrompt="1"/>
          </p:nvPr>
        </p:nvSpPr>
        <p:spPr>
          <a:xfrm>
            <a:off x="548640" y="548640"/>
            <a:ext cx="11094415" cy="6400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Literature frontier: what already exists</a:t>
            </a:r>
            <a:endParaRPr lang="en-US" sz="3000" dirty="0"/>
          </a:p>
        </p:txBody>
      </p:sp>
      <p:sp>
        <p:nvSpPr>
          <p:cNvPr id="4" name="Lit card 1"/>
          <p:cNvSpPr/>
          <p:nvPr/>
        </p:nvSpPr>
        <p:spPr>
          <a:xfrm>
            <a:off x="548640" y="1371600"/>
            <a:ext cx="3545738" cy="1097280"/>
          </a:xfrm>
          <a:prstGeom prst="roundRect">
            <a:avLst>
              <a:gd name="adj" fmla="val 6667"/>
            </a:avLst>
          </a:prstGeom>
          <a:solidFill>
            <a:schemeClr val="bg2"/>
          </a:solidFill>
          <a:ln/>
        </p:spPr>
      </p:sp>
      <p:sp>
        <p:nvSpPr>
          <p:cNvPr id="5" name="Lit card 1 text"/>
          <p:cNvSpPr txBox="1"/>
          <p:nvPr/>
        </p:nvSpPr>
        <p:spPr>
          <a:xfrm>
            <a:off x="713232" y="1463040"/>
            <a:ext cx="3216554" cy="914400"/>
          </a:xfrm>
          <a:prstGeom prst="rect">
            <a:avLst/>
          </a:prstGeom>
          <a:noFill/>
          <a:ln/>
        </p:spPr>
        <p:txBody>
          <a:bodyPr wrap="square" lIns="0" tIns="0" rIns="0" bIns="0" rtlCol="0" anchor="t"/>
          <a:lstStyle/>
          <a:p>
            <a:pPr indent="0" marL="0">
              <a:buNone/>
            </a:pPr>
            <a:r>
              <a:rPr lang="en-US" sz="1300" b="1" dirty="0">
                <a:solidFill>
                  <a:schemeClr val="tx1"/>
                </a:solidFill>
              </a:rPr>
              <a:t>Mixed / auxiliary formulations</a:t>
            </a:r>
            <a:endParaRPr lang="en-US" sz="1400" dirty="0"/>
          </a:p>
          <a:p>
            <a:pPr indent="0" marL="0">
              <a:buNone/>
            </a:pPr>
            <a:r>
              <a:rPr lang="en-US" sz="1100" dirty="0">
                <a:solidFill>
                  <a:schemeClr val="tx2"/>
                </a:solidFill>
              </a:rPr>
              <a:t>Lyu et al. 2022 (MIM); A-PINN for EB beams 2026</a:t>
            </a:r>
            <a:endParaRPr lang="en-US" sz="1400" dirty="0"/>
          </a:p>
        </p:txBody>
      </p:sp>
      <p:sp>
        <p:nvSpPr>
          <p:cNvPr id="6" name="Lit card 2"/>
          <p:cNvSpPr/>
          <p:nvPr/>
        </p:nvSpPr>
        <p:spPr>
          <a:xfrm>
            <a:off x="4322978" y="1371600"/>
            <a:ext cx="3545738" cy="1097280"/>
          </a:xfrm>
          <a:prstGeom prst="roundRect">
            <a:avLst>
              <a:gd name="adj" fmla="val 6667"/>
            </a:avLst>
          </a:prstGeom>
          <a:solidFill>
            <a:schemeClr val="bg2"/>
          </a:solidFill>
          <a:ln/>
        </p:spPr>
      </p:sp>
      <p:sp>
        <p:nvSpPr>
          <p:cNvPr id="7" name="Lit card 2 text"/>
          <p:cNvSpPr txBox="1"/>
          <p:nvPr/>
        </p:nvSpPr>
        <p:spPr>
          <a:xfrm>
            <a:off x="4487570" y="1463040"/>
            <a:ext cx="3216554" cy="914400"/>
          </a:xfrm>
          <a:prstGeom prst="rect">
            <a:avLst/>
          </a:prstGeom>
          <a:noFill/>
          <a:ln/>
        </p:spPr>
        <p:txBody>
          <a:bodyPr wrap="square" lIns="0" tIns="0" rIns="0" bIns="0" rtlCol="0" anchor="t"/>
          <a:lstStyle/>
          <a:p>
            <a:pPr indent="0" marL="0">
              <a:buNone/>
            </a:pPr>
            <a:r>
              <a:rPr lang="en-US" sz="1300" b="1" dirty="0">
                <a:solidFill>
                  <a:schemeClr val="tx1"/>
                </a:solidFill>
              </a:rPr>
              <a:t>Modal / reduced-order PINNs</a:t>
            </a:r>
            <a:endParaRPr lang="en-US" sz="1400" dirty="0"/>
          </a:p>
          <a:p>
            <a:pPr indent="0" marL="0">
              <a:buNone/>
            </a:pPr>
            <a:r>
              <a:rPr lang="en-US" sz="1100" dirty="0">
                <a:solidFill>
                  <a:schemeClr val="tx2"/>
                </a:solidFill>
              </a:rPr>
              <a:t>Zhang, Vlachas &amp; Chatzi 2026 (RO-PINN)</a:t>
            </a:r>
            <a:endParaRPr lang="en-US" sz="1400" dirty="0"/>
          </a:p>
        </p:txBody>
      </p:sp>
      <p:sp>
        <p:nvSpPr>
          <p:cNvPr id="8" name="Lit card 3"/>
          <p:cNvSpPr/>
          <p:nvPr/>
        </p:nvSpPr>
        <p:spPr>
          <a:xfrm>
            <a:off x="8097317" y="1371600"/>
            <a:ext cx="3545738" cy="1097280"/>
          </a:xfrm>
          <a:prstGeom prst="roundRect">
            <a:avLst>
              <a:gd name="adj" fmla="val 6667"/>
            </a:avLst>
          </a:prstGeom>
          <a:solidFill>
            <a:schemeClr val="bg2"/>
          </a:solidFill>
          <a:ln/>
        </p:spPr>
      </p:sp>
      <p:sp>
        <p:nvSpPr>
          <p:cNvPr id="9" name="Lit card 3 text"/>
          <p:cNvSpPr txBox="1"/>
          <p:nvPr/>
        </p:nvSpPr>
        <p:spPr>
          <a:xfrm>
            <a:off x="8261909" y="1463040"/>
            <a:ext cx="3216554" cy="914400"/>
          </a:xfrm>
          <a:prstGeom prst="rect">
            <a:avLst/>
          </a:prstGeom>
          <a:noFill/>
          <a:ln/>
        </p:spPr>
        <p:txBody>
          <a:bodyPr wrap="square" lIns="0" tIns="0" rIns="0" bIns="0" rtlCol="0" anchor="t"/>
          <a:lstStyle/>
          <a:p>
            <a:pPr indent="0" marL="0">
              <a:buNone/>
            </a:pPr>
            <a:r>
              <a:rPr lang="en-US" sz="1300" b="1" dirty="0">
                <a:solidFill>
                  <a:schemeClr val="tx1"/>
                </a:solidFill>
              </a:rPr>
              <a:t>Temporal decomposition</a:t>
            </a:r>
            <a:endParaRPr lang="en-US" sz="1400" dirty="0"/>
          </a:p>
          <a:p>
            <a:pPr indent="0" marL="0">
              <a:buNone/>
            </a:pPr>
            <a:r>
              <a:rPr lang="en-US" sz="1100" dirty="0">
                <a:solidFill>
                  <a:schemeClr val="tx2"/>
                </a:solidFill>
              </a:rPr>
              <a:t>Krishnapriyan et al. 2021; Penwarden et al. 2023; AT-PINN-HC (Chen et al. 2025)</a:t>
            </a:r>
            <a:endParaRPr lang="en-US" sz="1400" dirty="0"/>
          </a:p>
        </p:txBody>
      </p:sp>
      <p:sp>
        <p:nvSpPr>
          <p:cNvPr id="10" name="Lit card 4"/>
          <p:cNvSpPr/>
          <p:nvPr/>
        </p:nvSpPr>
        <p:spPr>
          <a:xfrm>
            <a:off x="548640" y="2633472"/>
            <a:ext cx="3545738" cy="1097280"/>
          </a:xfrm>
          <a:prstGeom prst="roundRect">
            <a:avLst>
              <a:gd name="adj" fmla="val 6667"/>
            </a:avLst>
          </a:prstGeom>
          <a:solidFill>
            <a:schemeClr val="bg2"/>
          </a:solidFill>
          <a:ln/>
        </p:spPr>
      </p:sp>
      <p:sp>
        <p:nvSpPr>
          <p:cNvPr id="11" name="Lit card 4 text"/>
          <p:cNvSpPr txBox="1"/>
          <p:nvPr/>
        </p:nvSpPr>
        <p:spPr>
          <a:xfrm>
            <a:off x="713232" y="2724912"/>
            <a:ext cx="3216554" cy="914400"/>
          </a:xfrm>
          <a:prstGeom prst="rect">
            <a:avLst/>
          </a:prstGeom>
          <a:noFill/>
          <a:ln/>
        </p:spPr>
        <p:txBody>
          <a:bodyPr wrap="square" lIns="0" tIns="0" rIns="0" bIns="0" rtlCol="0" anchor="t"/>
          <a:lstStyle/>
          <a:p>
            <a:pPr indent="0" marL="0">
              <a:buNone/>
            </a:pPr>
            <a:r>
              <a:rPr lang="en-US" sz="1300" b="1" dirty="0">
                <a:solidFill>
                  <a:schemeClr val="tx1"/>
                </a:solidFill>
              </a:rPr>
              <a:t>Hard constraints, tanh²-type conditioning</a:t>
            </a:r>
            <a:endParaRPr lang="en-US" sz="1400" dirty="0"/>
          </a:p>
          <a:p>
            <a:pPr indent="0" marL="0">
              <a:buNone/>
            </a:pPr>
            <a:r>
              <a:rPr lang="en-US" sz="1100" dirty="0">
                <a:solidFill>
                  <a:schemeClr val="tx2"/>
                </a:solidFill>
              </a:rPr>
              <a:t>Sukumar &amp; Srivastava 2022; Lu et al. 2021 (hPINN); AT-PINN-HC auxiliary functions 2025</a:t>
            </a:r>
            <a:endParaRPr lang="en-US" sz="1400" dirty="0"/>
          </a:p>
        </p:txBody>
      </p:sp>
      <p:sp>
        <p:nvSpPr>
          <p:cNvPr id="12" name="Lit card 5"/>
          <p:cNvSpPr/>
          <p:nvPr/>
        </p:nvSpPr>
        <p:spPr>
          <a:xfrm>
            <a:off x="4322978" y="2633472"/>
            <a:ext cx="3545738" cy="1097280"/>
          </a:xfrm>
          <a:prstGeom prst="roundRect">
            <a:avLst>
              <a:gd name="adj" fmla="val 6667"/>
            </a:avLst>
          </a:prstGeom>
          <a:solidFill>
            <a:schemeClr val="bg2"/>
          </a:solidFill>
          <a:ln/>
        </p:spPr>
      </p:sp>
      <p:sp>
        <p:nvSpPr>
          <p:cNvPr id="13" name="Lit card 5 text"/>
          <p:cNvSpPr txBox="1"/>
          <p:nvPr/>
        </p:nvSpPr>
        <p:spPr>
          <a:xfrm>
            <a:off x="4487570" y="2724912"/>
            <a:ext cx="3216554" cy="914400"/>
          </a:xfrm>
          <a:prstGeom prst="rect">
            <a:avLst/>
          </a:prstGeom>
          <a:noFill/>
          <a:ln/>
        </p:spPr>
        <p:txBody>
          <a:bodyPr wrap="square" lIns="0" tIns="0" rIns="0" bIns="0" rtlCol="0" anchor="t"/>
          <a:lstStyle/>
          <a:p>
            <a:pPr indent="0" marL="0">
              <a:buNone/>
            </a:pPr>
            <a:r>
              <a:rPr lang="en-US" sz="1300" b="1" dirty="0">
                <a:solidFill>
                  <a:schemeClr val="tx1"/>
                </a:solidFill>
              </a:rPr>
              <a:t>Adaptive sampling</a:t>
            </a:r>
            <a:endParaRPr lang="en-US" sz="1400" dirty="0"/>
          </a:p>
          <a:p>
            <a:pPr indent="0" marL="0">
              <a:buNone/>
            </a:pPr>
            <a:r>
              <a:rPr lang="en-US" sz="1100" dirty="0">
                <a:solidFill>
                  <a:schemeClr val="tx2"/>
                </a:solidFill>
              </a:rPr>
              <a:t>RAR (Lu et al. 2021); RAD (Wu et al. 2023); R3 (Daw et al. 2023)</a:t>
            </a:r>
            <a:endParaRPr lang="en-US" sz="1400" dirty="0"/>
          </a:p>
        </p:txBody>
      </p:sp>
      <p:sp>
        <p:nvSpPr>
          <p:cNvPr id="14" name="Lit card 6"/>
          <p:cNvSpPr/>
          <p:nvPr/>
        </p:nvSpPr>
        <p:spPr>
          <a:xfrm>
            <a:off x="8097317" y="2633472"/>
            <a:ext cx="3545738" cy="1097280"/>
          </a:xfrm>
          <a:prstGeom prst="roundRect">
            <a:avLst>
              <a:gd name="adj" fmla="val 6667"/>
            </a:avLst>
          </a:prstGeom>
          <a:solidFill>
            <a:schemeClr val="bg2"/>
          </a:solidFill>
          <a:ln/>
        </p:spPr>
      </p:sp>
      <p:sp>
        <p:nvSpPr>
          <p:cNvPr id="15" name="Lit card 6 text"/>
          <p:cNvSpPr txBox="1"/>
          <p:nvPr/>
        </p:nvSpPr>
        <p:spPr>
          <a:xfrm>
            <a:off x="8261909" y="2724912"/>
            <a:ext cx="3216554" cy="914400"/>
          </a:xfrm>
          <a:prstGeom prst="rect">
            <a:avLst/>
          </a:prstGeom>
          <a:noFill/>
          <a:ln/>
        </p:spPr>
        <p:txBody>
          <a:bodyPr wrap="square" lIns="0" tIns="0" rIns="0" bIns="0" rtlCol="0" anchor="t"/>
          <a:lstStyle/>
          <a:p>
            <a:pPr indent="0" marL="0">
              <a:buNone/>
            </a:pPr>
            <a:r>
              <a:rPr lang="en-US" sz="1300" b="1" dirty="0">
                <a:solidFill>
                  <a:schemeClr val="tx1"/>
                </a:solidFill>
              </a:rPr>
              <a:t>Loss balancing</a:t>
            </a:r>
            <a:endParaRPr lang="en-US" sz="1400" dirty="0"/>
          </a:p>
          <a:p>
            <a:pPr indent="0" marL="0">
              <a:buNone/>
            </a:pPr>
            <a:r>
              <a:rPr lang="en-US" sz="1100" dirty="0">
                <a:solidFill>
                  <a:schemeClr val="tx2"/>
                </a:solidFill>
              </a:rPr>
              <a:t>Wang et al. 2021 (LR annealing); NTK (Wang et al. 2022); ReLoBRaLo; SA-PINN 2023</a:t>
            </a:r>
            <a:endParaRPr lang="en-US" sz="1400" dirty="0"/>
          </a:p>
        </p:txBody>
      </p:sp>
      <p:sp>
        <p:nvSpPr>
          <p:cNvPr id="16" name="Lit card 7"/>
          <p:cNvSpPr/>
          <p:nvPr/>
        </p:nvSpPr>
        <p:spPr>
          <a:xfrm>
            <a:off x="548640" y="3895344"/>
            <a:ext cx="3545738" cy="1097280"/>
          </a:xfrm>
          <a:prstGeom prst="roundRect">
            <a:avLst>
              <a:gd name="adj" fmla="val 6667"/>
            </a:avLst>
          </a:prstGeom>
          <a:solidFill>
            <a:schemeClr val="bg2"/>
          </a:solidFill>
          <a:ln/>
        </p:spPr>
      </p:sp>
      <p:sp>
        <p:nvSpPr>
          <p:cNvPr id="17" name="Lit card 7 text"/>
          <p:cNvSpPr txBox="1"/>
          <p:nvPr/>
        </p:nvSpPr>
        <p:spPr>
          <a:xfrm>
            <a:off x="713232" y="3986784"/>
            <a:ext cx="3216554" cy="914400"/>
          </a:xfrm>
          <a:prstGeom prst="rect">
            <a:avLst/>
          </a:prstGeom>
          <a:noFill/>
          <a:ln/>
        </p:spPr>
        <p:txBody>
          <a:bodyPr wrap="square" lIns="0" tIns="0" rIns="0" bIns="0" rtlCol="0" anchor="t"/>
          <a:lstStyle/>
          <a:p>
            <a:pPr indent="0" marL="0">
              <a:buNone/>
            </a:pPr>
            <a:r>
              <a:rPr lang="en-US" sz="1300" b="1" dirty="0">
                <a:solidFill>
                  <a:schemeClr val="tx1"/>
                </a:solidFill>
              </a:rPr>
              <a:t>Optimizers and precision</a:t>
            </a:r>
            <a:endParaRPr lang="en-US" sz="1400" dirty="0"/>
          </a:p>
          <a:p>
            <a:pPr indent="0" marL="0">
              <a:buNone/>
            </a:pPr>
            <a:r>
              <a:rPr lang="en-US" sz="1100" dirty="0">
                <a:solidFill>
                  <a:schemeClr val="tx2"/>
                </a:solidFill>
              </a:rPr>
              <a:t>Adam + L-BFGS / NNCG (Rathore et al. 2024); MultiAdam 2023; SOAP 2025; FP64 (Xu et al. 2025)</a:t>
            </a:r>
            <a:endParaRPr lang="en-US" sz="1400" dirty="0"/>
          </a:p>
        </p:txBody>
      </p:sp>
      <p:sp>
        <p:nvSpPr>
          <p:cNvPr id="18" name="Lit card 8"/>
          <p:cNvSpPr/>
          <p:nvPr/>
        </p:nvSpPr>
        <p:spPr>
          <a:xfrm>
            <a:off x="4322978" y="3895344"/>
            <a:ext cx="3545738" cy="1097280"/>
          </a:xfrm>
          <a:prstGeom prst="roundRect">
            <a:avLst>
              <a:gd name="adj" fmla="val 6667"/>
            </a:avLst>
          </a:prstGeom>
          <a:solidFill>
            <a:schemeClr val="bg2"/>
          </a:solidFill>
          <a:ln/>
        </p:spPr>
      </p:sp>
      <p:sp>
        <p:nvSpPr>
          <p:cNvPr id="19" name="Lit card 8 text"/>
          <p:cNvSpPr txBox="1"/>
          <p:nvPr/>
        </p:nvSpPr>
        <p:spPr>
          <a:xfrm>
            <a:off x="4487570" y="3986784"/>
            <a:ext cx="3216554" cy="914400"/>
          </a:xfrm>
          <a:prstGeom prst="rect">
            <a:avLst/>
          </a:prstGeom>
          <a:noFill/>
          <a:ln/>
        </p:spPr>
        <p:txBody>
          <a:bodyPr wrap="square" lIns="0" tIns="0" rIns="0" bIns="0" rtlCol="0" anchor="t"/>
          <a:lstStyle/>
          <a:p>
            <a:pPr indent="0" marL="0">
              <a:buNone/>
            </a:pPr>
            <a:r>
              <a:rPr lang="en-US" sz="1300" b="1" dirty="0">
                <a:solidFill>
                  <a:schemeClr val="tx1"/>
                </a:solidFill>
              </a:rPr>
              <a:t>Representation</a:t>
            </a:r>
            <a:endParaRPr lang="en-US" sz="1400" dirty="0"/>
          </a:p>
          <a:p>
            <a:pPr indent="0" marL="0">
              <a:buNone/>
            </a:pPr>
            <a:r>
              <a:rPr lang="en-US" sz="1100" dirty="0">
                <a:solidFill>
                  <a:schemeClr val="tx2"/>
                </a:solidFill>
              </a:rPr>
              <a:t>Fourier features (Tancik 2020; Wang 2021); SIREN 2020; SPINN 2023</a:t>
            </a:r>
            <a:endParaRPr lang="en-US" sz="1400" dirty="0"/>
          </a:p>
        </p:txBody>
      </p:sp>
      <p:sp>
        <p:nvSpPr>
          <p:cNvPr id="20" name="Lit card 9"/>
          <p:cNvSpPr/>
          <p:nvPr/>
        </p:nvSpPr>
        <p:spPr>
          <a:xfrm>
            <a:off x="8097317" y="3895344"/>
            <a:ext cx="3545738" cy="1097280"/>
          </a:xfrm>
          <a:prstGeom prst="roundRect">
            <a:avLst>
              <a:gd name="adj" fmla="val 6667"/>
            </a:avLst>
          </a:prstGeom>
          <a:solidFill>
            <a:schemeClr val="bg2"/>
          </a:solidFill>
          <a:ln/>
        </p:spPr>
      </p:sp>
      <p:sp>
        <p:nvSpPr>
          <p:cNvPr id="21" name="Lit card 9 text"/>
          <p:cNvSpPr txBox="1"/>
          <p:nvPr/>
        </p:nvSpPr>
        <p:spPr>
          <a:xfrm>
            <a:off x="8261909" y="3986784"/>
            <a:ext cx="3216554" cy="914400"/>
          </a:xfrm>
          <a:prstGeom prst="rect">
            <a:avLst/>
          </a:prstGeom>
          <a:noFill/>
          <a:ln/>
        </p:spPr>
        <p:txBody>
          <a:bodyPr wrap="square" lIns="0" tIns="0" rIns="0" bIns="0" rtlCol="0" anchor="t"/>
          <a:lstStyle/>
          <a:p>
            <a:pPr indent="0" marL="0">
              <a:buNone/>
            </a:pPr>
            <a:r>
              <a:rPr lang="en-US" sz="1300" b="1" dirty="0">
                <a:solidFill>
                  <a:schemeClr val="tx1"/>
                </a:solidFill>
              </a:rPr>
              <a:t>Automated PINN design</a:t>
            </a:r>
            <a:endParaRPr lang="en-US" sz="1400" dirty="0"/>
          </a:p>
          <a:p>
            <a:pPr indent="0" marL="0">
              <a:buNone/>
            </a:pPr>
            <a:r>
              <a:rPr lang="en-US" sz="1100" dirty="0">
                <a:solidFill>
                  <a:schemeClr val="tx2"/>
                </a:solidFill>
              </a:rPr>
              <a:t>Auto-PINN 2022; PINNsAgent 2025; Lang-PINN 2025</a:t>
            </a:r>
            <a:endParaRPr lang="en-US" sz="1400" dirty="0"/>
          </a:p>
        </p:txBody>
      </p:sp>
      <p:sp>
        <p:nvSpPr>
          <p:cNvPr id="22" name="Gap box"/>
          <p:cNvSpPr/>
          <p:nvPr/>
        </p:nvSpPr>
        <p:spPr>
          <a:xfrm>
            <a:off x="548640" y="5202936"/>
            <a:ext cx="11094415" cy="960120"/>
          </a:xfrm>
          <a:prstGeom prst="roundRect">
            <a:avLst>
              <a:gd name="adj" fmla="val 7619"/>
            </a:avLst>
          </a:prstGeom>
          <a:solidFill>
            <a:schemeClr val="bg1"/>
          </a:solidFill>
          <a:ln w="19050">
            <a:solidFill>
              <a:schemeClr val="accent1"/>
            </a:solidFill>
            <a:prstDash val="dash"/>
          </a:ln>
        </p:spPr>
      </p:sp>
      <p:sp>
        <p:nvSpPr>
          <p:cNvPr id="23" name="Gap text"/>
          <p:cNvSpPr txBox="1"/>
          <p:nvPr/>
        </p:nvSpPr>
        <p:spPr>
          <a:xfrm>
            <a:off x="777240" y="5276088"/>
            <a:ext cx="10637215" cy="822960"/>
          </a:xfrm>
          <a:prstGeom prst="rect">
            <a:avLst/>
          </a:prstGeom>
          <a:noFill/>
          <a:ln/>
        </p:spPr>
        <p:txBody>
          <a:bodyPr wrap="square" lIns="0" tIns="0" rIns="0" bIns="0" rtlCol="0" anchor="t"/>
          <a:lstStyle/>
          <a:p>
            <a:pPr indent="0" marL="0">
              <a:buNone/>
            </a:pPr>
            <a:r>
              <a:rPr lang="en-US" sz="1200" b="1" dirty="0">
                <a:solidFill>
                  <a:schemeClr val="tx1"/>
                </a:solidFill>
              </a:rPr>
              <a:t>Our status: every component above has prior art — benchmarked, not claimed. </a:t>
            </a:r>
            <a:endParaRPr lang="en-US" sz="1200" dirty="0"/>
          </a:p>
          <a:p>
            <a:pPr indent="0" marL="0">
              <a:buNone/>
            </a:pPr>
            <a:r>
              <a:rPr lang="en-US" sz="1200" dirty="0">
                <a:solidFill>
                  <a:schemeClr val="tx2"/>
                </a:solidFill>
              </a:rPr>
              <a:t>Candidate gap (RESEARCH HYPOTHESIS): selecting the strategy from measurable physics properties before training, under a compute budget, with verification — closest prior work selects by search or LLM agents (Auto-PINN, PINNsAgent, Lang-PINN).</a:t>
            </a:r>
            <a:endParaRPr lang="en-US" sz="1200" dirty="0"/>
          </a:p>
        </p:txBody>
      </p:sp>
      <p:sp>
        <p:nvSpPr>
          <p:cNvPr id="25" name="Slide Number Placeholder 0"/>
          <p:cNvSpPr>
            <a:spLocks noGrp="1"/>
          </p:cNvSpPr>
          <p:nvPr>
            <p:ph type="sldNum" sz="quarter" idx="4294967295"/>
          </p:nvPr>
        </p:nvSpPr>
        <p:spPr>
          <a:xfrm>
            <a:off x="11094415" y="647395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Physics Reference Research">
  <a:themeElements>
    <a:clrScheme name="Physics Reference Research">
      <a:dk1>
        <a:srgbClr val="17242E"/>
      </a:dk1>
      <a:lt1>
        <a:srgbClr val="FFFFFF"/>
      </a:lt1>
      <a:dk2>
        <a:srgbClr val="3C5566"/>
      </a:dk2>
      <a:lt2>
        <a:srgbClr val="EEF2F4"/>
      </a:lt2>
      <a:accent1>
        <a:srgbClr val="E8743B"/>
      </a:accent1>
      <a:accent2>
        <a:srgbClr val="2A9D8F"/>
      </a:accent2>
      <a:accent3>
        <a:srgbClr val="6C5CB5"/>
      </a:accent3>
      <a:accent4>
        <a:srgbClr val="B5473A"/>
      </a:accent4>
      <a:accent5>
        <a:srgbClr val="8A9AA6"/>
      </a:accent5>
      <a:accent6>
        <a:srgbClr val="B7861A"/>
      </a:accent6>
      <a:hlink>
        <a:srgbClr val="2A9D8F"/>
      </a:hlink>
      <a:folHlink>
        <a:srgbClr val="8A9AA6"/>
      </a:folHlink>
    </a:clrScheme>
    <a:fontScheme name="Physics Reference Researc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 We Make Physics-Informed AI Actually Solve Physics Efficiently?</dc:title>
  <dc:subject>Batch-1 reproducibility and diagnosis of a beam-vibration PINN; Batch-2 research direction</dc:subject>
  <dc:creator>PptxGenJS</dc:creator>
  <cp:lastModifiedBy>PptxGenJS</cp:lastModifiedBy>
  <cp:revision>1</cp:revision>
  <dcterms:created xsi:type="dcterms:W3CDTF">2026-10-07T08:09:45Z</dcterms:created>
  <dcterms:modified xsi:type="dcterms:W3CDTF">2026-10-07T08:09:45Z</dcterms:modified>
</cp:coreProperties>
</file>